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gif" ContentType="image/gif"/>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410" r:id="rId4"/>
    <p:sldId id="390" r:id="rId5"/>
    <p:sldId id="257" r:id="rId6"/>
    <p:sldId id="404" r:id="rId8"/>
    <p:sldId id="401" r:id="rId9"/>
    <p:sldId id="380" r:id="rId10"/>
    <p:sldId id="294" r:id="rId11"/>
    <p:sldId id="392" r:id="rId12"/>
    <p:sldId id="381" r:id="rId13"/>
    <p:sldId id="411" r:id="rId14"/>
    <p:sldId id="1353" r:id="rId15"/>
    <p:sldId id="1354" r:id="rId16"/>
    <p:sldId id="1372" r:id="rId17"/>
    <p:sldId id="408" r:id="rId18"/>
    <p:sldId id="403" r:id="rId19"/>
    <p:sldId id="402" r:id="rId20"/>
    <p:sldId id="406" r:id="rId21"/>
    <p:sldId id="405" r:id="rId22"/>
    <p:sldId id="412" r:id="rId23"/>
    <p:sldId id="384" r:id="rId24"/>
    <p:sldId id="345" r:id="rId25"/>
    <p:sldId id="623" r:id="rId26"/>
    <p:sldId id="624" r:id="rId27"/>
    <p:sldId id="625" r:id="rId28"/>
    <p:sldId id="1373" r:id="rId29"/>
    <p:sldId id="1374" r:id="rId30"/>
    <p:sldId id="1412" r:id="rId31"/>
    <p:sldId id="1413" r:id="rId32"/>
    <p:sldId id="1414" r:id="rId33"/>
    <p:sldId id="1415" r:id="rId34"/>
    <p:sldId id="1416" r:id="rId35"/>
    <p:sldId id="1417" r:id="rId36"/>
    <p:sldId id="1418" r:id="rId37"/>
    <p:sldId id="1419" r:id="rId38"/>
    <p:sldId id="1420" r:id="rId39"/>
    <p:sldId id="385" r:id="rId40"/>
    <p:sldId id="386" r:id="rId41"/>
    <p:sldId id="296" r:id="rId42"/>
    <p:sldId id="304" r:id="rId43"/>
    <p:sldId id="303" r:id="rId44"/>
    <p:sldId id="311" r:id="rId45"/>
    <p:sldId id="371" r:id="rId46"/>
    <p:sldId id="1375" r:id="rId47"/>
    <p:sldId id="333" r:id="rId48"/>
    <p:sldId id="313" r:id="rId49"/>
    <p:sldId id="321" r:id="rId50"/>
    <p:sldId id="327" r:id="rId51"/>
    <p:sldId id="372" r:id="rId52"/>
    <p:sldId id="373" r:id="rId53"/>
    <p:sldId id="315" r:id="rId54"/>
    <p:sldId id="277" r:id="rId55"/>
    <p:sldId id="278" r:id="rId56"/>
    <p:sldId id="285" r:id="rId57"/>
    <p:sldId id="374" r:id="rId58"/>
    <p:sldId id="375" r:id="rId59"/>
    <p:sldId id="376" r:id="rId60"/>
    <p:sldId id="330" r:id="rId61"/>
    <p:sldId id="335" r:id="rId62"/>
    <p:sldId id="337" r:id="rId63"/>
    <p:sldId id="275" r:id="rId64"/>
    <p:sldId id="346" r:id="rId65"/>
    <p:sldId id="347" r:id="rId66"/>
    <p:sldId id="350" r:id="rId67"/>
  </p:sldIdLst>
  <p:sldSz cx="12192000" cy="6858000"/>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54" autoAdjust="0"/>
    <p:restoredTop sz="69844"/>
  </p:normalViewPr>
  <p:slideViewPr>
    <p:cSldViewPr snapToGrid="0">
      <p:cViewPr varScale="1">
        <p:scale>
          <a:sx n="72" d="100"/>
          <a:sy n="72" d="100"/>
        </p:scale>
        <p:origin x="90" y="18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0" Type="http://schemas.openxmlformats.org/officeDocument/2006/relationships/tableStyles" Target="tableStyles.xml"/><Relationship Id="rId7" Type="http://schemas.openxmlformats.org/officeDocument/2006/relationships/notesMaster" Target="notesMasters/notesMaster1.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FF51CE19-03EB-EB42-AC51-DAECB17FF491}" type="datetimeFigureOut">
              <a:rPr lang="en-US" smtClean="0"/>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92E1473D-7602-8F41-8051-78D8552D363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92E1473D-7602-8F41-8051-78D8552D3639}"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1473D-7602-8F41-8051-78D8552D3639}"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sz="1200" dirty="0">
                <a:effectLst/>
                <a:ea typeface="宋体" panose="02010600030101010101" pitchFamily="2" charset="-122"/>
                <a:cs typeface="宋体" panose="02010600030101010101" pitchFamily="2" charset="-122"/>
              </a:rPr>
              <a:t>集线器：工作在物理层互连，同一个网络的两个网段之间的互连，放大和广播性信号；</a:t>
            </a:r>
            <a:br>
              <a:rPr lang="en-US" sz="1200" dirty="0">
                <a:effectLst/>
                <a:latin typeface="宋体" panose="02010600030101010101" pitchFamily="2" charset="-122"/>
                <a:cs typeface="宋体" panose="02010600030101010101" pitchFamily="2" charset="-122"/>
              </a:rPr>
            </a:br>
            <a:r>
              <a:rPr lang="zh-CN" sz="1200" dirty="0">
                <a:effectLst/>
                <a:ea typeface="宋体" panose="02010600030101010101" pitchFamily="2" charset="-122"/>
                <a:cs typeface="宋体" panose="02010600030101010101" pitchFamily="2" charset="-122"/>
              </a:rPr>
              <a:t>交换机</a:t>
            </a:r>
            <a:r>
              <a:rPr lang="zh-CN" altLang="en-US" sz="1200" dirty="0">
                <a:effectLst/>
                <a:ea typeface="宋体" panose="02010600030101010101" pitchFamily="2" charset="-122"/>
                <a:cs typeface="宋体" panose="02010600030101010101" pitchFamily="2" charset="-122"/>
              </a:rPr>
              <a:t>（网桥）</a:t>
            </a:r>
            <a:r>
              <a:rPr lang="zh-CN" sz="1200" dirty="0">
                <a:effectLst/>
                <a:ea typeface="宋体" panose="02010600030101010101" pitchFamily="2" charset="-122"/>
                <a:cs typeface="宋体" panose="02010600030101010101" pitchFamily="2" charset="-122"/>
              </a:rPr>
              <a:t>：工作在数据链路层，链路层互连，两个</a:t>
            </a:r>
            <a:r>
              <a:rPr lang="en-US" sz="1200" dirty="0">
                <a:effectLst/>
                <a:latin typeface="宋体" panose="02010600030101010101" pitchFamily="2" charset="-122"/>
                <a:cs typeface="宋体" panose="02010600030101010101" pitchFamily="2" charset="-122"/>
              </a:rPr>
              <a:t>LAN</a:t>
            </a:r>
            <a:r>
              <a:rPr lang="zh-CN" sz="1200" dirty="0">
                <a:effectLst/>
                <a:ea typeface="宋体" panose="02010600030101010101" pitchFamily="2" charset="-122"/>
                <a:cs typeface="宋体" panose="02010600030101010101" pitchFamily="2" charset="-122"/>
              </a:rPr>
              <a:t>之间的互连；</a:t>
            </a:r>
            <a:r>
              <a:rPr lang="zh-CN" altLang="en-US" sz="1200" dirty="0">
                <a:effectLst/>
                <a:ea typeface="宋体" panose="02010600030101010101" pitchFamily="2" charset="-122"/>
                <a:cs typeface="宋体" panose="02010600030101010101" pitchFamily="2" charset="-122"/>
              </a:rPr>
              <a:t>（在数据面处理流程中，同时具备网络接口层（或者数据链层、物理层）的功能））</a:t>
            </a:r>
            <a:br>
              <a:rPr lang="en-US" sz="1200" dirty="0">
                <a:effectLst/>
                <a:latin typeface="宋体" panose="02010600030101010101" pitchFamily="2" charset="-122"/>
                <a:cs typeface="宋体" panose="02010600030101010101" pitchFamily="2" charset="-122"/>
              </a:rPr>
            </a:br>
            <a:r>
              <a:rPr lang="zh-CN" sz="1200" dirty="0">
                <a:effectLst/>
                <a:ea typeface="宋体" panose="02010600030101010101" pitchFamily="2" charset="-122"/>
                <a:cs typeface="宋体" panose="02010600030101010101" pitchFamily="2" charset="-122"/>
              </a:rPr>
              <a:t>路由器：工作在网络层，实现子网互联；</a:t>
            </a:r>
            <a:r>
              <a:rPr lang="zh-CN" altLang="en-US" sz="1200" dirty="0">
                <a:effectLst/>
                <a:ea typeface="宋体" panose="02010600030101010101" pitchFamily="2" charset="-122"/>
                <a:cs typeface="宋体" panose="02010600030101010101" pitchFamily="2" charset="-122"/>
              </a:rPr>
              <a:t>（在数据面处理流程中，，同时具备网络层、网络接口层（或者数据链层、物理层）的功能）</a:t>
            </a:r>
            <a:br>
              <a:rPr lang="en-US" sz="1200" dirty="0">
                <a:effectLst/>
                <a:latin typeface="宋体" panose="02010600030101010101" pitchFamily="2" charset="-122"/>
                <a:cs typeface="宋体" panose="02010600030101010101" pitchFamily="2" charset="-122"/>
              </a:rPr>
            </a:br>
            <a:r>
              <a:rPr lang="zh-CN" sz="1200" dirty="0">
                <a:effectLst/>
                <a:ea typeface="宋体" panose="02010600030101010101" pitchFamily="2" charset="-122"/>
                <a:cs typeface="宋体" panose="02010600030101010101" pitchFamily="2" charset="-122"/>
              </a:rPr>
              <a:t>网关：工作在网络层以及上，实现协议转换。</a:t>
            </a:r>
            <a:r>
              <a:rPr lang="en-US" sz="1200" dirty="0">
                <a:effectLst/>
              </a:rPr>
              <a:t> </a:t>
            </a:r>
            <a:r>
              <a:rPr lang="zh-CN" altLang="en-US" sz="1200" dirty="0">
                <a:effectLst/>
                <a:ea typeface="宋体" panose="02010600030101010101" pitchFamily="2" charset="-122"/>
                <a:cs typeface="宋体" panose="02010600030101010101" pitchFamily="2" charset="-122"/>
              </a:rPr>
              <a:t>（在数据面处理流程中，同时具备层（或者数据链层、物理层）的功能）</a:t>
            </a:r>
            <a:endParaRPr lang="en-US" sz="1200" dirty="0"/>
          </a:p>
          <a:p>
            <a:r>
              <a:rPr lang="zh-CN" altLang="en-US" b="0" i="0" dirty="0">
                <a:solidFill>
                  <a:srgbClr val="111111"/>
                </a:solidFill>
                <a:effectLst/>
                <a:latin typeface="Arial" panose="020B0604020202020204" pitchFamily="34" charset="0"/>
              </a:rPr>
              <a:t>网关</a:t>
            </a:r>
            <a:r>
              <a:rPr lang="en-US" altLang="zh-CN" b="0" i="0" dirty="0">
                <a:solidFill>
                  <a:srgbClr val="111111"/>
                </a:solidFill>
                <a:effectLst/>
                <a:latin typeface="Arial" panose="020B0604020202020204" pitchFamily="34" charset="0"/>
              </a:rPr>
              <a:t>(</a:t>
            </a:r>
            <a:r>
              <a:rPr lang="en-US" b="0" i="0" dirty="0">
                <a:solidFill>
                  <a:srgbClr val="111111"/>
                </a:solidFill>
                <a:effectLst/>
                <a:latin typeface="Arial" panose="020B0604020202020204" pitchFamily="34" charset="0"/>
              </a:rPr>
              <a:t>Gateway)</a:t>
            </a:r>
            <a:r>
              <a:rPr lang="zh-CN" altLang="en-US" b="0" i="0" dirty="0">
                <a:solidFill>
                  <a:srgbClr val="111111"/>
                </a:solidFill>
                <a:effectLst/>
                <a:latin typeface="Arial" panose="020B0604020202020204" pitchFamily="34" charset="0"/>
              </a:rPr>
              <a:t>又称网间连接器、协议转换器</a:t>
            </a:r>
            <a:endParaRPr lang="en-US" dirty="0"/>
          </a:p>
        </p:txBody>
      </p:sp>
      <p:sp>
        <p:nvSpPr>
          <p:cNvPr id="4" name="Slide Number Placeholder 3"/>
          <p:cNvSpPr>
            <a:spLocks noGrp="1"/>
          </p:cNvSpPr>
          <p:nvPr>
            <p:ph type="sldNum" sz="quarter" idx="5"/>
          </p:nvPr>
        </p:nvSpPr>
        <p:spPr/>
        <p:txBody>
          <a:bodyPr/>
          <a:lstStyle/>
          <a:p>
            <a:fld id="{92E1473D-7602-8F41-8051-78D8552D3639}"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sz="1200" dirty="0">
                <a:effectLst/>
                <a:ea typeface="宋体" panose="02010600030101010101" pitchFamily="2" charset="-122"/>
                <a:cs typeface="宋体" panose="02010600030101010101" pitchFamily="2" charset="-122"/>
              </a:rPr>
              <a:t>集线器：工作在物理层互连，同一个网络的两个网段之间的互连，放大和广播性信号；</a:t>
            </a:r>
            <a:br>
              <a:rPr lang="en-US" sz="1200" dirty="0">
                <a:effectLst/>
                <a:latin typeface="宋体" panose="02010600030101010101" pitchFamily="2" charset="-122"/>
                <a:cs typeface="宋体" panose="02010600030101010101" pitchFamily="2" charset="-122"/>
              </a:rPr>
            </a:br>
            <a:r>
              <a:rPr lang="zh-CN" sz="1200" dirty="0">
                <a:effectLst/>
                <a:ea typeface="宋体" panose="02010600030101010101" pitchFamily="2" charset="-122"/>
                <a:cs typeface="宋体" panose="02010600030101010101" pitchFamily="2" charset="-122"/>
              </a:rPr>
              <a:t>交换机</a:t>
            </a:r>
            <a:r>
              <a:rPr lang="zh-CN" altLang="en-US" sz="1200" dirty="0">
                <a:effectLst/>
                <a:ea typeface="宋体" panose="02010600030101010101" pitchFamily="2" charset="-122"/>
                <a:cs typeface="宋体" panose="02010600030101010101" pitchFamily="2" charset="-122"/>
              </a:rPr>
              <a:t>（网桥）</a:t>
            </a:r>
            <a:r>
              <a:rPr lang="zh-CN" sz="1200" dirty="0">
                <a:effectLst/>
                <a:ea typeface="宋体" panose="02010600030101010101" pitchFamily="2" charset="-122"/>
                <a:cs typeface="宋体" panose="02010600030101010101" pitchFamily="2" charset="-122"/>
              </a:rPr>
              <a:t>：工作在数据链路层，链路层互连，两个</a:t>
            </a:r>
            <a:r>
              <a:rPr lang="en-US" sz="1200" dirty="0">
                <a:effectLst/>
                <a:latin typeface="宋体" panose="02010600030101010101" pitchFamily="2" charset="-122"/>
                <a:cs typeface="宋体" panose="02010600030101010101" pitchFamily="2" charset="-122"/>
              </a:rPr>
              <a:t>LAN</a:t>
            </a:r>
            <a:r>
              <a:rPr lang="zh-CN" sz="1200" dirty="0">
                <a:effectLst/>
                <a:ea typeface="宋体" panose="02010600030101010101" pitchFamily="2" charset="-122"/>
                <a:cs typeface="宋体" panose="02010600030101010101" pitchFamily="2" charset="-122"/>
              </a:rPr>
              <a:t>之间的互连；</a:t>
            </a:r>
            <a:r>
              <a:rPr lang="zh-CN" altLang="en-US" sz="1200" dirty="0">
                <a:effectLst/>
                <a:ea typeface="宋体" panose="02010600030101010101" pitchFamily="2" charset="-122"/>
                <a:cs typeface="宋体" panose="02010600030101010101" pitchFamily="2" charset="-122"/>
              </a:rPr>
              <a:t>（在数据面处理流程中，同时具备网络接口层（或者数据链层、物理层）的功能））</a:t>
            </a:r>
            <a:br>
              <a:rPr lang="en-US" sz="1200" dirty="0">
                <a:effectLst/>
                <a:latin typeface="宋体" panose="02010600030101010101" pitchFamily="2" charset="-122"/>
                <a:cs typeface="宋体" panose="02010600030101010101" pitchFamily="2" charset="-122"/>
              </a:rPr>
            </a:br>
            <a:r>
              <a:rPr lang="zh-CN" sz="1200" dirty="0">
                <a:effectLst/>
                <a:ea typeface="宋体" panose="02010600030101010101" pitchFamily="2" charset="-122"/>
                <a:cs typeface="宋体" panose="02010600030101010101" pitchFamily="2" charset="-122"/>
              </a:rPr>
              <a:t>路由器：工作在网络层，实现子网互联；</a:t>
            </a:r>
            <a:r>
              <a:rPr lang="zh-CN" altLang="en-US" sz="1200" dirty="0">
                <a:effectLst/>
                <a:ea typeface="宋体" panose="02010600030101010101" pitchFamily="2" charset="-122"/>
                <a:cs typeface="宋体" panose="02010600030101010101" pitchFamily="2" charset="-122"/>
              </a:rPr>
              <a:t>（在数据面处理流程中，，同时具备网络层、网络接口层（或者数据链层、物理层）的功能）</a:t>
            </a:r>
            <a:br>
              <a:rPr lang="en-US" sz="1200" dirty="0">
                <a:effectLst/>
                <a:latin typeface="宋体" panose="02010600030101010101" pitchFamily="2" charset="-122"/>
                <a:cs typeface="宋体" panose="02010600030101010101" pitchFamily="2" charset="-122"/>
              </a:rPr>
            </a:br>
            <a:r>
              <a:rPr lang="zh-CN" sz="1200" dirty="0">
                <a:effectLst/>
                <a:ea typeface="宋体" panose="02010600030101010101" pitchFamily="2" charset="-122"/>
                <a:cs typeface="宋体" panose="02010600030101010101" pitchFamily="2" charset="-122"/>
              </a:rPr>
              <a:t>网关：工作在网络层以及上，实现协议转换。</a:t>
            </a:r>
            <a:r>
              <a:rPr lang="en-US" sz="1200" dirty="0">
                <a:effectLst/>
              </a:rPr>
              <a:t> </a:t>
            </a:r>
            <a:r>
              <a:rPr lang="zh-CN" altLang="en-US" sz="1200" dirty="0">
                <a:effectLst/>
                <a:ea typeface="宋体" panose="02010600030101010101" pitchFamily="2" charset="-122"/>
                <a:cs typeface="宋体" panose="02010600030101010101" pitchFamily="2" charset="-122"/>
              </a:rPr>
              <a:t>（在数据面处理流程中，同时具备层（或者数据链层、物理层）的功能）</a:t>
            </a:r>
            <a:endParaRPr lang="en-US" sz="1200" dirty="0"/>
          </a:p>
          <a:p>
            <a:r>
              <a:rPr lang="zh-CN" altLang="en-US" b="0" i="0" dirty="0">
                <a:solidFill>
                  <a:srgbClr val="111111"/>
                </a:solidFill>
                <a:effectLst/>
                <a:latin typeface="Arial" panose="020B0604020202020204" pitchFamily="34" charset="0"/>
              </a:rPr>
              <a:t>网关</a:t>
            </a:r>
            <a:r>
              <a:rPr lang="en-US" altLang="zh-CN" b="0" i="0" dirty="0">
                <a:solidFill>
                  <a:srgbClr val="111111"/>
                </a:solidFill>
                <a:effectLst/>
                <a:latin typeface="Arial" panose="020B0604020202020204" pitchFamily="34" charset="0"/>
              </a:rPr>
              <a:t>(</a:t>
            </a:r>
            <a:r>
              <a:rPr lang="en-US" b="0" i="0" dirty="0">
                <a:solidFill>
                  <a:srgbClr val="111111"/>
                </a:solidFill>
                <a:effectLst/>
                <a:latin typeface="Arial" panose="020B0604020202020204" pitchFamily="34" charset="0"/>
              </a:rPr>
              <a:t>Gateway)</a:t>
            </a:r>
            <a:r>
              <a:rPr lang="zh-CN" altLang="en-US" b="0" i="0" dirty="0">
                <a:solidFill>
                  <a:srgbClr val="111111"/>
                </a:solidFill>
                <a:effectLst/>
                <a:latin typeface="Arial" panose="020B0604020202020204" pitchFamily="34" charset="0"/>
              </a:rPr>
              <a:t>又称网间连接器、协议转换器</a:t>
            </a:r>
            <a:endParaRPr lang="en-US" altLang="zh-CN" b="0" i="0" dirty="0">
              <a:solidFill>
                <a:srgbClr val="111111"/>
              </a:solidFill>
              <a:effectLst/>
              <a:latin typeface="Arial" panose="020B0604020202020204" pitchFamily="34" charset="0"/>
            </a:endParaRPr>
          </a:p>
          <a:p>
            <a:endParaRPr lang="en-US" b="0" i="0" dirty="0">
              <a:solidFill>
                <a:srgbClr val="111111"/>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92E1473D-7602-8F41-8051-78D8552D3639}"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1473D-7602-8F41-8051-78D8552D3639}"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1473D-7602-8F41-8051-78D8552D3639}"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1473D-7602-8F41-8051-78D8552D3639}"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1473D-7602-8F41-8051-78D8552D3639}"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p:spPr>
        <p:txBody>
          <a:bodyPr/>
          <a:lstStyle/>
          <a:p>
            <a:fld id="{52777841-C343-4617-B251-42B6A020A344}" type="slidenum">
              <a:rPr lang="en-US" altLang="zh-CN" smtClean="0"/>
            </a:fld>
            <a:endParaRPr lang="en-US" altLang="zh-CN"/>
          </a:p>
        </p:txBody>
      </p:sp>
      <p:sp>
        <p:nvSpPr>
          <p:cNvPr id="198659" name="Rectangle 2"/>
          <p:cNvSpPr>
            <a:spLocks noGrp="1" noRot="1" noChangeAspect="1" noChangeArrowheads="1" noTextEdit="1"/>
          </p:cNvSpPr>
          <p:nvPr>
            <p:ph type="sldImg"/>
          </p:nvPr>
        </p:nvSpPr>
        <p:spPr>
          <a:xfrm>
            <a:off x="2173288" y="576263"/>
            <a:ext cx="5118100" cy="2878137"/>
          </a:xfrm>
        </p:spPr>
      </p:sp>
      <p:sp>
        <p:nvSpPr>
          <p:cNvPr id="198660" name="Rectangle 3"/>
          <p:cNvSpPr>
            <a:spLocks noGrp="1" noChangeArrowheads="1"/>
          </p:cNvSpPr>
          <p:nvPr>
            <p:ph type="body" idx="1"/>
          </p:nvPr>
        </p:nvSpPr>
        <p:spPr>
          <a:noFill/>
        </p:spPr>
        <p:txBody>
          <a:bodyPr/>
          <a:lstStyle/>
          <a:p>
            <a:pPr eaLnBrk="1" hangingPunct="1"/>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27BDDB98-DBA1-4A9B-8E23-1D9508902480}" type="slidenum">
              <a:rPr lang="en-US" altLang="zh-CN">
                <a:latin typeface="Arial" panose="020B0604020202020204" pitchFamily="34" charset="0"/>
                <a:ea typeface="微软雅黑" panose="020B0503020204020204" charset="-122"/>
              </a:rPr>
            </a:fld>
            <a:endParaRPr lang="en-US" altLang="zh-CN" dirty="0">
              <a:latin typeface="Arial" panose="020B0604020202020204" pitchFamily="34" charset="0"/>
              <a:ea typeface="微软雅黑" panose="020B0503020204020204" charset="-122"/>
            </a:endParaRPr>
          </a:p>
        </p:txBody>
      </p:sp>
      <p:sp>
        <p:nvSpPr>
          <p:cNvPr id="40963" name="Rectangle 2"/>
          <p:cNvSpPr>
            <a:spLocks noGrp="1" noRot="1" noChangeAspect="1" noChangeArrowheads="1" noTextEdit="1"/>
          </p:cNvSpPr>
          <p:nvPr>
            <p:ph type="sldImg"/>
          </p:nvPr>
        </p:nvSpPr>
        <p:spPr/>
      </p:sp>
      <p:sp>
        <p:nvSpPr>
          <p:cNvPr id="40964" name="Rectangle 3"/>
          <p:cNvSpPr>
            <a:spLocks noGrp="1" noChangeArrowheads="1"/>
          </p:cNvSpPr>
          <p:nvPr>
            <p:ph type="body" idx="1"/>
          </p:nvPr>
        </p:nvSpPr>
        <p:spPr>
          <a:noFill/>
        </p:spPr>
        <p:txBody>
          <a:bodyPr/>
          <a:lstStyle/>
          <a:p>
            <a:pPr eaLnBrk="1" hangingPunct="1"/>
            <a:endParaRPr lang="zh-CN" altLang="zh-CN" dirty="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1473D-7602-8F41-8051-78D8552D3639}"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1473D-7602-8F41-8051-78D8552D3639}"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C34501A-2604-4ED3-97FA-3A91A7CDFE9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1C5DEFB-E144-4D26-BB35-1AB079D92291}"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a:lvl1pPr>
          </a:lstStyle>
          <a:p>
            <a:fld id="{0BF6080C-68C0-4376-83E8-BA3A176AE949}" type="slidenum">
              <a:rPr lang="zh-CN" altLang="en-US" smtClean="0"/>
            </a:fld>
            <a:fld id="{54F880B1-6CA5-4840-8541-72E194A5D5DE}" type="slidenum">
              <a:rPr lang="zh-CN" altLang="en-US" smtClean="0"/>
            </a:fld>
            <a:fld id="{912474E5-4786-4477-9791-044486697A2F}"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C9602594-1880-48A3-AF4D-54F8EFF3FC0B}"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78AE2D7-1E60-445D-B28A-8D1676C675C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13318D07-26E0-4CC8-AB3D-57F923E5783E}"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7BA7BD3-CAC7-4FE5-9DAA-15453612C218}"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B2A19DA-E473-45F9-9404-099DE418F313}"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218FA2-6326-4CBC-8AC3-0BCC2EEC57A7}"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A1A4864-A4F3-4551-BE23-101E72A3D2B3}"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D5283D9-7832-4575-8169-C687A8623948}"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6247867-2951-4D49-8098-C938D1E6A54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EC3687-F4FA-43EA-837A-F0C481260154}"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jpeg"/><Relationship Id="rId1" Type="http://schemas.openxmlformats.org/officeDocument/2006/relationships/image" Target="../media/image1.GIF"/></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7.e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oleObject" Target="../embeddings/oleObject3.bin"/></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7.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jpe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4.xml"/><Relationship Id="rId3" Type="http://schemas.openxmlformats.org/officeDocument/2006/relationships/image" Target="../media/image24.emf"/><Relationship Id="rId2" Type="http://schemas.openxmlformats.org/officeDocument/2006/relationships/image" Target="../media/image23.png"/><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25.emf"/><Relationship Id="rId2" Type="http://schemas.openxmlformats.org/officeDocument/2006/relationships/image" Target="../media/image23.png"/><Relationship Id="rId1" Type="http://schemas.openxmlformats.org/officeDocument/2006/relationships/image" Target="../media/image19.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4.xml"/><Relationship Id="rId2" Type="http://schemas.openxmlformats.org/officeDocument/2006/relationships/image" Target="../media/image23.png"/><Relationship Id="rId1" Type="http://schemas.openxmlformats.org/officeDocument/2006/relationships/image" Target="../media/image1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6.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jpeg"/><Relationship Id="rId1"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30.wmf"/><Relationship Id="rId1" Type="http://schemas.openxmlformats.org/officeDocument/2006/relationships/oleObject" Target="../embeddings/oleObject4.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4.png"/><Relationship Id="rId1"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363950" y="1767468"/>
            <a:ext cx="5144430" cy="1176454"/>
          </a:xfrm>
        </p:spPr>
        <p:txBody>
          <a:bodyPr/>
          <a:lstStyle/>
          <a:p>
            <a:r>
              <a:rPr lang="zh-CN" altLang="en-US" dirty="0"/>
              <a:t>计算机网络</a:t>
            </a:r>
            <a:endParaRPr lang="en-US" dirty="0"/>
          </a:p>
        </p:txBody>
      </p:sp>
      <p:sp>
        <p:nvSpPr>
          <p:cNvPr id="3" name="副标题 2"/>
          <p:cNvSpPr>
            <a:spLocks noGrp="1"/>
          </p:cNvSpPr>
          <p:nvPr>
            <p:ph type="subTitle" idx="1"/>
          </p:nvPr>
        </p:nvSpPr>
        <p:spPr>
          <a:xfrm>
            <a:off x="4745255" y="3565455"/>
            <a:ext cx="2945332" cy="1410805"/>
          </a:xfrm>
        </p:spPr>
        <p:txBody>
          <a:bodyPr>
            <a:normAutofit lnSpcReduction="10000"/>
          </a:bodyPr>
          <a:lstStyle/>
          <a:p>
            <a:pPr marL="457200" indent="-457200" algn="l">
              <a:lnSpc>
                <a:spcPct val="150000"/>
              </a:lnSpc>
              <a:buFont typeface="Wingdings" panose="05000000000000000000" pitchFamily="2" charset="2"/>
              <a:buChar char="u"/>
            </a:pPr>
            <a:r>
              <a:rPr lang="zh-CN" altLang="en-US" sz="2800" dirty="0">
                <a:solidFill>
                  <a:srgbClr val="FF0000"/>
                </a:solidFill>
                <a:effectLst>
                  <a:outerShdw blurRad="38100" dist="38100" dir="2700000" algn="tl">
                    <a:srgbClr val="000000">
                      <a:alpha val="43137"/>
                    </a:srgbClr>
                  </a:outerShdw>
                </a:effectLst>
              </a:rPr>
              <a:t>重点复习  </a:t>
            </a:r>
            <a:r>
              <a:rPr lang="en-US" altLang="zh-CN" sz="2800" dirty="0">
                <a:solidFill>
                  <a:srgbClr val="FF0000"/>
                </a:solidFill>
                <a:effectLst>
                  <a:outerShdw blurRad="38100" dist="38100" dir="2700000" algn="tl">
                    <a:srgbClr val="000000">
                      <a:alpha val="43137"/>
                    </a:srgbClr>
                  </a:outerShdw>
                </a:effectLst>
              </a:rPr>
              <a:t> </a:t>
            </a:r>
            <a:endParaRPr lang="en-US" altLang="zh-CN" sz="2800" dirty="0">
              <a:solidFill>
                <a:srgbClr val="FF0000"/>
              </a:solidFill>
              <a:effectLst>
                <a:outerShdw blurRad="38100" dist="38100" dir="2700000" algn="tl">
                  <a:srgbClr val="000000">
                    <a:alpha val="43137"/>
                  </a:srgbClr>
                </a:outerShdw>
              </a:effectLst>
            </a:endParaRPr>
          </a:p>
          <a:p>
            <a:pPr marL="457200" indent="-457200" algn="l">
              <a:lnSpc>
                <a:spcPct val="150000"/>
              </a:lnSpc>
              <a:buFont typeface="Wingdings" panose="05000000000000000000" pitchFamily="2" charset="2"/>
              <a:buChar char="u"/>
            </a:pPr>
            <a:r>
              <a:rPr lang="zh-CN" altLang="en-US" sz="2800" dirty="0">
                <a:solidFill>
                  <a:srgbClr val="FF0000"/>
                </a:solidFill>
                <a:effectLst>
                  <a:outerShdw blurRad="38100" dist="38100" dir="2700000" algn="tl">
                    <a:srgbClr val="000000">
                      <a:alpha val="43137"/>
                    </a:srgbClr>
                  </a:outerShdw>
                </a:effectLst>
              </a:rPr>
              <a:t>典型习题</a:t>
            </a:r>
            <a:endParaRPr lang="en-US" sz="2800" dirty="0">
              <a:solidFill>
                <a:srgbClr val="FF000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5" name="TextBox 4"/>
          <p:cNvSpPr txBox="1"/>
          <p:nvPr/>
        </p:nvSpPr>
        <p:spPr>
          <a:xfrm>
            <a:off x="9005236" y="5390147"/>
            <a:ext cx="1953928" cy="369332"/>
          </a:xfrm>
          <a:prstGeom prst="rect">
            <a:avLst/>
          </a:prstGeom>
          <a:noFill/>
        </p:spPr>
        <p:txBody>
          <a:bodyPr wrap="square" rtlCol="0">
            <a:spAutoFit/>
          </a:bodyPr>
          <a:lstStyle/>
          <a:p>
            <a:pPr algn="r"/>
            <a:r>
              <a:rPr lang="en-US" altLang="zh-CN" dirty="0">
                <a:solidFill>
                  <a:srgbClr val="FF0000"/>
                </a:solidFill>
              </a:rPr>
              <a:t>2025-12-15</a:t>
            </a:r>
            <a:endParaRPr lang="zh-CN" altLang="en-US"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37452"/>
            <a:ext cx="10515600" cy="753236"/>
          </a:xfrm>
        </p:spPr>
        <p:txBody>
          <a:bodyPr>
            <a:normAutofit/>
          </a:bodyPr>
          <a:lstStyle/>
          <a:p>
            <a:r>
              <a:rPr lang="zh-CN" altLang="en-US" sz="3600" dirty="0">
                <a:solidFill>
                  <a:srgbClr val="FF0000"/>
                </a:solidFill>
                <a:effectLst>
                  <a:outerShdw blurRad="38100" dist="38100" dir="2700000" algn="tl">
                    <a:srgbClr val="000000">
                      <a:alpha val="43137"/>
                    </a:srgbClr>
                  </a:outerShdw>
                </a:effectLst>
              </a:rPr>
              <a:t>一、</a:t>
            </a:r>
            <a:r>
              <a:rPr lang="en-US" sz="3600" dirty="0" err="1">
                <a:solidFill>
                  <a:srgbClr val="FF0000"/>
                </a:solidFill>
                <a:effectLst>
                  <a:outerShdw blurRad="38100" dist="38100" dir="2700000" algn="tl">
                    <a:srgbClr val="000000">
                      <a:alpha val="43137"/>
                    </a:srgbClr>
                  </a:outerShdw>
                </a:effectLst>
              </a:rPr>
              <a:t>计算机网络中</a:t>
            </a:r>
            <a:r>
              <a:rPr lang="en-US" altLang="zh-CN" sz="3600" dirty="0" err="1">
                <a:solidFill>
                  <a:srgbClr val="FF0000"/>
                </a:solidFill>
                <a:effectLst>
                  <a:outerShdw blurRad="38100" dist="38100" dir="2700000" algn="tl">
                    <a:srgbClr val="000000">
                      <a:alpha val="43137"/>
                    </a:srgbClr>
                  </a:outerShdw>
                </a:effectLst>
              </a:rPr>
              <a:t>【</a:t>
            </a:r>
            <a:r>
              <a:rPr lang="en-US" sz="3600" dirty="0" err="1">
                <a:solidFill>
                  <a:srgbClr val="FF0000"/>
                </a:solidFill>
                <a:effectLst>
                  <a:outerShdw blurRad="38100" dist="38100" dir="2700000" algn="tl">
                    <a:srgbClr val="000000">
                      <a:alpha val="43137"/>
                    </a:srgbClr>
                  </a:outerShdw>
                </a:effectLst>
              </a:rPr>
              <a:t>常见的</a:t>
            </a:r>
            <a:r>
              <a:rPr lang="en-US" altLang="zh-CN" sz="3600" dirty="0">
                <a:solidFill>
                  <a:srgbClr val="FF0000"/>
                </a:solidFill>
                <a:effectLst>
                  <a:outerShdw blurRad="38100" dist="38100" dir="2700000" algn="tl">
                    <a:srgbClr val="000000">
                      <a:alpha val="43137"/>
                    </a:srgbClr>
                  </a:outerShdw>
                </a:effectLst>
              </a:rPr>
              <a:t>】</a:t>
            </a:r>
            <a:endParaRPr lang="en-US" sz="3600"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914074" y="2061113"/>
            <a:ext cx="7638586" cy="3460053"/>
          </a:xfrm>
        </p:spPr>
        <p:txBody>
          <a:bodyPr>
            <a:normAutofit/>
          </a:bodyPr>
          <a:lstStyle/>
          <a:p>
            <a:pPr marL="0" indent="0">
              <a:lnSpc>
                <a:spcPct val="100000"/>
              </a:lnSpc>
              <a:buNone/>
            </a:pPr>
            <a:r>
              <a:rPr lang="en-US" altLang="zh-CN" dirty="0"/>
              <a:t>1. </a:t>
            </a:r>
            <a:r>
              <a:rPr lang="zh-CN" altLang="en-US" dirty="0"/>
              <a:t>分析方法</a:t>
            </a:r>
            <a:endParaRPr lang="zh-CN" altLang="en-US" dirty="0"/>
          </a:p>
          <a:p>
            <a:pPr marL="0" indent="0">
              <a:lnSpc>
                <a:spcPct val="100000"/>
              </a:lnSpc>
              <a:buNone/>
            </a:pPr>
            <a:r>
              <a:rPr lang="en-US" altLang="zh-CN" dirty="0"/>
              <a:t>2. </a:t>
            </a:r>
            <a:r>
              <a:rPr lang="zh-CN" altLang="en-US" dirty="0"/>
              <a:t>参考模型</a:t>
            </a:r>
            <a:endParaRPr lang="zh-CN" altLang="en-US" dirty="0"/>
          </a:p>
          <a:p>
            <a:pPr marL="0" indent="0">
              <a:lnSpc>
                <a:spcPct val="100000"/>
              </a:lnSpc>
              <a:buNone/>
            </a:pPr>
            <a:r>
              <a:rPr lang="en-US" altLang="zh-CN" dirty="0"/>
              <a:t>3. </a:t>
            </a:r>
            <a:r>
              <a:rPr lang="zh-CN" altLang="en-US" dirty="0"/>
              <a:t>网络设备</a:t>
            </a:r>
            <a:endParaRPr lang="en-US" altLang="zh-CN" dirty="0"/>
          </a:p>
          <a:p>
            <a:pPr marL="0" indent="0">
              <a:lnSpc>
                <a:spcPct val="100000"/>
              </a:lnSpc>
              <a:buNone/>
            </a:pPr>
            <a:r>
              <a:rPr lang="en-US" altLang="zh-CN" dirty="0"/>
              <a:t>4. </a:t>
            </a:r>
            <a:r>
              <a:rPr lang="zh-CN" altLang="en-US" dirty="0"/>
              <a:t>地址</a:t>
            </a:r>
            <a:endParaRPr lang="zh-CN" altLang="en-US" dirty="0"/>
          </a:p>
          <a:p>
            <a:pPr marL="0" indent="0">
              <a:lnSpc>
                <a:spcPct val="100000"/>
              </a:lnSpc>
              <a:buNone/>
            </a:pPr>
            <a:r>
              <a:rPr lang="en-US" altLang="zh-CN" dirty="0"/>
              <a:t>5. </a:t>
            </a:r>
            <a:r>
              <a:rPr lang="zh-CN" altLang="en-US" dirty="0"/>
              <a:t>协议</a:t>
            </a:r>
            <a:endParaRPr lang="zh-CN" altLang="en-US" dirty="0"/>
          </a:p>
          <a:p>
            <a:pPr marL="0" indent="0">
              <a:lnSpc>
                <a:spcPct val="100000"/>
              </a:lnSpc>
              <a:buNone/>
            </a:pPr>
            <a:r>
              <a:rPr lang="en-US" altLang="zh-CN" dirty="0"/>
              <a:t>6. </a:t>
            </a:r>
            <a:r>
              <a:rPr lang="zh-CN" altLang="en-US" dirty="0"/>
              <a:t>算法</a:t>
            </a:r>
            <a:endParaRPr lang="zh-CN" altLang="en-US" dirty="0"/>
          </a:p>
          <a:p>
            <a:pPr>
              <a:lnSpc>
                <a:spcPct val="100000"/>
              </a:lnSpc>
            </a:pPr>
            <a:endParaRPr lang="zh-CN" altLang="en-US" dirty="0"/>
          </a:p>
          <a:p>
            <a:pPr>
              <a:lnSpc>
                <a:spcPct val="100000"/>
              </a:lnSpc>
            </a:pPr>
            <a:endParaRPr lang="en-US" dirty="0"/>
          </a:p>
        </p:txBody>
      </p:sp>
      <p:sp>
        <p:nvSpPr>
          <p:cNvPr id="4" name="灯片编号占位符 3"/>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Related imag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49131" y="0"/>
            <a:ext cx="2843213"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524743" y="534725"/>
            <a:ext cx="8994104" cy="1325563"/>
          </a:xfrm>
        </p:spPr>
        <p:txBody>
          <a:bodyPr>
            <a:normAutofit fontScale="90000"/>
          </a:bodyPr>
          <a:lstStyle/>
          <a:p>
            <a:pPr>
              <a:lnSpc>
                <a:spcPct val="150000"/>
              </a:lnSpc>
              <a:spcBef>
                <a:spcPts val="1200"/>
              </a:spcBef>
              <a:spcAft>
                <a:spcPts val="1200"/>
              </a:spcAft>
            </a:pPr>
            <a:r>
              <a:rPr lang="en-US" sz="4000" dirty="0">
                <a:solidFill>
                  <a:srgbClr val="FF0000"/>
                </a:solidFill>
                <a:effectLst>
                  <a:outerShdw blurRad="38100" dist="38100" dir="2700000" algn="tl">
                    <a:srgbClr val="000000">
                      <a:alpha val="43137"/>
                    </a:srgbClr>
                  </a:outerShdw>
                </a:effectLst>
              </a:rPr>
              <a:t>1. </a:t>
            </a:r>
            <a:r>
              <a:rPr lang="en-US" sz="4000" dirty="0" err="1">
                <a:solidFill>
                  <a:srgbClr val="FF0000"/>
                </a:solidFill>
                <a:effectLst>
                  <a:outerShdw blurRad="38100" dist="38100" dir="2700000" algn="tl">
                    <a:srgbClr val="000000">
                      <a:alpha val="43137"/>
                    </a:srgbClr>
                  </a:outerShdw>
                </a:effectLst>
              </a:rPr>
              <a:t>分析方法</a:t>
            </a:r>
            <a:br>
              <a:rPr lang="en-US" sz="4000" dirty="0"/>
            </a:br>
            <a:r>
              <a:rPr lang="en-US" altLang="zh-CN" sz="2700" dirty="0"/>
              <a:t>Point-to-point</a:t>
            </a:r>
            <a:r>
              <a:rPr lang="zh-CN" altLang="en-US" sz="2700" dirty="0"/>
              <a:t>，</a:t>
            </a:r>
            <a:r>
              <a:rPr lang="en-US" sz="2700" dirty="0"/>
              <a:t>End</a:t>
            </a:r>
            <a:r>
              <a:rPr lang="en-US" altLang="zh-CN" sz="2700" dirty="0"/>
              <a:t>-to-end, hop-by-hop, layer-by-layer, Peer-to-peer</a:t>
            </a:r>
            <a:endParaRPr lang="en-US" sz="2700" dirty="0"/>
          </a:p>
        </p:txBody>
      </p:sp>
      <p:pic>
        <p:nvPicPr>
          <p:cNvPr id="3"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874" y="2219675"/>
            <a:ext cx="8634585" cy="3889131"/>
          </a:xfrm>
          <a:prstGeom prst="rect">
            <a:avLst/>
          </a:prstGeom>
        </p:spPr>
      </p:pic>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949616" y="601272"/>
            <a:ext cx="3495675" cy="2000250"/>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9197" y="3210204"/>
            <a:ext cx="6446207" cy="2903457"/>
          </a:xfrm>
          <a:prstGeom prst="rect">
            <a:avLst/>
          </a:prstGeom>
        </p:spPr>
      </p:pic>
      <p:pic>
        <p:nvPicPr>
          <p:cNvPr id="6" name="图片 5"/>
          <p:cNvPicPr>
            <a:picLocks noChangeAspect="1"/>
          </p:cNvPicPr>
          <p:nvPr/>
        </p:nvPicPr>
        <p:blipFill>
          <a:blip r:embed="rId3"/>
          <a:stretch>
            <a:fillRect/>
          </a:stretch>
        </p:blipFill>
        <p:spPr>
          <a:xfrm>
            <a:off x="580022" y="365125"/>
            <a:ext cx="4781550" cy="6143625"/>
          </a:xfrm>
          <a:prstGeom prst="rect">
            <a:avLst/>
          </a:prstGeom>
        </p:spPr>
      </p:pic>
      <p:sp>
        <p:nvSpPr>
          <p:cNvPr id="7" name="文本框 6"/>
          <p:cNvSpPr txBox="1"/>
          <p:nvPr/>
        </p:nvSpPr>
        <p:spPr>
          <a:xfrm>
            <a:off x="11445291" y="1904959"/>
            <a:ext cx="619083" cy="369332"/>
          </a:xfrm>
          <a:prstGeom prst="rect">
            <a:avLst/>
          </a:prstGeom>
          <a:noFill/>
        </p:spPr>
        <p:txBody>
          <a:bodyPr wrap="square" rtlCol="0">
            <a:spAutoFit/>
          </a:bodyPr>
          <a:lstStyle/>
          <a:p>
            <a:r>
              <a:rPr lang="en-US" dirty="0"/>
              <a:t>ARP</a:t>
            </a:r>
            <a:endParaRPr lang="en-US" dirty="0"/>
          </a:p>
        </p:txBody>
      </p:sp>
      <p:sp>
        <p:nvSpPr>
          <p:cNvPr id="8" name="文本框 7"/>
          <p:cNvSpPr txBox="1"/>
          <p:nvPr/>
        </p:nvSpPr>
        <p:spPr>
          <a:xfrm>
            <a:off x="8569764" y="2721197"/>
            <a:ext cx="2182264" cy="369332"/>
          </a:xfrm>
          <a:prstGeom prst="rect">
            <a:avLst/>
          </a:prstGeom>
          <a:noFill/>
        </p:spPr>
        <p:txBody>
          <a:bodyPr wrap="none" rtlCol="0">
            <a:spAutoFit/>
          </a:bodyPr>
          <a:lstStyle/>
          <a:p>
            <a:r>
              <a:rPr lang="en-US" dirty="0"/>
              <a:t>Work for V</a:t>
            </a:r>
            <a:r>
              <a:rPr lang="en-US" altLang="zh-CN" dirty="0"/>
              <a:t>s</a:t>
            </a:r>
            <a:r>
              <a:rPr lang="en-US" dirty="0"/>
              <a:t>. Work at</a:t>
            </a:r>
            <a:endParaRPr lang="en-US" dirty="0"/>
          </a:p>
        </p:txBody>
      </p:sp>
      <p:sp>
        <p:nvSpPr>
          <p:cNvPr id="9" name="矩形 8"/>
          <p:cNvSpPr/>
          <p:nvPr/>
        </p:nvSpPr>
        <p:spPr>
          <a:xfrm>
            <a:off x="5696678" y="6121440"/>
            <a:ext cx="4000775" cy="369332"/>
          </a:xfrm>
          <a:prstGeom prst="rect">
            <a:avLst/>
          </a:prstGeom>
        </p:spPr>
        <p:txBody>
          <a:bodyPr wrap="none">
            <a:spAutoFit/>
          </a:bodyPr>
          <a:lstStyle/>
          <a:p>
            <a:r>
              <a:rPr lang="en-US" dirty="0"/>
              <a:t>End-to-End / Layer-to-Layer/Hop-by-Hop</a:t>
            </a:r>
            <a:endParaRPr lang="en-US" dirty="0"/>
          </a:p>
        </p:txBody>
      </p:sp>
      <p:sp>
        <p:nvSpPr>
          <p:cNvPr id="10" name="椭圆 9"/>
          <p:cNvSpPr/>
          <p:nvPr/>
        </p:nvSpPr>
        <p:spPr>
          <a:xfrm>
            <a:off x="320106" y="5806985"/>
            <a:ext cx="1819274" cy="685890"/>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sz="1400" dirty="0">
                <a:solidFill>
                  <a:srgbClr val="FF0000"/>
                </a:solidFill>
              </a:rPr>
              <a:t>LAN @ Layer2, MAC, STP,</a:t>
            </a:r>
            <a:endParaRPr lang="en-US" sz="1400" dirty="0">
              <a:solidFill>
                <a:srgbClr val="FF0000"/>
              </a:solidFill>
            </a:endParaRPr>
          </a:p>
          <a:p>
            <a:pPr algn="ctr"/>
            <a:r>
              <a:rPr lang="en-US" sz="1400" dirty="0">
                <a:solidFill>
                  <a:srgbClr val="FF0000"/>
                </a:solidFill>
              </a:rPr>
              <a:t>DHCP, ARP,..</a:t>
            </a:r>
            <a:endParaRPr lang="en-US" sz="1400" dirty="0">
              <a:solidFill>
                <a:srgbClr val="FF0000"/>
              </a:solidFill>
            </a:endParaRPr>
          </a:p>
        </p:txBody>
      </p:sp>
      <p:sp>
        <p:nvSpPr>
          <p:cNvPr id="11" name="文本框 10"/>
          <p:cNvSpPr txBox="1"/>
          <p:nvPr/>
        </p:nvSpPr>
        <p:spPr>
          <a:xfrm>
            <a:off x="3136733" y="3260127"/>
            <a:ext cx="1602536" cy="369332"/>
          </a:xfrm>
          <a:prstGeom prst="rect">
            <a:avLst/>
          </a:prstGeom>
          <a:noFill/>
        </p:spPr>
        <p:txBody>
          <a:bodyPr wrap="square" rtlCol="0">
            <a:spAutoFit/>
          </a:bodyPr>
          <a:lstStyle/>
          <a:p>
            <a:r>
              <a:rPr lang="en-US" dirty="0">
                <a:solidFill>
                  <a:srgbClr val="FF0000"/>
                </a:solidFill>
              </a:rPr>
              <a:t>RIP</a:t>
            </a:r>
            <a:r>
              <a:rPr lang="en-US" altLang="zh-CN" dirty="0">
                <a:solidFill>
                  <a:srgbClr val="FF0000"/>
                </a:solidFill>
              </a:rPr>
              <a:t>/</a:t>
            </a:r>
            <a:r>
              <a:rPr lang="en-US" dirty="0">
                <a:solidFill>
                  <a:srgbClr val="FF0000"/>
                </a:solidFill>
              </a:rPr>
              <a:t>OSPF</a:t>
            </a:r>
            <a:r>
              <a:rPr lang="en-US" altLang="zh-CN" dirty="0">
                <a:solidFill>
                  <a:srgbClr val="FF0000"/>
                </a:solidFill>
              </a:rPr>
              <a:t>/IS-IS</a:t>
            </a:r>
            <a:endParaRPr lang="en-US" dirty="0">
              <a:solidFill>
                <a:srgbClr val="FF0000"/>
              </a:solidFill>
            </a:endParaRPr>
          </a:p>
        </p:txBody>
      </p:sp>
      <p:sp>
        <p:nvSpPr>
          <p:cNvPr id="12" name="文本框 11"/>
          <p:cNvSpPr txBox="1"/>
          <p:nvPr/>
        </p:nvSpPr>
        <p:spPr>
          <a:xfrm>
            <a:off x="4020599" y="2432184"/>
            <a:ext cx="1837276" cy="369332"/>
          </a:xfrm>
          <a:prstGeom prst="rect">
            <a:avLst/>
          </a:prstGeom>
          <a:noFill/>
        </p:spPr>
        <p:txBody>
          <a:bodyPr wrap="square" rtlCol="0">
            <a:spAutoFit/>
          </a:bodyPr>
          <a:lstStyle/>
          <a:p>
            <a:r>
              <a:rPr lang="en-US" dirty="0">
                <a:solidFill>
                  <a:srgbClr val="FF0000"/>
                </a:solidFill>
              </a:rPr>
              <a:t>BGP: </a:t>
            </a:r>
            <a:r>
              <a:rPr lang="en-US" dirty="0" err="1">
                <a:solidFill>
                  <a:srgbClr val="FF0000"/>
                </a:solidFill>
              </a:rPr>
              <a:t>iBGP</a:t>
            </a:r>
            <a:r>
              <a:rPr lang="en-US" dirty="0">
                <a:solidFill>
                  <a:srgbClr val="FF0000"/>
                </a:solidFill>
              </a:rPr>
              <a:t>/</a:t>
            </a:r>
            <a:r>
              <a:rPr lang="en-US" dirty="0" err="1">
                <a:solidFill>
                  <a:srgbClr val="FF0000"/>
                </a:solidFill>
              </a:rPr>
              <a:t>eBGP</a:t>
            </a:r>
            <a:endParaRPr lang="en-US" dirty="0">
              <a:solidFill>
                <a:srgbClr val="FF0000"/>
              </a:solidFill>
            </a:endParaRPr>
          </a:p>
        </p:txBody>
      </p:sp>
      <p:sp>
        <p:nvSpPr>
          <p:cNvPr id="13" name="文本框 12"/>
          <p:cNvSpPr txBox="1"/>
          <p:nvPr/>
        </p:nvSpPr>
        <p:spPr>
          <a:xfrm>
            <a:off x="1834580" y="3976031"/>
            <a:ext cx="609599" cy="369332"/>
          </a:xfrm>
          <a:prstGeom prst="rect">
            <a:avLst/>
          </a:prstGeom>
          <a:noFill/>
        </p:spPr>
        <p:txBody>
          <a:bodyPr wrap="square" rtlCol="0">
            <a:spAutoFit/>
          </a:bodyPr>
          <a:lstStyle/>
          <a:p>
            <a:r>
              <a:rPr lang="en-US" dirty="0">
                <a:solidFill>
                  <a:srgbClr val="FF0000"/>
                </a:solidFill>
              </a:rPr>
              <a:t>NAT</a:t>
            </a:r>
            <a:endParaRPr lang="en-US" dirty="0">
              <a:solidFill>
                <a:srgbClr val="FF0000"/>
              </a:solidFill>
            </a:endParaRPr>
          </a:p>
        </p:txBody>
      </p:sp>
      <p:sp>
        <p:nvSpPr>
          <p:cNvPr id="14" name="文本框 13"/>
          <p:cNvSpPr txBox="1"/>
          <p:nvPr/>
        </p:nvSpPr>
        <p:spPr>
          <a:xfrm>
            <a:off x="2025390" y="2613208"/>
            <a:ext cx="1122503" cy="369332"/>
          </a:xfrm>
          <a:prstGeom prst="rect">
            <a:avLst/>
          </a:prstGeom>
          <a:noFill/>
        </p:spPr>
        <p:txBody>
          <a:bodyPr wrap="square" rtlCol="0">
            <a:spAutoFit/>
          </a:bodyPr>
          <a:lstStyle/>
          <a:p>
            <a:r>
              <a:rPr lang="en-US" dirty="0">
                <a:solidFill>
                  <a:srgbClr val="FF0000"/>
                </a:solidFill>
              </a:rPr>
              <a:t>NAT</a:t>
            </a:r>
            <a:r>
              <a:rPr lang="en-US" altLang="zh-CN" dirty="0">
                <a:solidFill>
                  <a:srgbClr val="FF0000"/>
                </a:solidFill>
              </a:rPr>
              <a:t>&amp;ACL</a:t>
            </a:r>
            <a:endParaRPr lang="en-US" dirty="0">
              <a:solidFill>
                <a:srgbClr val="FF0000"/>
              </a:solidFill>
            </a:endParaRPr>
          </a:p>
        </p:txBody>
      </p:sp>
      <p:sp>
        <p:nvSpPr>
          <p:cNvPr id="15" name="对话气泡: 矩形 14"/>
          <p:cNvSpPr/>
          <p:nvPr/>
        </p:nvSpPr>
        <p:spPr>
          <a:xfrm>
            <a:off x="5407255" y="523658"/>
            <a:ext cx="2398721" cy="1488353"/>
          </a:xfrm>
          <a:prstGeom prst="wedgeRectCallout">
            <a:avLst>
              <a:gd name="adj1" fmla="val -48630"/>
              <a:gd name="adj2" fmla="val 78899"/>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marL="177800" indent="-177800">
              <a:buFont typeface="Arial" panose="020B0604020202020204" pitchFamily="34" charset="0"/>
              <a:buChar char="•"/>
            </a:pPr>
            <a:r>
              <a:rPr lang="en-US" altLang="zh-CN" sz="1600" dirty="0">
                <a:solidFill>
                  <a:srgbClr val="FF0000"/>
                </a:solidFill>
              </a:rPr>
              <a:t>Routing Table</a:t>
            </a:r>
            <a:endParaRPr lang="en-US" altLang="zh-CN" sz="1600" dirty="0">
              <a:solidFill>
                <a:srgbClr val="FF0000"/>
              </a:solidFill>
            </a:endParaRPr>
          </a:p>
          <a:p>
            <a:pPr marL="177800" indent="-177800">
              <a:buFont typeface="Arial" panose="020B0604020202020204" pitchFamily="34" charset="0"/>
              <a:buChar char="•"/>
            </a:pPr>
            <a:r>
              <a:rPr lang="en-US" altLang="zh-CN" sz="1600" dirty="0">
                <a:solidFill>
                  <a:srgbClr val="FF0000"/>
                </a:solidFill>
              </a:rPr>
              <a:t>TTL</a:t>
            </a:r>
            <a:endParaRPr lang="en-US" altLang="zh-CN" sz="1600" dirty="0">
              <a:solidFill>
                <a:srgbClr val="FF0000"/>
              </a:solidFill>
            </a:endParaRPr>
          </a:p>
          <a:p>
            <a:pPr marL="177800" indent="-177800">
              <a:buFont typeface="Arial" panose="020B0604020202020204" pitchFamily="34" charset="0"/>
              <a:buChar char="•"/>
            </a:pPr>
            <a:r>
              <a:rPr lang="en-US" altLang="zh-CN" sz="1600" dirty="0">
                <a:solidFill>
                  <a:srgbClr val="FF0000"/>
                </a:solidFill>
              </a:rPr>
              <a:t>Classful/</a:t>
            </a:r>
            <a:r>
              <a:rPr lang="en-US" sz="1600" dirty="0">
                <a:solidFill>
                  <a:srgbClr val="FF0000"/>
                </a:solidFill>
              </a:rPr>
              <a:t>CIDR</a:t>
            </a:r>
            <a:endParaRPr lang="en-US" sz="1600" dirty="0">
              <a:solidFill>
                <a:srgbClr val="FF0000"/>
              </a:solidFill>
            </a:endParaRPr>
          </a:p>
          <a:p>
            <a:pPr marL="177800" indent="-177800">
              <a:buFont typeface="Arial" panose="020B0604020202020204" pitchFamily="34" charset="0"/>
              <a:buChar char="•"/>
            </a:pPr>
            <a:r>
              <a:rPr lang="en-US" sz="1600" dirty="0">
                <a:solidFill>
                  <a:srgbClr val="FF0000"/>
                </a:solidFill>
              </a:rPr>
              <a:t>Longest Prefix Matching</a:t>
            </a:r>
            <a:endParaRPr lang="en-US" sz="1600" dirty="0">
              <a:solidFill>
                <a:srgbClr val="FF0000"/>
              </a:solidFill>
            </a:endParaRPr>
          </a:p>
          <a:p>
            <a:pPr marL="177800" indent="-177800">
              <a:buFont typeface="Arial" panose="020B0604020202020204" pitchFamily="34" charset="0"/>
              <a:buChar char="•"/>
            </a:pPr>
            <a:r>
              <a:rPr lang="en-US" altLang="zh-CN" sz="1600" dirty="0">
                <a:solidFill>
                  <a:srgbClr val="FF0000"/>
                </a:solidFill>
              </a:rPr>
              <a:t>…</a:t>
            </a:r>
            <a:endParaRPr lang="en-US" altLang="zh-CN" sz="1600" dirty="0">
              <a:solidFill>
                <a:srgbClr val="FF0000"/>
              </a:solidFill>
            </a:endParaRPr>
          </a:p>
        </p:txBody>
      </p:sp>
      <p:sp>
        <p:nvSpPr>
          <p:cNvPr id="16" name="椭圆 15"/>
          <p:cNvSpPr/>
          <p:nvPr/>
        </p:nvSpPr>
        <p:spPr>
          <a:xfrm>
            <a:off x="10404650" y="4560717"/>
            <a:ext cx="799095" cy="369332"/>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1400" b="1" dirty="0">
              <a:solidFill>
                <a:srgbClr val="FF0000"/>
              </a:solidFill>
            </a:endParaRPr>
          </a:p>
        </p:txBody>
      </p:sp>
      <p:sp>
        <p:nvSpPr>
          <p:cNvPr id="17" name="椭圆 16"/>
          <p:cNvSpPr/>
          <p:nvPr/>
        </p:nvSpPr>
        <p:spPr>
          <a:xfrm>
            <a:off x="7770669" y="4560717"/>
            <a:ext cx="799095" cy="369332"/>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1400" b="1" dirty="0">
              <a:solidFill>
                <a:srgbClr val="FF0000"/>
              </a:solidFill>
            </a:endParaRPr>
          </a:p>
        </p:txBody>
      </p:sp>
      <p:sp>
        <p:nvSpPr>
          <p:cNvPr id="18" name="文本框 17"/>
          <p:cNvSpPr txBox="1"/>
          <p:nvPr/>
        </p:nvSpPr>
        <p:spPr>
          <a:xfrm>
            <a:off x="8669263" y="6363407"/>
            <a:ext cx="3048079" cy="369332"/>
          </a:xfrm>
          <a:prstGeom prst="rect">
            <a:avLst/>
          </a:prstGeom>
          <a:noFill/>
        </p:spPr>
        <p:txBody>
          <a:bodyPr wrap="none" rtlCol="0">
            <a:spAutoFit/>
          </a:bodyPr>
          <a:lstStyle/>
          <a:p>
            <a:r>
              <a:rPr lang="en-US" dirty="0"/>
              <a:t>Switching@L2 </a:t>
            </a:r>
            <a:r>
              <a:rPr lang="en-US" dirty="0" err="1"/>
              <a:t>v.s</a:t>
            </a:r>
            <a:r>
              <a:rPr lang="en-US" dirty="0"/>
              <a:t>. Routing@L3</a:t>
            </a:r>
            <a:endParaRPr lang="en-US" dirty="0"/>
          </a:p>
        </p:txBody>
      </p:sp>
      <p:sp>
        <p:nvSpPr>
          <p:cNvPr id="19" name="文本框 18"/>
          <p:cNvSpPr txBox="1"/>
          <p:nvPr/>
        </p:nvSpPr>
        <p:spPr>
          <a:xfrm>
            <a:off x="4536479" y="3573910"/>
            <a:ext cx="805515" cy="369332"/>
          </a:xfrm>
          <a:prstGeom prst="rect">
            <a:avLst/>
          </a:prstGeom>
          <a:noFill/>
        </p:spPr>
        <p:txBody>
          <a:bodyPr wrap="square" rtlCol="0">
            <a:spAutoFit/>
          </a:bodyPr>
          <a:lstStyle/>
          <a:p>
            <a:r>
              <a:rPr lang="en-US" dirty="0" err="1">
                <a:solidFill>
                  <a:srgbClr val="FF0000"/>
                </a:solidFill>
              </a:rPr>
              <a:t>ASxxx</a:t>
            </a:r>
            <a:endParaRPr lang="en-US" dirty="0">
              <a:solidFill>
                <a:srgbClr val="FF0000"/>
              </a:solidFill>
            </a:endParaRPr>
          </a:p>
        </p:txBody>
      </p:sp>
      <p:sp>
        <p:nvSpPr>
          <p:cNvPr id="20" name="文本框 19"/>
          <p:cNvSpPr txBox="1"/>
          <p:nvPr/>
        </p:nvSpPr>
        <p:spPr>
          <a:xfrm>
            <a:off x="4654013" y="1720293"/>
            <a:ext cx="805515" cy="369332"/>
          </a:xfrm>
          <a:prstGeom prst="rect">
            <a:avLst/>
          </a:prstGeom>
          <a:noFill/>
        </p:spPr>
        <p:txBody>
          <a:bodyPr wrap="square" rtlCol="0">
            <a:spAutoFit/>
          </a:bodyPr>
          <a:lstStyle/>
          <a:p>
            <a:r>
              <a:rPr lang="en-US" dirty="0" err="1"/>
              <a:t>ASyyy</a:t>
            </a:r>
            <a:endParaRPr lang="en-US" dirty="0"/>
          </a:p>
        </p:txBody>
      </p:sp>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21" name="文本框 13"/>
          <p:cNvSpPr txBox="1"/>
          <p:nvPr/>
        </p:nvSpPr>
        <p:spPr>
          <a:xfrm>
            <a:off x="2634989" y="1736547"/>
            <a:ext cx="1122503" cy="369332"/>
          </a:xfrm>
          <a:prstGeom prst="rect">
            <a:avLst/>
          </a:prstGeom>
          <a:noFill/>
        </p:spPr>
        <p:txBody>
          <a:bodyPr wrap="square" rtlCol="0">
            <a:spAutoFit/>
          </a:bodyPr>
          <a:lstStyle/>
          <a:p>
            <a:r>
              <a:rPr lang="en-US" dirty="0">
                <a:solidFill>
                  <a:srgbClr val="FF0000"/>
                </a:solidFill>
              </a:rPr>
              <a:t>NAT</a:t>
            </a:r>
            <a:r>
              <a:rPr lang="en-US" altLang="zh-CN" dirty="0">
                <a:solidFill>
                  <a:srgbClr val="FF0000"/>
                </a:solidFill>
              </a:rPr>
              <a:t>&amp;ACL</a:t>
            </a:r>
            <a:endParaRPr lang="en-US"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092817" y="982133"/>
            <a:ext cx="10201510" cy="4526998"/>
          </a:xfrm>
          <a:prstGeom prst="rect">
            <a:avLst/>
          </a:prstGeom>
        </p:spPr>
      </p:pic>
      <p:pic>
        <p:nvPicPr>
          <p:cNvPr id="3" name="Picture 2"/>
          <p:cNvPicPr>
            <a:picLocks noChangeAspect="1"/>
          </p:cNvPicPr>
          <p:nvPr/>
        </p:nvPicPr>
        <p:blipFill>
          <a:blip r:embed="rId2"/>
          <a:stretch>
            <a:fillRect/>
          </a:stretch>
        </p:blipFill>
        <p:spPr>
          <a:xfrm>
            <a:off x="685800" y="1348869"/>
            <a:ext cx="2311400" cy="395264"/>
          </a:xfrm>
          <a:prstGeom prst="rect">
            <a:avLst/>
          </a:prstGeom>
        </p:spPr>
      </p:pic>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25551" y="1216346"/>
            <a:ext cx="10682869" cy="2423997"/>
          </a:xfrm>
          <a:prstGeom prst="rect">
            <a:avLst/>
          </a:prstGeom>
          <a:noFill/>
        </p:spPr>
        <p:txBody>
          <a:bodyPr wrap="square">
            <a:spAutoFit/>
          </a:bodyPr>
          <a:lstStyle/>
          <a:p>
            <a:pPr lvl="0" algn="just">
              <a:lnSpc>
                <a:spcPct val="120000"/>
              </a:lnSpc>
              <a:spcBef>
                <a:spcPts val="600"/>
              </a:spcBef>
              <a:tabLst>
                <a:tab pos="533400" algn="l"/>
              </a:tabLst>
            </a:pPr>
            <a:r>
              <a:rPr lang="zh-CN" altLang="en-US" sz="2400" kern="100" dirty="0">
                <a:latin typeface="+mj-ea"/>
                <a:ea typeface="+mj-ea"/>
              </a:rPr>
              <a:t>    当你在</a:t>
            </a:r>
            <a:r>
              <a:rPr lang="zh-CN" sz="2400" kern="100" dirty="0">
                <a:effectLst/>
                <a:latin typeface="+mj-ea"/>
                <a:ea typeface="+mj-ea"/>
              </a:rPr>
              <a:t>其浏览器中</a:t>
            </a:r>
            <a:r>
              <a:rPr lang="zh-CN" altLang="en-US" sz="2400" kern="100" dirty="0">
                <a:latin typeface="+mj-ea"/>
                <a:ea typeface="+mj-ea"/>
              </a:rPr>
              <a:t>输入</a:t>
            </a:r>
            <a:r>
              <a:rPr lang="en-US" sz="2400" kern="100" dirty="0">
                <a:effectLst/>
                <a:latin typeface="+mj-ea"/>
                <a:ea typeface="+mj-ea"/>
              </a:rPr>
              <a:t>http://</a:t>
            </a:r>
            <a:r>
              <a:rPr lang="en-US" sz="2400" kern="100" dirty="0" err="1">
                <a:effectLst/>
                <a:latin typeface="+mj-ea"/>
                <a:ea typeface="+mj-ea"/>
              </a:rPr>
              <a:t>www.baidu.com</a:t>
            </a:r>
            <a:r>
              <a:rPr lang="en-US" sz="2400" kern="100" dirty="0">
                <a:effectLst/>
                <a:latin typeface="+mj-ea"/>
                <a:ea typeface="+mj-ea"/>
              </a:rPr>
              <a:t> </a:t>
            </a:r>
            <a:r>
              <a:rPr lang="zh-CN" sz="2400" kern="100" dirty="0">
                <a:effectLst/>
                <a:latin typeface="+mj-ea"/>
                <a:ea typeface="+mj-ea"/>
              </a:rPr>
              <a:t>并按回车，直到百度的网站首页显示在其浏览器中，请问：</a:t>
            </a:r>
            <a:endParaRPr lang="en-US" sz="2400" kern="100" dirty="0">
              <a:effectLst/>
              <a:latin typeface="+mj-ea"/>
              <a:ea typeface="+mj-ea"/>
            </a:endParaRPr>
          </a:p>
          <a:p>
            <a:pPr marL="266700" indent="266700" algn="l">
              <a:lnSpc>
                <a:spcPct val="120000"/>
              </a:lnSpc>
              <a:spcBef>
                <a:spcPts val="600"/>
              </a:spcBef>
            </a:pPr>
            <a:r>
              <a:rPr lang="en-US" sz="2400" kern="100" dirty="0">
                <a:effectLst/>
                <a:latin typeface="+mj-ea"/>
                <a:ea typeface="+mj-ea"/>
              </a:rPr>
              <a:t>(1) </a:t>
            </a:r>
            <a:r>
              <a:rPr lang="zh-CN" sz="2400" kern="100" dirty="0">
                <a:effectLst/>
                <a:latin typeface="+mj-ea"/>
                <a:ea typeface="+mj-ea"/>
              </a:rPr>
              <a:t>在此过程中，按照</a:t>
            </a:r>
            <a:r>
              <a:rPr lang="en-US" sz="2400" kern="100" dirty="0">
                <a:effectLst/>
                <a:latin typeface="+mj-ea"/>
                <a:ea typeface="+mj-ea"/>
              </a:rPr>
              <a:t>TCP/IP </a:t>
            </a:r>
            <a:r>
              <a:rPr lang="zh-CN" sz="2400" kern="100" dirty="0">
                <a:effectLst/>
                <a:latin typeface="+mj-ea"/>
                <a:ea typeface="+mj-ea"/>
              </a:rPr>
              <a:t>参考模型，从应用层（包括应用层）到网络接口层（包括网络接口层）都用到了哪些协议，每个协议所起的作用是什么？</a:t>
            </a:r>
            <a:endParaRPr lang="en-US" sz="2400" kern="100" dirty="0">
              <a:effectLst/>
              <a:latin typeface="+mj-ea"/>
              <a:ea typeface="+mj-ea"/>
            </a:endParaRPr>
          </a:p>
          <a:p>
            <a:pPr indent="533400" algn="l">
              <a:lnSpc>
                <a:spcPct val="120000"/>
              </a:lnSpc>
              <a:spcBef>
                <a:spcPts val="600"/>
              </a:spcBef>
            </a:pPr>
            <a:r>
              <a:rPr lang="en-US" sz="2400" kern="100" dirty="0">
                <a:effectLst/>
                <a:latin typeface="+mj-ea"/>
                <a:ea typeface="+mj-ea"/>
              </a:rPr>
              <a:t>(2) </a:t>
            </a:r>
            <a:r>
              <a:rPr lang="zh-CN" sz="2400" kern="100" dirty="0">
                <a:effectLst/>
                <a:latin typeface="+mj-ea"/>
                <a:ea typeface="+mj-ea"/>
              </a:rPr>
              <a:t>简要描述该过程的流程。</a:t>
            </a:r>
            <a:endParaRPr lang="en-US" sz="2400" kern="100" dirty="0">
              <a:effectLst/>
              <a:latin typeface="+mj-ea"/>
              <a:ea typeface="+mj-ea"/>
            </a:endParaRPr>
          </a:p>
        </p:txBody>
      </p:sp>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7940"/>
            <a:ext cx="10515600" cy="560426"/>
          </a:xfrm>
        </p:spPr>
        <p:txBody>
          <a:bodyPr>
            <a:normAutofit/>
          </a:bodyPr>
          <a:lstStyle/>
          <a:p>
            <a:r>
              <a:rPr lang="en-US" sz="3200" dirty="0">
                <a:solidFill>
                  <a:srgbClr val="FF0000"/>
                </a:solidFill>
                <a:effectLst>
                  <a:outerShdw blurRad="38100" dist="38100" dir="2700000" algn="tl">
                    <a:srgbClr val="000000">
                      <a:alpha val="43137"/>
                    </a:srgbClr>
                  </a:outerShdw>
                </a:effectLst>
              </a:rPr>
              <a:t>2. </a:t>
            </a:r>
            <a:r>
              <a:rPr lang="en-US" sz="3200" dirty="0" err="1">
                <a:solidFill>
                  <a:srgbClr val="FF0000"/>
                </a:solidFill>
                <a:effectLst>
                  <a:outerShdw blurRad="38100" dist="38100" dir="2700000" algn="tl">
                    <a:srgbClr val="000000">
                      <a:alpha val="43137"/>
                    </a:srgbClr>
                  </a:outerShdw>
                </a:effectLst>
              </a:rPr>
              <a:t>计算机网络中的参考模型</a:t>
            </a:r>
            <a:r>
              <a:rPr lang="en-US" altLang="zh-CN" sz="3200" dirty="0">
                <a:solidFill>
                  <a:srgbClr val="FF0000"/>
                </a:solidFill>
                <a:effectLst>
                  <a:outerShdw blurRad="38100" dist="38100" dir="2700000" algn="tl">
                    <a:srgbClr val="000000">
                      <a:alpha val="43137"/>
                    </a:srgbClr>
                  </a:outerShdw>
                </a:effectLst>
              </a:rPr>
              <a:t>/</a:t>
            </a:r>
            <a:r>
              <a:rPr lang="en-US" sz="3200" dirty="0">
                <a:solidFill>
                  <a:srgbClr val="FF0000"/>
                </a:solidFill>
                <a:effectLst>
                  <a:outerShdw blurRad="38100" dist="38100" dir="2700000" algn="tl">
                    <a:srgbClr val="000000">
                      <a:alpha val="43137"/>
                    </a:srgbClr>
                  </a:outerShdw>
                </a:effectLst>
              </a:rPr>
              <a:t>分层结构</a:t>
            </a:r>
            <a:endParaRPr lang="en-US" sz="3200"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OSI</a:t>
            </a:r>
            <a:endParaRPr lang="en-US" altLang="zh-CN" dirty="0"/>
          </a:p>
          <a:p>
            <a:r>
              <a:rPr lang="en-US" altLang="zh-CN" dirty="0"/>
              <a:t>TCP/IP</a:t>
            </a:r>
            <a:endParaRPr lang="en-US" altLang="zh-CN" dirty="0"/>
          </a:p>
        </p:txBody>
      </p:sp>
      <p:pic>
        <p:nvPicPr>
          <p:cNvPr id="4" name="内容占位符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489474" y="1172234"/>
            <a:ext cx="6382998" cy="3652397"/>
          </a:xfrm>
          <a:prstGeom prst="rect">
            <a:avLst/>
          </a:prstGeom>
        </p:spPr>
      </p:pic>
      <p:sp>
        <p:nvSpPr>
          <p:cNvPr id="6" name="TextBox 5"/>
          <p:cNvSpPr txBox="1"/>
          <p:nvPr/>
        </p:nvSpPr>
        <p:spPr>
          <a:xfrm>
            <a:off x="838200" y="5208712"/>
            <a:ext cx="10515600" cy="907941"/>
          </a:xfrm>
          <a:prstGeom prst="rect">
            <a:avLst/>
          </a:prstGeom>
          <a:noFill/>
        </p:spPr>
        <p:txBody>
          <a:bodyPr wrap="square">
            <a:spAutoFit/>
          </a:bodyPr>
          <a:lstStyle/>
          <a:p>
            <a:pPr marL="457200" indent="-457200">
              <a:spcBef>
                <a:spcPts val="600"/>
              </a:spcBef>
              <a:buFont typeface="Arial" panose="020B0604020202020204" pitchFamily="34" charset="0"/>
              <a:buChar char="•"/>
            </a:pPr>
            <a:r>
              <a:rPr lang="en-US" sz="2400" dirty="0" err="1"/>
              <a:t>各层的协议数据单元是什么</a:t>
            </a:r>
            <a:r>
              <a:rPr lang="zh-CN" altLang="en-US" sz="2400" dirty="0"/>
              <a:t>？</a:t>
            </a:r>
            <a:endParaRPr lang="en-US" altLang="zh-CN" sz="2400" dirty="0"/>
          </a:p>
          <a:p>
            <a:pPr marL="457200" indent="-457200">
              <a:spcBef>
                <a:spcPts val="600"/>
              </a:spcBef>
              <a:buFont typeface="Arial" panose="020B0604020202020204" pitchFamily="34" charset="0"/>
              <a:buChar char="•"/>
            </a:pPr>
            <a:r>
              <a:rPr lang="en-US" sz="2400" dirty="0"/>
              <a:t>TCP</a:t>
            </a:r>
            <a:r>
              <a:rPr lang="en-US" altLang="zh-CN" sz="2400" dirty="0"/>
              <a:t>/IP</a:t>
            </a:r>
            <a:r>
              <a:rPr lang="zh-CN" altLang="en-US" sz="2400" dirty="0"/>
              <a:t>中，下一层如何知道</a:t>
            </a:r>
            <a:r>
              <a:rPr lang="en-US" altLang="zh-CN" sz="2400" dirty="0"/>
              <a:t>payload</a:t>
            </a:r>
            <a:r>
              <a:rPr lang="zh-CN" altLang="en-US" sz="2400" dirty="0"/>
              <a:t>中数据的含义？</a:t>
            </a:r>
            <a:endParaRPr lang="en-US" sz="2400" dirty="0"/>
          </a:p>
        </p:txBody>
      </p:sp>
      <p:sp>
        <p:nvSpPr>
          <p:cNvPr id="5" name="灯片编号占位符 4"/>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t>概念辨析</a:t>
            </a:r>
            <a:endParaRPr lang="en-US" sz="3200" dirty="0"/>
          </a:p>
        </p:txBody>
      </p:sp>
      <p:sp>
        <p:nvSpPr>
          <p:cNvPr id="3" name="内容占位符 2"/>
          <p:cNvSpPr>
            <a:spLocks noGrp="1"/>
          </p:cNvSpPr>
          <p:nvPr>
            <p:ph idx="1"/>
          </p:nvPr>
        </p:nvSpPr>
        <p:spPr/>
        <p:txBody>
          <a:bodyPr>
            <a:normAutofit/>
          </a:bodyPr>
          <a:lstStyle/>
          <a:p>
            <a:pPr marL="0" indent="0">
              <a:lnSpc>
                <a:spcPct val="110000"/>
              </a:lnSpc>
              <a:buNone/>
            </a:pPr>
            <a:r>
              <a:rPr lang="zh-CN" altLang="en-US" sz="2400" dirty="0"/>
              <a:t>举出</a:t>
            </a:r>
            <a:r>
              <a:rPr lang="en-US" altLang="zh-CN" sz="2400" dirty="0"/>
              <a:t>OSI</a:t>
            </a:r>
            <a:r>
              <a:rPr lang="zh-CN" altLang="en-US" sz="2400" dirty="0"/>
              <a:t>参考模型和</a:t>
            </a:r>
            <a:r>
              <a:rPr lang="en-US" altLang="zh-CN" sz="2400" dirty="0"/>
              <a:t>TCP/IP</a:t>
            </a:r>
            <a:r>
              <a:rPr lang="zh-CN" altLang="en-US" sz="2400" dirty="0"/>
              <a:t>协议族的两个相同的方面和两个不同的方面。</a:t>
            </a:r>
            <a:endParaRPr lang="en-US" altLang="zh-CN" sz="2400" dirty="0">
              <a:solidFill>
                <a:srgbClr val="0070C0"/>
              </a:solidFill>
            </a:endParaRPr>
          </a:p>
          <a:p>
            <a:pPr>
              <a:lnSpc>
                <a:spcPct val="110000"/>
              </a:lnSpc>
            </a:pPr>
            <a:endParaRPr lang="en-US" altLang="zh-CN" sz="2400" dirty="0">
              <a:solidFill>
                <a:srgbClr val="0070C0"/>
              </a:solidFill>
            </a:endParaRPr>
          </a:p>
          <a:p>
            <a:pPr>
              <a:lnSpc>
                <a:spcPct val="110000"/>
              </a:lnSpc>
            </a:pPr>
            <a:endParaRPr lang="en-US" altLang="zh-CN" sz="2400" dirty="0">
              <a:solidFill>
                <a:srgbClr val="0070C0"/>
              </a:solidFill>
            </a:endParaRPr>
          </a:p>
          <a:p>
            <a:pPr>
              <a:lnSpc>
                <a:spcPct val="110000"/>
              </a:lnSpc>
            </a:pPr>
            <a:endParaRPr lang="en-US" altLang="zh-CN" sz="2400" dirty="0">
              <a:solidFill>
                <a:srgbClr val="0070C0"/>
              </a:solidFill>
            </a:endParaRPr>
          </a:p>
          <a:p>
            <a:pPr>
              <a:lnSpc>
                <a:spcPct val="110000"/>
              </a:lnSpc>
            </a:pPr>
            <a:endParaRPr lang="en-US" altLang="zh-CN" sz="2400" dirty="0">
              <a:solidFill>
                <a:srgbClr val="0070C0"/>
              </a:solidFill>
            </a:endParaRPr>
          </a:p>
          <a:p>
            <a:pPr>
              <a:lnSpc>
                <a:spcPct val="110000"/>
              </a:lnSpc>
            </a:pPr>
            <a:endParaRPr lang="en-US" altLang="zh-CN" sz="2400" dirty="0">
              <a:solidFill>
                <a:srgbClr val="0070C0"/>
              </a:solidFill>
            </a:endParaRPr>
          </a:p>
          <a:p>
            <a:pPr>
              <a:lnSpc>
                <a:spcPct val="110000"/>
              </a:lnSpc>
            </a:pPr>
            <a:endParaRPr lang="en-US" altLang="zh-CN" sz="2400" dirty="0">
              <a:solidFill>
                <a:srgbClr val="0070C0"/>
              </a:solidFill>
            </a:endParaRPr>
          </a:p>
          <a:p>
            <a:pPr>
              <a:lnSpc>
                <a:spcPct val="110000"/>
              </a:lnSpc>
            </a:pPr>
            <a:endParaRPr lang="en-US" altLang="zh-CN" sz="2400" dirty="0">
              <a:solidFill>
                <a:srgbClr val="0070C0"/>
              </a:solidFill>
            </a:endParaRPr>
          </a:p>
          <a:p>
            <a:pPr>
              <a:lnSpc>
                <a:spcPct val="110000"/>
              </a:lnSpc>
            </a:pPr>
            <a:endParaRPr lang="zh-CN" altLang="en-US" sz="2400" dirty="0">
              <a:solidFill>
                <a:srgbClr val="0070C0"/>
              </a:solidFill>
            </a:endParaRPr>
          </a:p>
        </p:txBody>
      </p:sp>
      <p:sp>
        <p:nvSpPr>
          <p:cNvPr id="4" name="灯片编号占位符 3"/>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t>概念辨析</a:t>
            </a:r>
            <a:endParaRPr lang="en-US" sz="3200" dirty="0"/>
          </a:p>
        </p:txBody>
      </p:sp>
      <p:sp>
        <p:nvSpPr>
          <p:cNvPr id="3" name="内容占位符 2"/>
          <p:cNvSpPr>
            <a:spLocks noGrp="1"/>
          </p:cNvSpPr>
          <p:nvPr>
            <p:ph idx="1"/>
          </p:nvPr>
        </p:nvSpPr>
        <p:spPr>
          <a:xfrm>
            <a:off x="838200" y="1501116"/>
            <a:ext cx="10515600" cy="4587449"/>
          </a:xfrm>
        </p:spPr>
        <p:txBody>
          <a:bodyPr>
            <a:normAutofit fontScale="85000" lnSpcReduction="10000"/>
          </a:bodyPr>
          <a:lstStyle/>
          <a:p>
            <a:pPr marL="0" indent="0">
              <a:lnSpc>
                <a:spcPct val="140000"/>
              </a:lnSpc>
              <a:spcBef>
                <a:spcPts val="600"/>
              </a:spcBef>
              <a:buNone/>
            </a:pPr>
            <a:r>
              <a:rPr lang="zh-CN" altLang="en-US" sz="3100" dirty="0"/>
              <a:t>举出</a:t>
            </a:r>
            <a:r>
              <a:rPr lang="en-US" altLang="zh-CN" sz="3100" dirty="0"/>
              <a:t>OSI</a:t>
            </a:r>
            <a:r>
              <a:rPr lang="zh-CN" altLang="en-US" sz="3100" dirty="0"/>
              <a:t>参考模型和</a:t>
            </a:r>
            <a:r>
              <a:rPr lang="en-US" altLang="zh-CN" sz="3100" dirty="0"/>
              <a:t>TCP/IP</a:t>
            </a:r>
            <a:r>
              <a:rPr lang="zh-CN" altLang="en-US" sz="3100" dirty="0"/>
              <a:t>协议族的两个相同的方面和两个不同的方面。</a:t>
            </a:r>
            <a:endParaRPr lang="en-US" altLang="zh-CN" sz="3100" dirty="0">
              <a:solidFill>
                <a:srgbClr val="0070C0"/>
              </a:solidFill>
            </a:endParaRPr>
          </a:p>
          <a:p>
            <a:pPr>
              <a:lnSpc>
                <a:spcPct val="140000"/>
              </a:lnSpc>
              <a:spcBef>
                <a:spcPts val="600"/>
              </a:spcBef>
            </a:pPr>
            <a:r>
              <a:rPr lang="zh-CN" altLang="en-US" dirty="0">
                <a:solidFill>
                  <a:srgbClr val="0070C0"/>
                </a:solidFill>
              </a:rPr>
              <a:t>相同方面：</a:t>
            </a:r>
            <a:br>
              <a:rPr lang="en-US" altLang="zh-CN" dirty="0">
                <a:solidFill>
                  <a:srgbClr val="0070C0"/>
                </a:solidFill>
              </a:rPr>
            </a:br>
            <a:r>
              <a:rPr lang="en-US" altLang="zh-CN" dirty="0">
                <a:solidFill>
                  <a:srgbClr val="0070C0"/>
                </a:solidFill>
              </a:rPr>
              <a:t>1</a:t>
            </a:r>
            <a:r>
              <a:rPr lang="zh-CN" altLang="en-US" dirty="0">
                <a:solidFill>
                  <a:srgbClr val="0070C0"/>
                </a:solidFill>
              </a:rPr>
              <a:t>）</a:t>
            </a:r>
            <a:r>
              <a:rPr lang="en-US" altLang="zh-CN" dirty="0">
                <a:solidFill>
                  <a:srgbClr val="0070C0"/>
                </a:solidFill>
              </a:rPr>
              <a:t> </a:t>
            </a:r>
            <a:r>
              <a:rPr lang="zh-CN" altLang="en-US" dirty="0">
                <a:solidFill>
                  <a:srgbClr val="0070C0"/>
                </a:solidFill>
              </a:rPr>
              <a:t>两个模型都基于分层协议，两者都有网络层，运输层和应用层</a:t>
            </a:r>
            <a:r>
              <a:rPr lang="en-US" altLang="zh-CN" dirty="0">
                <a:solidFill>
                  <a:srgbClr val="0070C0"/>
                </a:solidFill>
              </a:rPr>
              <a:t>;</a:t>
            </a:r>
            <a:br>
              <a:rPr lang="en-US" altLang="zh-CN" dirty="0">
                <a:solidFill>
                  <a:srgbClr val="0070C0"/>
                </a:solidFill>
              </a:rPr>
            </a:br>
            <a:r>
              <a:rPr lang="en-US" altLang="zh-CN" dirty="0">
                <a:solidFill>
                  <a:srgbClr val="0070C0"/>
                </a:solidFill>
              </a:rPr>
              <a:t>2</a:t>
            </a:r>
            <a:r>
              <a:rPr lang="zh-CN" altLang="en-US" dirty="0">
                <a:solidFill>
                  <a:srgbClr val="0070C0"/>
                </a:solidFill>
              </a:rPr>
              <a:t>）运输服务都能够提供可靠的端到端的字节流；</a:t>
            </a:r>
            <a:endParaRPr lang="en-US" altLang="zh-CN" dirty="0">
              <a:solidFill>
                <a:srgbClr val="0070C0"/>
              </a:solidFill>
            </a:endParaRPr>
          </a:p>
          <a:p>
            <a:pPr>
              <a:lnSpc>
                <a:spcPct val="140000"/>
              </a:lnSpc>
              <a:spcBef>
                <a:spcPts val="600"/>
              </a:spcBef>
            </a:pPr>
            <a:r>
              <a:rPr lang="zh-CN" altLang="en-US" dirty="0">
                <a:solidFill>
                  <a:srgbClr val="0070C0"/>
                </a:solidFill>
              </a:rPr>
              <a:t>不同方面：</a:t>
            </a:r>
            <a:br>
              <a:rPr lang="en-US" altLang="zh-CN" dirty="0">
                <a:solidFill>
                  <a:srgbClr val="0070C0"/>
                </a:solidFill>
              </a:rPr>
            </a:br>
            <a:r>
              <a:rPr lang="en-US" altLang="zh-CN" dirty="0">
                <a:solidFill>
                  <a:srgbClr val="0070C0"/>
                </a:solidFill>
              </a:rPr>
              <a:t>1</a:t>
            </a:r>
            <a:r>
              <a:rPr lang="zh-CN" altLang="en-US" dirty="0">
                <a:solidFill>
                  <a:srgbClr val="0070C0"/>
                </a:solidFill>
              </a:rPr>
              <a:t>）二者层的数目是不一样的，</a:t>
            </a:r>
            <a:r>
              <a:rPr lang="en-US" altLang="zh-CN" dirty="0">
                <a:solidFill>
                  <a:srgbClr val="0070C0"/>
                </a:solidFill>
              </a:rPr>
              <a:t>TCP/IP</a:t>
            </a:r>
            <a:r>
              <a:rPr lang="zh-CN" altLang="en-US" dirty="0">
                <a:solidFill>
                  <a:srgbClr val="0070C0"/>
                </a:solidFill>
              </a:rPr>
              <a:t>没有会话层和表示层，且支持异构网络互连。</a:t>
            </a:r>
            <a:br>
              <a:rPr lang="en-US" altLang="zh-CN" dirty="0">
                <a:solidFill>
                  <a:srgbClr val="0070C0"/>
                </a:solidFill>
              </a:rPr>
            </a:br>
            <a:r>
              <a:rPr lang="en-US" altLang="zh-CN" dirty="0">
                <a:solidFill>
                  <a:srgbClr val="0070C0"/>
                </a:solidFill>
              </a:rPr>
              <a:t>2</a:t>
            </a:r>
            <a:r>
              <a:rPr lang="zh-CN" altLang="en-US" dirty="0">
                <a:solidFill>
                  <a:srgbClr val="0070C0"/>
                </a:solidFill>
              </a:rPr>
              <a:t>）</a:t>
            </a:r>
            <a:r>
              <a:rPr lang="en-US" altLang="zh-CN" dirty="0">
                <a:solidFill>
                  <a:srgbClr val="0070C0"/>
                </a:solidFill>
              </a:rPr>
              <a:t>TCP/IP</a:t>
            </a:r>
            <a:r>
              <a:rPr lang="zh-CN" altLang="en-US" dirty="0">
                <a:solidFill>
                  <a:srgbClr val="0070C0"/>
                </a:solidFill>
              </a:rPr>
              <a:t>的网络层只提供无连接服务，而</a:t>
            </a:r>
            <a:r>
              <a:rPr lang="en-US" altLang="zh-CN" dirty="0">
                <a:solidFill>
                  <a:srgbClr val="0070C0"/>
                </a:solidFill>
              </a:rPr>
              <a:t>OSI</a:t>
            </a:r>
            <a:r>
              <a:rPr lang="zh-CN" altLang="en-US" dirty="0">
                <a:solidFill>
                  <a:srgbClr val="0070C0"/>
                </a:solidFill>
              </a:rPr>
              <a:t>在网络层中，既有面向连接的服务也有无连接的服务。</a:t>
            </a:r>
            <a:endParaRPr lang="en-US" altLang="zh-CN" dirty="0">
              <a:solidFill>
                <a:srgbClr val="0070C0"/>
              </a:solidFill>
            </a:endParaRPr>
          </a:p>
        </p:txBody>
      </p:sp>
      <p:sp>
        <p:nvSpPr>
          <p:cNvPr id="4" name="灯片编号占位符 3"/>
          <p:cNvSpPr>
            <a:spLocks noGrp="1"/>
          </p:cNvSpPr>
          <p:nvPr>
            <p:ph type="sldNum" sz="quarter" idx="12"/>
          </p:nvPr>
        </p:nvSpPr>
        <p:spPr/>
        <p:txBody>
          <a:bodyPr/>
          <a:lstStyle/>
          <a:p>
            <a:fld id="{0BF6080C-68C0-4376-83E8-BA3A176AE949}" type="slidenum">
              <a:rPr lang="zh-CN" altLang="en-US" smtClean="0"/>
            </a:fld>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rPr>
              <a:t>3. </a:t>
            </a:r>
            <a:r>
              <a:rPr lang="en-US" sz="3200" dirty="0" err="1">
                <a:solidFill>
                  <a:srgbClr val="FF0000"/>
                </a:solidFill>
              </a:rPr>
              <a:t>计算机网络中的设备</a:t>
            </a:r>
            <a:endParaRPr lang="en-US" sz="3200" dirty="0">
              <a:solidFill>
                <a:srgbClr val="FF0000"/>
              </a:solidFill>
            </a:endParaRPr>
          </a:p>
        </p:txBody>
      </p:sp>
      <p:sp>
        <p:nvSpPr>
          <p:cNvPr id="3" name="Content Placeholder 2"/>
          <p:cNvSpPr>
            <a:spLocks noGrp="1"/>
          </p:cNvSpPr>
          <p:nvPr>
            <p:ph idx="1"/>
          </p:nvPr>
        </p:nvSpPr>
        <p:spPr/>
        <p:txBody>
          <a:bodyPr/>
          <a:lstStyle/>
          <a:p>
            <a:r>
              <a:rPr lang="en-US" dirty="0"/>
              <a:t>有哪些</a:t>
            </a:r>
            <a:r>
              <a:rPr lang="zh-CN" altLang="en-US" dirty="0"/>
              <a:t>常见网络</a:t>
            </a:r>
            <a:r>
              <a:rPr lang="en-US" dirty="0"/>
              <a:t>设备</a:t>
            </a:r>
            <a:r>
              <a:rPr lang="zh-CN" altLang="en-US" dirty="0"/>
              <a:t>？</a:t>
            </a:r>
            <a:endParaRPr lang="en-US" altLang="zh-CN" dirty="0"/>
          </a:p>
          <a:p>
            <a:pPr lvl="1"/>
            <a:endParaRPr lang="en-US" altLang="zh-CN" dirty="0"/>
          </a:p>
          <a:p>
            <a:pPr lvl="1"/>
            <a:endParaRPr lang="en-US" altLang="zh-CN" dirty="0"/>
          </a:p>
          <a:p>
            <a:pPr lvl="1"/>
            <a:endParaRPr lang="en-US" altLang="zh-CN" dirty="0"/>
          </a:p>
          <a:p>
            <a:pPr lvl="1"/>
            <a:endParaRPr lang="en-US" altLang="zh-CN" dirty="0"/>
          </a:p>
          <a:p>
            <a:r>
              <a:rPr lang="zh-CN" altLang="en-US" dirty="0"/>
              <a:t>设备工作在哪些层，用做什么目的？</a:t>
            </a:r>
            <a:endParaRPr lang="en-US" altLang="zh-CN" dirty="0"/>
          </a:p>
          <a:p>
            <a:endParaRPr lang="en-US" altLang="zh-CN" dirty="0"/>
          </a:p>
          <a:p>
            <a:r>
              <a:rPr lang="zh-CN" altLang="en-US" dirty="0"/>
              <a:t>是否隔离冲突域、广播域、能否利用多路径？</a:t>
            </a:r>
            <a:endParaRPr lang="en-US" altLang="zh-CN" dirty="0"/>
          </a:p>
        </p:txBody>
      </p:sp>
      <p:sp>
        <p:nvSpPr>
          <p:cNvPr id="4" name="灯片编号占位符 3"/>
          <p:cNvSpPr>
            <a:spLocks noGrp="1"/>
          </p:cNvSpPr>
          <p:nvPr>
            <p:ph type="sldNum" sz="quarter" idx="12"/>
          </p:nvPr>
        </p:nvSpPr>
        <p:spPr/>
        <p:txBody>
          <a:bodyPr/>
          <a:lstStyle/>
          <a:p>
            <a:r>
              <a:rPr lang="en-US" altLang="zh-CN" dirty="0"/>
              <a:t>10</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14490"/>
            <a:ext cx="10515600" cy="605031"/>
          </a:xfrm>
        </p:spPr>
        <p:txBody>
          <a:bodyPr>
            <a:normAutofit/>
          </a:bodyPr>
          <a:lstStyle/>
          <a:p>
            <a:r>
              <a:rPr lang="en-US" sz="3200" dirty="0">
                <a:solidFill>
                  <a:srgbClr val="FF0000"/>
                </a:solidFill>
              </a:rPr>
              <a:t>3. </a:t>
            </a:r>
            <a:r>
              <a:rPr lang="en-US" sz="3200" dirty="0" err="1">
                <a:solidFill>
                  <a:srgbClr val="FF0000"/>
                </a:solidFill>
              </a:rPr>
              <a:t>计算机网络中的设备</a:t>
            </a:r>
            <a:endParaRPr lang="en-US" sz="3200" dirty="0">
              <a:solidFill>
                <a:srgbClr val="FF0000"/>
              </a:solidFill>
            </a:endParaRPr>
          </a:p>
        </p:txBody>
      </p:sp>
      <p:sp>
        <p:nvSpPr>
          <p:cNvPr id="3" name="Content Placeholder 2"/>
          <p:cNvSpPr>
            <a:spLocks noGrp="1"/>
          </p:cNvSpPr>
          <p:nvPr>
            <p:ph idx="1"/>
          </p:nvPr>
        </p:nvSpPr>
        <p:spPr>
          <a:xfrm>
            <a:off x="838200" y="1662266"/>
            <a:ext cx="10515600" cy="4351338"/>
          </a:xfrm>
        </p:spPr>
        <p:txBody>
          <a:bodyPr/>
          <a:lstStyle/>
          <a:p>
            <a:r>
              <a:rPr lang="en-US" dirty="0"/>
              <a:t>有哪些</a:t>
            </a:r>
            <a:r>
              <a:rPr lang="zh-CN" altLang="en-US" dirty="0"/>
              <a:t>常见网络</a:t>
            </a:r>
            <a:r>
              <a:rPr lang="en-US" dirty="0"/>
              <a:t>设备</a:t>
            </a:r>
            <a:r>
              <a:rPr lang="zh-CN" altLang="en-US" dirty="0"/>
              <a:t>？</a:t>
            </a:r>
            <a:endParaRPr lang="en-US" altLang="zh-CN" dirty="0"/>
          </a:p>
          <a:p>
            <a:pPr lvl="1">
              <a:lnSpc>
                <a:spcPct val="120000"/>
              </a:lnSpc>
              <a:spcBef>
                <a:spcPts val="600"/>
              </a:spcBef>
            </a:pPr>
            <a:r>
              <a:rPr lang="zh-CN" altLang="en-US" dirty="0"/>
              <a:t>集线器（中继器</a:t>
            </a:r>
            <a:r>
              <a:rPr lang="en-US" altLang="zh-CN" dirty="0"/>
              <a:t>Repeater</a:t>
            </a:r>
            <a:r>
              <a:rPr lang="zh-CN" altLang="en-US" dirty="0"/>
              <a:t>）、交换机（网桥）、路由器</a:t>
            </a:r>
            <a:endParaRPr lang="en-US" altLang="zh-CN" dirty="0"/>
          </a:p>
          <a:p>
            <a:pPr lvl="1">
              <a:lnSpc>
                <a:spcPct val="120000"/>
              </a:lnSpc>
              <a:spcBef>
                <a:spcPts val="600"/>
              </a:spcBef>
            </a:pPr>
            <a:r>
              <a:rPr lang="zh-CN" altLang="en-US" dirty="0"/>
              <a:t>网关？</a:t>
            </a:r>
            <a:endParaRPr lang="en-US" altLang="zh-CN" dirty="0"/>
          </a:p>
          <a:p>
            <a:pPr lvl="1">
              <a:lnSpc>
                <a:spcPct val="120000"/>
              </a:lnSpc>
              <a:spcBef>
                <a:spcPts val="600"/>
              </a:spcBef>
            </a:pPr>
            <a:r>
              <a:rPr lang="zh-CN" altLang="en-US" dirty="0"/>
              <a:t>防火墙等</a:t>
            </a:r>
            <a:r>
              <a:rPr lang="en-US" altLang="zh-CN" dirty="0"/>
              <a:t>middlebox</a:t>
            </a:r>
            <a:endParaRPr lang="en-US" altLang="zh-CN" dirty="0"/>
          </a:p>
          <a:p>
            <a:pPr lvl="1"/>
            <a:endParaRPr lang="en-US" altLang="zh-CN" dirty="0"/>
          </a:p>
          <a:p>
            <a:r>
              <a:rPr lang="zh-CN" altLang="en-US" dirty="0"/>
              <a:t>设备工作在哪些层，用做什么目的？</a:t>
            </a:r>
            <a:endParaRPr lang="en-US" altLang="zh-CN" dirty="0"/>
          </a:p>
          <a:p>
            <a:endParaRPr lang="en-US" altLang="zh-CN" dirty="0"/>
          </a:p>
          <a:p>
            <a:r>
              <a:rPr lang="zh-CN" altLang="en-US" dirty="0"/>
              <a:t>是否隔离冲突域、广播域、能否利用多路径？</a:t>
            </a:r>
            <a:endParaRPr lang="en-US" altLang="zh-CN" dirty="0"/>
          </a:p>
        </p:txBody>
      </p:sp>
      <p:sp>
        <p:nvSpPr>
          <p:cNvPr id="4" name="灯片编号占位符 3"/>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533128"/>
            <a:ext cx="10515600" cy="751058"/>
          </a:xfrm>
        </p:spPr>
        <p:txBody>
          <a:bodyPr>
            <a:normAutofit/>
          </a:bodyPr>
          <a:lstStyle/>
          <a:p>
            <a:r>
              <a:rPr kumimoji="1" lang="zh-CN" altLang="en-US" sz="3200" dirty="0"/>
              <a:t>路由器概述</a:t>
            </a:r>
            <a:endParaRPr kumimoji="1" lang="zh-CN" altLang="en-US" sz="3200" dirty="0"/>
          </a:p>
        </p:txBody>
      </p:sp>
      <p:grpSp>
        <p:nvGrpSpPr>
          <p:cNvPr id="337" name="Group 4"/>
          <p:cNvGrpSpPr/>
          <p:nvPr/>
        </p:nvGrpSpPr>
        <p:grpSpPr bwMode="auto">
          <a:xfrm>
            <a:off x="1827369" y="2700606"/>
            <a:ext cx="8207375" cy="3846026"/>
            <a:chOff x="86" y="1270"/>
            <a:chExt cx="5394" cy="2289"/>
          </a:xfrm>
        </p:grpSpPr>
        <p:sp>
          <p:nvSpPr>
            <p:cNvPr id="338" name="Line 5"/>
            <p:cNvSpPr>
              <a:spLocks noChangeShapeType="1"/>
            </p:cNvSpPr>
            <p:nvPr/>
          </p:nvSpPr>
          <p:spPr bwMode="auto">
            <a:xfrm flipV="1">
              <a:off x="1920" y="1520"/>
              <a:ext cx="720" cy="121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39" name="Line 6"/>
            <p:cNvSpPr>
              <a:spLocks noChangeShapeType="1"/>
            </p:cNvSpPr>
            <p:nvPr/>
          </p:nvSpPr>
          <p:spPr bwMode="auto">
            <a:xfrm flipH="1" flipV="1">
              <a:off x="2640" y="1507"/>
              <a:ext cx="1104" cy="127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0" name="Line 7"/>
            <p:cNvSpPr>
              <a:spLocks noChangeShapeType="1"/>
            </p:cNvSpPr>
            <p:nvPr/>
          </p:nvSpPr>
          <p:spPr bwMode="auto">
            <a:xfrm flipH="1" flipV="1">
              <a:off x="2640" y="1503"/>
              <a:ext cx="1248" cy="41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1" name="Line 8"/>
            <p:cNvSpPr>
              <a:spLocks noChangeShapeType="1"/>
            </p:cNvSpPr>
            <p:nvPr/>
          </p:nvSpPr>
          <p:spPr bwMode="auto">
            <a:xfrm flipV="1">
              <a:off x="1776" y="1539"/>
              <a:ext cx="912" cy="28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2" name="Line 9"/>
            <p:cNvSpPr>
              <a:spLocks noChangeShapeType="1"/>
            </p:cNvSpPr>
            <p:nvPr/>
          </p:nvSpPr>
          <p:spPr bwMode="auto">
            <a:xfrm>
              <a:off x="1774" y="1915"/>
              <a:ext cx="154" cy="82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3" name="Line 10"/>
            <p:cNvSpPr>
              <a:spLocks noChangeShapeType="1"/>
            </p:cNvSpPr>
            <p:nvPr/>
          </p:nvSpPr>
          <p:spPr bwMode="auto">
            <a:xfrm>
              <a:off x="1872" y="2733"/>
              <a:ext cx="1920" cy="19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4" name="Line 11"/>
            <p:cNvSpPr>
              <a:spLocks noChangeShapeType="1"/>
            </p:cNvSpPr>
            <p:nvPr/>
          </p:nvSpPr>
          <p:spPr bwMode="auto">
            <a:xfrm flipV="1">
              <a:off x="3842" y="1840"/>
              <a:ext cx="41" cy="106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5" name="Line 12"/>
            <p:cNvSpPr>
              <a:spLocks noChangeShapeType="1"/>
            </p:cNvSpPr>
            <p:nvPr/>
          </p:nvSpPr>
          <p:spPr bwMode="auto">
            <a:xfrm>
              <a:off x="462" y="1620"/>
              <a:ext cx="1314" cy="20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6" name="Line 13"/>
            <p:cNvSpPr>
              <a:spLocks noChangeShapeType="1"/>
            </p:cNvSpPr>
            <p:nvPr/>
          </p:nvSpPr>
          <p:spPr bwMode="auto">
            <a:xfrm flipV="1">
              <a:off x="462" y="1824"/>
              <a:ext cx="1266" cy="59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7" name="Line 14"/>
            <p:cNvSpPr>
              <a:spLocks noChangeShapeType="1"/>
            </p:cNvSpPr>
            <p:nvPr/>
          </p:nvSpPr>
          <p:spPr bwMode="auto">
            <a:xfrm flipV="1">
              <a:off x="3840" y="1620"/>
              <a:ext cx="1127" cy="29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8" name="Line 15"/>
            <p:cNvSpPr>
              <a:spLocks noChangeShapeType="1"/>
            </p:cNvSpPr>
            <p:nvPr/>
          </p:nvSpPr>
          <p:spPr bwMode="auto">
            <a:xfrm>
              <a:off x="3840" y="1917"/>
              <a:ext cx="1279" cy="65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9" name="Line 16"/>
            <p:cNvSpPr>
              <a:spLocks noChangeShapeType="1"/>
            </p:cNvSpPr>
            <p:nvPr/>
          </p:nvSpPr>
          <p:spPr bwMode="auto">
            <a:xfrm flipV="1">
              <a:off x="576" y="2685"/>
              <a:ext cx="1344" cy="38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50" name="Line 17"/>
            <p:cNvSpPr>
              <a:spLocks noChangeShapeType="1"/>
            </p:cNvSpPr>
            <p:nvPr/>
          </p:nvSpPr>
          <p:spPr bwMode="auto">
            <a:xfrm>
              <a:off x="3840" y="2877"/>
              <a:ext cx="1030" cy="38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nvGrpSpPr>
            <p:cNvPr id="351" name="Group 18"/>
            <p:cNvGrpSpPr/>
            <p:nvPr/>
          </p:nvGrpSpPr>
          <p:grpSpPr bwMode="auto">
            <a:xfrm>
              <a:off x="288" y="1485"/>
              <a:ext cx="475" cy="442"/>
              <a:chOff x="192" y="1632"/>
              <a:chExt cx="475" cy="442"/>
            </a:xfrm>
          </p:grpSpPr>
          <p:sp>
            <p:nvSpPr>
              <p:cNvPr id="568" name="Rectangle 19"/>
              <p:cNvSpPr>
                <a:spLocks noChangeArrowheads="1"/>
              </p:cNvSpPr>
              <p:nvPr/>
            </p:nvSpPr>
            <p:spPr bwMode="auto">
              <a:xfrm>
                <a:off x="278" y="1654"/>
                <a:ext cx="288" cy="240"/>
              </a:xfrm>
              <a:prstGeom prst="rect">
                <a:avLst/>
              </a:prstGeom>
              <a:solidFill>
                <a:srgbClr val="B2B2B2"/>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569" name="Rectangle 20"/>
              <p:cNvSpPr>
                <a:spLocks noChangeArrowheads="1"/>
              </p:cNvSpPr>
              <p:nvPr/>
            </p:nvSpPr>
            <p:spPr bwMode="auto">
              <a:xfrm>
                <a:off x="220" y="1956"/>
                <a:ext cx="418" cy="96"/>
              </a:xfrm>
              <a:prstGeom prst="rect">
                <a:avLst/>
              </a:prstGeom>
              <a:solidFill>
                <a:srgbClr val="B2B2B2"/>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70" name="Group 21"/>
              <p:cNvGrpSpPr/>
              <p:nvPr/>
            </p:nvGrpSpPr>
            <p:grpSpPr bwMode="auto">
              <a:xfrm>
                <a:off x="192" y="1632"/>
                <a:ext cx="475" cy="442"/>
                <a:chOff x="5285" y="1536"/>
                <a:chExt cx="475" cy="442"/>
              </a:xfrm>
            </p:grpSpPr>
            <p:sp>
              <p:nvSpPr>
                <p:cNvPr id="571" name="Rectangle 22"/>
                <p:cNvSpPr>
                  <a:spLocks noChangeArrowheads="1"/>
                </p:cNvSpPr>
                <p:nvPr/>
              </p:nvSpPr>
              <p:spPr bwMode="auto">
                <a:xfrm>
                  <a:off x="5424" y="1612"/>
                  <a:ext cx="192" cy="144"/>
                </a:xfrm>
                <a:prstGeom prst="rect">
                  <a:avLst/>
                </a:prstGeom>
                <a:solidFill>
                  <a:srgbClr val="000000"/>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72" name="Group 23"/>
                <p:cNvGrpSpPr/>
                <p:nvPr/>
              </p:nvGrpSpPr>
              <p:grpSpPr bwMode="auto">
                <a:xfrm>
                  <a:off x="5285" y="1536"/>
                  <a:ext cx="475" cy="442"/>
                  <a:chOff x="5285" y="1536"/>
                  <a:chExt cx="475" cy="442"/>
                </a:xfrm>
              </p:grpSpPr>
              <p:sp>
                <p:nvSpPr>
                  <p:cNvPr id="573" name="Freeform 24"/>
                  <p:cNvSpPr/>
                  <p:nvPr/>
                </p:nvSpPr>
                <p:spPr bwMode="auto">
                  <a:xfrm>
                    <a:off x="5365" y="1943"/>
                    <a:ext cx="369" cy="35"/>
                  </a:xfrm>
                  <a:custGeom>
                    <a:avLst/>
                    <a:gdLst>
                      <a:gd name="T0" fmla="*/ 0 w 1105"/>
                      <a:gd name="T1" fmla="*/ 0 h 104"/>
                      <a:gd name="T2" fmla="*/ 0 w 1105"/>
                      <a:gd name="T3" fmla="*/ 0 h 104"/>
                      <a:gd name="T4" fmla="*/ 0 w 1105"/>
                      <a:gd name="T5" fmla="*/ 0 h 104"/>
                      <a:gd name="T6" fmla="*/ 0 w 1105"/>
                      <a:gd name="T7" fmla="*/ 0 h 104"/>
                      <a:gd name="T8" fmla="*/ 0 w 1105"/>
                      <a:gd name="T9" fmla="*/ 0 h 104"/>
                      <a:gd name="T10" fmla="*/ 0 w 1105"/>
                      <a:gd name="T11" fmla="*/ 0 h 104"/>
                      <a:gd name="T12" fmla="*/ 0 w 1105"/>
                      <a:gd name="T13" fmla="*/ 0 h 104"/>
                      <a:gd name="T14" fmla="*/ 0 w 1105"/>
                      <a:gd name="T15" fmla="*/ 0 h 104"/>
                      <a:gd name="T16" fmla="*/ 0 w 1105"/>
                      <a:gd name="T17" fmla="*/ 0 h 104"/>
                      <a:gd name="T18" fmla="*/ 0 w 1105"/>
                      <a:gd name="T19" fmla="*/ 0 h 104"/>
                      <a:gd name="T20" fmla="*/ 0 w 1105"/>
                      <a:gd name="T21" fmla="*/ 0 h 104"/>
                      <a:gd name="T22" fmla="*/ 0 w 1105"/>
                      <a:gd name="T23" fmla="*/ 0 h 104"/>
                      <a:gd name="T24" fmla="*/ 0 w 1105"/>
                      <a:gd name="T25" fmla="*/ 0 h 104"/>
                      <a:gd name="T26" fmla="*/ 0 w 1105"/>
                      <a:gd name="T27" fmla="*/ 0 h 104"/>
                      <a:gd name="T28" fmla="*/ 0 w 1105"/>
                      <a:gd name="T29" fmla="*/ 0 h 104"/>
                      <a:gd name="T30" fmla="*/ 0 w 1105"/>
                      <a:gd name="T31" fmla="*/ 0 h 104"/>
                      <a:gd name="T32" fmla="*/ 0 w 1105"/>
                      <a:gd name="T33" fmla="*/ 0 h 104"/>
                      <a:gd name="T34" fmla="*/ 0 w 1105"/>
                      <a:gd name="T35" fmla="*/ 0 h 104"/>
                      <a:gd name="T36" fmla="*/ 0 w 1105"/>
                      <a:gd name="T37" fmla="*/ 0 h 104"/>
                      <a:gd name="T38" fmla="*/ 0 w 1105"/>
                      <a:gd name="T39" fmla="*/ 0 h 104"/>
                      <a:gd name="T40" fmla="*/ 0 w 1105"/>
                      <a:gd name="T41" fmla="*/ 0 h 104"/>
                      <a:gd name="T42" fmla="*/ 0 w 1105"/>
                      <a:gd name="T43" fmla="*/ 0 h 104"/>
                      <a:gd name="T44" fmla="*/ 0 w 1105"/>
                      <a:gd name="T45" fmla="*/ 0 h 104"/>
                      <a:gd name="T46" fmla="*/ 0 w 1105"/>
                      <a:gd name="T47" fmla="*/ 0 h 104"/>
                      <a:gd name="T48" fmla="*/ 0 w 1105"/>
                      <a:gd name="T49" fmla="*/ 0 h 104"/>
                      <a:gd name="T50" fmla="*/ 0 w 1105"/>
                      <a:gd name="T51" fmla="*/ 0 h 104"/>
                      <a:gd name="T52" fmla="*/ 0 w 1105"/>
                      <a:gd name="T53" fmla="*/ 0 h 104"/>
                      <a:gd name="T54" fmla="*/ 0 w 1105"/>
                      <a:gd name="T55" fmla="*/ 0 h 104"/>
                      <a:gd name="T56" fmla="*/ 0 w 1105"/>
                      <a:gd name="T57" fmla="*/ 0 h 104"/>
                      <a:gd name="T58" fmla="*/ 0 w 1105"/>
                      <a:gd name="T59" fmla="*/ 0 h 104"/>
                      <a:gd name="T60" fmla="*/ 0 w 1105"/>
                      <a:gd name="T61" fmla="*/ 0 h 104"/>
                      <a:gd name="T62" fmla="*/ 0 w 1105"/>
                      <a:gd name="T63" fmla="*/ 0 h 104"/>
                      <a:gd name="T64" fmla="*/ 0 w 1105"/>
                      <a:gd name="T65" fmla="*/ 0 h 104"/>
                      <a:gd name="T66" fmla="*/ 0 w 1105"/>
                      <a:gd name="T67" fmla="*/ 0 h 104"/>
                      <a:gd name="T68" fmla="*/ 0 w 1105"/>
                      <a:gd name="T69" fmla="*/ 0 h 104"/>
                      <a:gd name="T70" fmla="*/ 0 w 1105"/>
                      <a:gd name="T71" fmla="*/ 0 h 104"/>
                      <a:gd name="T72" fmla="*/ 0 w 1105"/>
                      <a:gd name="T73" fmla="*/ 0 h 104"/>
                      <a:gd name="T74" fmla="*/ 0 w 1105"/>
                      <a:gd name="T75" fmla="*/ 0 h 104"/>
                      <a:gd name="T76" fmla="*/ 0 w 1105"/>
                      <a:gd name="T77" fmla="*/ 0 h 104"/>
                      <a:gd name="T78" fmla="*/ 0 w 1105"/>
                      <a:gd name="T79" fmla="*/ 0 h 104"/>
                      <a:gd name="T80" fmla="*/ 0 w 1105"/>
                      <a:gd name="T81" fmla="*/ 0 h 104"/>
                      <a:gd name="T82" fmla="*/ 0 w 1105"/>
                      <a:gd name="T83" fmla="*/ 0 h 104"/>
                      <a:gd name="T84" fmla="*/ 0 w 1105"/>
                      <a:gd name="T85" fmla="*/ 0 h 104"/>
                      <a:gd name="T86" fmla="*/ 0 w 1105"/>
                      <a:gd name="T87" fmla="*/ 0 h 104"/>
                      <a:gd name="T88" fmla="*/ 0 w 1105"/>
                      <a:gd name="T89" fmla="*/ 0 h 104"/>
                      <a:gd name="T90" fmla="*/ 0 w 1105"/>
                      <a:gd name="T91" fmla="*/ 0 h 104"/>
                      <a:gd name="T92" fmla="*/ 0 w 1105"/>
                      <a:gd name="T93" fmla="*/ 0 h 104"/>
                      <a:gd name="T94" fmla="*/ 0 w 1105"/>
                      <a:gd name="T95" fmla="*/ 0 h 104"/>
                      <a:gd name="T96" fmla="*/ 0 w 1105"/>
                      <a:gd name="T97" fmla="*/ 0 h 104"/>
                      <a:gd name="T98" fmla="*/ 0 w 1105"/>
                      <a:gd name="T99" fmla="*/ 0 h 104"/>
                      <a:gd name="T100" fmla="*/ 0 w 1105"/>
                      <a:gd name="T101" fmla="*/ 0 h 104"/>
                      <a:gd name="T102" fmla="*/ 0 w 1105"/>
                      <a:gd name="T103" fmla="*/ 0 h 104"/>
                      <a:gd name="T104" fmla="*/ 0 w 1105"/>
                      <a:gd name="T105" fmla="*/ 0 h 104"/>
                      <a:gd name="T106" fmla="*/ 0 w 1105"/>
                      <a:gd name="T107" fmla="*/ 0 h 104"/>
                      <a:gd name="T108" fmla="*/ 0 w 1105"/>
                      <a:gd name="T109" fmla="*/ 0 h 104"/>
                      <a:gd name="T110" fmla="*/ 0 w 1105"/>
                      <a:gd name="T111" fmla="*/ 0 h 104"/>
                      <a:gd name="T112" fmla="*/ 0 w 1105"/>
                      <a:gd name="T113" fmla="*/ 0 h 1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05"/>
                      <a:gd name="T172" fmla="*/ 0 h 104"/>
                      <a:gd name="T173" fmla="*/ 1105 w 1105"/>
                      <a:gd name="T174" fmla="*/ 104 h 1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05" h="104">
                        <a:moveTo>
                          <a:pt x="872" y="13"/>
                        </a:moveTo>
                        <a:lnTo>
                          <a:pt x="876" y="13"/>
                        </a:lnTo>
                        <a:lnTo>
                          <a:pt x="879" y="13"/>
                        </a:lnTo>
                        <a:lnTo>
                          <a:pt x="883" y="13"/>
                        </a:lnTo>
                        <a:lnTo>
                          <a:pt x="886" y="13"/>
                        </a:lnTo>
                        <a:lnTo>
                          <a:pt x="890" y="13"/>
                        </a:lnTo>
                        <a:lnTo>
                          <a:pt x="893" y="13"/>
                        </a:lnTo>
                        <a:lnTo>
                          <a:pt x="897" y="13"/>
                        </a:lnTo>
                        <a:lnTo>
                          <a:pt x="900" y="13"/>
                        </a:lnTo>
                        <a:lnTo>
                          <a:pt x="904" y="13"/>
                        </a:lnTo>
                        <a:lnTo>
                          <a:pt x="909" y="13"/>
                        </a:lnTo>
                        <a:lnTo>
                          <a:pt x="911" y="13"/>
                        </a:lnTo>
                        <a:lnTo>
                          <a:pt x="916" y="13"/>
                        </a:lnTo>
                        <a:lnTo>
                          <a:pt x="918" y="11"/>
                        </a:lnTo>
                        <a:lnTo>
                          <a:pt x="923" y="11"/>
                        </a:lnTo>
                        <a:lnTo>
                          <a:pt x="927" y="11"/>
                        </a:lnTo>
                        <a:lnTo>
                          <a:pt x="930" y="11"/>
                        </a:lnTo>
                        <a:lnTo>
                          <a:pt x="932" y="10"/>
                        </a:lnTo>
                        <a:lnTo>
                          <a:pt x="936" y="10"/>
                        </a:lnTo>
                        <a:lnTo>
                          <a:pt x="940" y="10"/>
                        </a:lnTo>
                        <a:lnTo>
                          <a:pt x="943" y="10"/>
                        </a:lnTo>
                        <a:lnTo>
                          <a:pt x="947" y="9"/>
                        </a:lnTo>
                        <a:lnTo>
                          <a:pt x="950" y="9"/>
                        </a:lnTo>
                        <a:lnTo>
                          <a:pt x="954" y="8"/>
                        </a:lnTo>
                        <a:lnTo>
                          <a:pt x="957" y="8"/>
                        </a:lnTo>
                        <a:lnTo>
                          <a:pt x="960" y="8"/>
                        </a:lnTo>
                        <a:lnTo>
                          <a:pt x="964" y="8"/>
                        </a:lnTo>
                        <a:lnTo>
                          <a:pt x="967" y="7"/>
                        </a:lnTo>
                        <a:lnTo>
                          <a:pt x="972" y="7"/>
                        </a:lnTo>
                        <a:lnTo>
                          <a:pt x="974" y="5"/>
                        </a:lnTo>
                        <a:lnTo>
                          <a:pt x="978" y="5"/>
                        </a:lnTo>
                        <a:lnTo>
                          <a:pt x="981" y="5"/>
                        </a:lnTo>
                        <a:lnTo>
                          <a:pt x="985" y="5"/>
                        </a:lnTo>
                        <a:lnTo>
                          <a:pt x="988" y="4"/>
                        </a:lnTo>
                        <a:lnTo>
                          <a:pt x="992" y="3"/>
                        </a:lnTo>
                        <a:lnTo>
                          <a:pt x="994" y="3"/>
                        </a:lnTo>
                        <a:lnTo>
                          <a:pt x="998" y="3"/>
                        </a:lnTo>
                        <a:lnTo>
                          <a:pt x="1001" y="3"/>
                        </a:lnTo>
                        <a:lnTo>
                          <a:pt x="1005" y="2"/>
                        </a:lnTo>
                        <a:lnTo>
                          <a:pt x="1007" y="2"/>
                        </a:lnTo>
                        <a:lnTo>
                          <a:pt x="1012" y="2"/>
                        </a:lnTo>
                        <a:lnTo>
                          <a:pt x="1014" y="1"/>
                        </a:lnTo>
                        <a:lnTo>
                          <a:pt x="1018" y="1"/>
                        </a:lnTo>
                        <a:lnTo>
                          <a:pt x="1021" y="1"/>
                        </a:lnTo>
                        <a:lnTo>
                          <a:pt x="1025" y="1"/>
                        </a:lnTo>
                        <a:lnTo>
                          <a:pt x="1029" y="1"/>
                        </a:lnTo>
                        <a:lnTo>
                          <a:pt x="1032" y="1"/>
                        </a:lnTo>
                        <a:lnTo>
                          <a:pt x="1034" y="1"/>
                        </a:lnTo>
                        <a:lnTo>
                          <a:pt x="1039" y="1"/>
                        </a:lnTo>
                        <a:lnTo>
                          <a:pt x="1042" y="0"/>
                        </a:lnTo>
                        <a:lnTo>
                          <a:pt x="1045" y="0"/>
                        </a:lnTo>
                        <a:lnTo>
                          <a:pt x="1048" y="0"/>
                        </a:lnTo>
                        <a:lnTo>
                          <a:pt x="1052" y="0"/>
                        </a:lnTo>
                        <a:lnTo>
                          <a:pt x="1055" y="0"/>
                        </a:lnTo>
                        <a:lnTo>
                          <a:pt x="1058" y="1"/>
                        </a:lnTo>
                        <a:lnTo>
                          <a:pt x="1062" y="1"/>
                        </a:lnTo>
                        <a:lnTo>
                          <a:pt x="1065" y="1"/>
                        </a:lnTo>
                        <a:lnTo>
                          <a:pt x="1068" y="1"/>
                        </a:lnTo>
                        <a:lnTo>
                          <a:pt x="1072" y="2"/>
                        </a:lnTo>
                        <a:lnTo>
                          <a:pt x="1075" y="2"/>
                        </a:lnTo>
                        <a:lnTo>
                          <a:pt x="1078" y="3"/>
                        </a:lnTo>
                        <a:lnTo>
                          <a:pt x="1082" y="3"/>
                        </a:lnTo>
                        <a:lnTo>
                          <a:pt x="1086" y="4"/>
                        </a:lnTo>
                        <a:lnTo>
                          <a:pt x="1089" y="5"/>
                        </a:lnTo>
                        <a:lnTo>
                          <a:pt x="1093" y="7"/>
                        </a:lnTo>
                        <a:lnTo>
                          <a:pt x="1093" y="9"/>
                        </a:lnTo>
                        <a:lnTo>
                          <a:pt x="1094" y="11"/>
                        </a:lnTo>
                        <a:lnTo>
                          <a:pt x="1095" y="14"/>
                        </a:lnTo>
                        <a:lnTo>
                          <a:pt x="1095" y="17"/>
                        </a:lnTo>
                        <a:lnTo>
                          <a:pt x="1096" y="20"/>
                        </a:lnTo>
                        <a:lnTo>
                          <a:pt x="1097" y="22"/>
                        </a:lnTo>
                        <a:lnTo>
                          <a:pt x="1097" y="24"/>
                        </a:lnTo>
                        <a:lnTo>
                          <a:pt x="1099" y="28"/>
                        </a:lnTo>
                        <a:lnTo>
                          <a:pt x="1099" y="30"/>
                        </a:lnTo>
                        <a:lnTo>
                          <a:pt x="1100" y="33"/>
                        </a:lnTo>
                        <a:lnTo>
                          <a:pt x="1101" y="35"/>
                        </a:lnTo>
                        <a:lnTo>
                          <a:pt x="1101" y="39"/>
                        </a:lnTo>
                        <a:lnTo>
                          <a:pt x="1102" y="41"/>
                        </a:lnTo>
                        <a:lnTo>
                          <a:pt x="1103" y="43"/>
                        </a:lnTo>
                        <a:lnTo>
                          <a:pt x="1103" y="46"/>
                        </a:lnTo>
                        <a:lnTo>
                          <a:pt x="1105" y="49"/>
                        </a:lnTo>
                        <a:lnTo>
                          <a:pt x="1099" y="53"/>
                        </a:lnTo>
                        <a:lnTo>
                          <a:pt x="1093" y="57"/>
                        </a:lnTo>
                        <a:lnTo>
                          <a:pt x="1086" y="60"/>
                        </a:lnTo>
                        <a:lnTo>
                          <a:pt x="1077" y="64"/>
                        </a:lnTo>
                        <a:lnTo>
                          <a:pt x="1068" y="66"/>
                        </a:lnTo>
                        <a:lnTo>
                          <a:pt x="1057" y="68"/>
                        </a:lnTo>
                        <a:lnTo>
                          <a:pt x="1048" y="72"/>
                        </a:lnTo>
                        <a:lnTo>
                          <a:pt x="1036" y="76"/>
                        </a:lnTo>
                        <a:lnTo>
                          <a:pt x="1024" y="78"/>
                        </a:lnTo>
                        <a:lnTo>
                          <a:pt x="1011" y="80"/>
                        </a:lnTo>
                        <a:lnTo>
                          <a:pt x="997" y="81"/>
                        </a:lnTo>
                        <a:lnTo>
                          <a:pt x="982" y="84"/>
                        </a:lnTo>
                        <a:lnTo>
                          <a:pt x="968" y="86"/>
                        </a:lnTo>
                        <a:lnTo>
                          <a:pt x="953" y="89"/>
                        </a:lnTo>
                        <a:lnTo>
                          <a:pt x="936" y="90"/>
                        </a:lnTo>
                        <a:lnTo>
                          <a:pt x="921" y="92"/>
                        </a:lnTo>
                        <a:lnTo>
                          <a:pt x="903" y="92"/>
                        </a:lnTo>
                        <a:lnTo>
                          <a:pt x="885" y="95"/>
                        </a:lnTo>
                        <a:lnTo>
                          <a:pt x="866" y="96"/>
                        </a:lnTo>
                        <a:lnTo>
                          <a:pt x="847" y="97"/>
                        </a:lnTo>
                        <a:lnTo>
                          <a:pt x="829" y="98"/>
                        </a:lnTo>
                        <a:lnTo>
                          <a:pt x="809" y="99"/>
                        </a:lnTo>
                        <a:lnTo>
                          <a:pt x="790" y="99"/>
                        </a:lnTo>
                        <a:lnTo>
                          <a:pt x="770" y="102"/>
                        </a:lnTo>
                        <a:lnTo>
                          <a:pt x="750" y="102"/>
                        </a:lnTo>
                        <a:lnTo>
                          <a:pt x="728" y="102"/>
                        </a:lnTo>
                        <a:lnTo>
                          <a:pt x="708" y="102"/>
                        </a:lnTo>
                        <a:lnTo>
                          <a:pt x="688" y="104"/>
                        </a:lnTo>
                        <a:lnTo>
                          <a:pt x="665" y="104"/>
                        </a:lnTo>
                        <a:lnTo>
                          <a:pt x="645" y="104"/>
                        </a:lnTo>
                        <a:lnTo>
                          <a:pt x="623" y="104"/>
                        </a:lnTo>
                        <a:lnTo>
                          <a:pt x="601" y="104"/>
                        </a:lnTo>
                        <a:lnTo>
                          <a:pt x="580" y="104"/>
                        </a:lnTo>
                        <a:lnTo>
                          <a:pt x="558" y="104"/>
                        </a:lnTo>
                        <a:lnTo>
                          <a:pt x="536" y="104"/>
                        </a:lnTo>
                        <a:lnTo>
                          <a:pt x="514" y="104"/>
                        </a:lnTo>
                        <a:lnTo>
                          <a:pt x="492" y="104"/>
                        </a:lnTo>
                        <a:lnTo>
                          <a:pt x="471" y="104"/>
                        </a:lnTo>
                        <a:lnTo>
                          <a:pt x="450" y="104"/>
                        </a:lnTo>
                        <a:lnTo>
                          <a:pt x="427" y="104"/>
                        </a:lnTo>
                        <a:lnTo>
                          <a:pt x="407" y="104"/>
                        </a:lnTo>
                        <a:lnTo>
                          <a:pt x="384" y="104"/>
                        </a:lnTo>
                        <a:lnTo>
                          <a:pt x="363" y="103"/>
                        </a:lnTo>
                        <a:lnTo>
                          <a:pt x="343" y="103"/>
                        </a:lnTo>
                        <a:lnTo>
                          <a:pt x="321" y="102"/>
                        </a:lnTo>
                        <a:lnTo>
                          <a:pt x="301" y="102"/>
                        </a:lnTo>
                        <a:lnTo>
                          <a:pt x="282" y="102"/>
                        </a:lnTo>
                        <a:lnTo>
                          <a:pt x="263" y="102"/>
                        </a:lnTo>
                        <a:lnTo>
                          <a:pt x="243" y="102"/>
                        </a:lnTo>
                        <a:lnTo>
                          <a:pt x="224" y="102"/>
                        </a:lnTo>
                        <a:lnTo>
                          <a:pt x="205" y="100"/>
                        </a:lnTo>
                        <a:lnTo>
                          <a:pt x="187" y="100"/>
                        </a:lnTo>
                        <a:lnTo>
                          <a:pt x="170" y="99"/>
                        </a:lnTo>
                        <a:lnTo>
                          <a:pt x="153" y="99"/>
                        </a:lnTo>
                        <a:lnTo>
                          <a:pt x="136" y="99"/>
                        </a:lnTo>
                        <a:lnTo>
                          <a:pt x="120" y="99"/>
                        </a:lnTo>
                        <a:lnTo>
                          <a:pt x="104" y="99"/>
                        </a:lnTo>
                        <a:lnTo>
                          <a:pt x="89" y="99"/>
                        </a:lnTo>
                        <a:lnTo>
                          <a:pt x="76" y="99"/>
                        </a:lnTo>
                        <a:lnTo>
                          <a:pt x="63" y="99"/>
                        </a:lnTo>
                        <a:lnTo>
                          <a:pt x="49" y="99"/>
                        </a:lnTo>
                        <a:lnTo>
                          <a:pt x="37" y="99"/>
                        </a:lnTo>
                        <a:lnTo>
                          <a:pt x="25" y="99"/>
                        </a:lnTo>
                        <a:lnTo>
                          <a:pt x="15" y="99"/>
                        </a:lnTo>
                        <a:lnTo>
                          <a:pt x="14" y="97"/>
                        </a:lnTo>
                        <a:lnTo>
                          <a:pt x="12" y="93"/>
                        </a:lnTo>
                        <a:lnTo>
                          <a:pt x="11" y="91"/>
                        </a:lnTo>
                        <a:lnTo>
                          <a:pt x="9" y="89"/>
                        </a:lnTo>
                        <a:lnTo>
                          <a:pt x="7" y="83"/>
                        </a:lnTo>
                        <a:lnTo>
                          <a:pt x="6" y="78"/>
                        </a:lnTo>
                        <a:lnTo>
                          <a:pt x="5" y="76"/>
                        </a:lnTo>
                        <a:lnTo>
                          <a:pt x="5" y="73"/>
                        </a:lnTo>
                        <a:lnTo>
                          <a:pt x="3" y="70"/>
                        </a:lnTo>
                        <a:lnTo>
                          <a:pt x="2" y="67"/>
                        </a:lnTo>
                        <a:lnTo>
                          <a:pt x="2" y="65"/>
                        </a:lnTo>
                        <a:lnTo>
                          <a:pt x="2" y="62"/>
                        </a:lnTo>
                        <a:lnTo>
                          <a:pt x="0" y="59"/>
                        </a:lnTo>
                        <a:lnTo>
                          <a:pt x="0" y="57"/>
                        </a:lnTo>
                        <a:lnTo>
                          <a:pt x="2" y="54"/>
                        </a:lnTo>
                        <a:lnTo>
                          <a:pt x="7" y="51"/>
                        </a:lnTo>
                        <a:lnTo>
                          <a:pt x="9" y="48"/>
                        </a:lnTo>
                        <a:lnTo>
                          <a:pt x="14" y="46"/>
                        </a:lnTo>
                        <a:lnTo>
                          <a:pt x="18" y="42"/>
                        </a:lnTo>
                        <a:lnTo>
                          <a:pt x="21" y="41"/>
                        </a:lnTo>
                        <a:lnTo>
                          <a:pt x="25" y="39"/>
                        </a:lnTo>
                        <a:lnTo>
                          <a:pt x="28" y="36"/>
                        </a:lnTo>
                        <a:lnTo>
                          <a:pt x="32" y="35"/>
                        </a:lnTo>
                        <a:lnTo>
                          <a:pt x="35" y="33"/>
                        </a:lnTo>
                        <a:lnTo>
                          <a:pt x="40" y="32"/>
                        </a:lnTo>
                        <a:lnTo>
                          <a:pt x="44" y="30"/>
                        </a:lnTo>
                        <a:lnTo>
                          <a:pt x="47" y="29"/>
                        </a:lnTo>
                        <a:lnTo>
                          <a:pt x="52" y="28"/>
                        </a:lnTo>
                        <a:lnTo>
                          <a:pt x="57" y="27"/>
                        </a:lnTo>
                        <a:lnTo>
                          <a:pt x="60" y="26"/>
                        </a:lnTo>
                        <a:lnTo>
                          <a:pt x="65" y="24"/>
                        </a:lnTo>
                        <a:lnTo>
                          <a:pt x="69" y="23"/>
                        </a:lnTo>
                        <a:lnTo>
                          <a:pt x="73" y="23"/>
                        </a:lnTo>
                        <a:lnTo>
                          <a:pt x="78" y="23"/>
                        </a:lnTo>
                        <a:lnTo>
                          <a:pt x="82" y="22"/>
                        </a:lnTo>
                        <a:lnTo>
                          <a:pt x="85" y="21"/>
                        </a:lnTo>
                        <a:lnTo>
                          <a:pt x="91" y="21"/>
                        </a:lnTo>
                        <a:lnTo>
                          <a:pt x="95" y="21"/>
                        </a:lnTo>
                        <a:lnTo>
                          <a:pt x="98" y="21"/>
                        </a:lnTo>
                        <a:lnTo>
                          <a:pt x="103" y="21"/>
                        </a:lnTo>
                        <a:lnTo>
                          <a:pt x="108" y="21"/>
                        </a:lnTo>
                        <a:lnTo>
                          <a:pt x="113" y="21"/>
                        </a:lnTo>
                        <a:lnTo>
                          <a:pt x="116" y="21"/>
                        </a:lnTo>
                        <a:lnTo>
                          <a:pt x="121" y="21"/>
                        </a:lnTo>
                        <a:lnTo>
                          <a:pt x="126" y="21"/>
                        </a:lnTo>
                        <a:lnTo>
                          <a:pt x="130" y="21"/>
                        </a:lnTo>
                        <a:lnTo>
                          <a:pt x="135" y="21"/>
                        </a:lnTo>
                        <a:lnTo>
                          <a:pt x="139" y="21"/>
                        </a:lnTo>
                        <a:lnTo>
                          <a:pt x="143" y="21"/>
                        </a:lnTo>
                        <a:lnTo>
                          <a:pt x="148" y="21"/>
                        </a:lnTo>
                        <a:lnTo>
                          <a:pt x="153" y="21"/>
                        </a:lnTo>
                        <a:lnTo>
                          <a:pt x="158" y="22"/>
                        </a:lnTo>
                        <a:lnTo>
                          <a:pt x="161" y="22"/>
                        </a:lnTo>
                        <a:lnTo>
                          <a:pt x="167" y="23"/>
                        </a:lnTo>
                        <a:lnTo>
                          <a:pt x="171" y="23"/>
                        </a:lnTo>
                        <a:lnTo>
                          <a:pt x="175" y="23"/>
                        </a:lnTo>
                        <a:lnTo>
                          <a:pt x="179" y="23"/>
                        </a:lnTo>
                        <a:lnTo>
                          <a:pt x="184" y="23"/>
                        </a:lnTo>
                        <a:lnTo>
                          <a:pt x="190" y="23"/>
                        </a:lnTo>
                        <a:lnTo>
                          <a:pt x="194" y="23"/>
                        </a:lnTo>
                        <a:lnTo>
                          <a:pt x="199" y="23"/>
                        </a:lnTo>
                        <a:lnTo>
                          <a:pt x="203" y="24"/>
                        </a:lnTo>
                        <a:lnTo>
                          <a:pt x="208" y="23"/>
                        </a:lnTo>
                        <a:lnTo>
                          <a:pt x="212" y="23"/>
                        </a:lnTo>
                        <a:lnTo>
                          <a:pt x="216" y="23"/>
                        </a:lnTo>
                        <a:lnTo>
                          <a:pt x="221" y="23"/>
                        </a:lnTo>
                        <a:lnTo>
                          <a:pt x="225" y="23"/>
                        </a:lnTo>
                        <a:lnTo>
                          <a:pt x="230" y="23"/>
                        </a:lnTo>
                        <a:lnTo>
                          <a:pt x="234" y="23"/>
                        </a:lnTo>
                        <a:lnTo>
                          <a:pt x="238" y="23"/>
                        </a:lnTo>
                        <a:lnTo>
                          <a:pt x="243" y="22"/>
                        </a:lnTo>
                        <a:lnTo>
                          <a:pt x="248" y="22"/>
                        </a:lnTo>
                        <a:lnTo>
                          <a:pt x="251" y="21"/>
                        </a:lnTo>
                        <a:lnTo>
                          <a:pt x="256" y="21"/>
                        </a:lnTo>
                        <a:lnTo>
                          <a:pt x="260" y="21"/>
                        </a:lnTo>
                        <a:lnTo>
                          <a:pt x="264" y="20"/>
                        </a:lnTo>
                        <a:lnTo>
                          <a:pt x="269" y="19"/>
                        </a:lnTo>
                        <a:lnTo>
                          <a:pt x="273" y="19"/>
                        </a:lnTo>
                        <a:lnTo>
                          <a:pt x="282" y="17"/>
                        </a:lnTo>
                        <a:lnTo>
                          <a:pt x="291" y="17"/>
                        </a:lnTo>
                        <a:lnTo>
                          <a:pt x="300" y="17"/>
                        </a:lnTo>
                        <a:lnTo>
                          <a:pt x="310" y="17"/>
                        </a:lnTo>
                        <a:lnTo>
                          <a:pt x="319" y="16"/>
                        </a:lnTo>
                        <a:lnTo>
                          <a:pt x="329" y="16"/>
                        </a:lnTo>
                        <a:lnTo>
                          <a:pt x="337" y="16"/>
                        </a:lnTo>
                        <a:lnTo>
                          <a:pt x="346" y="16"/>
                        </a:lnTo>
                        <a:lnTo>
                          <a:pt x="356" y="16"/>
                        </a:lnTo>
                        <a:lnTo>
                          <a:pt x="365" y="16"/>
                        </a:lnTo>
                        <a:lnTo>
                          <a:pt x="374" y="16"/>
                        </a:lnTo>
                        <a:lnTo>
                          <a:pt x="384" y="16"/>
                        </a:lnTo>
                        <a:lnTo>
                          <a:pt x="394" y="16"/>
                        </a:lnTo>
                        <a:lnTo>
                          <a:pt x="402" y="16"/>
                        </a:lnTo>
                        <a:lnTo>
                          <a:pt x="412" y="16"/>
                        </a:lnTo>
                        <a:lnTo>
                          <a:pt x="422" y="17"/>
                        </a:lnTo>
                        <a:lnTo>
                          <a:pt x="431" y="17"/>
                        </a:lnTo>
                        <a:lnTo>
                          <a:pt x="440" y="17"/>
                        </a:lnTo>
                        <a:lnTo>
                          <a:pt x="450" y="17"/>
                        </a:lnTo>
                        <a:lnTo>
                          <a:pt x="459" y="17"/>
                        </a:lnTo>
                        <a:lnTo>
                          <a:pt x="469" y="17"/>
                        </a:lnTo>
                        <a:lnTo>
                          <a:pt x="478" y="17"/>
                        </a:lnTo>
                        <a:lnTo>
                          <a:pt x="488" y="17"/>
                        </a:lnTo>
                        <a:lnTo>
                          <a:pt x="498" y="17"/>
                        </a:lnTo>
                        <a:lnTo>
                          <a:pt x="507" y="17"/>
                        </a:lnTo>
                        <a:lnTo>
                          <a:pt x="516" y="17"/>
                        </a:lnTo>
                        <a:lnTo>
                          <a:pt x="525" y="17"/>
                        </a:lnTo>
                        <a:lnTo>
                          <a:pt x="536" y="17"/>
                        </a:lnTo>
                        <a:lnTo>
                          <a:pt x="544" y="17"/>
                        </a:lnTo>
                        <a:lnTo>
                          <a:pt x="554" y="17"/>
                        </a:lnTo>
                        <a:lnTo>
                          <a:pt x="563" y="17"/>
                        </a:lnTo>
                        <a:lnTo>
                          <a:pt x="574" y="19"/>
                        </a:lnTo>
                        <a:lnTo>
                          <a:pt x="582" y="17"/>
                        </a:lnTo>
                        <a:lnTo>
                          <a:pt x="592" y="17"/>
                        </a:lnTo>
                        <a:lnTo>
                          <a:pt x="601" y="17"/>
                        </a:lnTo>
                        <a:lnTo>
                          <a:pt x="611" y="17"/>
                        </a:lnTo>
                        <a:lnTo>
                          <a:pt x="619" y="17"/>
                        </a:lnTo>
                        <a:lnTo>
                          <a:pt x="630" y="17"/>
                        </a:lnTo>
                        <a:lnTo>
                          <a:pt x="639" y="17"/>
                        </a:lnTo>
                        <a:lnTo>
                          <a:pt x="649" y="17"/>
                        </a:lnTo>
                        <a:lnTo>
                          <a:pt x="657" y="17"/>
                        </a:lnTo>
                        <a:lnTo>
                          <a:pt x="668" y="17"/>
                        </a:lnTo>
                        <a:lnTo>
                          <a:pt x="677" y="17"/>
                        </a:lnTo>
                        <a:lnTo>
                          <a:pt x="687" y="17"/>
                        </a:lnTo>
                        <a:lnTo>
                          <a:pt x="695" y="17"/>
                        </a:lnTo>
                        <a:lnTo>
                          <a:pt x="706" y="17"/>
                        </a:lnTo>
                        <a:lnTo>
                          <a:pt x="715" y="17"/>
                        </a:lnTo>
                        <a:lnTo>
                          <a:pt x="724" y="17"/>
                        </a:lnTo>
                        <a:lnTo>
                          <a:pt x="733" y="16"/>
                        </a:lnTo>
                        <a:lnTo>
                          <a:pt x="743" y="16"/>
                        </a:lnTo>
                        <a:lnTo>
                          <a:pt x="751" y="16"/>
                        </a:lnTo>
                        <a:lnTo>
                          <a:pt x="762" y="16"/>
                        </a:lnTo>
                        <a:lnTo>
                          <a:pt x="770" y="16"/>
                        </a:lnTo>
                        <a:lnTo>
                          <a:pt x="779" y="16"/>
                        </a:lnTo>
                        <a:lnTo>
                          <a:pt x="789" y="15"/>
                        </a:lnTo>
                        <a:lnTo>
                          <a:pt x="798" y="15"/>
                        </a:lnTo>
                        <a:lnTo>
                          <a:pt x="807" y="15"/>
                        </a:lnTo>
                        <a:lnTo>
                          <a:pt x="817" y="14"/>
                        </a:lnTo>
                        <a:lnTo>
                          <a:pt x="824" y="14"/>
                        </a:lnTo>
                        <a:lnTo>
                          <a:pt x="835" y="14"/>
                        </a:lnTo>
                        <a:lnTo>
                          <a:pt x="843" y="13"/>
                        </a:lnTo>
                        <a:lnTo>
                          <a:pt x="853" y="13"/>
                        </a:lnTo>
                        <a:lnTo>
                          <a:pt x="862" y="13"/>
                        </a:lnTo>
                        <a:lnTo>
                          <a:pt x="872" y="13"/>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74" name="Freeform 25"/>
                  <p:cNvSpPr/>
                  <p:nvPr/>
                </p:nvSpPr>
                <p:spPr bwMode="auto">
                  <a:xfrm>
                    <a:off x="5365" y="1536"/>
                    <a:ext cx="315" cy="39"/>
                  </a:xfrm>
                  <a:custGeom>
                    <a:avLst/>
                    <a:gdLst>
                      <a:gd name="T0" fmla="*/ 0 w 943"/>
                      <a:gd name="T1" fmla="*/ 0 h 116"/>
                      <a:gd name="T2" fmla="*/ 0 w 943"/>
                      <a:gd name="T3" fmla="*/ 0 h 116"/>
                      <a:gd name="T4" fmla="*/ 0 w 943"/>
                      <a:gd name="T5" fmla="*/ 0 h 116"/>
                      <a:gd name="T6" fmla="*/ 0 w 943"/>
                      <a:gd name="T7" fmla="*/ 0 h 116"/>
                      <a:gd name="T8" fmla="*/ 0 w 943"/>
                      <a:gd name="T9" fmla="*/ 0 h 116"/>
                      <a:gd name="T10" fmla="*/ 0 w 943"/>
                      <a:gd name="T11" fmla="*/ 0 h 116"/>
                      <a:gd name="T12" fmla="*/ 0 w 943"/>
                      <a:gd name="T13" fmla="*/ 0 h 116"/>
                      <a:gd name="T14" fmla="*/ 0 w 943"/>
                      <a:gd name="T15" fmla="*/ 0 h 116"/>
                      <a:gd name="T16" fmla="*/ 0 w 943"/>
                      <a:gd name="T17" fmla="*/ 0 h 116"/>
                      <a:gd name="T18" fmla="*/ 0 w 943"/>
                      <a:gd name="T19" fmla="*/ 0 h 116"/>
                      <a:gd name="T20" fmla="*/ 0 w 943"/>
                      <a:gd name="T21" fmla="*/ 0 h 116"/>
                      <a:gd name="T22" fmla="*/ 0 w 943"/>
                      <a:gd name="T23" fmla="*/ 0 h 116"/>
                      <a:gd name="T24" fmla="*/ 0 w 943"/>
                      <a:gd name="T25" fmla="*/ 0 h 116"/>
                      <a:gd name="T26" fmla="*/ 0 w 943"/>
                      <a:gd name="T27" fmla="*/ 0 h 116"/>
                      <a:gd name="T28" fmla="*/ 0 w 943"/>
                      <a:gd name="T29" fmla="*/ 0 h 116"/>
                      <a:gd name="T30" fmla="*/ 0 w 943"/>
                      <a:gd name="T31" fmla="*/ 0 h 116"/>
                      <a:gd name="T32" fmla="*/ 0 w 943"/>
                      <a:gd name="T33" fmla="*/ 0 h 116"/>
                      <a:gd name="T34" fmla="*/ 0 w 943"/>
                      <a:gd name="T35" fmla="*/ 0 h 116"/>
                      <a:gd name="T36" fmla="*/ 0 w 943"/>
                      <a:gd name="T37" fmla="*/ 0 h 116"/>
                      <a:gd name="T38" fmla="*/ 0 w 943"/>
                      <a:gd name="T39" fmla="*/ 0 h 116"/>
                      <a:gd name="T40" fmla="*/ 0 w 943"/>
                      <a:gd name="T41" fmla="*/ 0 h 116"/>
                      <a:gd name="T42" fmla="*/ 0 w 943"/>
                      <a:gd name="T43" fmla="*/ 0 h 116"/>
                      <a:gd name="T44" fmla="*/ 0 w 943"/>
                      <a:gd name="T45" fmla="*/ 0 h 116"/>
                      <a:gd name="T46" fmla="*/ 0 w 943"/>
                      <a:gd name="T47" fmla="*/ 0 h 116"/>
                      <a:gd name="T48" fmla="*/ 0 w 943"/>
                      <a:gd name="T49" fmla="*/ 0 h 116"/>
                      <a:gd name="T50" fmla="*/ 0 w 943"/>
                      <a:gd name="T51" fmla="*/ 0 h 116"/>
                      <a:gd name="T52" fmla="*/ 0 w 943"/>
                      <a:gd name="T53" fmla="*/ 0 h 116"/>
                      <a:gd name="T54" fmla="*/ 0 w 943"/>
                      <a:gd name="T55" fmla="*/ 0 h 116"/>
                      <a:gd name="T56" fmla="*/ 0 w 943"/>
                      <a:gd name="T57" fmla="*/ 0 h 116"/>
                      <a:gd name="T58" fmla="*/ 0 w 943"/>
                      <a:gd name="T59" fmla="*/ 0 h 116"/>
                      <a:gd name="T60" fmla="*/ 0 w 943"/>
                      <a:gd name="T61" fmla="*/ 0 h 116"/>
                      <a:gd name="T62" fmla="*/ 0 w 943"/>
                      <a:gd name="T63" fmla="*/ 0 h 116"/>
                      <a:gd name="T64" fmla="*/ 0 w 943"/>
                      <a:gd name="T65" fmla="*/ 0 h 116"/>
                      <a:gd name="T66" fmla="*/ 0 w 943"/>
                      <a:gd name="T67" fmla="*/ 0 h 116"/>
                      <a:gd name="T68" fmla="*/ 0 w 943"/>
                      <a:gd name="T69" fmla="*/ 0 h 116"/>
                      <a:gd name="T70" fmla="*/ 0 w 943"/>
                      <a:gd name="T71" fmla="*/ 0 h 116"/>
                      <a:gd name="T72" fmla="*/ 0 w 943"/>
                      <a:gd name="T73" fmla="*/ 0 h 116"/>
                      <a:gd name="T74" fmla="*/ 0 w 943"/>
                      <a:gd name="T75" fmla="*/ 0 h 116"/>
                      <a:gd name="T76" fmla="*/ 0 w 943"/>
                      <a:gd name="T77" fmla="*/ 0 h 116"/>
                      <a:gd name="T78" fmla="*/ 0 w 943"/>
                      <a:gd name="T79" fmla="*/ 0 h 116"/>
                      <a:gd name="T80" fmla="*/ 0 w 943"/>
                      <a:gd name="T81" fmla="*/ 0 h 116"/>
                      <a:gd name="T82" fmla="*/ 0 w 943"/>
                      <a:gd name="T83" fmla="*/ 0 h 116"/>
                      <a:gd name="T84" fmla="*/ 0 w 943"/>
                      <a:gd name="T85" fmla="*/ 0 h 116"/>
                      <a:gd name="T86" fmla="*/ 0 w 943"/>
                      <a:gd name="T87" fmla="*/ 0 h 116"/>
                      <a:gd name="T88" fmla="*/ 0 w 943"/>
                      <a:gd name="T89" fmla="*/ 0 h 116"/>
                      <a:gd name="T90" fmla="*/ 0 w 943"/>
                      <a:gd name="T91" fmla="*/ 0 h 116"/>
                      <a:gd name="T92" fmla="*/ 0 w 943"/>
                      <a:gd name="T93" fmla="*/ 0 h 116"/>
                      <a:gd name="T94" fmla="*/ 0 w 943"/>
                      <a:gd name="T95" fmla="*/ 0 h 116"/>
                      <a:gd name="T96" fmla="*/ 0 w 943"/>
                      <a:gd name="T97" fmla="*/ 0 h 116"/>
                      <a:gd name="T98" fmla="*/ 0 w 943"/>
                      <a:gd name="T99" fmla="*/ 0 h 116"/>
                      <a:gd name="T100" fmla="*/ 0 w 943"/>
                      <a:gd name="T101" fmla="*/ 0 h 116"/>
                      <a:gd name="T102" fmla="*/ 0 w 943"/>
                      <a:gd name="T103" fmla="*/ 0 h 116"/>
                      <a:gd name="T104" fmla="*/ 0 w 943"/>
                      <a:gd name="T105" fmla="*/ 0 h 116"/>
                      <a:gd name="T106" fmla="*/ 0 w 943"/>
                      <a:gd name="T107" fmla="*/ 0 h 116"/>
                      <a:gd name="T108" fmla="*/ 0 w 943"/>
                      <a:gd name="T109" fmla="*/ 0 h 116"/>
                      <a:gd name="T110" fmla="*/ 0 w 943"/>
                      <a:gd name="T111" fmla="*/ 0 h 1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43"/>
                      <a:gd name="T169" fmla="*/ 0 h 116"/>
                      <a:gd name="T170" fmla="*/ 943 w 943"/>
                      <a:gd name="T171" fmla="*/ 116 h 1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43" h="116">
                        <a:moveTo>
                          <a:pt x="435" y="0"/>
                        </a:moveTo>
                        <a:lnTo>
                          <a:pt x="442" y="0"/>
                        </a:lnTo>
                        <a:lnTo>
                          <a:pt x="450" y="1"/>
                        </a:lnTo>
                        <a:lnTo>
                          <a:pt x="458" y="1"/>
                        </a:lnTo>
                        <a:lnTo>
                          <a:pt x="465" y="1"/>
                        </a:lnTo>
                        <a:lnTo>
                          <a:pt x="472" y="1"/>
                        </a:lnTo>
                        <a:lnTo>
                          <a:pt x="480" y="1"/>
                        </a:lnTo>
                        <a:lnTo>
                          <a:pt x="488" y="1"/>
                        </a:lnTo>
                        <a:lnTo>
                          <a:pt x="496" y="2"/>
                        </a:lnTo>
                        <a:lnTo>
                          <a:pt x="503" y="2"/>
                        </a:lnTo>
                        <a:lnTo>
                          <a:pt x="510" y="2"/>
                        </a:lnTo>
                        <a:lnTo>
                          <a:pt x="518" y="2"/>
                        </a:lnTo>
                        <a:lnTo>
                          <a:pt x="525" y="4"/>
                        </a:lnTo>
                        <a:lnTo>
                          <a:pt x="533" y="4"/>
                        </a:lnTo>
                        <a:lnTo>
                          <a:pt x="540" y="5"/>
                        </a:lnTo>
                        <a:lnTo>
                          <a:pt x="548" y="5"/>
                        </a:lnTo>
                        <a:lnTo>
                          <a:pt x="555" y="5"/>
                        </a:lnTo>
                        <a:lnTo>
                          <a:pt x="562" y="5"/>
                        </a:lnTo>
                        <a:lnTo>
                          <a:pt x="571" y="5"/>
                        </a:lnTo>
                        <a:lnTo>
                          <a:pt x="578" y="5"/>
                        </a:lnTo>
                        <a:lnTo>
                          <a:pt x="586" y="5"/>
                        </a:lnTo>
                        <a:lnTo>
                          <a:pt x="593" y="5"/>
                        </a:lnTo>
                        <a:lnTo>
                          <a:pt x="600" y="6"/>
                        </a:lnTo>
                        <a:lnTo>
                          <a:pt x="609" y="6"/>
                        </a:lnTo>
                        <a:lnTo>
                          <a:pt x="616" y="7"/>
                        </a:lnTo>
                        <a:lnTo>
                          <a:pt x="623" y="7"/>
                        </a:lnTo>
                        <a:lnTo>
                          <a:pt x="630" y="7"/>
                        </a:lnTo>
                        <a:lnTo>
                          <a:pt x="638" y="7"/>
                        </a:lnTo>
                        <a:lnTo>
                          <a:pt x="645" y="7"/>
                        </a:lnTo>
                        <a:lnTo>
                          <a:pt x="652" y="7"/>
                        </a:lnTo>
                        <a:lnTo>
                          <a:pt x="661" y="8"/>
                        </a:lnTo>
                        <a:lnTo>
                          <a:pt x="668" y="9"/>
                        </a:lnTo>
                        <a:lnTo>
                          <a:pt x="676" y="9"/>
                        </a:lnTo>
                        <a:lnTo>
                          <a:pt x="683" y="9"/>
                        </a:lnTo>
                        <a:lnTo>
                          <a:pt x="690" y="9"/>
                        </a:lnTo>
                        <a:lnTo>
                          <a:pt x="699" y="9"/>
                        </a:lnTo>
                        <a:lnTo>
                          <a:pt x="706" y="11"/>
                        </a:lnTo>
                        <a:lnTo>
                          <a:pt x="713" y="11"/>
                        </a:lnTo>
                        <a:lnTo>
                          <a:pt x="720" y="12"/>
                        </a:lnTo>
                        <a:lnTo>
                          <a:pt x="728" y="12"/>
                        </a:lnTo>
                        <a:lnTo>
                          <a:pt x="735" y="12"/>
                        </a:lnTo>
                        <a:lnTo>
                          <a:pt x="743" y="12"/>
                        </a:lnTo>
                        <a:lnTo>
                          <a:pt x="750" y="13"/>
                        </a:lnTo>
                        <a:lnTo>
                          <a:pt x="757" y="14"/>
                        </a:lnTo>
                        <a:lnTo>
                          <a:pt x="765" y="14"/>
                        </a:lnTo>
                        <a:lnTo>
                          <a:pt x="772" y="15"/>
                        </a:lnTo>
                        <a:lnTo>
                          <a:pt x="779" y="17"/>
                        </a:lnTo>
                        <a:lnTo>
                          <a:pt x="787" y="17"/>
                        </a:lnTo>
                        <a:lnTo>
                          <a:pt x="795" y="18"/>
                        </a:lnTo>
                        <a:lnTo>
                          <a:pt x="802" y="18"/>
                        </a:lnTo>
                        <a:lnTo>
                          <a:pt x="809" y="19"/>
                        </a:lnTo>
                        <a:lnTo>
                          <a:pt x="816" y="19"/>
                        </a:lnTo>
                        <a:lnTo>
                          <a:pt x="824" y="20"/>
                        </a:lnTo>
                        <a:lnTo>
                          <a:pt x="832" y="23"/>
                        </a:lnTo>
                        <a:lnTo>
                          <a:pt x="839" y="23"/>
                        </a:lnTo>
                        <a:lnTo>
                          <a:pt x="846" y="24"/>
                        </a:lnTo>
                        <a:lnTo>
                          <a:pt x="853" y="25"/>
                        </a:lnTo>
                        <a:lnTo>
                          <a:pt x="860" y="26"/>
                        </a:lnTo>
                        <a:lnTo>
                          <a:pt x="867" y="27"/>
                        </a:lnTo>
                        <a:lnTo>
                          <a:pt x="876" y="28"/>
                        </a:lnTo>
                        <a:lnTo>
                          <a:pt x="883" y="30"/>
                        </a:lnTo>
                        <a:lnTo>
                          <a:pt x="890" y="31"/>
                        </a:lnTo>
                        <a:lnTo>
                          <a:pt x="897" y="32"/>
                        </a:lnTo>
                        <a:lnTo>
                          <a:pt x="904" y="34"/>
                        </a:lnTo>
                        <a:lnTo>
                          <a:pt x="912" y="36"/>
                        </a:lnTo>
                        <a:lnTo>
                          <a:pt x="916" y="39"/>
                        </a:lnTo>
                        <a:lnTo>
                          <a:pt x="919" y="44"/>
                        </a:lnTo>
                        <a:lnTo>
                          <a:pt x="923" y="49"/>
                        </a:lnTo>
                        <a:lnTo>
                          <a:pt x="928" y="52"/>
                        </a:lnTo>
                        <a:lnTo>
                          <a:pt x="931" y="57"/>
                        </a:lnTo>
                        <a:lnTo>
                          <a:pt x="934" y="62"/>
                        </a:lnTo>
                        <a:lnTo>
                          <a:pt x="938" y="65"/>
                        </a:lnTo>
                        <a:lnTo>
                          <a:pt x="943" y="70"/>
                        </a:lnTo>
                        <a:lnTo>
                          <a:pt x="940" y="75"/>
                        </a:lnTo>
                        <a:lnTo>
                          <a:pt x="936" y="78"/>
                        </a:lnTo>
                        <a:lnTo>
                          <a:pt x="934" y="83"/>
                        </a:lnTo>
                        <a:lnTo>
                          <a:pt x="931" y="88"/>
                        </a:lnTo>
                        <a:lnTo>
                          <a:pt x="929" y="91"/>
                        </a:lnTo>
                        <a:lnTo>
                          <a:pt x="927" y="95"/>
                        </a:lnTo>
                        <a:lnTo>
                          <a:pt x="925" y="101"/>
                        </a:lnTo>
                        <a:lnTo>
                          <a:pt x="923" y="106"/>
                        </a:lnTo>
                        <a:lnTo>
                          <a:pt x="918" y="106"/>
                        </a:lnTo>
                        <a:lnTo>
                          <a:pt x="915" y="106"/>
                        </a:lnTo>
                        <a:lnTo>
                          <a:pt x="911" y="106"/>
                        </a:lnTo>
                        <a:lnTo>
                          <a:pt x="906" y="106"/>
                        </a:lnTo>
                        <a:lnTo>
                          <a:pt x="902" y="106"/>
                        </a:lnTo>
                        <a:lnTo>
                          <a:pt x="898" y="106"/>
                        </a:lnTo>
                        <a:lnTo>
                          <a:pt x="893" y="106"/>
                        </a:lnTo>
                        <a:lnTo>
                          <a:pt x="889" y="106"/>
                        </a:lnTo>
                        <a:lnTo>
                          <a:pt x="885" y="106"/>
                        </a:lnTo>
                        <a:lnTo>
                          <a:pt x="880" y="106"/>
                        </a:lnTo>
                        <a:lnTo>
                          <a:pt x="876" y="106"/>
                        </a:lnTo>
                        <a:lnTo>
                          <a:pt x="872" y="106"/>
                        </a:lnTo>
                        <a:lnTo>
                          <a:pt x="867" y="106"/>
                        </a:lnTo>
                        <a:lnTo>
                          <a:pt x="864" y="106"/>
                        </a:lnTo>
                        <a:lnTo>
                          <a:pt x="859" y="106"/>
                        </a:lnTo>
                        <a:lnTo>
                          <a:pt x="855" y="106"/>
                        </a:lnTo>
                        <a:lnTo>
                          <a:pt x="851" y="104"/>
                        </a:lnTo>
                        <a:lnTo>
                          <a:pt x="847" y="104"/>
                        </a:lnTo>
                        <a:lnTo>
                          <a:pt x="842" y="103"/>
                        </a:lnTo>
                        <a:lnTo>
                          <a:pt x="838" y="103"/>
                        </a:lnTo>
                        <a:lnTo>
                          <a:pt x="834" y="103"/>
                        </a:lnTo>
                        <a:lnTo>
                          <a:pt x="829" y="102"/>
                        </a:lnTo>
                        <a:lnTo>
                          <a:pt x="826" y="102"/>
                        </a:lnTo>
                        <a:lnTo>
                          <a:pt x="822" y="102"/>
                        </a:lnTo>
                        <a:lnTo>
                          <a:pt x="817" y="101"/>
                        </a:lnTo>
                        <a:lnTo>
                          <a:pt x="814" y="101"/>
                        </a:lnTo>
                        <a:lnTo>
                          <a:pt x="809" y="100"/>
                        </a:lnTo>
                        <a:lnTo>
                          <a:pt x="806" y="100"/>
                        </a:lnTo>
                        <a:lnTo>
                          <a:pt x="801" y="100"/>
                        </a:lnTo>
                        <a:lnTo>
                          <a:pt x="797" y="99"/>
                        </a:lnTo>
                        <a:lnTo>
                          <a:pt x="792" y="99"/>
                        </a:lnTo>
                        <a:lnTo>
                          <a:pt x="789" y="99"/>
                        </a:lnTo>
                        <a:lnTo>
                          <a:pt x="784" y="97"/>
                        </a:lnTo>
                        <a:lnTo>
                          <a:pt x="781" y="97"/>
                        </a:lnTo>
                        <a:lnTo>
                          <a:pt x="776" y="96"/>
                        </a:lnTo>
                        <a:lnTo>
                          <a:pt x="772" y="95"/>
                        </a:lnTo>
                        <a:lnTo>
                          <a:pt x="768" y="95"/>
                        </a:lnTo>
                        <a:lnTo>
                          <a:pt x="764" y="95"/>
                        </a:lnTo>
                        <a:lnTo>
                          <a:pt x="759" y="94"/>
                        </a:lnTo>
                        <a:lnTo>
                          <a:pt x="756" y="94"/>
                        </a:lnTo>
                        <a:lnTo>
                          <a:pt x="751" y="93"/>
                        </a:lnTo>
                        <a:lnTo>
                          <a:pt x="746" y="93"/>
                        </a:lnTo>
                        <a:lnTo>
                          <a:pt x="743" y="93"/>
                        </a:lnTo>
                        <a:lnTo>
                          <a:pt x="739" y="93"/>
                        </a:lnTo>
                        <a:lnTo>
                          <a:pt x="734" y="91"/>
                        </a:lnTo>
                        <a:lnTo>
                          <a:pt x="731" y="91"/>
                        </a:lnTo>
                        <a:lnTo>
                          <a:pt x="726" y="91"/>
                        </a:lnTo>
                        <a:lnTo>
                          <a:pt x="722" y="91"/>
                        </a:lnTo>
                        <a:lnTo>
                          <a:pt x="719" y="90"/>
                        </a:lnTo>
                        <a:lnTo>
                          <a:pt x="713" y="90"/>
                        </a:lnTo>
                        <a:lnTo>
                          <a:pt x="709" y="90"/>
                        </a:lnTo>
                        <a:lnTo>
                          <a:pt x="706" y="90"/>
                        </a:lnTo>
                        <a:lnTo>
                          <a:pt x="701" y="89"/>
                        </a:lnTo>
                        <a:lnTo>
                          <a:pt x="696" y="89"/>
                        </a:lnTo>
                        <a:lnTo>
                          <a:pt x="693" y="89"/>
                        </a:lnTo>
                        <a:lnTo>
                          <a:pt x="688" y="89"/>
                        </a:lnTo>
                        <a:lnTo>
                          <a:pt x="684" y="89"/>
                        </a:lnTo>
                        <a:lnTo>
                          <a:pt x="680" y="89"/>
                        </a:lnTo>
                        <a:lnTo>
                          <a:pt x="675" y="89"/>
                        </a:lnTo>
                        <a:lnTo>
                          <a:pt x="671" y="89"/>
                        </a:lnTo>
                        <a:lnTo>
                          <a:pt x="667" y="89"/>
                        </a:lnTo>
                        <a:lnTo>
                          <a:pt x="663" y="89"/>
                        </a:lnTo>
                        <a:lnTo>
                          <a:pt x="658" y="89"/>
                        </a:lnTo>
                        <a:lnTo>
                          <a:pt x="655" y="90"/>
                        </a:lnTo>
                        <a:lnTo>
                          <a:pt x="650" y="89"/>
                        </a:lnTo>
                        <a:lnTo>
                          <a:pt x="645" y="88"/>
                        </a:lnTo>
                        <a:lnTo>
                          <a:pt x="641" y="88"/>
                        </a:lnTo>
                        <a:lnTo>
                          <a:pt x="636" y="88"/>
                        </a:lnTo>
                        <a:lnTo>
                          <a:pt x="632" y="87"/>
                        </a:lnTo>
                        <a:lnTo>
                          <a:pt x="628" y="87"/>
                        </a:lnTo>
                        <a:lnTo>
                          <a:pt x="623" y="85"/>
                        </a:lnTo>
                        <a:lnTo>
                          <a:pt x="619" y="85"/>
                        </a:lnTo>
                        <a:lnTo>
                          <a:pt x="614" y="85"/>
                        </a:lnTo>
                        <a:lnTo>
                          <a:pt x="610" y="84"/>
                        </a:lnTo>
                        <a:lnTo>
                          <a:pt x="605" y="84"/>
                        </a:lnTo>
                        <a:lnTo>
                          <a:pt x="600" y="84"/>
                        </a:lnTo>
                        <a:lnTo>
                          <a:pt x="595" y="83"/>
                        </a:lnTo>
                        <a:lnTo>
                          <a:pt x="592" y="83"/>
                        </a:lnTo>
                        <a:lnTo>
                          <a:pt x="587" y="83"/>
                        </a:lnTo>
                        <a:lnTo>
                          <a:pt x="582" y="83"/>
                        </a:lnTo>
                        <a:lnTo>
                          <a:pt x="578" y="82"/>
                        </a:lnTo>
                        <a:lnTo>
                          <a:pt x="573" y="82"/>
                        </a:lnTo>
                        <a:lnTo>
                          <a:pt x="568" y="81"/>
                        </a:lnTo>
                        <a:lnTo>
                          <a:pt x="563" y="81"/>
                        </a:lnTo>
                        <a:lnTo>
                          <a:pt x="559" y="81"/>
                        </a:lnTo>
                        <a:lnTo>
                          <a:pt x="554" y="81"/>
                        </a:lnTo>
                        <a:lnTo>
                          <a:pt x="549" y="81"/>
                        </a:lnTo>
                        <a:lnTo>
                          <a:pt x="544" y="81"/>
                        </a:lnTo>
                        <a:lnTo>
                          <a:pt x="540" y="81"/>
                        </a:lnTo>
                        <a:lnTo>
                          <a:pt x="536" y="81"/>
                        </a:lnTo>
                        <a:lnTo>
                          <a:pt x="531" y="81"/>
                        </a:lnTo>
                        <a:lnTo>
                          <a:pt x="525" y="81"/>
                        </a:lnTo>
                        <a:lnTo>
                          <a:pt x="521" y="81"/>
                        </a:lnTo>
                        <a:lnTo>
                          <a:pt x="516" y="81"/>
                        </a:lnTo>
                        <a:lnTo>
                          <a:pt x="512" y="81"/>
                        </a:lnTo>
                        <a:lnTo>
                          <a:pt x="508" y="82"/>
                        </a:lnTo>
                        <a:lnTo>
                          <a:pt x="501" y="81"/>
                        </a:lnTo>
                        <a:lnTo>
                          <a:pt x="493" y="81"/>
                        </a:lnTo>
                        <a:lnTo>
                          <a:pt x="485" y="81"/>
                        </a:lnTo>
                        <a:lnTo>
                          <a:pt x="479" y="81"/>
                        </a:lnTo>
                        <a:lnTo>
                          <a:pt x="472" y="80"/>
                        </a:lnTo>
                        <a:lnTo>
                          <a:pt x="465" y="80"/>
                        </a:lnTo>
                        <a:lnTo>
                          <a:pt x="458" y="80"/>
                        </a:lnTo>
                        <a:lnTo>
                          <a:pt x="451" y="80"/>
                        </a:lnTo>
                        <a:lnTo>
                          <a:pt x="444" y="78"/>
                        </a:lnTo>
                        <a:lnTo>
                          <a:pt x="438" y="78"/>
                        </a:lnTo>
                        <a:lnTo>
                          <a:pt x="429" y="78"/>
                        </a:lnTo>
                        <a:lnTo>
                          <a:pt x="422" y="78"/>
                        </a:lnTo>
                        <a:lnTo>
                          <a:pt x="415" y="78"/>
                        </a:lnTo>
                        <a:lnTo>
                          <a:pt x="409" y="78"/>
                        </a:lnTo>
                        <a:lnTo>
                          <a:pt x="402" y="78"/>
                        </a:lnTo>
                        <a:lnTo>
                          <a:pt x="395" y="78"/>
                        </a:lnTo>
                        <a:lnTo>
                          <a:pt x="387" y="78"/>
                        </a:lnTo>
                        <a:lnTo>
                          <a:pt x="381" y="78"/>
                        </a:lnTo>
                        <a:lnTo>
                          <a:pt x="374" y="78"/>
                        </a:lnTo>
                        <a:lnTo>
                          <a:pt x="366" y="78"/>
                        </a:lnTo>
                        <a:lnTo>
                          <a:pt x="359" y="78"/>
                        </a:lnTo>
                        <a:lnTo>
                          <a:pt x="352" y="78"/>
                        </a:lnTo>
                        <a:lnTo>
                          <a:pt x="345" y="80"/>
                        </a:lnTo>
                        <a:lnTo>
                          <a:pt x="339" y="80"/>
                        </a:lnTo>
                        <a:lnTo>
                          <a:pt x="331" y="80"/>
                        </a:lnTo>
                        <a:lnTo>
                          <a:pt x="325" y="80"/>
                        </a:lnTo>
                        <a:lnTo>
                          <a:pt x="318" y="81"/>
                        </a:lnTo>
                        <a:lnTo>
                          <a:pt x="311" y="81"/>
                        </a:lnTo>
                        <a:lnTo>
                          <a:pt x="304" y="81"/>
                        </a:lnTo>
                        <a:lnTo>
                          <a:pt x="298" y="82"/>
                        </a:lnTo>
                        <a:lnTo>
                          <a:pt x="291" y="82"/>
                        </a:lnTo>
                        <a:lnTo>
                          <a:pt x="283" y="83"/>
                        </a:lnTo>
                        <a:lnTo>
                          <a:pt x="276" y="83"/>
                        </a:lnTo>
                        <a:lnTo>
                          <a:pt x="269" y="83"/>
                        </a:lnTo>
                        <a:lnTo>
                          <a:pt x="263" y="84"/>
                        </a:lnTo>
                        <a:lnTo>
                          <a:pt x="256" y="84"/>
                        </a:lnTo>
                        <a:lnTo>
                          <a:pt x="249" y="85"/>
                        </a:lnTo>
                        <a:lnTo>
                          <a:pt x="242" y="85"/>
                        </a:lnTo>
                        <a:lnTo>
                          <a:pt x="235" y="87"/>
                        </a:lnTo>
                        <a:lnTo>
                          <a:pt x="229" y="88"/>
                        </a:lnTo>
                        <a:lnTo>
                          <a:pt x="222" y="88"/>
                        </a:lnTo>
                        <a:lnTo>
                          <a:pt x="215" y="89"/>
                        </a:lnTo>
                        <a:lnTo>
                          <a:pt x="208" y="90"/>
                        </a:lnTo>
                        <a:lnTo>
                          <a:pt x="202" y="90"/>
                        </a:lnTo>
                        <a:lnTo>
                          <a:pt x="194" y="91"/>
                        </a:lnTo>
                        <a:lnTo>
                          <a:pt x="187" y="93"/>
                        </a:lnTo>
                        <a:lnTo>
                          <a:pt x="181" y="94"/>
                        </a:lnTo>
                        <a:lnTo>
                          <a:pt x="174" y="95"/>
                        </a:lnTo>
                        <a:lnTo>
                          <a:pt x="167" y="95"/>
                        </a:lnTo>
                        <a:lnTo>
                          <a:pt x="161" y="96"/>
                        </a:lnTo>
                        <a:lnTo>
                          <a:pt x="154" y="97"/>
                        </a:lnTo>
                        <a:lnTo>
                          <a:pt x="147" y="99"/>
                        </a:lnTo>
                        <a:lnTo>
                          <a:pt x="141" y="100"/>
                        </a:lnTo>
                        <a:lnTo>
                          <a:pt x="134" y="101"/>
                        </a:lnTo>
                        <a:lnTo>
                          <a:pt x="127" y="103"/>
                        </a:lnTo>
                        <a:lnTo>
                          <a:pt x="121" y="104"/>
                        </a:lnTo>
                        <a:lnTo>
                          <a:pt x="114" y="106"/>
                        </a:lnTo>
                        <a:lnTo>
                          <a:pt x="108" y="107"/>
                        </a:lnTo>
                        <a:lnTo>
                          <a:pt x="101" y="108"/>
                        </a:lnTo>
                        <a:lnTo>
                          <a:pt x="95" y="110"/>
                        </a:lnTo>
                        <a:lnTo>
                          <a:pt x="88" y="112"/>
                        </a:lnTo>
                        <a:lnTo>
                          <a:pt x="82" y="113"/>
                        </a:lnTo>
                        <a:lnTo>
                          <a:pt x="76" y="115"/>
                        </a:lnTo>
                        <a:lnTo>
                          <a:pt x="69" y="116"/>
                        </a:lnTo>
                        <a:lnTo>
                          <a:pt x="65" y="115"/>
                        </a:lnTo>
                        <a:lnTo>
                          <a:pt x="62" y="115"/>
                        </a:lnTo>
                        <a:lnTo>
                          <a:pt x="58" y="114"/>
                        </a:lnTo>
                        <a:lnTo>
                          <a:pt x="56" y="114"/>
                        </a:lnTo>
                        <a:lnTo>
                          <a:pt x="52" y="113"/>
                        </a:lnTo>
                        <a:lnTo>
                          <a:pt x="49" y="113"/>
                        </a:lnTo>
                        <a:lnTo>
                          <a:pt x="45" y="113"/>
                        </a:lnTo>
                        <a:lnTo>
                          <a:pt x="43" y="113"/>
                        </a:lnTo>
                        <a:lnTo>
                          <a:pt x="39" y="113"/>
                        </a:lnTo>
                        <a:lnTo>
                          <a:pt x="37" y="113"/>
                        </a:lnTo>
                        <a:lnTo>
                          <a:pt x="33" y="113"/>
                        </a:lnTo>
                        <a:lnTo>
                          <a:pt x="31" y="113"/>
                        </a:lnTo>
                        <a:lnTo>
                          <a:pt x="27" y="113"/>
                        </a:lnTo>
                        <a:lnTo>
                          <a:pt x="25" y="113"/>
                        </a:lnTo>
                        <a:lnTo>
                          <a:pt x="22" y="113"/>
                        </a:lnTo>
                        <a:lnTo>
                          <a:pt x="19" y="113"/>
                        </a:lnTo>
                        <a:lnTo>
                          <a:pt x="18" y="109"/>
                        </a:lnTo>
                        <a:lnTo>
                          <a:pt x="16" y="107"/>
                        </a:lnTo>
                        <a:lnTo>
                          <a:pt x="15" y="103"/>
                        </a:lnTo>
                        <a:lnTo>
                          <a:pt x="14" y="101"/>
                        </a:lnTo>
                        <a:lnTo>
                          <a:pt x="12" y="95"/>
                        </a:lnTo>
                        <a:lnTo>
                          <a:pt x="9" y="91"/>
                        </a:lnTo>
                        <a:lnTo>
                          <a:pt x="7" y="87"/>
                        </a:lnTo>
                        <a:lnTo>
                          <a:pt x="5" y="83"/>
                        </a:lnTo>
                        <a:lnTo>
                          <a:pt x="2" y="78"/>
                        </a:lnTo>
                        <a:lnTo>
                          <a:pt x="0" y="75"/>
                        </a:lnTo>
                        <a:lnTo>
                          <a:pt x="2" y="70"/>
                        </a:lnTo>
                        <a:lnTo>
                          <a:pt x="6" y="68"/>
                        </a:lnTo>
                        <a:lnTo>
                          <a:pt x="8" y="64"/>
                        </a:lnTo>
                        <a:lnTo>
                          <a:pt x="12" y="61"/>
                        </a:lnTo>
                        <a:lnTo>
                          <a:pt x="14" y="58"/>
                        </a:lnTo>
                        <a:lnTo>
                          <a:pt x="18" y="55"/>
                        </a:lnTo>
                        <a:lnTo>
                          <a:pt x="21" y="52"/>
                        </a:lnTo>
                        <a:lnTo>
                          <a:pt x="25" y="51"/>
                        </a:lnTo>
                        <a:lnTo>
                          <a:pt x="27" y="49"/>
                        </a:lnTo>
                        <a:lnTo>
                          <a:pt x="31" y="46"/>
                        </a:lnTo>
                        <a:lnTo>
                          <a:pt x="34" y="44"/>
                        </a:lnTo>
                        <a:lnTo>
                          <a:pt x="38" y="43"/>
                        </a:lnTo>
                        <a:lnTo>
                          <a:pt x="41" y="40"/>
                        </a:lnTo>
                        <a:lnTo>
                          <a:pt x="45" y="39"/>
                        </a:lnTo>
                        <a:lnTo>
                          <a:pt x="49" y="38"/>
                        </a:lnTo>
                        <a:lnTo>
                          <a:pt x="53" y="37"/>
                        </a:lnTo>
                        <a:lnTo>
                          <a:pt x="56" y="34"/>
                        </a:lnTo>
                        <a:lnTo>
                          <a:pt x="60" y="33"/>
                        </a:lnTo>
                        <a:lnTo>
                          <a:pt x="64" y="32"/>
                        </a:lnTo>
                        <a:lnTo>
                          <a:pt x="67" y="31"/>
                        </a:lnTo>
                        <a:lnTo>
                          <a:pt x="71" y="30"/>
                        </a:lnTo>
                        <a:lnTo>
                          <a:pt x="76" y="30"/>
                        </a:lnTo>
                        <a:lnTo>
                          <a:pt x="79" y="28"/>
                        </a:lnTo>
                        <a:lnTo>
                          <a:pt x="83" y="27"/>
                        </a:lnTo>
                        <a:lnTo>
                          <a:pt x="88" y="27"/>
                        </a:lnTo>
                        <a:lnTo>
                          <a:pt x="91" y="26"/>
                        </a:lnTo>
                        <a:lnTo>
                          <a:pt x="95" y="25"/>
                        </a:lnTo>
                        <a:lnTo>
                          <a:pt x="98" y="25"/>
                        </a:lnTo>
                        <a:lnTo>
                          <a:pt x="103" y="25"/>
                        </a:lnTo>
                        <a:lnTo>
                          <a:pt x="107" y="25"/>
                        </a:lnTo>
                        <a:lnTo>
                          <a:pt x="111" y="24"/>
                        </a:lnTo>
                        <a:lnTo>
                          <a:pt x="116" y="24"/>
                        </a:lnTo>
                        <a:lnTo>
                          <a:pt x="120" y="23"/>
                        </a:lnTo>
                        <a:lnTo>
                          <a:pt x="123" y="23"/>
                        </a:lnTo>
                        <a:lnTo>
                          <a:pt x="127" y="23"/>
                        </a:lnTo>
                        <a:lnTo>
                          <a:pt x="132" y="23"/>
                        </a:lnTo>
                        <a:lnTo>
                          <a:pt x="135" y="23"/>
                        </a:lnTo>
                        <a:lnTo>
                          <a:pt x="140" y="21"/>
                        </a:lnTo>
                        <a:lnTo>
                          <a:pt x="143" y="21"/>
                        </a:lnTo>
                        <a:lnTo>
                          <a:pt x="148" y="21"/>
                        </a:lnTo>
                        <a:lnTo>
                          <a:pt x="152" y="20"/>
                        </a:lnTo>
                        <a:lnTo>
                          <a:pt x="156" y="20"/>
                        </a:lnTo>
                        <a:lnTo>
                          <a:pt x="161" y="20"/>
                        </a:lnTo>
                        <a:lnTo>
                          <a:pt x="165" y="20"/>
                        </a:lnTo>
                        <a:lnTo>
                          <a:pt x="170" y="19"/>
                        </a:lnTo>
                        <a:lnTo>
                          <a:pt x="173" y="19"/>
                        </a:lnTo>
                        <a:lnTo>
                          <a:pt x="177" y="19"/>
                        </a:lnTo>
                        <a:lnTo>
                          <a:pt x="181" y="19"/>
                        </a:lnTo>
                        <a:lnTo>
                          <a:pt x="186" y="19"/>
                        </a:lnTo>
                        <a:lnTo>
                          <a:pt x="190" y="19"/>
                        </a:lnTo>
                        <a:lnTo>
                          <a:pt x="194" y="18"/>
                        </a:lnTo>
                        <a:lnTo>
                          <a:pt x="198" y="18"/>
                        </a:lnTo>
                        <a:lnTo>
                          <a:pt x="202" y="17"/>
                        </a:lnTo>
                        <a:lnTo>
                          <a:pt x="206" y="17"/>
                        </a:lnTo>
                        <a:lnTo>
                          <a:pt x="210" y="15"/>
                        </a:lnTo>
                        <a:lnTo>
                          <a:pt x="215" y="15"/>
                        </a:lnTo>
                        <a:lnTo>
                          <a:pt x="218" y="14"/>
                        </a:lnTo>
                        <a:lnTo>
                          <a:pt x="222" y="14"/>
                        </a:lnTo>
                        <a:lnTo>
                          <a:pt x="225" y="13"/>
                        </a:lnTo>
                        <a:lnTo>
                          <a:pt x="230" y="12"/>
                        </a:lnTo>
                        <a:lnTo>
                          <a:pt x="234" y="12"/>
                        </a:lnTo>
                        <a:lnTo>
                          <a:pt x="237" y="11"/>
                        </a:lnTo>
                        <a:lnTo>
                          <a:pt x="242" y="9"/>
                        </a:lnTo>
                        <a:lnTo>
                          <a:pt x="245" y="9"/>
                        </a:lnTo>
                        <a:lnTo>
                          <a:pt x="249" y="7"/>
                        </a:lnTo>
                        <a:lnTo>
                          <a:pt x="251" y="7"/>
                        </a:lnTo>
                        <a:lnTo>
                          <a:pt x="255" y="7"/>
                        </a:lnTo>
                        <a:lnTo>
                          <a:pt x="257" y="7"/>
                        </a:lnTo>
                        <a:lnTo>
                          <a:pt x="260" y="7"/>
                        </a:lnTo>
                        <a:lnTo>
                          <a:pt x="263" y="6"/>
                        </a:lnTo>
                        <a:lnTo>
                          <a:pt x="266" y="6"/>
                        </a:lnTo>
                        <a:lnTo>
                          <a:pt x="269" y="6"/>
                        </a:lnTo>
                        <a:lnTo>
                          <a:pt x="272" y="5"/>
                        </a:lnTo>
                        <a:lnTo>
                          <a:pt x="275" y="5"/>
                        </a:lnTo>
                        <a:lnTo>
                          <a:pt x="278" y="5"/>
                        </a:lnTo>
                        <a:lnTo>
                          <a:pt x="281" y="5"/>
                        </a:lnTo>
                        <a:lnTo>
                          <a:pt x="283" y="5"/>
                        </a:lnTo>
                        <a:lnTo>
                          <a:pt x="287" y="5"/>
                        </a:lnTo>
                        <a:lnTo>
                          <a:pt x="289" y="5"/>
                        </a:lnTo>
                        <a:lnTo>
                          <a:pt x="293" y="5"/>
                        </a:lnTo>
                        <a:lnTo>
                          <a:pt x="295" y="5"/>
                        </a:lnTo>
                        <a:lnTo>
                          <a:pt x="298" y="5"/>
                        </a:lnTo>
                        <a:lnTo>
                          <a:pt x="301" y="5"/>
                        </a:lnTo>
                        <a:lnTo>
                          <a:pt x="304" y="5"/>
                        </a:lnTo>
                        <a:lnTo>
                          <a:pt x="307" y="5"/>
                        </a:lnTo>
                        <a:lnTo>
                          <a:pt x="311" y="5"/>
                        </a:lnTo>
                        <a:lnTo>
                          <a:pt x="313" y="5"/>
                        </a:lnTo>
                        <a:lnTo>
                          <a:pt x="315" y="5"/>
                        </a:lnTo>
                        <a:lnTo>
                          <a:pt x="319" y="5"/>
                        </a:lnTo>
                        <a:lnTo>
                          <a:pt x="321" y="5"/>
                        </a:lnTo>
                        <a:lnTo>
                          <a:pt x="325" y="5"/>
                        </a:lnTo>
                        <a:lnTo>
                          <a:pt x="329" y="5"/>
                        </a:lnTo>
                        <a:lnTo>
                          <a:pt x="331" y="5"/>
                        </a:lnTo>
                        <a:lnTo>
                          <a:pt x="333" y="5"/>
                        </a:lnTo>
                        <a:lnTo>
                          <a:pt x="337" y="5"/>
                        </a:lnTo>
                        <a:lnTo>
                          <a:pt x="340" y="6"/>
                        </a:lnTo>
                        <a:lnTo>
                          <a:pt x="343" y="5"/>
                        </a:lnTo>
                        <a:lnTo>
                          <a:pt x="346" y="5"/>
                        </a:lnTo>
                        <a:lnTo>
                          <a:pt x="349" y="5"/>
                        </a:lnTo>
                        <a:lnTo>
                          <a:pt x="351" y="5"/>
                        </a:lnTo>
                        <a:lnTo>
                          <a:pt x="355" y="5"/>
                        </a:lnTo>
                        <a:lnTo>
                          <a:pt x="357" y="5"/>
                        </a:lnTo>
                        <a:lnTo>
                          <a:pt x="361" y="5"/>
                        </a:lnTo>
                        <a:lnTo>
                          <a:pt x="364" y="5"/>
                        </a:lnTo>
                        <a:lnTo>
                          <a:pt x="366" y="5"/>
                        </a:lnTo>
                        <a:lnTo>
                          <a:pt x="369" y="5"/>
                        </a:lnTo>
                        <a:lnTo>
                          <a:pt x="371" y="5"/>
                        </a:lnTo>
                        <a:lnTo>
                          <a:pt x="376" y="5"/>
                        </a:lnTo>
                        <a:lnTo>
                          <a:pt x="378" y="5"/>
                        </a:lnTo>
                        <a:lnTo>
                          <a:pt x="382" y="5"/>
                        </a:lnTo>
                        <a:lnTo>
                          <a:pt x="384" y="5"/>
                        </a:lnTo>
                        <a:lnTo>
                          <a:pt x="387" y="5"/>
                        </a:lnTo>
                        <a:lnTo>
                          <a:pt x="390" y="5"/>
                        </a:lnTo>
                        <a:lnTo>
                          <a:pt x="394" y="5"/>
                        </a:lnTo>
                        <a:lnTo>
                          <a:pt x="396" y="5"/>
                        </a:lnTo>
                        <a:lnTo>
                          <a:pt x="400" y="5"/>
                        </a:lnTo>
                        <a:lnTo>
                          <a:pt x="402" y="5"/>
                        </a:lnTo>
                        <a:lnTo>
                          <a:pt x="404" y="5"/>
                        </a:lnTo>
                        <a:lnTo>
                          <a:pt x="407" y="4"/>
                        </a:lnTo>
                        <a:lnTo>
                          <a:pt x="410" y="4"/>
                        </a:lnTo>
                        <a:lnTo>
                          <a:pt x="414" y="2"/>
                        </a:lnTo>
                        <a:lnTo>
                          <a:pt x="418" y="2"/>
                        </a:lnTo>
                        <a:lnTo>
                          <a:pt x="420" y="1"/>
                        </a:lnTo>
                        <a:lnTo>
                          <a:pt x="422" y="1"/>
                        </a:lnTo>
                        <a:lnTo>
                          <a:pt x="426" y="1"/>
                        </a:lnTo>
                        <a:lnTo>
                          <a:pt x="428" y="1"/>
                        </a:lnTo>
                        <a:lnTo>
                          <a:pt x="432" y="0"/>
                        </a:lnTo>
                        <a:lnTo>
                          <a:pt x="435"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75" name="Freeform 26"/>
                  <p:cNvSpPr/>
                  <p:nvPr/>
                </p:nvSpPr>
                <p:spPr bwMode="auto">
                  <a:xfrm>
                    <a:off x="5406" y="1602"/>
                    <a:ext cx="36" cy="166"/>
                  </a:xfrm>
                  <a:custGeom>
                    <a:avLst/>
                    <a:gdLst>
                      <a:gd name="T0" fmla="*/ 0 w 107"/>
                      <a:gd name="T1" fmla="*/ 0 h 499"/>
                      <a:gd name="T2" fmla="*/ 0 w 107"/>
                      <a:gd name="T3" fmla="*/ 0 h 499"/>
                      <a:gd name="T4" fmla="*/ 0 w 107"/>
                      <a:gd name="T5" fmla="*/ 0 h 499"/>
                      <a:gd name="T6" fmla="*/ 0 w 107"/>
                      <a:gd name="T7" fmla="*/ 0 h 499"/>
                      <a:gd name="T8" fmla="*/ 0 w 107"/>
                      <a:gd name="T9" fmla="*/ 0 h 499"/>
                      <a:gd name="T10" fmla="*/ 0 w 107"/>
                      <a:gd name="T11" fmla="*/ 0 h 499"/>
                      <a:gd name="T12" fmla="*/ 0 w 107"/>
                      <a:gd name="T13" fmla="*/ 0 h 499"/>
                      <a:gd name="T14" fmla="*/ 0 w 107"/>
                      <a:gd name="T15" fmla="*/ 0 h 499"/>
                      <a:gd name="T16" fmla="*/ 0 w 107"/>
                      <a:gd name="T17" fmla="*/ 0 h 499"/>
                      <a:gd name="T18" fmla="*/ 0 w 107"/>
                      <a:gd name="T19" fmla="*/ 0 h 499"/>
                      <a:gd name="T20" fmla="*/ 0 w 107"/>
                      <a:gd name="T21" fmla="*/ 0 h 499"/>
                      <a:gd name="T22" fmla="*/ 0 w 107"/>
                      <a:gd name="T23" fmla="*/ 0 h 499"/>
                      <a:gd name="T24" fmla="*/ 0 w 107"/>
                      <a:gd name="T25" fmla="*/ 0 h 499"/>
                      <a:gd name="T26" fmla="*/ 0 w 107"/>
                      <a:gd name="T27" fmla="*/ 0 h 499"/>
                      <a:gd name="T28" fmla="*/ 0 w 107"/>
                      <a:gd name="T29" fmla="*/ 0 h 499"/>
                      <a:gd name="T30" fmla="*/ 0 w 107"/>
                      <a:gd name="T31" fmla="*/ 0 h 499"/>
                      <a:gd name="T32" fmla="*/ 0 w 107"/>
                      <a:gd name="T33" fmla="*/ 0 h 499"/>
                      <a:gd name="T34" fmla="*/ 0 w 107"/>
                      <a:gd name="T35" fmla="*/ 0 h 499"/>
                      <a:gd name="T36" fmla="*/ 0 w 107"/>
                      <a:gd name="T37" fmla="*/ 0 h 499"/>
                      <a:gd name="T38" fmla="*/ 0 w 107"/>
                      <a:gd name="T39" fmla="*/ 0 h 499"/>
                      <a:gd name="T40" fmla="*/ 0 w 107"/>
                      <a:gd name="T41" fmla="*/ 0 h 499"/>
                      <a:gd name="T42" fmla="*/ 0 w 107"/>
                      <a:gd name="T43" fmla="*/ 0 h 499"/>
                      <a:gd name="T44" fmla="*/ 0 w 107"/>
                      <a:gd name="T45" fmla="*/ 0 h 499"/>
                      <a:gd name="T46" fmla="*/ 0 w 107"/>
                      <a:gd name="T47" fmla="*/ 0 h 499"/>
                      <a:gd name="T48" fmla="*/ 0 w 107"/>
                      <a:gd name="T49" fmla="*/ 0 h 499"/>
                      <a:gd name="T50" fmla="*/ 0 w 107"/>
                      <a:gd name="T51" fmla="*/ 0 h 499"/>
                      <a:gd name="T52" fmla="*/ 0 w 107"/>
                      <a:gd name="T53" fmla="*/ 0 h 499"/>
                      <a:gd name="T54" fmla="*/ 0 w 107"/>
                      <a:gd name="T55" fmla="*/ 0 h 499"/>
                      <a:gd name="T56" fmla="*/ 0 w 107"/>
                      <a:gd name="T57" fmla="*/ 0 h 499"/>
                      <a:gd name="T58" fmla="*/ 0 w 107"/>
                      <a:gd name="T59" fmla="*/ 0 h 499"/>
                      <a:gd name="T60" fmla="*/ 0 w 107"/>
                      <a:gd name="T61" fmla="*/ 0 h 499"/>
                      <a:gd name="T62" fmla="*/ 0 w 107"/>
                      <a:gd name="T63" fmla="*/ 0 h 499"/>
                      <a:gd name="T64" fmla="*/ 0 w 107"/>
                      <a:gd name="T65" fmla="*/ 0 h 499"/>
                      <a:gd name="T66" fmla="*/ 0 w 107"/>
                      <a:gd name="T67" fmla="*/ 0 h 499"/>
                      <a:gd name="T68" fmla="*/ 0 w 107"/>
                      <a:gd name="T69" fmla="*/ 0 h 499"/>
                      <a:gd name="T70" fmla="*/ 0 w 107"/>
                      <a:gd name="T71" fmla="*/ 0 h 499"/>
                      <a:gd name="T72" fmla="*/ 0 w 107"/>
                      <a:gd name="T73" fmla="*/ 0 h 499"/>
                      <a:gd name="T74" fmla="*/ 0 w 107"/>
                      <a:gd name="T75" fmla="*/ 0 h 499"/>
                      <a:gd name="T76" fmla="*/ 0 w 107"/>
                      <a:gd name="T77" fmla="*/ 0 h 499"/>
                      <a:gd name="T78" fmla="*/ 0 w 107"/>
                      <a:gd name="T79" fmla="*/ 0 h 499"/>
                      <a:gd name="T80" fmla="*/ 0 w 107"/>
                      <a:gd name="T81" fmla="*/ 0 h 499"/>
                      <a:gd name="T82" fmla="*/ 0 w 107"/>
                      <a:gd name="T83" fmla="*/ 0 h 499"/>
                      <a:gd name="T84" fmla="*/ 0 w 107"/>
                      <a:gd name="T85" fmla="*/ 0 h 499"/>
                      <a:gd name="T86" fmla="*/ 0 w 107"/>
                      <a:gd name="T87" fmla="*/ 0 h 499"/>
                      <a:gd name="T88" fmla="*/ 0 w 107"/>
                      <a:gd name="T89" fmla="*/ 0 h 499"/>
                      <a:gd name="T90" fmla="*/ 0 w 107"/>
                      <a:gd name="T91" fmla="*/ 0 h 499"/>
                      <a:gd name="T92" fmla="*/ 0 w 107"/>
                      <a:gd name="T93" fmla="*/ 0 h 499"/>
                      <a:gd name="T94" fmla="*/ 0 w 107"/>
                      <a:gd name="T95" fmla="*/ 0 h 499"/>
                      <a:gd name="T96" fmla="*/ 0 w 107"/>
                      <a:gd name="T97" fmla="*/ 0 h 499"/>
                      <a:gd name="T98" fmla="*/ 0 w 107"/>
                      <a:gd name="T99" fmla="*/ 0 h 499"/>
                      <a:gd name="T100" fmla="*/ 0 w 107"/>
                      <a:gd name="T101" fmla="*/ 0 h 499"/>
                      <a:gd name="T102" fmla="*/ 0 w 107"/>
                      <a:gd name="T103" fmla="*/ 0 h 49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7"/>
                      <a:gd name="T157" fmla="*/ 0 h 499"/>
                      <a:gd name="T158" fmla="*/ 107 w 107"/>
                      <a:gd name="T159" fmla="*/ 499 h 49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7" h="499">
                        <a:moveTo>
                          <a:pt x="54" y="0"/>
                        </a:moveTo>
                        <a:lnTo>
                          <a:pt x="57" y="2"/>
                        </a:lnTo>
                        <a:lnTo>
                          <a:pt x="61" y="4"/>
                        </a:lnTo>
                        <a:lnTo>
                          <a:pt x="64" y="5"/>
                        </a:lnTo>
                        <a:lnTo>
                          <a:pt x="69" y="7"/>
                        </a:lnTo>
                        <a:lnTo>
                          <a:pt x="71" y="8"/>
                        </a:lnTo>
                        <a:lnTo>
                          <a:pt x="74" y="11"/>
                        </a:lnTo>
                        <a:lnTo>
                          <a:pt x="76" y="12"/>
                        </a:lnTo>
                        <a:lnTo>
                          <a:pt x="80" y="15"/>
                        </a:lnTo>
                        <a:lnTo>
                          <a:pt x="85" y="19"/>
                        </a:lnTo>
                        <a:lnTo>
                          <a:pt x="88" y="24"/>
                        </a:lnTo>
                        <a:lnTo>
                          <a:pt x="89" y="26"/>
                        </a:lnTo>
                        <a:lnTo>
                          <a:pt x="92" y="30"/>
                        </a:lnTo>
                        <a:lnTo>
                          <a:pt x="92" y="32"/>
                        </a:lnTo>
                        <a:lnTo>
                          <a:pt x="94" y="36"/>
                        </a:lnTo>
                        <a:lnTo>
                          <a:pt x="94" y="38"/>
                        </a:lnTo>
                        <a:lnTo>
                          <a:pt x="95" y="40"/>
                        </a:lnTo>
                        <a:lnTo>
                          <a:pt x="95" y="44"/>
                        </a:lnTo>
                        <a:lnTo>
                          <a:pt x="96" y="46"/>
                        </a:lnTo>
                        <a:lnTo>
                          <a:pt x="96" y="50"/>
                        </a:lnTo>
                        <a:lnTo>
                          <a:pt x="96" y="53"/>
                        </a:lnTo>
                        <a:lnTo>
                          <a:pt x="96" y="56"/>
                        </a:lnTo>
                        <a:lnTo>
                          <a:pt x="98" y="59"/>
                        </a:lnTo>
                        <a:lnTo>
                          <a:pt x="96" y="63"/>
                        </a:lnTo>
                        <a:lnTo>
                          <a:pt x="96" y="65"/>
                        </a:lnTo>
                        <a:lnTo>
                          <a:pt x="96" y="69"/>
                        </a:lnTo>
                        <a:lnTo>
                          <a:pt x="96" y="74"/>
                        </a:lnTo>
                        <a:lnTo>
                          <a:pt x="95" y="76"/>
                        </a:lnTo>
                        <a:lnTo>
                          <a:pt x="95" y="81"/>
                        </a:lnTo>
                        <a:lnTo>
                          <a:pt x="94" y="83"/>
                        </a:lnTo>
                        <a:lnTo>
                          <a:pt x="94" y="88"/>
                        </a:lnTo>
                        <a:lnTo>
                          <a:pt x="93" y="90"/>
                        </a:lnTo>
                        <a:lnTo>
                          <a:pt x="92" y="94"/>
                        </a:lnTo>
                        <a:lnTo>
                          <a:pt x="92" y="97"/>
                        </a:lnTo>
                        <a:lnTo>
                          <a:pt x="90" y="101"/>
                        </a:lnTo>
                        <a:lnTo>
                          <a:pt x="89" y="105"/>
                        </a:lnTo>
                        <a:lnTo>
                          <a:pt x="89" y="108"/>
                        </a:lnTo>
                        <a:lnTo>
                          <a:pt x="87" y="112"/>
                        </a:lnTo>
                        <a:lnTo>
                          <a:pt x="87" y="116"/>
                        </a:lnTo>
                        <a:lnTo>
                          <a:pt x="86" y="119"/>
                        </a:lnTo>
                        <a:lnTo>
                          <a:pt x="85" y="122"/>
                        </a:lnTo>
                        <a:lnTo>
                          <a:pt x="85" y="126"/>
                        </a:lnTo>
                        <a:lnTo>
                          <a:pt x="83" y="129"/>
                        </a:lnTo>
                        <a:lnTo>
                          <a:pt x="82" y="133"/>
                        </a:lnTo>
                        <a:lnTo>
                          <a:pt x="82" y="137"/>
                        </a:lnTo>
                        <a:lnTo>
                          <a:pt x="80" y="140"/>
                        </a:lnTo>
                        <a:lnTo>
                          <a:pt x="80" y="144"/>
                        </a:lnTo>
                        <a:lnTo>
                          <a:pt x="79" y="147"/>
                        </a:lnTo>
                        <a:lnTo>
                          <a:pt x="77" y="151"/>
                        </a:lnTo>
                        <a:lnTo>
                          <a:pt x="76" y="154"/>
                        </a:lnTo>
                        <a:lnTo>
                          <a:pt x="76" y="158"/>
                        </a:lnTo>
                        <a:lnTo>
                          <a:pt x="76" y="162"/>
                        </a:lnTo>
                        <a:lnTo>
                          <a:pt x="76" y="165"/>
                        </a:lnTo>
                        <a:lnTo>
                          <a:pt x="75" y="169"/>
                        </a:lnTo>
                        <a:lnTo>
                          <a:pt x="75" y="172"/>
                        </a:lnTo>
                        <a:lnTo>
                          <a:pt x="74" y="175"/>
                        </a:lnTo>
                        <a:lnTo>
                          <a:pt x="74" y="178"/>
                        </a:lnTo>
                        <a:lnTo>
                          <a:pt x="74" y="182"/>
                        </a:lnTo>
                        <a:lnTo>
                          <a:pt x="75" y="184"/>
                        </a:lnTo>
                        <a:lnTo>
                          <a:pt x="75" y="188"/>
                        </a:lnTo>
                        <a:lnTo>
                          <a:pt x="76" y="191"/>
                        </a:lnTo>
                        <a:lnTo>
                          <a:pt x="76" y="195"/>
                        </a:lnTo>
                        <a:lnTo>
                          <a:pt x="77" y="197"/>
                        </a:lnTo>
                        <a:lnTo>
                          <a:pt x="76" y="202"/>
                        </a:lnTo>
                        <a:lnTo>
                          <a:pt x="76" y="207"/>
                        </a:lnTo>
                        <a:lnTo>
                          <a:pt x="76" y="210"/>
                        </a:lnTo>
                        <a:lnTo>
                          <a:pt x="76" y="215"/>
                        </a:lnTo>
                        <a:lnTo>
                          <a:pt x="75" y="220"/>
                        </a:lnTo>
                        <a:lnTo>
                          <a:pt x="74" y="224"/>
                        </a:lnTo>
                        <a:lnTo>
                          <a:pt x="74" y="228"/>
                        </a:lnTo>
                        <a:lnTo>
                          <a:pt x="74" y="233"/>
                        </a:lnTo>
                        <a:lnTo>
                          <a:pt x="74" y="237"/>
                        </a:lnTo>
                        <a:lnTo>
                          <a:pt x="74" y="241"/>
                        </a:lnTo>
                        <a:lnTo>
                          <a:pt x="74" y="246"/>
                        </a:lnTo>
                        <a:lnTo>
                          <a:pt x="74" y="251"/>
                        </a:lnTo>
                        <a:lnTo>
                          <a:pt x="74" y="255"/>
                        </a:lnTo>
                        <a:lnTo>
                          <a:pt x="74" y="259"/>
                        </a:lnTo>
                        <a:lnTo>
                          <a:pt x="74" y="264"/>
                        </a:lnTo>
                        <a:lnTo>
                          <a:pt x="74" y="268"/>
                        </a:lnTo>
                        <a:lnTo>
                          <a:pt x="74" y="272"/>
                        </a:lnTo>
                        <a:lnTo>
                          <a:pt x="74" y="277"/>
                        </a:lnTo>
                        <a:lnTo>
                          <a:pt x="74" y="281"/>
                        </a:lnTo>
                        <a:lnTo>
                          <a:pt x="74" y="285"/>
                        </a:lnTo>
                        <a:lnTo>
                          <a:pt x="74" y="290"/>
                        </a:lnTo>
                        <a:lnTo>
                          <a:pt x="75" y="293"/>
                        </a:lnTo>
                        <a:lnTo>
                          <a:pt x="76" y="298"/>
                        </a:lnTo>
                        <a:lnTo>
                          <a:pt x="76" y="303"/>
                        </a:lnTo>
                        <a:lnTo>
                          <a:pt x="76" y="306"/>
                        </a:lnTo>
                        <a:lnTo>
                          <a:pt x="76" y="311"/>
                        </a:lnTo>
                        <a:lnTo>
                          <a:pt x="76" y="316"/>
                        </a:lnTo>
                        <a:lnTo>
                          <a:pt x="76" y="319"/>
                        </a:lnTo>
                        <a:lnTo>
                          <a:pt x="77" y="324"/>
                        </a:lnTo>
                        <a:lnTo>
                          <a:pt x="77" y="329"/>
                        </a:lnTo>
                        <a:lnTo>
                          <a:pt x="79" y="332"/>
                        </a:lnTo>
                        <a:lnTo>
                          <a:pt x="79" y="336"/>
                        </a:lnTo>
                        <a:lnTo>
                          <a:pt x="79" y="341"/>
                        </a:lnTo>
                        <a:lnTo>
                          <a:pt x="80" y="346"/>
                        </a:lnTo>
                        <a:lnTo>
                          <a:pt x="80" y="349"/>
                        </a:lnTo>
                        <a:lnTo>
                          <a:pt x="81" y="354"/>
                        </a:lnTo>
                        <a:lnTo>
                          <a:pt x="82" y="357"/>
                        </a:lnTo>
                        <a:lnTo>
                          <a:pt x="82" y="362"/>
                        </a:lnTo>
                        <a:lnTo>
                          <a:pt x="82" y="366"/>
                        </a:lnTo>
                        <a:lnTo>
                          <a:pt x="85" y="369"/>
                        </a:lnTo>
                        <a:lnTo>
                          <a:pt x="85" y="374"/>
                        </a:lnTo>
                        <a:lnTo>
                          <a:pt x="85" y="378"/>
                        </a:lnTo>
                        <a:lnTo>
                          <a:pt x="86" y="382"/>
                        </a:lnTo>
                        <a:lnTo>
                          <a:pt x="87" y="387"/>
                        </a:lnTo>
                        <a:lnTo>
                          <a:pt x="87" y="391"/>
                        </a:lnTo>
                        <a:lnTo>
                          <a:pt x="89" y="395"/>
                        </a:lnTo>
                        <a:lnTo>
                          <a:pt x="89" y="400"/>
                        </a:lnTo>
                        <a:lnTo>
                          <a:pt x="90" y="404"/>
                        </a:lnTo>
                        <a:lnTo>
                          <a:pt x="92" y="407"/>
                        </a:lnTo>
                        <a:lnTo>
                          <a:pt x="92" y="412"/>
                        </a:lnTo>
                        <a:lnTo>
                          <a:pt x="93" y="416"/>
                        </a:lnTo>
                        <a:lnTo>
                          <a:pt x="94" y="420"/>
                        </a:lnTo>
                        <a:lnTo>
                          <a:pt x="94" y="424"/>
                        </a:lnTo>
                        <a:lnTo>
                          <a:pt x="95" y="429"/>
                        </a:lnTo>
                        <a:lnTo>
                          <a:pt x="96" y="433"/>
                        </a:lnTo>
                        <a:lnTo>
                          <a:pt x="98" y="437"/>
                        </a:lnTo>
                        <a:lnTo>
                          <a:pt x="99" y="440"/>
                        </a:lnTo>
                        <a:lnTo>
                          <a:pt x="100" y="445"/>
                        </a:lnTo>
                        <a:lnTo>
                          <a:pt x="101" y="449"/>
                        </a:lnTo>
                        <a:lnTo>
                          <a:pt x="102" y="454"/>
                        </a:lnTo>
                        <a:lnTo>
                          <a:pt x="103" y="458"/>
                        </a:lnTo>
                        <a:lnTo>
                          <a:pt x="105" y="462"/>
                        </a:lnTo>
                        <a:lnTo>
                          <a:pt x="106" y="467"/>
                        </a:lnTo>
                        <a:lnTo>
                          <a:pt x="107" y="471"/>
                        </a:lnTo>
                        <a:lnTo>
                          <a:pt x="103" y="474"/>
                        </a:lnTo>
                        <a:lnTo>
                          <a:pt x="99" y="477"/>
                        </a:lnTo>
                        <a:lnTo>
                          <a:pt x="94" y="481"/>
                        </a:lnTo>
                        <a:lnTo>
                          <a:pt x="90" y="484"/>
                        </a:lnTo>
                        <a:lnTo>
                          <a:pt x="87" y="488"/>
                        </a:lnTo>
                        <a:lnTo>
                          <a:pt x="82" y="492"/>
                        </a:lnTo>
                        <a:lnTo>
                          <a:pt x="77" y="494"/>
                        </a:lnTo>
                        <a:lnTo>
                          <a:pt x="74" y="499"/>
                        </a:lnTo>
                        <a:lnTo>
                          <a:pt x="68" y="495"/>
                        </a:lnTo>
                        <a:lnTo>
                          <a:pt x="64" y="493"/>
                        </a:lnTo>
                        <a:lnTo>
                          <a:pt x="58" y="489"/>
                        </a:lnTo>
                        <a:lnTo>
                          <a:pt x="55" y="487"/>
                        </a:lnTo>
                        <a:lnTo>
                          <a:pt x="51" y="483"/>
                        </a:lnTo>
                        <a:lnTo>
                          <a:pt x="48" y="481"/>
                        </a:lnTo>
                        <a:lnTo>
                          <a:pt x="44" y="477"/>
                        </a:lnTo>
                        <a:lnTo>
                          <a:pt x="41" y="475"/>
                        </a:lnTo>
                        <a:lnTo>
                          <a:pt x="37" y="471"/>
                        </a:lnTo>
                        <a:lnTo>
                          <a:pt x="33" y="467"/>
                        </a:lnTo>
                        <a:lnTo>
                          <a:pt x="31" y="463"/>
                        </a:lnTo>
                        <a:lnTo>
                          <a:pt x="29" y="459"/>
                        </a:lnTo>
                        <a:lnTo>
                          <a:pt x="26" y="456"/>
                        </a:lnTo>
                        <a:lnTo>
                          <a:pt x="23" y="451"/>
                        </a:lnTo>
                        <a:lnTo>
                          <a:pt x="20" y="448"/>
                        </a:lnTo>
                        <a:lnTo>
                          <a:pt x="19" y="444"/>
                        </a:lnTo>
                        <a:lnTo>
                          <a:pt x="17" y="439"/>
                        </a:lnTo>
                        <a:lnTo>
                          <a:pt x="16" y="435"/>
                        </a:lnTo>
                        <a:lnTo>
                          <a:pt x="13" y="430"/>
                        </a:lnTo>
                        <a:lnTo>
                          <a:pt x="12" y="426"/>
                        </a:lnTo>
                        <a:lnTo>
                          <a:pt x="11" y="421"/>
                        </a:lnTo>
                        <a:lnTo>
                          <a:pt x="9" y="417"/>
                        </a:lnTo>
                        <a:lnTo>
                          <a:pt x="9" y="412"/>
                        </a:lnTo>
                        <a:lnTo>
                          <a:pt x="7" y="407"/>
                        </a:lnTo>
                        <a:lnTo>
                          <a:pt x="6" y="402"/>
                        </a:lnTo>
                        <a:lnTo>
                          <a:pt x="5" y="398"/>
                        </a:lnTo>
                        <a:lnTo>
                          <a:pt x="4" y="392"/>
                        </a:lnTo>
                        <a:lnTo>
                          <a:pt x="4" y="387"/>
                        </a:lnTo>
                        <a:lnTo>
                          <a:pt x="3" y="382"/>
                        </a:lnTo>
                        <a:lnTo>
                          <a:pt x="3" y="378"/>
                        </a:lnTo>
                        <a:lnTo>
                          <a:pt x="1" y="372"/>
                        </a:lnTo>
                        <a:lnTo>
                          <a:pt x="1" y="367"/>
                        </a:lnTo>
                        <a:lnTo>
                          <a:pt x="1" y="362"/>
                        </a:lnTo>
                        <a:lnTo>
                          <a:pt x="0" y="357"/>
                        </a:lnTo>
                        <a:lnTo>
                          <a:pt x="0" y="351"/>
                        </a:lnTo>
                        <a:lnTo>
                          <a:pt x="0" y="347"/>
                        </a:lnTo>
                        <a:lnTo>
                          <a:pt x="0" y="341"/>
                        </a:lnTo>
                        <a:lnTo>
                          <a:pt x="0" y="336"/>
                        </a:lnTo>
                        <a:lnTo>
                          <a:pt x="0" y="330"/>
                        </a:lnTo>
                        <a:lnTo>
                          <a:pt x="0" y="325"/>
                        </a:lnTo>
                        <a:lnTo>
                          <a:pt x="0" y="319"/>
                        </a:lnTo>
                        <a:lnTo>
                          <a:pt x="0" y="313"/>
                        </a:lnTo>
                        <a:lnTo>
                          <a:pt x="0" y="309"/>
                        </a:lnTo>
                        <a:lnTo>
                          <a:pt x="0" y="304"/>
                        </a:lnTo>
                        <a:lnTo>
                          <a:pt x="0" y="298"/>
                        </a:lnTo>
                        <a:lnTo>
                          <a:pt x="0" y="292"/>
                        </a:lnTo>
                        <a:lnTo>
                          <a:pt x="0" y="287"/>
                        </a:lnTo>
                        <a:lnTo>
                          <a:pt x="1" y="281"/>
                        </a:lnTo>
                        <a:lnTo>
                          <a:pt x="1" y="275"/>
                        </a:lnTo>
                        <a:lnTo>
                          <a:pt x="1" y="271"/>
                        </a:lnTo>
                        <a:lnTo>
                          <a:pt x="1" y="266"/>
                        </a:lnTo>
                        <a:lnTo>
                          <a:pt x="1" y="260"/>
                        </a:lnTo>
                        <a:lnTo>
                          <a:pt x="1" y="255"/>
                        </a:lnTo>
                        <a:lnTo>
                          <a:pt x="1" y="251"/>
                        </a:lnTo>
                        <a:lnTo>
                          <a:pt x="1" y="245"/>
                        </a:lnTo>
                        <a:lnTo>
                          <a:pt x="1" y="240"/>
                        </a:lnTo>
                        <a:lnTo>
                          <a:pt x="1" y="235"/>
                        </a:lnTo>
                        <a:lnTo>
                          <a:pt x="1" y="230"/>
                        </a:lnTo>
                        <a:lnTo>
                          <a:pt x="1" y="224"/>
                        </a:lnTo>
                        <a:lnTo>
                          <a:pt x="1" y="220"/>
                        </a:lnTo>
                        <a:lnTo>
                          <a:pt x="0" y="215"/>
                        </a:lnTo>
                        <a:lnTo>
                          <a:pt x="0" y="210"/>
                        </a:lnTo>
                        <a:lnTo>
                          <a:pt x="0" y="205"/>
                        </a:lnTo>
                        <a:lnTo>
                          <a:pt x="0" y="201"/>
                        </a:lnTo>
                        <a:lnTo>
                          <a:pt x="0" y="197"/>
                        </a:lnTo>
                        <a:lnTo>
                          <a:pt x="0" y="194"/>
                        </a:lnTo>
                        <a:lnTo>
                          <a:pt x="0" y="190"/>
                        </a:lnTo>
                        <a:lnTo>
                          <a:pt x="0" y="188"/>
                        </a:lnTo>
                        <a:lnTo>
                          <a:pt x="0" y="183"/>
                        </a:lnTo>
                        <a:lnTo>
                          <a:pt x="1" y="181"/>
                        </a:lnTo>
                        <a:lnTo>
                          <a:pt x="1" y="177"/>
                        </a:lnTo>
                        <a:lnTo>
                          <a:pt x="1" y="173"/>
                        </a:lnTo>
                        <a:lnTo>
                          <a:pt x="1" y="170"/>
                        </a:lnTo>
                        <a:lnTo>
                          <a:pt x="1" y="166"/>
                        </a:lnTo>
                        <a:lnTo>
                          <a:pt x="1" y="163"/>
                        </a:lnTo>
                        <a:lnTo>
                          <a:pt x="3" y="159"/>
                        </a:lnTo>
                        <a:lnTo>
                          <a:pt x="3" y="156"/>
                        </a:lnTo>
                        <a:lnTo>
                          <a:pt x="3" y="153"/>
                        </a:lnTo>
                        <a:lnTo>
                          <a:pt x="3" y="150"/>
                        </a:lnTo>
                        <a:lnTo>
                          <a:pt x="3" y="146"/>
                        </a:lnTo>
                        <a:lnTo>
                          <a:pt x="3" y="143"/>
                        </a:lnTo>
                        <a:lnTo>
                          <a:pt x="3" y="139"/>
                        </a:lnTo>
                        <a:lnTo>
                          <a:pt x="3" y="135"/>
                        </a:lnTo>
                        <a:lnTo>
                          <a:pt x="4" y="132"/>
                        </a:lnTo>
                        <a:lnTo>
                          <a:pt x="4" y="129"/>
                        </a:lnTo>
                        <a:lnTo>
                          <a:pt x="4" y="126"/>
                        </a:lnTo>
                        <a:lnTo>
                          <a:pt x="4" y="121"/>
                        </a:lnTo>
                        <a:lnTo>
                          <a:pt x="5" y="119"/>
                        </a:lnTo>
                        <a:lnTo>
                          <a:pt x="5" y="115"/>
                        </a:lnTo>
                        <a:lnTo>
                          <a:pt x="5" y="112"/>
                        </a:lnTo>
                        <a:lnTo>
                          <a:pt x="6" y="108"/>
                        </a:lnTo>
                        <a:lnTo>
                          <a:pt x="6" y="106"/>
                        </a:lnTo>
                        <a:lnTo>
                          <a:pt x="6" y="101"/>
                        </a:lnTo>
                        <a:lnTo>
                          <a:pt x="6" y="99"/>
                        </a:lnTo>
                        <a:lnTo>
                          <a:pt x="7" y="95"/>
                        </a:lnTo>
                        <a:lnTo>
                          <a:pt x="9" y="91"/>
                        </a:lnTo>
                        <a:lnTo>
                          <a:pt x="9" y="88"/>
                        </a:lnTo>
                        <a:lnTo>
                          <a:pt x="9" y="86"/>
                        </a:lnTo>
                        <a:lnTo>
                          <a:pt x="9" y="81"/>
                        </a:lnTo>
                        <a:lnTo>
                          <a:pt x="10" y="78"/>
                        </a:lnTo>
                        <a:lnTo>
                          <a:pt x="11" y="75"/>
                        </a:lnTo>
                        <a:lnTo>
                          <a:pt x="11" y="71"/>
                        </a:lnTo>
                        <a:lnTo>
                          <a:pt x="12" y="68"/>
                        </a:lnTo>
                        <a:lnTo>
                          <a:pt x="13" y="65"/>
                        </a:lnTo>
                        <a:lnTo>
                          <a:pt x="13" y="62"/>
                        </a:lnTo>
                        <a:lnTo>
                          <a:pt x="14" y="59"/>
                        </a:lnTo>
                        <a:lnTo>
                          <a:pt x="16" y="56"/>
                        </a:lnTo>
                        <a:lnTo>
                          <a:pt x="17" y="53"/>
                        </a:lnTo>
                        <a:lnTo>
                          <a:pt x="18" y="50"/>
                        </a:lnTo>
                        <a:lnTo>
                          <a:pt x="19" y="48"/>
                        </a:lnTo>
                        <a:lnTo>
                          <a:pt x="20" y="44"/>
                        </a:lnTo>
                        <a:lnTo>
                          <a:pt x="22" y="42"/>
                        </a:lnTo>
                        <a:lnTo>
                          <a:pt x="23" y="38"/>
                        </a:lnTo>
                        <a:lnTo>
                          <a:pt x="24" y="36"/>
                        </a:lnTo>
                        <a:lnTo>
                          <a:pt x="26" y="32"/>
                        </a:lnTo>
                        <a:lnTo>
                          <a:pt x="28" y="30"/>
                        </a:lnTo>
                        <a:lnTo>
                          <a:pt x="29" y="27"/>
                        </a:lnTo>
                        <a:lnTo>
                          <a:pt x="31" y="24"/>
                        </a:lnTo>
                        <a:lnTo>
                          <a:pt x="32" y="21"/>
                        </a:lnTo>
                        <a:lnTo>
                          <a:pt x="35" y="19"/>
                        </a:lnTo>
                        <a:lnTo>
                          <a:pt x="38" y="14"/>
                        </a:lnTo>
                        <a:lnTo>
                          <a:pt x="44" y="10"/>
                        </a:lnTo>
                        <a:lnTo>
                          <a:pt x="45" y="7"/>
                        </a:lnTo>
                        <a:lnTo>
                          <a:pt x="48" y="5"/>
                        </a:lnTo>
                        <a:lnTo>
                          <a:pt x="51" y="2"/>
                        </a:lnTo>
                        <a:lnTo>
                          <a:pt x="5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76" name="Freeform 27"/>
                  <p:cNvSpPr/>
                  <p:nvPr/>
                </p:nvSpPr>
                <p:spPr bwMode="auto">
                  <a:xfrm>
                    <a:off x="5636" y="1551"/>
                    <a:ext cx="53" cy="264"/>
                  </a:xfrm>
                  <a:custGeom>
                    <a:avLst/>
                    <a:gdLst>
                      <a:gd name="T0" fmla="*/ 0 w 159"/>
                      <a:gd name="T1" fmla="*/ 0 h 792"/>
                      <a:gd name="T2" fmla="*/ 0 w 159"/>
                      <a:gd name="T3" fmla="*/ 0 h 792"/>
                      <a:gd name="T4" fmla="*/ 0 w 159"/>
                      <a:gd name="T5" fmla="*/ 0 h 792"/>
                      <a:gd name="T6" fmla="*/ 0 w 159"/>
                      <a:gd name="T7" fmla="*/ 0 h 792"/>
                      <a:gd name="T8" fmla="*/ 0 w 159"/>
                      <a:gd name="T9" fmla="*/ 0 h 792"/>
                      <a:gd name="T10" fmla="*/ 0 w 159"/>
                      <a:gd name="T11" fmla="*/ 0 h 792"/>
                      <a:gd name="T12" fmla="*/ 0 w 159"/>
                      <a:gd name="T13" fmla="*/ 0 h 792"/>
                      <a:gd name="T14" fmla="*/ 0 w 159"/>
                      <a:gd name="T15" fmla="*/ 0 h 792"/>
                      <a:gd name="T16" fmla="*/ 0 w 159"/>
                      <a:gd name="T17" fmla="*/ 0 h 792"/>
                      <a:gd name="T18" fmla="*/ 0 w 159"/>
                      <a:gd name="T19" fmla="*/ 0 h 792"/>
                      <a:gd name="T20" fmla="*/ 0 w 159"/>
                      <a:gd name="T21" fmla="*/ 0 h 792"/>
                      <a:gd name="T22" fmla="*/ 0 w 159"/>
                      <a:gd name="T23" fmla="*/ 0 h 792"/>
                      <a:gd name="T24" fmla="*/ 0 w 159"/>
                      <a:gd name="T25" fmla="*/ 0 h 792"/>
                      <a:gd name="T26" fmla="*/ 0 w 159"/>
                      <a:gd name="T27" fmla="*/ 0 h 792"/>
                      <a:gd name="T28" fmla="*/ 0 w 159"/>
                      <a:gd name="T29" fmla="*/ 0 h 792"/>
                      <a:gd name="T30" fmla="*/ 0 w 159"/>
                      <a:gd name="T31" fmla="*/ 0 h 792"/>
                      <a:gd name="T32" fmla="*/ 0 w 159"/>
                      <a:gd name="T33" fmla="*/ 0 h 792"/>
                      <a:gd name="T34" fmla="*/ 0 w 159"/>
                      <a:gd name="T35" fmla="*/ 0 h 792"/>
                      <a:gd name="T36" fmla="*/ 0 w 159"/>
                      <a:gd name="T37" fmla="*/ 0 h 792"/>
                      <a:gd name="T38" fmla="*/ 0 w 159"/>
                      <a:gd name="T39" fmla="*/ 0 h 792"/>
                      <a:gd name="T40" fmla="*/ 0 w 159"/>
                      <a:gd name="T41" fmla="*/ 0 h 792"/>
                      <a:gd name="T42" fmla="*/ 0 w 159"/>
                      <a:gd name="T43" fmla="*/ 0 h 792"/>
                      <a:gd name="T44" fmla="*/ 0 w 159"/>
                      <a:gd name="T45" fmla="*/ 0 h 792"/>
                      <a:gd name="T46" fmla="*/ 0 w 159"/>
                      <a:gd name="T47" fmla="*/ 0 h 792"/>
                      <a:gd name="T48" fmla="*/ 0 w 159"/>
                      <a:gd name="T49" fmla="*/ 0 h 792"/>
                      <a:gd name="T50" fmla="*/ 0 w 159"/>
                      <a:gd name="T51" fmla="*/ 0 h 792"/>
                      <a:gd name="T52" fmla="*/ 0 w 159"/>
                      <a:gd name="T53" fmla="*/ 0 h 792"/>
                      <a:gd name="T54" fmla="*/ 0 w 159"/>
                      <a:gd name="T55" fmla="*/ 0 h 792"/>
                      <a:gd name="T56" fmla="*/ 0 w 159"/>
                      <a:gd name="T57" fmla="*/ 0 h 792"/>
                      <a:gd name="T58" fmla="*/ 0 w 159"/>
                      <a:gd name="T59" fmla="*/ 0 h 792"/>
                      <a:gd name="T60" fmla="*/ 0 w 159"/>
                      <a:gd name="T61" fmla="*/ 0 h 792"/>
                      <a:gd name="T62" fmla="*/ 0 w 159"/>
                      <a:gd name="T63" fmla="*/ 0 h 792"/>
                      <a:gd name="T64" fmla="*/ 0 w 159"/>
                      <a:gd name="T65" fmla="*/ 0 h 792"/>
                      <a:gd name="T66" fmla="*/ 0 w 159"/>
                      <a:gd name="T67" fmla="*/ 0 h 792"/>
                      <a:gd name="T68" fmla="*/ 0 w 159"/>
                      <a:gd name="T69" fmla="*/ 0 h 792"/>
                      <a:gd name="T70" fmla="*/ 0 w 159"/>
                      <a:gd name="T71" fmla="*/ 0 h 792"/>
                      <a:gd name="T72" fmla="*/ 0 w 159"/>
                      <a:gd name="T73" fmla="*/ 0 h 792"/>
                      <a:gd name="T74" fmla="*/ 0 w 159"/>
                      <a:gd name="T75" fmla="*/ 0 h 792"/>
                      <a:gd name="T76" fmla="*/ 0 w 159"/>
                      <a:gd name="T77" fmla="*/ 0 h 792"/>
                      <a:gd name="T78" fmla="*/ 0 w 159"/>
                      <a:gd name="T79" fmla="*/ 0 h 792"/>
                      <a:gd name="T80" fmla="*/ 0 w 159"/>
                      <a:gd name="T81" fmla="*/ 0 h 792"/>
                      <a:gd name="T82" fmla="*/ 0 w 159"/>
                      <a:gd name="T83" fmla="*/ 0 h 792"/>
                      <a:gd name="T84" fmla="*/ 0 w 159"/>
                      <a:gd name="T85" fmla="*/ 0 h 792"/>
                      <a:gd name="T86" fmla="*/ 0 w 159"/>
                      <a:gd name="T87" fmla="*/ 0 h 79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59"/>
                      <a:gd name="T133" fmla="*/ 0 h 792"/>
                      <a:gd name="T134" fmla="*/ 159 w 159"/>
                      <a:gd name="T135" fmla="*/ 792 h 79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59" h="792">
                        <a:moveTo>
                          <a:pt x="144" y="0"/>
                        </a:moveTo>
                        <a:lnTo>
                          <a:pt x="58" y="8"/>
                        </a:lnTo>
                        <a:lnTo>
                          <a:pt x="60" y="23"/>
                        </a:lnTo>
                        <a:lnTo>
                          <a:pt x="60" y="38"/>
                        </a:lnTo>
                        <a:lnTo>
                          <a:pt x="63" y="52"/>
                        </a:lnTo>
                        <a:lnTo>
                          <a:pt x="64" y="67"/>
                        </a:lnTo>
                        <a:lnTo>
                          <a:pt x="65" y="81"/>
                        </a:lnTo>
                        <a:lnTo>
                          <a:pt x="65" y="95"/>
                        </a:lnTo>
                        <a:lnTo>
                          <a:pt x="66" y="109"/>
                        </a:lnTo>
                        <a:lnTo>
                          <a:pt x="67" y="124"/>
                        </a:lnTo>
                        <a:lnTo>
                          <a:pt x="68" y="137"/>
                        </a:lnTo>
                        <a:lnTo>
                          <a:pt x="70" y="151"/>
                        </a:lnTo>
                        <a:lnTo>
                          <a:pt x="70" y="165"/>
                        </a:lnTo>
                        <a:lnTo>
                          <a:pt x="71" y="179"/>
                        </a:lnTo>
                        <a:lnTo>
                          <a:pt x="71" y="192"/>
                        </a:lnTo>
                        <a:lnTo>
                          <a:pt x="72" y="205"/>
                        </a:lnTo>
                        <a:lnTo>
                          <a:pt x="72" y="219"/>
                        </a:lnTo>
                        <a:lnTo>
                          <a:pt x="73" y="233"/>
                        </a:lnTo>
                        <a:lnTo>
                          <a:pt x="73" y="246"/>
                        </a:lnTo>
                        <a:lnTo>
                          <a:pt x="73" y="258"/>
                        </a:lnTo>
                        <a:lnTo>
                          <a:pt x="73" y="271"/>
                        </a:lnTo>
                        <a:lnTo>
                          <a:pt x="73" y="284"/>
                        </a:lnTo>
                        <a:lnTo>
                          <a:pt x="73" y="297"/>
                        </a:lnTo>
                        <a:lnTo>
                          <a:pt x="73" y="310"/>
                        </a:lnTo>
                        <a:lnTo>
                          <a:pt x="73" y="322"/>
                        </a:lnTo>
                        <a:lnTo>
                          <a:pt x="73" y="335"/>
                        </a:lnTo>
                        <a:lnTo>
                          <a:pt x="72" y="347"/>
                        </a:lnTo>
                        <a:lnTo>
                          <a:pt x="72" y="360"/>
                        </a:lnTo>
                        <a:lnTo>
                          <a:pt x="71" y="372"/>
                        </a:lnTo>
                        <a:lnTo>
                          <a:pt x="71" y="385"/>
                        </a:lnTo>
                        <a:lnTo>
                          <a:pt x="70" y="395"/>
                        </a:lnTo>
                        <a:lnTo>
                          <a:pt x="70" y="407"/>
                        </a:lnTo>
                        <a:lnTo>
                          <a:pt x="68" y="420"/>
                        </a:lnTo>
                        <a:lnTo>
                          <a:pt x="68" y="432"/>
                        </a:lnTo>
                        <a:lnTo>
                          <a:pt x="67" y="443"/>
                        </a:lnTo>
                        <a:lnTo>
                          <a:pt x="66" y="455"/>
                        </a:lnTo>
                        <a:lnTo>
                          <a:pt x="65" y="467"/>
                        </a:lnTo>
                        <a:lnTo>
                          <a:pt x="64" y="479"/>
                        </a:lnTo>
                        <a:lnTo>
                          <a:pt x="63" y="488"/>
                        </a:lnTo>
                        <a:lnTo>
                          <a:pt x="61" y="500"/>
                        </a:lnTo>
                        <a:lnTo>
                          <a:pt x="60" y="512"/>
                        </a:lnTo>
                        <a:lnTo>
                          <a:pt x="58" y="522"/>
                        </a:lnTo>
                        <a:lnTo>
                          <a:pt x="57" y="533"/>
                        </a:lnTo>
                        <a:lnTo>
                          <a:pt x="54" y="544"/>
                        </a:lnTo>
                        <a:lnTo>
                          <a:pt x="53" y="554"/>
                        </a:lnTo>
                        <a:lnTo>
                          <a:pt x="52" y="565"/>
                        </a:lnTo>
                        <a:lnTo>
                          <a:pt x="49" y="576"/>
                        </a:lnTo>
                        <a:lnTo>
                          <a:pt x="47" y="587"/>
                        </a:lnTo>
                        <a:lnTo>
                          <a:pt x="46" y="597"/>
                        </a:lnTo>
                        <a:lnTo>
                          <a:pt x="45" y="608"/>
                        </a:lnTo>
                        <a:lnTo>
                          <a:pt x="42" y="617"/>
                        </a:lnTo>
                        <a:lnTo>
                          <a:pt x="40" y="628"/>
                        </a:lnTo>
                        <a:lnTo>
                          <a:pt x="38" y="638"/>
                        </a:lnTo>
                        <a:lnTo>
                          <a:pt x="34" y="648"/>
                        </a:lnTo>
                        <a:lnTo>
                          <a:pt x="32" y="658"/>
                        </a:lnTo>
                        <a:lnTo>
                          <a:pt x="29" y="667"/>
                        </a:lnTo>
                        <a:lnTo>
                          <a:pt x="27" y="677"/>
                        </a:lnTo>
                        <a:lnTo>
                          <a:pt x="25" y="686"/>
                        </a:lnTo>
                        <a:lnTo>
                          <a:pt x="21" y="696"/>
                        </a:lnTo>
                        <a:lnTo>
                          <a:pt x="19" y="706"/>
                        </a:lnTo>
                        <a:lnTo>
                          <a:pt x="15" y="715"/>
                        </a:lnTo>
                        <a:lnTo>
                          <a:pt x="11" y="724"/>
                        </a:lnTo>
                        <a:lnTo>
                          <a:pt x="9" y="734"/>
                        </a:lnTo>
                        <a:lnTo>
                          <a:pt x="6" y="743"/>
                        </a:lnTo>
                        <a:lnTo>
                          <a:pt x="2" y="752"/>
                        </a:lnTo>
                        <a:lnTo>
                          <a:pt x="0" y="762"/>
                        </a:lnTo>
                        <a:lnTo>
                          <a:pt x="80" y="792"/>
                        </a:lnTo>
                        <a:lnTo>
                          <a:pt x="83" y="782"/>
                        </a:lnTo>
                        <a:lnTo>
                          <a:pt x="86" y="773"/>
                        </a:lnTo>
                        <a:lnTo>
                          <a:pt x="90" y="763"/>
                        </a:lnTo>
                        <a:lnTo>
                          <a:pt x="93" y="754"/>
                        </a:lnTo>
                        <a:lnTo>
                          <a:pt x="96" y="743"/>
                        </a:lnTo>
                        <a:lnTo>
                          <a:pt x="99" y="734"/>
                        </a:lnTo>
                        <a:lnTo>
                          <a:pt x="103" y="723"/>
                        </a:lnTo>
                        <a:lnTo>
                          <a:pt x="105" y="714"/>
                        </a:lnTo>
                        <a:lnTo>
                          <a:pt x="108" y="703"/>
                        </a:lnTo>
                        <a:lnTo>
                          <a:pt x="111" y="692"/>
                        </a:lnTo>
                        <a:lnTo>
                          <a:pt x="115" y="682"/>
                        </a:lnTo>
                        <a:lnTo>
                          <a:pt x="117" y="671"/>
                        </a:lnTo>
                        <a:lnTo>
                          <a:pt x="119" y="661"/>
                        </a:lnTo>
                        <a:lnTo>
                          <a:pt x="122" y="651"/>
                        </a:lnTo>
                        <a:lnTo>
                          <a:pt x="124" y="640"/>
                        </a:lnTo>
                        <a:lnTo>
                          <a:pt x="128" y="629"/>
                        </a:lnTo>
                        <a:lnTo>
                          <a:pt x="129" y="617"/>
                        </a:lnTo>
                        <a:lnTo>
                          <a:pt x="131" y="607"/>
                        </a:lnTo>
                        <a:lnTo>
                          <a:pt x="134" y="595"/>
                        </a:lnTo>
                        <a:lnTo>
                          <a:pt x="136" y="584"/>
                        </a:lnTo>
                        <a:lnTo>
                          <a:pt x="137" y="572"/>
                        </a:lnTo>
                        <a:lnTo>
                          <a:pt x="138" y="562"/>
                        </a:lnTo>
                        <a:lnTo>
                          <a:pt x="141" y="550"/>
                        </a:lnTo>
                        <a:lnTo>
                          <a:pt x="143" y="539"/>
                        </a:lnTo>
                        <a:lnTo>
                          <a:pt x="144" y="526"/>
                        </a:lnTo>
                        <a:lnTo>
                          <a:pt x="146" y="515"/>
                        </a:lnTo>
                        <a:lnTo>
                          <a:pt x="147" y="503"/>
                        </a:lnTo>
                        <a:lnTo>
                          <a:pt x="149" y="492"/>
                        </a:lnTo>
                        <a:lnTo>
                          <a:pt x="150" y="480"/>
                        </a:lnTo>
                        <a:lnTo>
                          <a:pt x="151" y="468"/>
                        </a:lnTo>
                        <a:lnTo>
                          <a:pt x="153" y="456"/>
                        </a:lnTo>
                        <a:lnTo>
                          <a:pt x="154" y="443"/>
                        </a:lnTo>
                        <a:lnTo>
                          <a:pt x="154" y="430"/>
                        </a:lnTo>
                        <a:lnTo>
                          <a:pt x="156" y="418"/>
                        </a:lnTo>
                        <a:lnTo>
                          <a:pt x="156" y="405"/>
                        </a:lnTo>
                        <a:lnTo>
                          <a:pt x="156" y="393"/>
                        </a:lnTo>
                        <a:lnTo>
                          <a:pt x="157" y="380"/>
                        </a:lnTo>
                        <a:lnTo>
                          <a:pt x="157" y="367"/>
                        </a:lnTo>
                        <a:lnTo>
                          <a:pt x="159" y="354"/>
                        </a:lnTo>
                        <a:lnTo>
                          <a:pt x="159" y="342"/>
                        </a:lnTo>
                        <a:lnTo>
                          <a:pt x="159" y="328"/>
                        </a:lnTo>
                        <a:lnTo>
                          <a:pt x="159" y="315"/>
                        </a:lnTo>
                        <a:lnTo>
                          <a:pt x="159" y="302"/>
                        </a:lnTo>
                        <a:lnTo>
                          <a:pt x="159" y="289"/>
                        </a:lnTo>
                        <a:lnTo>
                          <a:pt x="159" y="274"/>
                        </a:lnTo>
                        <a:lnTo>
                          <a:pt x="159" y="260"/>
                        </a:lnTo>
                        <a:lnTo>
                          <a:pt x="159" y="248"/>
                        </a:lnTo>
                        <a:lnTo>
                          <a:pt x="159" y="234"/>
                        </a:lnTo>
                        <a:lnTo>
                          <a:pt x="159" y="220"/>
                        </a:lnTo>
                        <a:lnTo>
                          <a:pt x="159" y="205"/>
                        </a:lnTo>
                        <a:lnTo>
                          <a:pt x="157" y="191"/>
                        </a:lnTo>
                        <a:lnTo>
                          <a:pt x="157" y="177"/>
                        </a:lnTo>
                        <a:lnTo>
                          <a:pt x="156" y="163"/>
                        </a:lnTo>
                        <a:lnTo>
                          <a:pt x="156" y="148"/>
                        </a:lnTo>
                        <a:lnTo>
                          <a:pt x="154" y="134"/>
                        </a:lnTo>
                        <a:lnTo>
                          <a:pt x="154" y="120"/>
                        </a:lnTo>
                        <a:lnTo>
                          <a:pt x="153" y="105"/>
                        </a:lnTo>
                        <a:lnTo>
                          <a:pt x="151" y="90"/>
                        </a:lnTo>
                        <a:lnTo>
                          <a:pt x="151" y="76"/>
                        </a:lnTo>
                        <a:lnTo>
                          <a:pt x="149" y="61"/>
                        </a:lnTo>
                        <a:lnTo>
                          <a:pt x="148" y="45"/>
                        </a:lnTo>
                        <a:lnTo>
                          <a:pt x="147" y="30"/>
                        </a:lnTo>
                        <a:lnTo>
                          <a:pt x="146" y="16"/>
                        </a:lnTo>
                        <a:lnTo>
                          <a:pt x="14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77" name="Freeform 28"/>
                  <p:cNvSpPr/>
                  <p:nvPr/>
                </p:nvSpPr>
                <p:spPr bwMode="auto">
                  <a:xfrm>
                    <a:off x="5345" y="1557"/>
                    <a:ext cx="318" cy="269"/>
                  </a:xfrm>
                  <a:custGeom>
                    <a:avLst/>
                    <a:gdLst>
                      <a:gd name="T0" fmla="*/ 0 w 954"/>
                      <a:gd name="T1" fmla="*/ 0 h 808"/>
                      <a:gd name="T2" fmla="*/ 0 w 954"/>
                      <a:gd name="T3" fmla="*/ 0 h 808"/>
                      <a:gd name="T4" fmla="*/ 0 w 954"/>
                      <a:gd name="T5" fmla="*/ 0 h 808"/>
                      <a:gd name="T6" fmla="*/ 0 w 954"/>
                      <a:gd name="T7" fmla="*/ 0 h 808"/>
                      <a:gd name="T8" fmla="*/ 0 w 954"/>
                      <a:gd name="T9" fmla="*/ 0 h 808"/>
                      <a:gd name="T10" fmla="*/ 0 w 954"/>
                      <a:gd name="T11" fmla="*/ 0 h 808"/>
                      <a:gd name="T12" fmla="*/ 0 w 954"/>
                      <a:gd name="T13" fmla="*/ 0 h 808"/>
                      <a:gd name="T14" fmla="*/ 0 w 954"/>
                      <a:gd name="T15" fmla="*/ 0 h 808"/>
                      <a:gd name="T16" fmla="*/ 0 w 954"/>
                      <a:gd name="T17" fmla="*/ 0 h 808"/>
                      <a:gd name="T18" fmla="*/ 0 w 954"/>
                      <a:gd name="T19" fmla="*/ 0 h 808"/>
                      <a:gd name="T20" fmla="*/ 0 w 954"/>
                      <a:gd name="T21" fmla="*/ 0 h 808"/>
                      <a:gd name="T22" fmla="*/ 0 w 954"/>
                      <a:gd name="T23" fmla="*/ 0 h 808"/>
                      <a:gd name="T24" fmla="*/ 0 w 954"/>
                      <a:gd name="T25" fmla="*/ 0 h 808"/>
                      <a:gd name="T26" fmla="*/ 0 w 954"/>
                      <a:gd name="T27" fmla="*/ 0 h 808"/>
                      <a:gd name="T28" fmla="*/ 0 w 954"/>
                      <a:gd name="T29" fmla="*/ 0 h 808"/>
                      <a:gd name="T30" fmla="*/ 0 w 954"/>
                      <a:gd name="T31" fmla="*/ 0 h 808"/>
                      <a:gd name="T32" fmla="*/ 0 w 954"/>
                      <a:gd name="T33" fmla="*/ 0 h 808"/>
                      <a:gd name="T34" fmla="*/ 0 w 954"/>
                      <a:gd name="T35" fmla="*/ 0 h 808"/>
                      <a:gd name="T36" fmla="*/ 0 w 954"/>
                      <a:gd name="T37" fmla="*/ 0 h 808"/>
                      <a:gd name="T38" fmla="*/ 0 w 954"/>
                      <a:gd name="T39" fmla="*/ 0 h 808"/>
                      <a:gd name="T40" fmla="*/ 0 w 954"/>
                      <a:gd name="T41" fmla="*/ 0 h 808"/>
                      <a:gd name="T42" fmla="*/ 0 w 954"/>
                      <a:gd name="T43" fmla="*/ 0 h 808"/>
                      <a:gd name="T44" fmla="*/ 0 w 954"/>
                      <a:gd name="T45" fmla="*/ 0 h 808"/>
                      <a:gd name="T46" fmla="*/ 0 w 954"/>
                      <a:gd name="T47" fmla="*/ 0 h 808"/>
                      <a:gd name="T48" fmla="*/ 0 w 954"/>
                      <a:gd name="T49" fmla="*/ 0 h 808"/>
                      <a:gd name="T50" fmla="*/ 0 w 954"/>
                      <a:gd name="T51" fmla="*/ 0 h 808"/>
                      <a:gd name="T52" fmla="*/ 0 w 954"/>
                      <a:gd name="T53" fmla="*/ 0 h 808"/>
                      <a:gd name="T54" fmla="*/ 0 w 954"/>
                      <a:gd name="T55" fmla="*/ 0 h 808"/>
                      <a:gd name="T56" fmla="*/ 0 w 954"/>
                      <a:gd name="T57" fmla="*/ 0 h 808"/>
                      <a:gd name="T58" fmla="*/ 0 w 954"/>
                      <a:gd name="T59" fmla="*/ 0 h 808"/>
                      <a:gd name="T60" fmla="*/ 0 w 954"/>
                      <a:gd name="T61" fmla="*/ 0 h 808"/>
                      <a:gd name="T62" fmla="*/ 0 w 954"/>
                      <a:gd name="T63" fmla="*/ 0 h 808"/>
                      <a:gd name="T64" fmla="*/ 0 w 954"/>
                      <a:gd name="T65" fmla="*/ 0 h 808"/>
                      <a:gd name="T66" fmla="*/ 0 w 954"/>
                      <a:gd name="T67" fmla="*/ 0 h 808"/>
                      <a:gd name="T68" fmla="*/ 0 w 954"/>
                      <a:gd name="T69" fmla="*/ 0 h 808"/>
                      <a:gd name="T70" fmla="*/ 0 w 954"/>
                      <a:gd name="T71" fmla="*/ 0 h 808"/>
                      <a:gd name="T72" fmla="*/ 0 w 954"/>
                      <a:gd name="T73" fmla="*/ 0 h 808"/>
                      <a:gd name="T74" fmla="*/ 0 w 954"/>
                      <a:gd name="T75" fmla="*/ 0 h 808"/>
                      <a:gd name="T76" fmla="*/ 0 w 954"/>
                      <a:gd name="T77" fmla="*/ 0 h 808"/>
                      <a:gd name="T78" fmla="*/ 0 w 954"/>
                      <a:gd name="T79" fmla="*/ 0 h 808"/>
                      <a:gd name="T80" fmla="*/ 0 w 954"/>
                      <a:gd name="T81" fmla="*/ 0 h 808"/>
                      <a:gd name="T82" fmla="*/ 0 w 954"/>
                      <a:gd name="T83" fmla="*/ 0 h 808"/>
                      <a:gd name="T84" fmla="*/ 0 w 954"/>
                      <a:gd name="T85" fmla="*/ 0 h 808"/>
                      <a:gd name="T86" fmla="*/ 0 w 954"/>
                      <a:gd name="T87" fmla="*/ 0 h 808"/>
                      <a:gd name="T88" fmla="*/ 0 w 954"/>
                      <a:gd name="T89" fmla="*/ 0 h 808"/>
                      <a:gd name="T90" fmla="*/ 0 w 954"/>
                      <a:gd name="T91" fmla="*/ 0 h 808"/>
                      <a:gd name="T92" fmla="*/ 0 w 954"/>
                      <a:gd name="T93" fmla="*/ 0 h 808"/>
                      <a:gd name="T94" fmla="*/ 0 w 954"/>
                      <a:gd name="T95" fmla="*/ 0 h 808"/>
                      <a:gd name="T96" fmla="*/ 0 w 954"/>
                      <a:gd name="T97" fmla="*/ 0 h 808"/>
                      <a:gd name="T98" fmla="*/ 0 w 954"/>
                      <a:gd name="T99" fmla="*/ 0 h 808"/>
                      <a:gd name="T100" fmla="*/ 0 w 954"/>
                      <a:gd name="T101" fmla="*/ 0 h 808"/>
                      <a:gd name="T102" fmla="*/ 0 w 954"/>
                      <a:gd name="T103" fmla="*/ 0 h 808"/>
                      <a:gd name="T104" fmla="*/ 0 w 954"/>
                      <a:gd name="T105" fmla="*/ 0 h 808"/>
                      <a:gd name="T106" fmla="*/ 0 w 954"/>
                      <a:gd name="T107" fmla="*/ 0 h 808"/>
                      <a:gd name="T108" fmla="*/ 0 w 954"/>
                      <a:gd name="T109" fmla="*/ 0 h 808"/>
                      <a:gd name="T110" fmla="*/ 0 w 954"/>
                      <a:gd name="T111" fmla="*/ 0 h 808"/>
                      <a:gd name="T112" fmla="*/ 0 w 954"/>
                      <a:gd name="T113" fmla="*/ 0 h 808"/>
                      <a:gd name="T114" fmla="*/ 0 w 954"/>
                      <a:gd name="T115" fmla="*/ 0 h 8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54"/>
                      <a:gd name="T175" fmla="*/ 0 h 808"/>
                      <a:gd name="T176" fmla="*/ 954 w 954"/>
                      <a:gd name="T177" fmla="*/ 808 h 80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54" h="808">
                        <a:moveTo>
                          <a:pt x="932" y="710"/>
                        </a:moveTo>
                        <a:lnTo>
                          <a:pt x="916" y="711"/>
                        </a:lnTo>
                        <a:lnTo>
                          <a:pt x="899" y="711"/>
                        </a:lnTo>
                        <a:lnTo>
                          <a:pt x="882" y="712"/>
                        </a:lnTo>
                        <a:lnTo>
                          <a:pt x="865" y="712"/>
                        </a:lnTo>
                        <a:lnTo>
                          <a:pt x="849" y="713"/>
                        </a:lnTo>
                        <a:lnTo>
                          <a:pt x="832" y="714"/>
                        </a:lnTo>
                        <a:lnTo>
                          <a:pt x="814" y="714"/>
                        </a:lnTo>
                        <a:lnTo>
                          <a:pt x="799" y="716"/>
                        </a:lnTo>
                        <a:lnTo>
                          <a:pt x="782" y="716"/>
                        </a:lnTo>
                        <a:lnTo>
                          <a:pt x="764" y="717"/>
                        </a:lnTo>
                        <a:lnTo>
                          <a:pt x="748" y="717"/>
                        </a:lnTo>
                        <a:lnTo>
                          <a:pt x="731" y="717"/>
                        </a:lnTo>
                        <a:lnTo>
                          <a:pt x="715" y="717"/>
                        </a:lnTo>
                        <a:lnTo>
                          <a:pt x="698" y="718"/>
                        </a:lnTo>
                        <a:lnTo>
                          <a:pt x="681" y="718"/>
                        </a:lnTo>
                        <a:lnTo>
                          <a:pt x="666" y="719"/>
                        </a:lnTo>
                        <a:lnTo>
                          <a:pt x="648" y="719"/>
                        </a:lnTo>
                        <a:lnTo>
                          <a:pt x="633" y="720"/>
                        </a:lnTo>
                        <a:lnTo>
                          <a:pt x="615" y="720"/>
                        </a:lnTo>
                        <a:lnTo>
                          <a:pt x="600" y="720"/>
                        </a:lnTo>
                        <a:lnTo>
                          <a:pt x="583" y="720"/>
                        </a:lnTo>
                        <a:lnTo>
                          <a:pt x="566" y="720"/>
                        </a:lnTo>
                        <a:lnTo>
                          <a:pt x="552" y="720"/>
                        </a:lnTo>
                        <a:lnTo>
                          <a:pt x="535" y="721"/>
                        </a:lnTo>
                        <a:lnTo>
                          <a:pt x="520" y="721"/>
                        </a:lnTo>
                        <a:lnTo>
                          <a:pt x="503" y="721"/>
                        </a:lnTo>
                        <a:lnTo>
                          <a:pt x="488" y="721"/>
                        </a:lnTo>
                        <a:lnTo>
                          <a:pt x="474" y="721"/>
                        </a:lnTo>
                        <a:lnTo>
                          <a:pt x="458" y="721"/>
                        </a:lnTo>
                        <a:lnTo>
                          <a:pt x="444" y="721"/>
                        </a:lnTo>
                        <a:lnTo>
                          <a:pt x="430" y="721"/>
                        </a:lnTo>
                        <a:lnTo>
                          <a:pt x="414" y="721"/>
                        </a:lnTo>
                        <a:lnTo>
                          <a:pt x="400" y="721"/>
                        </a:lnTo>
                        <a:lnTo>
                          <a:pt x="387" y="720"/>
                        </a:lnTo>
                        <a:lnTo>
                          <a:pt x="372" y="720"/>
                        </a:lnTo>
                        <a:lnTo>
                          <a:pt x="359" y="720"/>
                        </a:lnTo>
                        <a:lnTo>
                          <a:pt x="346" y="720"/>
                        </a:lnTo>
                        <a:lnTo>
                          <a:pt x="333" y="719"/>
                        </a:lnTo>
                        <a:lnTo>
                          <a:pt x="320" y="719"/>
                        </a:lnTo>
                        <a:lnTo>
                          <a:pt x="308" y="719"/>
                        </a:lnTo>
                        <a:lnTo>
                          <a:pt x="295" y="718"/>
                        </a:lnTo>
                        <a:lnTo>
                          <a:pt x="283" y="717"/>
                        </a:lnTo>
                        <a:lnTo>
                          <a:pt x="271" y="717"/>
                        </a:lnTo>
                        <a:lnTo>
                          <a:pt x="260" y="717"/>
                        </a:lnTo>
                        <a:lnTo>
                          <a:pt x="248" y="716"/>
                        </a:lnTo>
                        <a:lnTo>
                          <a:pt x="238" y="714"/>
                        </a:lnTo>
                        <a:lnTo>
                          <a:pt x="228" y="714"/>
                        </a:lnTo>
                        <a:lnTo>
                          <a:pt x="219" y="714"/>
                        </a:lnTo>
                        <a:lnTo>
                          <a:pt x="208" y="713"/>
                        </a:lnTo>
                        <a:lnTo>
                          <a:pt x="200" y="712"/>
                        </a:lnTo>
                        <a:lnTo>
                          <a:pt x="190" y="711"/>
                        </a:lnTo>
                        <a:lnTo>
                          <a:pt x="182" y="711"/>
                        </a:lnTo>
                        <a:lnTo>
                          <a:pt x="174" y="710"/>
                        </a:lnTo>
                        <a:lnTo>
                          <a:pt x="166" y="708"/>
                        </a:lnTo>
                        <a:lnTo>
                          <a:pt x="159" y="707"/>
                        </a:lnTo>
                        <a:lnTo>
                          <a:pt x="152" y="707"/>
                        </a:lnTo>
                        <a:lnTo>
                          <a:pt x="145" y="705"/>
                        </a:lnTo>
                        <a:lnTo>
                          <a:pt x="139" y="705"/>
                        </a:lnTo>
                        <a:lnTo>
                          <a:pt x="134" y="702"/>
                        </a:lnTo>
                        <a:lnTo>
                          <a:pt x="128" y="702"/>
                        </a:lnTo>
                        <a:lnTo>
                          <a:pt x="125" y="700"/>
                        </a:lnTo>
                        <a:lnTo>
                          <a:pt x="120" y="699"/>
                        </a:lnTo>
                        <a:lnTo>
                          <a:pt x="117" y="698"/>
                        </a:lnTo>
                        <a:lnTo>
                          <a:pt x="114" y="697"/>
                        </a:lnTo>
                        <a:lnTo>
                          <a:pt x="113" y="693"/>
                        </a:lnTo>
                        <a:lnTo>
                          <a:pt x="111" y="689"/>
                        </a:lnTo>
                        <a:lnTo>
                          <a:pt x="110" y="687"/>
                        </a:lnTo>
                        <a:lnTo>
                          <a:pt x="108" y="682"/>
                        </a:lnTo>
                        <a:lnTo>
                          <a:pt x="107" y="678"/>
                        </a:lnTo>
                        <a:lnTo>
                          <a:pt x="106" y="674"/>
                        </a:lnTo>
                        <a:lnTo>
                          <a:pt x="105" y="668"/>
                        </a:lnTo>
                        <a:lnTo>
                          <a:pt x="104" y="663"/>
                        </a:lnTo>
                        <a:lnTo>
                          <a:pt x="102" y="656"/>
                        </a:lnTo>
                        <a:lnTo>
                          <a:pt x="101" y="650"/>
                        </a:lnTo>
                        <a:lnTo>
                          <a:pt x="101" y="644"/>
                        </a:lnTo>
                        <a:lnTo>
                          <a:pt x="100" y="636"/>
                        </a:lnTo>
                        <a:lnTo>
                          <a:pt x="99" y="629"/>
                        </a:lnTo>
                        <a:lnTo>
                          <a:pt x="99" y="622"/>
                        </a:lnTo>
                        <a:lnTo>
                          <a:pt x="98" y="613"/>
                        </a:lnTo>
                        <a:lnTo>
                          <a:pt x="96" y="606"/>
                        </a:lnTo>
                        <a:lnTo>
                          <a:pt x="95" y="597"/>
                        </a:lnTo>
                        <a:lnTo>
                          <a:pt x="95" y="589"/>
                        </a:lnTo>
                        <a:lnTo>
                          <a:pt x="94" y="578"/>
                        </a:lnTo>
                        <a:lnTo>
                          <a:pt x="93" y="570"/>
                        </a:lnTo>
                        <a:lnTo>
                          <a:pt x="93" y="559"/>
                        </a:lnTo>
                        <a:lnTo>
                          <a:pt x="92" y="549"/>
                        </a:lnTo>
                        <a:lnTo>
                          <a:pt x="91" y="540"/>
                        </a:lnTo>
                        <a:lnTo>
                          <a:pt x="91" y="529"/>
                        </a:lnTo>
                        <a:lnTo>
                          <a:pt x="91" y="517"/>
                        </a:lnTo>
                        <a:lnTo>
                          <a:pt x="89" y="507"/>
                        </a:lnTo>
                        <a:lnTo>
                          <a:pt x="89" y="496"/>
                        </a:lnTo>
                        <a:lnTo>
                          <a:pt x="89" y="484"/>
                        </a:lnTo>
                        <a:lnTo>
                          <a:pt x="88" y="473"/>
                        </a:lnTo>
                        <a:lnTo>
                          <a:pt x="88" y="462"/>
                        </a:lnTo>
                        <a:lnTo>
                          <a:pt x="88" y="450"/>
                        </a:lnTo>
                        <a:lnTo>
                          <a:pt x="88" y="438"/>
                        </a:lnTo>
                        <a:lnTo>
                          <a:pt x="87" y="425"/>
                        </a:lnTo>
                        <a:lnTo>
                          <a:pt x="87" y="413"/>
                        </a:lnTo>
                        <a:lnTo>
                          <a:pt x="86" y="400"/>
                        </a:lnTo>
                        <a:lnTo>
                          <a:pt x="86" y="388"/>
                        </a:lnTo>
                        <a:lnTo>
                          <a:pt x="86" y="374"/>
                        </a:lnTo>
                        <a:lnTo>
                          <a:pt x="86" y="361"/>
                        </a:lnTo>
                        <a:lnTo>
                          <a:pt x="86" y="348"/>
                        </a:lnTo>
                        <a:lnTo>
                          <a:pt x="86" y="334"/>
                        </a:lnTo>
                        <a:lnTo>
                          <a:pt x="85" y="320"/>
                        </a:lnTo>
                        <a:lnTo>
                          <a:pt x="85" y="307"/>
                        </a:lnTo>
                        <a:lnTo>
                          <a:pt x="85" y="294"/>
                        </a:lnTo>
                        <a:lnTo>
                          <a:pt x="85" y="280"/>
                        </a:lnTo>
                        <a:lnTo>
                          <a:pt x="85" y="267"/>
                        </a:lnTo>
                        <a:lnTo>
                          <a:pt x="85" y="253"/>
                        </a:lnTo>
                        <a:lnTo>
                          <a:pt x="85" y="238"/>
                        </a:lnTo>
                        <a:lnTo>
                          <a:pt x="86" y="226"/>
                        </a:lnTo>
                        <a:lnTo>
                          <a:pt x="86" y="211"/>
                        </a:lnTo>
                        <a:lnTo>
                          <a:pt x="86" y="198"/>
                        </a:lnTo>
                        <a:lnTo>
                          <a:pt x="86" y="184"/>
                        </a:lnTo>
                        <a:lnTo>
                          <a:pt x="86" y="169"/>
                        </a:lnTo>
                        <a:lnTo>
                          <a:pt x="86" y="155"/>
                        </a:lnTo>
                        <a:lnTo>
                          <a:pt x="86" y="141"/>
                        </a:lnTo>
                        <a:lnTo>
                          <a:pt x="86" y="127"/>
                        </a:lnTo>
                        <a:lnTo>
                          <a:pt x="87" y="114"/>
                        </a:lnTo>
                        <a:lnTo>
                          <a:pt x="87" y="99"/>
                        </a:lnTo>
                        <a:lnTo>
                          <a:pt x="87" y="85"/>
                        </a:lnTo>
                        <a:lnTo>
                          <a:pt x="87" y="71"/>
                        </a:lnTo>
                        <a:lnTo>
                          <a:pt x="88" y="58"/>
                        </a:lnTo>
                        <a:lnTo>
                          <a:pt x="88" y="44"/>
                        </a:lnTo>
                        <a:lnTo>
                          <a:pt x="88" y="31"/>
                        </a:lnTo>
                        <a:lnTo>
                          <a:pt x="89" y="18"/>
                        </a:lnTo>
                        <a:lnTo>
                          <a:pt x="91" y="4"/>
                        </a:lnTo>
                        <a:lnTo>
                          <a:pt x="88" y="2"/>
                        </a:lnTo>
                        <a:lnTo>
                          <a:pt x="86" y="1"/>
                        </a:lnTo>
                        <a:lnTo>
                          <a:pt x="83" y="1"/>
                        </a:lnTo>
                        <a:lnTo>
                          <a:pt x="81" y="1"/>
                        </a:lnTo>
                        <a:lnTo>
                          <a:pt x="79" y="1"/>
                        </a:lnTo>
                        <a:lnTo>
                          <a:pt x="76" y="1"/>
                        </a:lnTo>
                        <a:lnTo>
                          <a:pt x="73" y="0"/>
                        </a:lnTo>
                        <a:lnTo>
                          <a:pt x="69" y="0"/>
                        </a:lnTo>
                        <a:lnTo>
                          <a:pt x="66" y="0"/>
                        </a:lnTo>
                        <a:lnTo>
                          <a:pt x="63" y="0"/>
                        </a:lnTo>
                        <a:lnTo>
                          <a:pt x="58" y="0"/>
                        </a:lnTo>
                        <a:lnTo>
                          <a:pt x="55" y="1"/>
                        </a:lnTo>
                        <a:lnTo>
                          <a:pt x="50" y="1"/>
                        </a:lnTo>
                        <a:lnTo>
                          <a:pt x="48" y="1"/>
                        </a:lnTo>
                        <a:lnTo>
                          <a:pt x="43" y="1"/>
                        </a:lnTo>
                        <a:lnTo>
                          <a:pt x="38" y="1"/>
                        </a:lnTo>
                        <a:lnTo>
                          <a:pt x="35" y="2"/>
                        </a:lnTo>
                        <a:lnTo>
                          <a:pt x="30" y="2"/>
                        </a:lnTo>
                        <a:lnTo>
                          <a:pt x="28" y="2"/>
                        </a:lnTo>
                        <a:lnTo>
                          <a:pt x="24" y="3"/>
                        </a:lnTo>
                        <a:lnTo>
                          <a:pt x="21" y="3"/>
                        </a:lnTo>
                        <a:lnTo>
                          <a:pt x="17" y="4"/>
                        </a:lnTo>
                        <a:lnTo>
                          <a:pt x="15" y="4"/>
                        </a:lnTo>
                        <a:lnTo>
                          <a:pt x="12" y="6"/>
                        </a:lnTo>
                        <a:lnTo>
                          <a:pt x="9" y="6"/>
                        </a:lnTo>
                        <a:lnTo>
                          <a:pt x="7" y="6"/>
                        </a:lnTo>
                        <a:lnTo>
                          <a:pt x="5" y="7"/>
                        </a:lnTo>
                        <a:lnTo>
                          <a:pt x="4" y="8"/>
                        </a:lnTo>
                        <a:lnTo>
                          <a:pt x="4" y="10"/>
                        </a:lnTo>
                        <a:lnTo>
                          <a:pt x="4" y="13"/>
                        </a:lnTo>
                        <a:lnTo>
                          <a:pt x="4" y="16"/>
                        </a:lnTo>
                        <a:lnTo>
                          <a:pt x="3" y="20"/>
                        </a:lnTo>
                        <a:lnTo>
                          <a:pt x="3" y="26"/>
                        </a:lnTo>
                        <a:lnTo>
                          <a:pt x="3" y="28"/>
                        </a:lnTo>
                        <a:lnTo>
                          <a:pt x="3" y="31"/>
                        </a:lnTo>
                        <a:lnTo>
                          <a:pt x="3" y="34"/>
                        </a:lnTo>
                        <a:lnTo>
                          <a:pt x="3" y="39"/>
                        </a:lnTo>
                        <a:lnTo>
                          <a:pt x="3" y="41"/>
                        </a:lnTo>
                        <a:lnTo>
                          <a:pt x="3" y="46"/>
                        </a:lnTo>
                        <a:lnTo>
                          <a:pt x="3" y="50"/>
                        </a:lnTo>
                        <a:lnTo>
                          <a:pt x="3" y="53"/>
                        </a:lnTo>
                        <a:lnTo>
                          <a:pt x="3" y="58"/>
                        </a:lnTo>
                        <a:lnTo>
                          <a:pt x="3" y="61"/>
                        </a:lnTo>
                        <a:lnTo>
                          <a:pt x="3" y="66"/>
                        </a:lnTo>
                        <a:lnTo>
                          <a:pt x="3" y="72"/>
                        </a:lnTo>
                        <a:lnTo>
                          <a:pt x="2" y="77"/>
                        </a:lnTo>
                        <a:lnTo>
                          <a:pt x="2" y="82"/>
                        </a:lnTo>
                        <a:lnTo>
                          <a:pt x="2" y="86"/>
                        </a:lnTo>
                        <a:lnTo>
                          <a:pt x="2" y="92"/>
                        </a:lnTo>
                        <a:lnTo>
                          <a:pt x="2" y="98"/>
                        </a:lnTo>
                        <a:lnTo>
                          <a:pt x="2" y="104"/>
                        </a:lnTo>
                        <a:lnTo>
                          <a:pt x="2" y="110"/>
                        </a:lnTo>
                        <a:lnTo>
                          <a:pt x="2" y="117"/>
                        </a:lnTo>
                        <a:lnTo>
                          <a:pt x="0" y="122"/>
                        </a:lnTo>
                        <a:lnTo>
                          <a:pt x="0" y="128"/>
                        </a:lnTo>
                        <a:lnTo>
                          <a:pt x="0" y="134"/>
                        </a:lnTo>
                        <a:lnTo>
                          <a:pt x="0" y="141"/>
                        </a:lnTo>
                        <a:lnTo>
                          <a:pt x="0" y="147"/>
                        </a:lnTo>
                        <a:lnTo>
                          <a:pt x="0" y="154"/>
                        </a:lnTo>
                        <a:lnTo>
                          <a:pt x="0" y="160"/>
                        </a:lnTo>
                        <a:lnTo>
                          <a:pt x="0" y="167"/>
                        </a:lnTo>
                        <a:lnTo>
                          <a:pt x="0" y="174"/>
                        </a:lnTo>
                        <a:lnTo>
                          <a:pt x="0" y="181"/>
                        </a:lnTo>
                        <a:lnTo>
                          <a:pt x="0" y="188"/>
                        </a:lnTo>
                        <a:lnTo>
                          <a:pt x="0" y="196"/>
                        </a:lnTo>
                        <a:lnTo>
                          <a:pt x="0" y="203"/>
                        </a:lnTo>
                        <a:lnTo>
                          <a:pt x="0" y="210"/>
                        </a:lnTo>
                        <a:lnTo>
                          <a:pt x="0" y="218"/>
                        </a:lnTo>
                        <a:lnTo>
                          <a:pt x="0" y="225"/>
                        </a:lnTo>
                        <a:lnTo>
                          <a:pt x="0" y="232"/>
                        </a:lnTo>
                        <a:lnTo>
                          <a:pt x="0" y="240"/>
                        </a:lnTo>
                        <a:lnTo>
                          <a:pt x="0" y="247"/>
                        </a:lnTo>
                        <a:lnTo>
                          <a:pt x="0" y="255"/>
                        </a:lnTo>
                        <a:lnTo>
                          <a:pt x="0" y="262"/>
                        </a:lnTo>
                        <a:lnTo>
                          <a:pt x="0" y="269"/>
                        </a:lnTo>
                        <a:lnTo>
                          <a:pt x="0" y="278"/>
                        </a:lnTo>
                        <a:lnTo>
                          <a:pt x="0" y="286"/>
                        </a:lnTo>
                        <a:lnTo>
                          <a:pt x="0" y="293"/>
                        </a:lnTo>
                        <a:lnTo>
                          <a:pt x="0" y="301"/>
                        </a:lnTo>
                        <a:lnTo>
                          <a:pt x="0" y="308"/>
                        </a:lnTo>
                        <a:lnTo>
                          <a:pt x="0" y="317"/>
                        </a:lnTo>
                        <a:lnTo>
                          <a:pt x="0" y="325"/>
                        </a:lnTo>
                        <a:lnTo>
                          <a:pt x="0" y="332"/>
                        </a:lnTo>
                        <a:lnTo>
                          <a:pt x="0" y="340"/>
                        </a:lnTo>
                        <a:lnTo>
                          <a:pt x="0" y="349"/>
                        </a:lnTo>
                        <a:lnTo>
                          <a:pt x="0" y="364"/>
                        </a:lnTo>
                        <a:lnTo>
                          <a:pt x="0" y="381"/>
                        </a:lnTo>
                        <a:lnTo>
                          <a:pt x="0" y="395"/>
                        </a:lnTo>
                        <a:lnTo>
                          <a:pt x="0" y="410"/>
                        </a:lnTo>
                        <a:lnTo>
                          <a:pt x="0" y="424"/>
                        </a:lnTo>
                        <a:lnTo>
                          <a:pt x="2" y="439"/>
                        </a:lnTo>
                        <a:lnTo>
                          <a:pt x="2" y="452"/>
                        </a:lnTo>
                        <a:lnTo>
                          <a:pt x="3" y="465"/>
                        </a:lnTo>
                        <a:lnTo>
                          <a:pt x="3" y="478"/>
                        </a:lnTo>
                        <a:lnTo>
                          <a:pt x="3" y="490"/>
                        </a:lnTo>
                        <a:lnTo>
                          <a:pt x="3" y="502"/>
                        </a:lnTo>
                        <a:lnTo>
                          <a:pt x="4" y="514"/>
                        </a:lnTo>
                        <a:lnTo>
                          <a:pt x="4" y="524"/>
                        </a:lnTo>
                        <a:lnTo>
                          <a:pt x="5" y="535"/>
                        </a:lnTo>
                        <a:lnTo>
                          <a:pt x="5" y="546"/>
                        </a:lnTo>
                        <a:lnTo>
                          <a:pt x="6" y="556"/>
                        </a:lnTo>
                        <a:lnTo>
                          <a:pt x="6" y="565"/>
                        </a:lnTo>
                        <a:lnTo>
                          <a:pt x="7" y="575"/>
                        </a:lnTo>
                        <a:lnTo>
                          <a:pt x="7" y="584"/>
                        </a:lnTo>
                        <a:lnTo>
                          <a:pt x="9" y="593"/>
                        </a:lnTo>
                        <a:lnTo>
                          <a:pt x="10" y="600"/>
                        </a:lnTo>
                        <a:lnTo>
                          <a:pt x="10" y="609"/>
                        </a:lnTo>
                        <a:lnTo>
                          <a:pt x="11" y="617"/>
                        </a:lnTo>
                        <a:lnTo>
                          <a:pt x="12" y="625"/>
                        </a:lnTo>
                        <a:lnTo>
                          <a:pt x="12" y="631"/>
                        </a:lnTo>
                        <a:lnTo>
                          <a:pt x="13" y="638"/>
                        </a:lnTo>
                        <a:lnTo>
                          <a:pt x="15" y="646"/>
                        </a:lnTo>
                        <a:lnTo>
                          <a:pt x="15" y="651"/>
                        </a:lnTo>
                        <a:lnTo>
                          <a:pt x="16" y="657"/>
                        </a:lnTo>
                        <a:lnTo>
                          <a:pt x="17" y="663"/>
                        </a:lnTo>
                        <a:lnTo>
                          <a:pt x="17" y="669"/>
                        </a:lnTo>
                        <a:lnTo>
                          <a:pt x="19" y="674"/>
                        </a:lnTo>
                        <a:lnTo>
                          <a:pt x="21" y="679"/>
                        </a:lnTo>
                        <a:lnTo>
                          <a:pt x="21" y="685"/>
                        </a:lnTo>
                        <a:lnTo>
                          <a:pt x="22" y="689"/>
                        </a:lnTo>
                        <a:lnTo>
                          <a:pt x="23" y="693"/>
                        </a:lnTo>
                        <a:lnTo>
                          <a:pt x="23" y="697"/>
                        </a:lnTo>
                        <a:lnTo>
                          <a:pt x="25" y="701"/>
                        </a:lnTo>
                        <a:lnTo>
                          <a:pt x="25" y="705"/>
                        </a:lnTo>
                        <a:lnTo>
                          <a:pt x="26" y="708"/>
                        </a:lnTo>
                        <a:lnTo>
                          <a:pt x="28" y="712"/>
                        </a:lnTo>
                        <a:lnTo>
                          <a:pt x="28" y="714"/>
                        </a:lnTo>
                        <a:lnTo>
                          <a:pt x="29" y="718"/>
                        </a:lnTo>
                        <a:lnTo>
                          <a:pt x="30" y="720"/>
                        </a:lnTo>
                        <a:lnTo>
                          <a:pt x="30" y="723"/>
                        </a:lnTo>
                        <a:lnTo>
                          <a:pt x="32" y="726"/>
                        </a:lnTo>
                        <a:lnTo>
                          <a:pt x="32" y="729"/>
                        </a:lnTo>
                        <a:lnTo>
                          <a:pt x="34" y="731"/>
                        </a:lnTo>
                        <a:lnTo>
                          <a:pt x="35" y="735"/>
                        </a:lnTo>
                        <a:lnTo>
                          <a:pt x="37" y="738"/>
                        </a:lnTo>
                        <a:lnTo>
                          <a:pt x="38" y="740"/>
                        </a:lnTo>
                        <a:lnTo>
                          <a:pt x="41" y="744"/>
                        </a:lnTo>
                        <a:lnTo>
                          <a:pt x="43" y="749"/>
                        </a:lnTo>
                        <a:lnTo>
                          <a:pt x="48" y="752"/>
                        </a:lnTo>
                        <a:lnTo>
                          <a:pt x="50" y="757"/>
                        </a:lnTo>
                        <a:lnTo>
                          <a:pt x="55" y="762"/>
                        </a:lnTo>
                        <a:lnTo>
                          <a:pt x="56" y="763"/>
                        </a:lnTo>
                        <a:lnTo>
                          <a:pt x="61" y="765"/>
                        </a:lnTo>
                        <a:lnTo>
                          <a:pt x="63" y="768"/>
                        </a:lnTo>
                        <a:lnTo>
                          <a:pt x="68" y="771"/>
                        </a:lnTo>
                        <a:lnTo>
                          <a:pt x="70" y="773"/>
                        </a:lnTo>
                        <a:lnTo>
                          <a:pt x="73" y="774"/>
                        </a:lnTo>
                        <a:lnTo>
                          <a:pt x="75" y="775"/>
                        </a:lnTo>
                        <a:lnTo>
                          <a:pt x="79" y="775"/>
                        </a:lnTo>
                        <a:lnTo>
                          <a:pt x="81" y="777"/>
                        </a:lnTo>
                        <a:lnTo>
                          <a:pt x="85" y="778"/>
                        </a:lnTo>
                        <a:lnTo>
                          <a:pt x="88" y="780"/>
                        </a:lnTo>
                        <a:lnTo>
                          <a:pt x="92" y="781"/>
                        </a:lnTo>
                        <a:lnTo>
                          <a:pt x="96" y="782"/>
                        </a:lnTo>
                        <a:lnTo>
                          <a:pt x="100" y="783"/>
                        </a:lnTo>
                        <a:lnTo>
                          <a:pt x="105" y="784"/>
                        </a:lnTo>
                        <a:lnTo>
                          <a:pt x="110" y="786"/>
                        </a:lnTo>
                        <a:lnTo>
                          <a:pt x="114" y="786"/>
                        </a:lnTo>
                        <a:lnTo>
                          <a:pt x="119" y="788"/>
                        </a:lnTo>
                        <a:lnTo>
                          <a:pt x="125" y="788"/>
                        </a:lnTo>
                        <a:lnTo>
                          <a:pt x="131" y="790"/>
                        </a:lnTo>
                        <a:lnTo>
                          <a:pt x="137" y="790"/>
                        </a:lnTo>
                        <a:lnTo>
                          <a:pt x="144" y="793"/>
                        </a:lnTo>
                        <a:lnTo>
                          <a:pt x="150" y="793"/>
                        </a:lnTo>
                        <a:lnTo>
                          <a:pt x="157" y="794"/>
                        </a:lnTo>
                        <a:lnTo>
                          <a:pt x="164" y="795"/>
                        </a:lnTo>
                        <a:lnTo>
                          <a:pt x="172" y="796"/>
                        </a:lnTo>
                        <a:lnTo>
                          <a:pt x="181" y="796"/>
                        </a:lnTo>
                        <a:lnTo>
                          <a:pt x="190" y="799"/>
                        </a:lnTo>
                        <a:lnTo>
                          <a:pt x="198" y="799"/>
                        </a:lnTo>
                        <a:lnTo>
                          <a:pt x="208" y="800"/>
                        </a:lnTo>
                        <a:lnTo>
                          <a:pt x="217" y="800"/>
                        </a:lnTo>
                        <a:lnTo>
                          <a:pt x="228" y="801"/>
                        </a:lnTo>
                        <a:lnTo>
                          <a:pt x="238" y="801"/>
                        </a:lnTo>
                        <a:lnTo>
                          <a:pt x="250" y="802"/>
                        </a:lnTo>
                        <a:lnTo>
                          <a:pt x="260" y="803"/>
                        </a:lnTo>
                        <a:lnTo>
                          <a:pt x="273" y="803"/>
                        </a:lnTo>
                        <a:lnTo>
                          <a:pt x="284" y="803"/>
                        </a:lnTo>
                        <a:lnTo>
                          <a:pt x="297" y="805"/>
                        </a:lnTo>
                        <a:lnTo>
                          <a:pt x="310" y="806"/>
                        </a:lnTo>
                        <a:lnTo>
                          <a:pt x="324" y="806"/>
                        </a:lnTo>
                        <a:lnTo>
                          <a:pt x="339" y="806"/>
                        </a:lnTo>
                        <a:lnTo>
                          <a:pt x="352" y="806"/>
                        </a:lnTo>
                        <a:lnTo>
                          <a:pt x="367" y="807"/>
                        </a:lnTo>
                        <a:lnTo>
                          <a:pt x="384" y="808"/>
                        </a:lnTo>
                        <a:lnTo>
                          <a:pt x="399" y="808"/>
                        </a:lnTo>
                        <a:lnTo>
                          <a:pt x="416" y="808"/>
                        </a:lnTo>
                        <a:lnTo>
                          <a:pt x="432" y="808"/>
                        </a:lnTo>
                        <a:lnTo>
                          <a:pt x="451" y="808"/>
                        </a:lnTo>
                        <a:lnTo>
                          <a:pt x="470" y="808"/>
                        </a:lnTo>
                        <a:lnTo>
                          <a:pt x="488" y="808"/>
                        </a:lnTo>
                        <a:lnTo>
                          <a:pt x="508" y="808"/>
                        </a:lnTo>
                        <a:lnTo>
                          <a:pt x="528" y="808"/>
                        </a:lnTo>
                        <a:lnTo>
                          <a:pt x="538" y="808"/>
                        </a:lnTo>
                        <a:lnTo>
                          <a:pt x="546" y="808"/>
                        </a:lnTo>
                        <a:lnTo>
                          <a:pt x="557" y="807"/>
                        </a:lnTo>
                        <a:lnTo>
                          <a:pt x="566" y="807"/>
                        </a:lnTo>
                        <a:lnTo>
                          <a:pt x="575" y="806"/>
                        </a:lnTo>
                        <a:lnTo>
                          <a:pt x="585" y="806"/>
                        </a:lnTo>
                        <a:lnTo>
                          <a:pt x="595" y="806"/>
                        </a:lnTo>
                        <a:lnTo>
                          <a:pt x="604" y="806"/>
                        </a:lnTo>
                        <a:lnTo>
                          <a:pt x="614" y="806"/>
                        </a:lnTo>
                        <a:lnTo>
                          <a:pt x="622" y="806"/>
                        </a:lnTo>
                        <a:lnTo>
                          <a:pt x="632" y="806"/>
                        </a:lnTo>
                        <a:lnTo>
                          <a:pt x="641" y="806"/>
                        </a:lnTo>
                        <a:lnTo>
                          <a:pt x="651" y="806"/>
                        </a:lnTo>
                        <a:lnTo>
                          <a:pt x="660" y="806"/>
                        </a:lnTo>
                        <a:lnTo>
                          <a:pt x="668" y="806"/>
                        </a:lnTo>
                        <a:lnTo>
                          <a:pt x="678" y="806"/>
                        </a:lnTo>
                        <a:lnTo>
                          <a:pt x="686" y="805"/>
                        </a:lnTo>
                        <a:lnTo>
                          <a:pt x="696" y="803"/>
                        </a:lnTo>
                        <a:lnTo>
                          <a:pt x="704" y="803"/>
                        </a:lnTo>
                        <a:lnTo>
                          <a:pt x="713" y="803"/>
                        </a:lnTo>
                        <a:lnTo>
                          <a:pt x="722" y="803"/>
                        </a:lnTo>
                        <a:lnTo>
                          <a:pt x="730" y="803"/>
                        </a:lnTo>
                        <a:lnTo>
                          <a:pt x="738" y="803"/>
                        </a:lnTo>
                        <a:lnTo>
                          <a:pt x="747" y="803"/>
                        </a:lnTo>
                        <a:lnTo>
                          <a:pt x="755" y="802"/>
                        </a:lnTo>
                        <a:lnTo>
                          <a:pt x="763" y="801"/>
                        </a:lnTo>
                        <a:lnTo>
                          <a:pt x="772" y="801"/>
                        </a:lnTo>
                        <a:lnTo>
                          <a:pt x="780" y="801"/>
                        </a:lnTo>
                        <a:lnTo>
                          <a:pt x="787" y="801"/>
                        </a:lnTo>
                        <a:lnTo>
                          <a:pt x="794" y="801"/>
                        </a:lnTo>
                        <a:lnTo>
                          <a:pt x="802" y="801"/>
                        </a:lnTo>
                        <a:lnTo>
                          <a:pt x="810" y="801"/>
                        </a:lnTo>
                        <a:lnTo>
                          <a:pt x="817" y="801"/>
                        </a:lnTo>
                        <a:lnTo>
                          <a:pt x="824" y="800"/>
                        </a:lnTo>
                        <a:lnTo>
                          <a:pt x="830" y="800"/>
                        </a:lnTo>
                        <a:lnTo>
                          <a:pt x="838" y="800"/>
                        </a:lnTo>
                        <a:lnTo>
                          <a:pt x="844" y="799"/>
                        </a:lnTo>
                        <a:lnTo>
                          <a:pt x="850" y="799"/>
                        </a:lnTo>
                        <a:lnTo>
                          <a:pt x="856" y="799"/>
                        </a:lnTo>
                        <a:lnTo>
                          <a:pt x="863" y="799"/>
                        </a:lnTo>
                        <a:lnTo>
                          <a:pt x="868" y="797"/>
                        </a:lnTo>
                        <a:lnTo>
                          <a:pt x="875" y="797"/>
                        </a:lnTo>
                        <a:lnTo>
                          <a:pt x="881" y="797"/>
                        </a:lnTo>
                        <a:lnTo>
                          <a:pt x="885" y="797"/>
                        </a:lnTo>
                        <a:lnTo>
                          <a:pt x="890" y="796"/>
                        </a:lnTo>
                        <a:lnTo>
                          <a:pt x="896" y="796"/>
                        </a:lnTo>
                        <a:lnTo>
                          <a:pt x="901" y="796"/>
                        </a:lnTo>
                        <a:lnTo>
                          <a:pt x="906" y="796"/>
                        </a:lnTo>
                        <a:lnTo>
                          <a:pt x="909" y="796"/>
                        </a:lnTo>
                        <a:lnTo>
                          <a:pt x="914" y="795"/>
                        </a:lnTo>
                        <a:lnTo>
                          <a:pt x="919" y="795"/>
                        </a:lnTo>
                        <a:lnTo>
                          <a:pt x="921" y="795"/>
                        </a:lnTo>
                        <a:lnTo>
                          <a:pt x="925" y="794"/>
                        </a:lnTo>
                        <a:lnTo>
                          <a:pt x="928" y="794"/>
                        </a:lnTo>
                        <a:lnTo>
                          <a:pt x="932" y="794"/>
                        </a:lnTo>
                        <a:lnTo>
                          <a:pt x="935" y="794"/>
                        </a:lnTo>
                        <a:lnTo>
                          <a:pt x="940" y="794"/>
                        </a:lnTo>
                        <a:lnTo>
                          <a:pt x="944" y="794"/>
                        </a:lnTo>
                        <a:lnTo>
                          <a:pt x="947" y="794"/>
                        </a:lnTo>
                        <a:lnTo>
                          <a:pt x="950" y="794"/>
                        </a:lnTo>
                        <a:lnTo>
                          <a:pt x="952" y="793"/>
                        </a:lnTo>
                        <a:lnTo>
                          <a:pt x="954" y="790"/>
                        </a:lnTo>
                        <a:lnTo>
                          <a:pt x="954" y="788"/>
                        </a:lnTo>
                        <a:lnTo>
                          <a:pt x="954" y="786"/>
                        </a:lnTo>
                        <a:lnTo>
                          <a:pt x="954" y="783"/>
                        </a:lnTo>
                        <a:lnTo>
                          <a:pt x="954" y="781"/>
                        </a:lnTo>
                        <a:lnTo>
                          <a:pt x="954" y="777"/>
                        </a:lnTo>
                        <a:lnTo>
                          <a:pt x="953" y="774"/>
                        </a:lnTo>
                        <a:lnTo>
                          <a:pt x="952" y="770"/>
                        </a:lnTo>
                        <a:lnTo>
                          <a:pt x="952" y="767"/>
                        </a:lnTo>
                        <a:lnTo>
                          <a:pt x="951" y="763"/>
                        </a:lnTo>
                        <a:lnTo>
                          <a:pt x="950" y="759"/>
                        </a:lnTo>
                        <a:lnTo>
                          <a:pt x="950" y="755"/>
                        </a:lnTo>
                        <a:lnTo>
                          <a:pt x="948" y="751"/>
                        </a:lnTo>
                        <a:lnTo>
                          <a:pt x="946" y="748"/>
                        </a:lnTo>
                        <a:lnTo>
                          <a:pt x="945" y="743"/>
                        </a:lnTo>
                        <a:lnTo>
                          <a:pt x="944" y="739"/>
                        </a:lnTo>
                        <a:lnTo>
                          <a:pt x="942" y="736"/>
                        </a:lnTo>
                        <a:lnTo>
                          <a:pt x="941" y="732"/>
                        </a:lnTo>
                        <a:lnTo>
                          <a:pt x="939" y="729"/>
                        </a:lnTo>
                        <a:lnTo>
                          <a:pt x="939" y="725"/>
                        </a:lnTo>
                        <a:lnTo>
                          <a:pt x="938" y="723"/>
                        </a:lnTo>
                        <a:lnTo>
                          <a:pt x="937" y="720"/>
                        </a:lnTo>
                        <a:lnTo>
                          <a:pt x="934" y="717"/>
                        </a:lnTo>
                        <a:lnTo>
                          <a:pt x="934" y="714"/>
                        </a:lnTo>
                        <a:lnTo>
                          <a:pt x="934" y="713"/>
                        </a:lnTo>
                        <a:lnTo>
                          <a:pt x="932" y="711"/>
                        </a:lnTo>
                        <a:lnTo>
                          <a:pt x="932" y="71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78" name="Freeform 29"/>
                  <p:cNvSpPr/>
                  <p:nvPr/>
                </p:nvSpPr>
                <p:spPr bwMode="auto">
                  <a:xfrm>
                    <a:off x="5409" y="1590"/>
                    <a:ext cx="202" cy="39"/>
                  </a:xfrm>
                  <a:custGeom>
                    <a:avLst/>
                    <a:gdLst>
                      <a:gd name="T0" fmla="*/ 0 w 605"/>
                      <a:gd name="T1" fmla="*/ 0 h 119"/>
                      <a:gd name="T2" fmla="*/ 0 w 605"/>
                      <a:gd name="T3" fmla="*/ 0 h 119"/>
                      <a:gd name="T4" fmla="*/ 0 w 605"/>
                      <a:gd name="T5" fmla="*/ 0 h 119"/>
                      <a:gd name="T6" fmla="*/ 0 w 605"/>
                      <a:gd name="T7" fmla="*/ 0 h 119"/>
                      <a:gd name="T8" fmla="*/ 0 w 605"/>
                      <a:gd name="T9" fmla="*/ 0 h 119"/>
                      <a:gd name="T10" fmla="*/ 0 w 605"/>
                      <a:gd name="T11" fmla="*/ 0 h 119"/>
                      <a:gd name="T12" fmla="*/ 0 w 605"/>
                      <a:gd name="T13" fmla="*/ 0 h 119"/>
                      <a:gd name="T14" fmla="*/ 0 w 605"/>
                      <a:gd name="T15" fmla="*/ 0 h 119"/>
                      <a:gd name="T16" fmla="*/ 0 w 605"/>
                      <a:gd name="T17" fmla="*/ 0 h 119"/>
                      <a:gd name="T18" fmla="*/ 0 w 605"/>
                      <a:gd name="T19" fmla="*/ 0 h 119"/>
                      <a:gd name="T20" fmla="*/ 0 w 605"/>
                      <a:gd name="T21" fmla="*/ 0 h 119"/>
                      <a:gd name="T22" fmla="*/ 0 w 605"/>
                      <a:gd name="T23" fmla="*/ 0 h 119"/>
                      <a:gd name="T24" fmla="*/ 0 w 605"/>
                      <a:gd name="T25" fmla="*/ 0 h 119"/>
                      <a:gd name="T26" fmla="*/ 0 w 605"/>
                      <a:gd name="T27" fmla="*/ 0 h 119"/>
                      <a:gd name="T28" fmla="*/ 0 w 605"/>
                      <a:gd name="T29" fmla="*/ 0 h 119"/>
                      <a:gd name="T30" fmla="*/ 0 w 605"/>
                      <a:gd name="T31" fmla="*/ 0 h 119"/>
                      <a:gd name="T32" fmla="*/ 0 w 605"/>
                      <a:gd name="T33" fmla="*/ 0 h 119"/>
                      <a:gd name="T34" fmla="*/ 0 w 605"/>
                      <a:gd name="T35" fmla="*/ 0 h 119"/>
                      <a:gd name="T36" fmla="*/ 0 w 605"/>
                      <a:gd name="T37" fmla="*/ 0 h 119"/>
                      <a:gd name="T38" fmla="*/ 0 w 605"/>
                      <a:gd name="T39" fmla="*/ 0 h 119"/>
                      <a:gd name="T40" fmla="*/ 0 w 605"/>
                      <a:gd name="T41" fmla="*/ 0 h 119"/>
                      <a:gd name="T42" fmla="*/ 0 w 605"/>
                      <a:gd name="T43" fmla="*/ 0 h 119"/>
                      <a:gd name="T44" fmla="*/ 0 w 605"/>
                      <a:gd name="T45" fmla="*/ 0 h 119"/>
                      <a:gd name="T46" fmla="*/ 0 w 605"/>
                      <a:gd name="T47" fmla="*/ 0 h 119"/>
                      <a:gd name="T48" fmla="*/ 0 w 605"/>
                      <a:gd name="T49" fmla="*/ 0 h 119"/>
                      <a:gd name="T50" fmla="*/ 0 w 605"/>
                      <a:gd name="T51" fmla="*/ 0 h 119"/>
                      <a:gd name="T52" fmla="*/ 0 w 605"/>
                      <a:gd name="T53" fmla="*/ 0 h 119"/>
                      <a:gd name="T54" fmla="*/ 0 w 605"/>
                      <a:gd name="T55" fmla="*/ 0 h 119"/>
                      <a:gd name="T56" fmla="*/ 0 w 605"/>
                      <a:gd name="T57" fmla="*/ 0 h 119"/>
                      <a:gd name="T58" fmla="*/ 0 w 605"/>
                      <a:gd name="T59" fmla="*/ 0 h 119"/>
                      <a:gd name="T60" fmla="*/ 0 w 605"/>
                      <a:gd name="T61" fmla="*/ 0 h 119"/>
                      <a:gd name="T62" fmla="*/ 0 w 605"/>
                      <a:gd name="T63" fmla="*/ 0 h 119"/>
                      <a:gd name="T64" fmla="*/ 0 w 605"/>
                      <a:gd name="T65" fmla="*/ 0 h 119"/>
                      <a:gd name="T66" fmla="*/ 0 w 605"/>
                      <a:gd name="T67" fmla="*/ 0 h 119"/>
                      <a:gd name="T68" fmla="*/ 0 w 605"/>
                      <a:gd name="T69" fmla="*/ 0 h 119"/>
                      <a:gd name="T70" fmla="*/ 0 w 605"/>
                      <a:gd name="T71" fmla="*/ 0 h 119"/>
                      <a:gd name="T72" fmla="*/ 0 w 605"/>
                      <a:gd name="T73" fmla="*/ 0 h 119"/>
                      <a:gd name="T74" fmla="*/ 0 w 605"/>
                      <a:gd name="T75" fmla="*/ 0 h 119"/>
                      <a:gd name="T76" fmla="*/ 0 w 605"/>
                      <a:gd name="T77" fmla="*/ 0 h 119"/>
                      <a:gd name="T78" fmla="*/ 0 w 605"/>
                      <a:gd name="T79" fmla="*/ 0 h 119"/>
                      <a:gd name="T80" fmla="*/ 0 w 605"/>
                      <a:gd name="T81" fmla="*/ 0 h 119"/>
                      <a:gd name="T82" fmla="*/ 0 w 605"/>
                      <a:gd name="T83" fmla="*/ 0 h 119"/>
                      <a:gd name="T84" fmla="*/ 0 w 605"/>
                      <a:gd name="T85" fmla="*/ 0 h 119"/>
                      <a:gd name="T86" fmla="*/ 0 w 605"/>
                      <a:gd name="T87" fmla="*/ 0 h 11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05"/>
                      <a:gd name="T133" fmla="*/ 0 h 119"/>
                      <a:gd name="T134" fmla="*/ 605 w 605"/>
                      <a:gd name="T135" fmla="*/ 119 h 11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05" h="119">
                        <a:moveTo>
                          <a:pt x="0" y="34"/>
                        </a:moveTo>
                        <a:lnTo>
                          <a:pt x="14" y="119"/>
                        </a:lnTo>
                        <a:lnTo>
                          <a:pt x="23" y="117"/>
                        </a:lnTo>
                        <a:lnTo>
                          <a:pt x="34" y="114"/>
                        </a:lnTo>
                        <a:lnTo>
                          <a:pt x="42" y="112"/>
                        </a:lnTo>
                        <a:lnTo>
                          <a:pt x="52" y="111"/>
                        </a:lnTo>
                        <a:lnTo>
                          <a:pt x="62" y="110"/>
                        </a:lnTo>
                        <a:lnTo>
                          <a:pt x="72" y="108"/>
                        </a:lnTo>
                        <a:lnTo>
                          <a:pt x="80" y="106"/>
                        </a:lnTo>
                        <a:lnTo>
                          <a:pt x="91" y="105"/>
                        </a:lnTo>
                        <a:lnTo>
                          <a:pt x="100" y="104"/>
                        </a:lnTo>
                        <a:lnTo>
                          <a:pt x="110" y="101"/>
                        </a:lnTo>
                        <a:lnTo>
                          <a:pt x="119" y="101"/>
                        </a:lnTo>
                        <a:lnTo>
                          <a:pt x="129" y="99"/>
                        </a:lnTo>
                        <a:lnTo>
                          <a:pt x="138" y="98"/>
                        </a:lnTo>
                        <a:lnTo>
                          <a:pt x="148" y="97"/>
                        </a:lnTo>
                        <a:lnTo>
                          <a:pt x="156" y="97"/>
                        </a:lnTo>
                        <a:lnTo>
                          <a:pt x="166" y="95"/>
                        </a:lnTo>
                        <a:lnTo>
                          <a:pt x="176" y="94"/>
                        </a:lnTo>
                        <a:lnTo>
                          <a:pt x="185" y="94"/>
                        </a:lnTo>
                        <a:lnTo>
                          <a:pt x="194" y="93"/>
                        </a:lnTo>
                        <a:lnTo>
                          <a:pt x="204" y="92"/>
                        </a:lnTo>
                        <a:lnTo>
                          <a:pt x="212" y="92"/>
                        </a:lnTo>
                        <a:lnTo>
                          <a:pt x="221" y="91"/>
                        </a:lnTo>
                        <a:lnTo>
                          <a:pt x="231" y="89"/>
                        </a:lnTo>
                        <a:lnTo>
                          <a:pt x="239" y="89"/>
                        </a:lnTo>
                        <a:lnTo>
                          <a:pt x="249" y="89"/>
                        </a:lnTo>
                        <a:lnTo>
                          <a:pt x="257" y="88"/>
                        </a:lnTo>
                        <a:lnTo>
                          <a:pt x="268" y="88"/>
                        </a:lnTo>
                        <a:lnTo>
                          <a:pt x="276" y="88"/>
                        </a:lnTo>
                        <a:lnTo>
                          <a:pt x="286" y="87"/>
                        </a:lnTo>
                        <a:lnTo>
                          <a:pt x="294" y="87"/>
                        </a:lnTo>
                        <a:lnTo>
                          <a:pt x="303" y="87"/>
                        </a:lnTo>
                        <a:lnTo>
                          <a:pt x="313" y="87"/>
                        </a:lnTo>
                        <a:lnTo>
                          <a:pt x="321" y="86"/>
                        </a:lnTo>
                        <a:lnTo>
                          <a:pt x="329" y="86"/>
                        </a:lnTo>
                        <a:lnTo>
                          <a:pt x="339" y="86"/>
                        </a:lnTo>
                        <a:lnTo>
                          <a:pt x="347" y="86"/>
                        </a:lnTo>
                        <a:lnTo>
                          <a:pt x="356" y="86"/>
                        </a:lnTo>
                        <a:lnTo>
                          <a:pt x="365" y="86"/>
                        </a:lnTo>
                        <a:lnTo>
                          <a:pt x="373" y="86"/>
                        </a:lnTo>
                        <a:lnTo>
                          <a:pt x="383" y="87"/>
                        </a:lnTo>
                        <a:lnTo>
                          <a:pt x="391" y="87"/>
                        </a:lnTo>
                        <a:lnTo>
                          <a:pt x="399" y="88"/>
                        </a:lnTo>
                        <a:lnTo>
                          <a:pt x="409" y="88"/>
                        </a:lnTo>
                        <a:lnTo>
                          <a:pt x="417" y="89"/>
                        </a:lnTo>
                        <a:lnTo>
                          <a:pt x="427" y="89"/>
                        </a:lnTo>
                        <a:lnTo>
                          <a:pt x="435" y="91"/>
                        </a:lnTo>
                        <a:lnTo>
                          <a:pt x="443" y="91"/>
                        </a:lnTo>
                        <a:lnTo>
                          <a:pt x="453" y="92"/>
                        </a:lnTo>
                        <a:lnTo>
                          <a:pt x="461" y="92"/>
                        </a:lnTo>
                        <a:lnTo>
                          <a:pt x="469" y="93"/>
                        </a:lnTo>
                        <a:lnTo>
                          <a:pt x="478" y="94"/>
                        </a:lnTo>
                        <a:lnTo>
                          <a:pt x="487" y="95"/>
                        </a:lnTo>
                        <a:lnTo>
                          <a:pt x="496" y="97"/>
                        </a:lnTo>
                        <a:lnTo>
                          <a:pt x="503" y="97"/>
                        </a:lnTo>
                        <a:lnTo>
                          <a:pt x="512" y="98"/>
                        </a:lnTo>
                        <a:lnTo>
                          <a:pt x="520" y="99"/>
                        </a:lnTo>
                        <a:lnTo>
                          <a:pt x="529" y="100"/>
                        </a:lnTo>
                        <a:lnTo>
                          <a:pt x="537" y="101"/>
                        </a:lnTo>
                        <a:lnTo>
                          <a:pt x="545" y="104"/>
                        </a:lnTo>
                        <a:lnTo>
                          <a:pt x="555" y="104"/>
                        </a:lnTo>
                        <a:lnTo>
                          <a:pt x="563" y="106"/>
                        </a:lnTo>
                        <a:lnTo>
                          <a:pt x="571" y="107"/>
                        </a:lnTo>
                        <a:lnTo>
                          <a:pt x="580" y="110"/>
                        </a:lnTo>
                        <a:lnTo>
                          <a:pt x="589" y="111"/>
                        </a:lnTo>
                        <a:lnTo>
                          <a:pt x="605" y="25"/>
                        </a:lnTo>
                        <a:lnTo>
                          <a:pt x="594" y="23"/>
                        </a:lnTo>
                        <a:lnTo>
                          <a:pt x="586" y="22"/>
                        </a:lnTo>
                        <a:lnTo>
                          <a:pt x="576" y="21"/>
                        </a:lnTo>
                        <a:lnTo>
                          <a:pt x="568" y="18"/>
                        </a:lnTo>
                        <a:lnTo>
                          <a:pt x="558" y="18"/>
                        </a:lnTo>
                        <a:lnTo>
                          <a:pt x="550" y="16"/>
                        </a:lnTo>
                        <a:lnTo>
                          <a:pt x="541" y="15"/>
                        </a:lnTo>
                        <a:lnTo>
                          <a:pt x="532" y="14"/>
                        </a:lnTo>
                        <a:lnTo>
                          <a:pt x="523" y="12"/>
                        </a:lnTo>
                        <a:lnTo>
                          <a:pt x="513" y="11"/>
                        </a:lnTo>
                        <a:lnTo>
                          <a:pt x="505" y="10"/>
                        </a:lnTo>
                        <a:lnTo>
                          <a:pt x="496" y="9"/>
                        </a:lnTo>
                        <a:lnTo>
                          <a:pt x="487" y="8"/>
                        </a:lnTo>
                        <a:lnTo>
                          <a:pt x="478" y="8"/>
                        </a:lnTo>
                        <a:lnTo>
                          <a:pt x="468" y="6"/>
                        </a:lnTo>
                        <a:lnTo>
                          <a:pt x="460" y="5"/>
                        </a:lnTo>
                        <a:lnTo>
                          <a:pt x="450" y="4"/>
                        </a:lnTo>
                        <a:lnTo>
                          <a:pt x="441" y="4"/>
                        </a:lnTo>
                        <a:lnTo>
                          <a:pt x="431" y="3"/>
                        </a:lnTo>
                        <a:lnTo>
                          <a:pt x="423" y="3"/>
                        </a:lnTo>
                        <a:lnTo>
                          <a:pt x="414" y="2"/>
                        </a:lnTo>
                        <a:lnTo>
                          <a:pt x="404" y="2"/>
                        </a:lnTo>
                        <a:lnTo>
                          <a:pt x="395" y="0"/>
                        </a:lnTo>
                        <a:lnTo>
                          <a:pt x="386" y="0"/>
                        </a:lnTo>
                        <a:lnTo>
                          <a:pt x="377" y="0"/>
                        </a:lnTo>
                        <a:lnTo>
                          <a:pt x="369" y="0"/>
                        </a:lnTo>
                        <a:lnTo>
                          <a:pt x="359" y="0"/>
                        </a:lnTo>
                        <a:lnTo>
                          <a:pt x="350" y="0"/>
                        </a:lnTo>
                        <a:lnTo>
                          <a:pt x="340" y="0"/>
                        </a:lnTo>
                        <a:lnTo>
                          <a:pt x="331" y="0"/>
                        </a:lnTo>
                        <a:lnTo>
                          <a:pt x="321" y="0"/>
                        </a:lnTo>
                        <a:lnTo>
                          <a:pt x="312" y="0"/>
                        </a:lnTo>
                        <a:lnTo>
                          <a:pt x="302" y="0"/>
                        </a:lnTo>
                        <a:lnTo>
                          <a:pt x="293" y="0"/>
                        </a:lnTo>
                        <a:lnTo>
                          <a:pt x="283" y="0"/>
                        </a:lnTo>
                        <a:lnTo>
                          <a:pt x="274" y="0"/>
                        </a:lnTo>
                        <a:lnTo>
                          <a:pt x="264" y="0"/>
                        </a:lnTo>
                        <a:lnTo>
                          <a:pt x="255" y="2"/>
                        </a:lnTo>
                        <a:lnTo>
                          <a:pt x="245" y="2"/>
                        </a:lnTo>
                        <a:lnTo>
                          <a:pt x="236" y="3"/>
                        </a:lnTo>
                        <a:lnTo>
                          <a:pt x="226" y="3"/>
                        </a:lnTo>
                        <a:lnTo>
                          <a:pt x="217" y="4"/>
                        </a:lnTo>
                        <a:lnTo>
                          <a:pt x="207" y="5"/>
                        </a:lnTo>
                        <a:lnTo>
                          <a:pt x="197" y="5"/>
                        </a:lnTo>
                        <a:lnTo>
                          <a:pt x="187" y="6"/>
                        </a:lnTo>
                        <a:lnTo>
                          <a:pt x="178" y="8"/>
                        </a:lnTo>
                        <a:lnTo>
                          <a:pt x="168" y="8"/>
                        </a:lnTo>
                        <a:lnTo>
                          <a:pt x="159" y="10"/>
                        </a:lnTo>
                        <a:lnTo>
                          <a:pt x="149" y="10"/>
                        </a:lnTo>
                        <a:lnTo>
                          <a:pt x="138" y="11"/>
                        </a:lnTo>
                        <a:lnTo>
                          <a:pt x="128" y="14"/>
                        </a:lnTo>
                        <a:lnTo>
                          <a:pt x="118" y="14"/>
                        </a:lnTo>
                        <a:lnTo>
                          <a:pt x="109" y="16"/>
                        </a:lnTo>
                        <a:lnTo>
                          <a:pt x="99" y="17"/>
                        </a:lnTo>
                        <a:lnTo>
                          <a:pt x="89" y="18"/>
                        </a:lnTo>
                        <a:lnTo>
                          <a:pt x="80" y="19"/>
                        </a:lnTo>
                        <a:lnTo>
                          <a:pt x="70" y="21"/>
                        </a:lnTo>
                        <a:lnTo>
                          <a:pt x="60" y="23"/>
                        </a:lnTo>
                        <a:lnTo>
                          <a:pt x="49" y="24"/>
                        </a:lnTo>
                        <a:lnTo>
                          <a:pt x="40" y="25"/>
                        </a:lnTo>
                        <a:lnTo>
                          <a:pt x="29" y="28"/>
                        </a:lnTo>
                        <a:lnTo>
                          <a:pt x="20" y="29"/>
                        </a:lnTo>
                        <a:lnTo>
                          <a:pt x="9" y="31"/>
                        </a:lnTo>
                        <a:lnTo>
                          <a:pt x="0" y="3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79" name="Freeform 30"/>
                  <p:cNvSpPr/>
                  <p:nvPr/>
                </p:nvSpPr>
                <p:spPr bwMode="auto">
                  <a:xfrm>
                    <a:off x="5338" y="1833"/>
                    <a:ext cx="380" cy="33"/>
                  </a:xfrm>
                  <a:custGeom>
                    <a:avLst/>
                    <a:gdLst>
                      <a:gd name="T0" fmla="*/ 0 w 1140"/>
                      <a:gd name="T1" fmla="*/ 0 h 99"/>
                      <a:gd name="T2" fmla="*/ 0 w 1140"/>
                      <a:gd name="T3" fmla="*/ 0 h 99"/>
                      <a:gd name="T4" fmla="*/ 0 w 1140"/>
                      <a:gd name="T5" fmla="*/ 0 h 99"/>
                      <a:gd name="T6" fmla="*/ 0 w 1140"/>
                      <a:gd name="T7" fmla="*/ 0 h 99"/>
                      <a:gd name="T8" fmla="*/ 0 w 1140"/>
                      <a:gd name="T9" fmla="*/ 0 h 99"/>
                      <a:gd name="T10" fmla="*/ 0 w 1140"/>
                      <a:gd name="T11" fmla="*/ 0 h 99"/>
                      <a:gd name="T12" fmla="*/ 0 w 1140"/>
                      <a:gd name="T13" fmla="*/ 0 h 99"/>
                      <a:gd name="T14" fmla="*/ 0 w 1140"/>
                      <a:gd name="T15" fmla="*/ 0 h 99"/>
                      <a:gd name="T16" fmla="*/ 0 w 1140"/>
                      <a:gd name="T17" fmla="*/ 0 h 99"/>
                      <a:gd name="T18" fmla="*/ 0 w 1140"/>
                      <a:gd name="T19" fmla="*/ 0 h 99"/>
                      <a:gd name="T20" fmla="*/ 0 w 1140"/>
                      <a:gd name="T21" fmla="*/ 0 h 99"/>
                      <a:gd name="T22" fmla="*/ 0 w 1140"/>
                      <a:gd name="T23" fmla="*/ 0 h 99"/>
                      <a:gd name="T24" fmla="*/ 0 w 1140"/>
                      <a:gd name="T25" fmla="*/ 0 h 99"/>
                      <a:gd name="T26" fmla="*/ 0 w 1140"/>
                      <a:gd name="T27" fmla="*/ 0 h 99"/>
                      <a:gd name="T28" fmla="*/ 0 w 1140"/>
                      <a:gd name="T29" fmla="*/ 0 h 99"/>
                      <a:gd name="T30" fmla="*/ 0 w 1140"/>
                      <a:gd name="T31" fmla="*/ 0 h 99"/>
                      <a:gd name="T32" fmla="*/ 0 w 1140"/>
                      <a:gd name="T33" fmla="*/ 0 h 99"/>
                      <a:gd name="T34" fmla="*/ 0 w 1140"/>
                      <a:gd name="T35" fmla="*/ 0 h 99"/>
                      <a:gd name="T36" fmla="*/ 0 w 1140"/>
                      <a:gd name="T37" fmla="*/ 0 h 99"/>
                      <a:gd name="T38" fmla="*/ 0 w 1140"/>
                      <a:gd name="T39" fmla="*/ 0 h 99"/>
                      <a:gd name="T40" fmla="*/ 0 w 1140"/>
                      <a:gd name="T41" fmla="*/ 0 h 99"/>
                      <a:gd name="T42" fmla="*/ 0 w 1140"/>
                      <a:gd name="T43" fmla="*/ 0 h 99"/>
                      <a:gd name="T44" fmla="*/ 0 w 1140"/>
                      <a:gd name="T45" fmla="*/ 0 h 99"/>
                      <a:gd name="T46" fmla="*/ 0 w 1140"/>
                      <a:gd name="T47" fmla="*/ 0 h 99"/>
                      <a:gd name="T48" fmla="*/ 0 w 1140"/>
                      <a:gd name="T49" fmla="*/ 0 h 99"/>
                      <a:gd name="T50" fmla="*/ 0 w 1140"/>
                      <a:gd name="T51" fmla="*/ 0 h 99"/>
                      <a:gd name="T52" fmla="*/ 0 w 1140"/>
                      <a:gd name="T53" fmla="*/ 0 h 99"/>
                      <a:gd name="T54" fmla="*/ 0 w 1140"/>
                      <a:gd name="T55" fmla="*/ 0 h 99"/>
                      <a:gd name="T56" fmla="*/ 0 w 1140"/>
                      <a:gd name="T57" fmla="*/ 0 h 99"/>
                      <a:gd name="T58" fmla="*/ 0 w 1140"/>
                      <a:gd name="T59" fmla="*/ 0 h 99"/>
                      <a:gd name="T60" fmla="*/ 0 w 1140"/>
                      <a:gd name="T61" fmla="*/ 0 h 99"/>
                      <a:gd name="T62" fmla="*/ 0 w 1140"/>
                      <a:gd name="T63" fmla="*/ 0 h 99"/>
                      <a:gd name="T64" fmla="*/ 0 w 1140"/>
                      <a:gd name="T65" fmla="*/ 0 h 99"/>
                      <a:gd name="T66" fmla="*/ 0 w 1140"/>
                      <a:gd name="T67" fmla="*/ 0 h 99"/>
                      <a:gd name="T68" fmla="*/ 0 w 1140"/>
                      <a:gd name="T69" fmla="*/ 0 h 99"/>
                      <a:gd name="T70" fmla="*/ 0 w 1140"/>
                      <a:gd name="T71" fmla="*/ 0 h 99"/>
                      <a:gd name="T72" fmla="*/ 0 w 1140"/>
                      <a:gd name="T73" fmla="*/ 0 h 99"/>
                      <a:gd name="T74" fmla="*/ 0 w 1140"/>
                      <a:gd name="T75" fmla="*/ 0 h 99"/>
                      <a:gd name="T76" fmla="*/ 0 w 1140"/>
                      <a:gd name="T77" fmla="*/ 0 h 99"/>
                      <a:gd name="T78" fmla="*/ 0 w 1140"/>
                      <a:gd name="T79" fmla="*/ 0 h 99"/>
                      <a:gd name="T80" fmla="*/ 0 w 1140"/>
                      <a:gd name="T81" fmla="*/ 0 h 99"/>
                      <a:gd name="T82" fmla="*/ 0 w 1140"/>
                      <a:gd name="T83" fmla="*/ 0 h 99"/>
                      <a:gd name="T84" fmla="*/ 0 w 1140"/>
                      <a:gd name="T85" fmla="*/ 0 h 99"/>
                      <a:gd name="T86" fmla="*/ 0 w 1140"/>
                      <a:gd name="T87" fmla="*/ 0 h 9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40"/>
                      <a:gd name="T133" fmla="*/ 0 h 99"/>
                      <a:gd name="T134" fmla="*/ 1140 w 1140"/>
                      <a:gd name="T135" fmla="*/ 99 h 9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40" h="99">
                        <a:moveTo>
                          <a:pt x="0" y="13"/>
                        </a:moveTo>
                        <a:lnTo>
                          <a:pt x="3" y="99"/>
                        </a:lnTo>
                        <a:lnTo>
                          <a:pt x="19" y="97"/>
                        </a:lnTo>
                        <a:lnTo>
                          <a:pt x="35" y="97"/>
                        </a:lnTo>
                        <a:lnTo>
                          <a:pt x="52" y="97"/>
                        </a:lnTo>
                        <a:lnTo>
                          <a:pt x="69" y="96"/>
                        </a:lnTo>
                        <a:lnTo>
                          <a:pt x="86" y="94"/>
                        </a:lnTo>
                        <a:lnTo>
                          <a:pt x="102" y="94"/>
                        </a:lnTo>
                        <a:lnTo>
                          <a:pt x="120" y="94"/>
                        </a:lnTo>
                        <a:lnTo>
                          <a:pt x="137" y="94"/>
                        </a:lnTo>
                        <a:lnTo>
                          <a:pt x="154" y="93"/>
                        </a:lnTo>
                        <a:lnTo>
                          <a:pt x="171" y="92"/>
                        </a:lnTo>
                        <a:lnTo>
                          <a:pt x="188" y="92"/>
                        </a:lnTo>
                        <a:lnTo>
                          <a:pt x="204" y="92"/>
                        </a:lnTo>
                        <a:lnTo>
                          <a:pt x="222" y="92"/>
                        </a:lnTo>
                        <a:lnTo>
                          <a:pt x="240" y="91"/>
                        </a:lnTo>
                        <a:lnTo>
                          <a:pt x="256" y="91"/>
                        </a:lnTo>
                        <a:lnTo>
                          <a:pt x="274" y="91"/>
                        </a:lnTo>
                        <a:lnTo>
                          <a:pt x="291" y="90"/>
                        </a:lnTo>
                        <a:lnTo>
                          <a:pt x="309" y="90"/>
                        </a:lnTo>
                        <a:lnTo>
                          <a:pt x="326" y="90"/>
                        </a:lnTo>
                        <a:lnTo>
                          <a:pt x="343" y="90"/>
                        </a:lnTo>
                        <a:lnTo>
                          <a:pt x="361" y="89"/>
                        </a:lnTo>
                        <a:lnTo>
                          <a:pt x="379" y="89"/>
                        </a:lnTo>
                        <a:lnTo>
                          <a:pt x="395" y="87"/>
                        </a:lnTo>
                        <a:lnTo>
                          <a:pt x="413" y="87"/>
                        </a:lnTo>
                        <a:lnTo>
                          <a:pt x="430" y="87"/>
                        </a:lnTo>
                        <a:lnTo>
                          <a:pt x="447" y="87"/>
                        </a:lnTo>
                        <a:lnTo>
                          <a:pt x="465" y="87"/>
                        </a:lnTo>
                        <a:lnTo>
                          <a:pt x="483" y="87"/>
                        </a:lnTo>
                        <a:lnTo>
                          <a:pt x="501" y="87"/>
                        </a:lnTo>
                        <a:lnTo>
                          <a:pt x="519" y="87"/>
                        </a:lnTo>
                        <a:lnTo>
                          <a:pt x="536" y="87"/>
                        </a:lnTo>
                        <a:lnTo>
                          <a:pt x="554" y="87"/>
                        </a:lnTo>
                        <a:lnTo>
                          <a:pt x="572" y="86"/>
                        </a:lnTo>
                        <a:lnTo>
                          <a:pt x="590" y="86"/>
                        </a:lnTo>
                        <a:lnTo>
                          <a:pt x="606" y="86"/>
                        </a:lnTo>
                        <a:lnTo>
                          <a:pt x="625" y="86"/>
                        </a:lnTo>
                        <a:lnTo>
                          <a:pt x="643" y="86"/>
                        </a:lnTo>
                        <a:lnTo>
                          <a:pt x="661" y="86"/>
                        </a:lnTo>
                        <a:lnTo>
                          <a:pt x="679" y="86"/>
                        </a:lnTo>
                        <a:lnTo>
                          <a:pt x="698" y="87"/>
                        </a:lnTo>
                        <a:lnTo>
                          <a:pt x="714" y="87"/>
                        </a:lnTo>
                        <a:lnTo>
                          <a:pt x="733" y="87"/>
                        </a:lnTo>
                        <a:lnTo>
                          <a:pt x="751" y="87"/>
                        </a:lnTo>
                        <a:lnTo>
                          <a:pt x="769" y="87"/>
                        </a:lnTo>
                        <a:lnTo>
                          <a:pt x="787" y="87"/>
                        </a:lnTo>
                        <a:lnTo>
                          <a:pt x="805" y="87"/>
                        </a:lnTo>
                        <a:lnTo>
                          <a:pt x="824" y="87"/>
                        </a:lnTo>
                        <a:lnTo>
                          <a:pt x="843" y="89"/>
                        </a:lnTo>
                        <a:lnTo>
                          <a:pt x="860" y="89"/>
                        </a:lnTo>
                        <a:lnTo>
                          <a:pt x="878" y="89"/>
                        </a:lnTo>
                        <a:lnTo>
                          <a:pt x="896" y="90"/>
                        </a:lnTo>
                        <a:lnTo>
                          <a:pt x="915" y="90"/>
                        </a:lnTo>
                        <a:lnTo>
                          <a:pt x="934" y="90"/>
                        </a:lnTo>
                        <a:lnTo>
                          <a:pt x="952" y="91"/>
                        </a:lnTo>
                        <a:lnTo>
                          <a:pt x="970" y="91"/>
                        </a:lnTo>
                        <a:lnTo>
                          <a:pt x="989" y="92"/>
                        </a:lnTo>
                        <a:lnTo>
                          <a:pt x="1006" y="92"/>
                        </a:lnTo>
                        <a:lnTo>
                          <a:pt x="1024" y="93"/>
                        </a:lnTo>
                        <a:lnTo>
                          <a:pt x="1043" y="94"/>
                        </a:lnTo>
                        <a:lnTo>
                          <a:pt x="1062" y="94"/>
                        </a:lnTo>
                        <a:lnTo>
                          <a:pt x="1080" y="96"/>
                        </a:lnTo>
                        <a:lnTo>
                          <a:pt x="1099" y="97"/>
                        </a:lnTo>
                        <a:lnTo>
                          <a:pt x="1118" y="97"/>
                        </a:lnTo>
                        <a:lnTo>
                          <a:pt x="1136" y="99"/>
                        </a:lnTo>
                        <a:lnTo>
                          <a:pt x="1140" y="13"/>
                        </a:lnTo>
                        <a:lnTo>
                          <a:pt x="1121" y="11"/>
                        </a:lnTo>
                        <a:lnTo>
                          <a:pt x="1102" y="10"/>
                        </a:lnTo>
                        <a:lnTo>
                          <a:pt x="1083" y="9"/>
                        </a:lnTo>
                        <a:lnTo>
                          <a:pt x="1066" y="9"/>
                        </a:lnTo>
                        <a:lnTo>
                          <a:pt x="1047" y="8"/>
                        </a:lnTo>
                        <a:lnTo>
                          <a:pt x="1028" y="7"/>
                        </a:lnTo>
                        <a:lnTo>
                          <a:pt x="1010" y="7"/>
                        </a:lnTo>
                        <a:lnTo>
                          <a:pt x="991" y="7"/>
                        </a:lnTo>
                        <a:lnTo>
                          <a:pt x="972" y="4"/>
                        </a:lnTo>
                        <a:lnTo>
                          <a:pt x="954" y="4"/>
                        </a:lnTo>
                        <a:lnTo>
                          <a:pt x="936" y="4"/>
                        </a:lnTo>
                        <a:lnTo>
                          <a:pt x="917" y="4"/>
                        </a:lnTo>
                        <a:lnTo>
                          <a:pt x="898" y="3"/>
                        </a:lnTo>
                        <a:lnTo>
                          <a:pt x="881" y="2"/>
                        </a:lnTo>
                        <a:lnTo>
                          <a:pt x="863" y="2"/>
                        </a:lnTo>
                        <a:lnTo>
                          <a:pt x="844" y="2"/>
                        </a:lnTo>
                        <a:lnTo>
                          <a:pt x="825" y="1"/>
                        </a:lnTo>
                        <a:lnTo>
                          <a:pt x="807" y="1"/>
                        </a:lnTo>
                        <a:lnTo>
                          <a:pt x="789" y="1"/>
                        </a:lnTo>
                        <a:lnTo>
                          <a:pt x="771" y="1"/>
                        </a:lnTo>
                        <a:lnTo>
                          <a:pt x="752" y="1"/>
                        </a:lnTo>
                        <a:lnTo>
                          <a:pt x="733" y="1"/>
                        </a:lnTo>
                        <a:lnTo>
                          <a:pt x="716" y="1"/>
                        </a:lnTo>
                        <a:lnTo>
                          <a:pt x="698" y="1"/>
                        </a:lnTo>
                        <a:lnTo>
                          <a:pt x="680" y="0"/>
                        </a:lnTo>
                        <a:lnTo>
                          <a:pt x="662" y="0"/>
                        </a:lnTo>
                        <a:lnTo>
                          <a:pt x="643" y="0"/>
                        </a:lnTo>
                        <a:lnTo>
                          <a:pt x="625" y="0"/>
                        </a:lnTo>
                        <a:lnTo>
                          <a:pt x="608" y="0"/>
                        </a:lnTo>
                        <a:lnTo>
                          <a:pt x="590" y="0"/>
                        </a:lnTo>
                        <a:lnTo>
                          <a:pt x="572" y="0"/>
                        </a:lnTo>
                        <a:lnTo>
                          <a:pt x="554" y="1"/>
                        </a:lnTo>
                        <a:lnTo>
                          <a:pt x="536" y="1"/>
                        </a:lnTo>
                        <a:lnTo>
                          <a:pt x="519" y="1"/>
                        </a:lnTo>
                        <a:lnTo>
                          <a:pt x="501" y="1"/>
                        </a:lnTo>
                        <a:lnTo>
                          <a:pt x="483" y="1"/>
                        </a:lnTo>
                        <a:lnTo>
                          <a:pt x="465" y="1"/>
                        </a:lnTo>
                        <a:lnTo>
                          <a:pt x="447" y="1"/>
                        </a:lnTo>
                        <a:lnTo>
                          <a:pt x="430" y="1"/>
                        </a:lnTo>
                        <a:lnTo>
                          <a:pt x="412" y="1"/>
                        </a:lnTo>
                        <a:lnTo>
                          <a:pt x="394" y="1"/>
                        </a:lnTo>
                        <a:lnTo>
                          <a:pt x="376" y="2"/>
                        </a:lnTo>
                        <a:lnTo>
                          <a:pt x="359" y="2"/>
                        </a:lnTo>
                        <a:lnTo>
                          <a:pt x="342" y="3"/>
                        </a:lnTo>
                        <a:lnTo>
                          <a:pt x="324" y="3"/>
                        </a:lnTo>
                        <a:lnTo>
                          <a:pt x="307" y="4"/>
                        </a:lnTo>
                        <a:lnTo>
                          <a:pt x="291" y="4"/>
                        </a:lnTo>
                        <a:lnTo>
                          <a:pt x="273" y="4"/>
                        </a:lnTo>
                        <a:lnTo>
                          <a:pt x="255" y="4"/>
                        </a:lnTo>
                        <a:lnTo>
                          <a:pt x="237" y="4"/>
                        </a:lnTo>
                        <a:lnTo>
                          <a:pt x="221" y="5"/>
                        </a:lnTo>
                        <a:lnTo>
                          <a:pt x="203" y="7"/>
                        </a:lnTo>
                        <a:lnTo>
                          <a:pt x="186" y="7"/>
                        </a:lnTo>
                        <a:lnTo>
                          <a:pt x="169" y="7"/>
                        </a:lnTo>
                        <a:lnTo>
                          <a:pt x="151" y="7"/>
                        </a:lnTo>
                        <a:lnTo>
                          <a:pt x="135" y="8"/>
                        </a:lnTo>
                        <a:lnTo>
                          <a:pt x="118" y="8"/>
                        </a:lnTo>
                        <a:lnTo>
                          <a:pt x="101" y="9"/>
                        </a:lnTo>
                        <a:lnTo>
                          <a:pt x="83" y="9"/>
                        </a:lnTo>
                        <a:lnTo>
                          <a:pt x="68" y="9"/>
                        </a:lnTo>
                        <a:lnTo>
                          <a:pt x="50" y="10"/>
                        </a:lnTo>
                        <a:lnTo>
                          <a:pt x="33" y="11"/>
                        </a:lnTo>
                        <a:lnTo>
                          <a:pt x="17" y="11"/>
                        </a:lnTo>
                        <a:lnTo>
                          <a:pt x="0" y="13"/>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0" name="Freeform 31"/>
                  <p:cNvSpPr/>
                  <p:nvPr/>
                </p:nvSpPr>
                <p:spPr bwMode="auto">
                  <a:xfrm>
                    <a:off x="5285" y="1836"/>
                    <a:ext cx="67" cy="128"/>
                  </a:xfrm>
                  <a:custGeom>
                    <a:avLst/>
                    <a:gdLst>
                      <a:gd name="T0" fmla="*/ 0 w 202"/>
                      <a:gd name="T1" fmla="*/ 0 h 383"/>
                      <a:gd name="T2" fmla="*/ 0 w 202"/>
                      <a:gd name="T3" fmla="*/ 0 h 383"/>
                      <a:gd name="T4" fmla="*/ 0 w 202"/>
                      <a:gd name="T5" fmla="*/ 0 h 383"/>
                      <a:gd name="T6" fmla="*/ 0 w 202"/>
                      <a:gd name="T7" fmla="*/ 0 h 383"/>
                      <a:gd name="T8" fmla="*/ 0 w 202"/>
                      <a:gd name="T9" fmla="*/ 0 h 383"/>
                      <a:gd name="T10" fmla="*/ 0 w 202"/>
                      <a:gd name="T11" fmla="*/ 0 h 383"/>
                      <a:gd name="T12" fmla="*/ 0 w 202"/>
                      <a:gd name="T13" fmla="*/ 0 h 383"/>
                      <a:gd name="T14" fmla="*/ 0 w 202"/>
                      <a:gd name="T15" fmla="*/ 0 h 383"/>
                      <a:gd name="T16" fmla="*/ 0 w 202"/>
                      <a:gd name="T17" fmla="*/ 0 h 383"/>
                      <a:gd name="T18" fmla="*/ 0 w 202"/>
                      <a:gd name="T19" fmla="*/ 0 h 383"/>
                      <a:gd name="T20" fmla="*/ 0 w 202"/>
                      <a:gd name="T21" fmla="*/ 0 h 383"/>
                      <a:gd name="T22" fmla="*/ 0 w 202"/>
                      <a:gd name="T23" fmla="*/ 0 h 383"/>
                      <a:gd name="T24" fmla="*/ 0 w 202"/>
                      <a:gd name="T25" fmla="*/ 0 h 383"/>
                      <a:gd name="T26" fmla="*/ 0 w 202"/>
                      <a:gd name="T27" fmla="*/ 0 h 383"/>
                      <a:gd name="T28" fmla="*/ 0 w 202"/>
                      <a:gd name="T29" fmla="*/ 0 h 383"/>
                      <a:gd name="T30" fmla="*/ 0 w 202"/>
                      <a:gd name="T31" fmla="*/ 0 h 383"/>
                      <a:gd name="T32" fmla="*/ 0 w 202"/>
                      <a:gd name="T33" fmla="*/ 0 h 383"/>
                      <a:gd name="T34" fmla="*/ 0 w 202"/>
                      <a:gd name="T35" fmla="*/ 0 h 383"/>
                      <a:gd name="T36" fmla="*/ 0 w 202"/>
                      <a:gd name="T37" fmla="*/ 0 h 383"/>
                      <a:gd name="T38" fmla="*/ 0 w 202"/>
                      <a:gd name="T39" fmla="*/ 0 h 383"/>
                      <a:gd name="T40" fmla="*/ 0 w 202"/>
                      <a:gd name="T41" fmla="*/ 0 h 383"/>
                      <a:gd name="T42" fmla="*/ 0 w 202"/>
                      <a:gd name="T43" fmla="*/ 0 h 383"/>
                      <a:gd name="T44" fmla="*/ 0 w 202"/>
                      <a:gd name="T45" fmla="*/ 0 h 383"/>
                      <a:gd name="T46" fmla="*/ 0 w 202"/>
                      <a:gd name="T47" fmla="*/ 0 h 383"/>
                      <a:gd name="T48" fmla="*/ 0 w 202"/>
                      <a:gd name="T49" fmla="*/ 0 h 383"/>
                      <a:gd name="T50" fmla="*/ 0 w 202"/>
                      <a:gd name="T51" fmla="*/ 0 h 383"/>
                      <a:gd name="T52" fmla="*/ 0 w 202"/>
                      <a:gd name="T53" fmla="*/ 0 h 383"/>
                      <a:gd name="T54" fmla="*/ 0 w 202"/>
                      <a:gd name="T55" fmla="*/ 0 h 383"/>
                      <a:gd name="T56" fmla="*/ 0 w 202"/>
                      <a:gd name="T57" fmla="*/ 0 h 383"/>
                      <a:gd name="T58" fmla="*/ 0 w 202"/>
                      <a:gd name="T59" fmla="*/ 0 h 383"/>
                      <a:gd name="T60" fmla="*/ 0 w 202"/>
                      <a:gd name="T61" fmla="*/ 0 h 383"/>
                      <a:gd name="T62" fmla="*/ 0 w 202"/>
                      <a:gd name="T63" fmla="*/ 0 h 383"/>
                      <a:gd name="T64" fmla="*/ 0 w 202"/>
                      <a:gd name="T65" fmla="*/ 0 h 383"/>
                      <a:gd name="T66" fmla="*/ 0 w 202"/>
                      <a:gd name="T67" fmla="*/ 0 h 383"/>
                      <a:gd name="T68" fmla="*/ 0 w 202"/>
                      <a:gd name="T69" fmla="*/ 0 h 383"/>
                      <a:gd name="T70" fmla="*/ 0 w 202"/>
                      <a:gd name="T71" fmla="*/ 0 h 383"/>
                      <a:gd name="T72" fmla="*/ 0 w 202"/>
                      <a:gd name="T73" fmla="*/ 0 h 383"/>
                      <a:gd name="T74" fmla="*/ 0 w 202"/>
                      <a:gd name="T75" fmla="*/ 0 h 383"/>
                      <a:gd name="T76" fmla="*/ 0 w 202"/>
                      <a:gd name="T77" fmla="*/ 0 h 383"/>
                      <a:gd name="T78" fmla="*/ 0 w 202"/>
                      <a:gd name="T79" fmla="*/ 0 h 383"/>
                      <a:gd name="T80" fmla="*/ 0 w 202"/>
                      <a:gd name="T81" fmla="*/ 0 h 383"/>
                      <a:gd name="T82" fmla="*/ 0 w 202"/>
                      <a:gd name="T83" fmla="*/ 0 h 383"/>
                      <a:gd name="T84" fmla="*/ 0 w 202"/>
                      <a:gd name="T85" fmla="*/ 0 h 383"/>
                      <a:gd name="T86" fmla="*/ 0 w 202"/>
                      <a:gd name="T87" fmla="*/ 0 h 38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2"/>
                      <a:gd name="T133" fmla="*/ 0 h 383"/>
                      <a:gd name="T134" fmla="*/ 202 w 202"/>
                      <a:gd name="T135" fmla="*/ 383 h 38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2" h="383">
                        <a:moveTo>
                          <a:pt x="109" y="6"/>
                        </a:moveTo>
                        <a:lnTo>
                          <a:pt x="104" y="13"/>
                        </a:lnTo>
                        <a:lnTo>
                          <a:pt x="101" y="20"/>
                        </a:lnTo>
                        <a:lnTo>
                          <a:pt x="98" y="27"/>
                        </a:lnTo>
                        <a:lnTo>
                          <a:pt x="96" y="34"/>
                        </a:lnTo>
                        <a:lnTo>
                          <a:pt x="94" y="42"/>
                        </a:lnTo>
                        <a:lnTo>
                          <a:pt x="90" y="49"/>
                        </a:lnTo>
                        <a:lnTo>
                          <a:pt x="88" y="56"/>
                        </a:lnTo>
                        <a:lnTo>
                          <a:pt x="85" y="63"/>
                        </a:lnTo>
                        <a:lnTo>
                          <a:pt x="82" y="69"/>
                        </a:lnTo>
                        <a:lnTo>
                          <a:pt x="79" y="76"/>
                        </a:lnTo>
                        <a:lnTo>
                          <a:pt x="77" y="82"/>
                        </a:lnTo>
                        <a:lnTo>
                          <a:pt x="75" y="88"/>
                        </a:lnTo>
                        <a:lnTo>
                          <a:pt x="72" y="95"/>
                        </a:lnTo>
                        <a:lnTo>
                          <a:pt x="70" y="101"/>
                        </a:lnTo>
                        <a:lnTo>
                          <a:pt x="68" y="108"/>
                        </a:lnTo>
                        <a:lnTo>
                          <a:pt x="65" y="114"/>
                        </a:lnTo>
                        <a:lnTo>
                          <a:pt x="63" y="121"/>
                        </a:lnTo>
                        <a:lnTo>
                          <a:pt x="61" y="126"/>
                        </a:lnTo>
                        <a:lnTo>
                          <a:pt x="58" y="133"/>
                        </a:lnTo>
                        <a:lnTo>
                          <a:pt x="56" y="139"/>
                        </a:lnTo>
                        <a:lnTo>
                          <a:pt x="53" y="145"/>
                        </a:lnTo>
                        <a:lnTo>
                          <a:pt x="52" y="152"/>
                        </a:lnTo>
                        <a:lnTo>
                          <a:pt x="50" y="157"/>
                        </a:lnTo>
                        <a:lnTo>
                          <a:pt x="49" y="164"/>
                        </a:lnTo>
                        <a:lnTo>
                          <a:pt x="46" y="170"/>
                        </a:lnTo>
                        <a:lnTo>
                          <a:pt x="45" y="175"/>
                        </a:lnTo>
                        <a:lnTo>
                          <a:pt x="43" y="180"/>
                        </a:lnTo>
                        <a:lnTo>
                          <a:pt x="42" y="186"/>
                        </a:lnTo>
                        <a:lnTo>
                          <a:pt x="39" y="192"/>
                        </a:lnTo>
                        <a:lnTo>
                          <a:pt x="38" y="198"/>
                        </a:lnTo>
                        <a:lnTo>
                          <a:pt x="37" y="204"/>
                        </a:lnTo>
                        <a:lnTo>
                          <a:pt x="36" y="210"/>
                        </a:lnTo>
                        <a:lnTo>
                          <a:pt x="33" y="215"/>
                        </a:lnTo>
                        <a:lnTo>
                          <a:pt x="32" y="221"/>
                        </a:lnTo>
                        <a:lnTo>
                          <a:pt x="31" y="226"/>
                        </a:lnTo>
                        <a:lnTo>
                          <a:pt x="28" y="232"/>
                        </a:lnTo>
                        <a:lnTo>
                          <a:pt x="28" y="237"/>
                        </a:lnTo>
                        <a:lnTo>
                          <a:pt x="26" y="243"/>
                        </a:lnTo>
                        <a:lnTo>
                          <a:pt x="25" y="248"/>
                        </a:lnTo>
                        <a:lnTo>
                          <a:pt x="23" y="253"/>
                        </a:lnTo>
                        <a:lnTo>
                          <a:pt x="21" y="259"/>
                        </a:lnTo>
                        <a:lnTo>
                          <a:pt x="20" y="264"/>
                        </a:lnTo>
                        <a:lnTo>
                          <a:pt x="20" y="269"/>
                        </a:lnTo>
                        <a:lnTo>
                          <a:pt x="18" y="275"/>
                        </a:lnTo>
                        <a:lnTo>
                          <a:pt x="18" y="281"/>
                        </a:lnTo>
                        <a:lnTo>
                          <a:pt x="15" y="286"/>
                        </a:lnTo>
                        <a:lnTo>
                          <a:pt x="15" y="291"/>
                        </a:lnTo>
                        <a:lnTo>
                          <a:pt x="14" y="297"/>
                        </a:lnTo>
                        <a:lnTo>
                          <a:pt x="13" y="302"/>
                        </a:lnTo>
                        <a:lnTo>
                          <a:pt x="12" y="307"/>
                        </a:lnTo>
                        <a:lnTo>
                          <a:pt x="11" y="312"/>
                        </a:lnTo>
                        <a:lnTo>
                          <a:pt x="11" y="319"/>
                        </a:lnTo>
                        <a:lnTo>
                          <a:pt x="8" y="324"/>
                        </a:lnTo>
                        <a:lnTo>
                          <a:pt x="7" y="329"/>
                        </a:lnTo>
                        <a:lnTo>
                          <a:pt x="7" y="334"/>
                        </a:lnTo>
                        <a:lnTo>
                          <a:pt x="7" y="340"/>
                        </a:lnTo>
                        <a:lnTo>
                          <a:pt x="5" y="345"/>
                        </a:lnTo>
                        <a:lnTo>
                          <a:pt x="5" y="350"/>
                        </a:lnTo>
                        <a:lnTo>
                          <a:pt x="5" y="356"/>
                        </a:lnTo>
                        <a:lnTo>
                          <a:pt x="4" y="362"/>
                        </a:lnTo>
                        <a:lnTo>
                          <a:pt x="2" y="367"/>
                        </a:lnTo>
                        <a:lnTo>
                          <a:pt x="2" y="372"/>
                        </a:lnTo>
                        <a:lnTo>
                          <a:pt x="1" y="378"/>
                        </a:lnTo>
                        <a:lnTo>
                          <a:pt x="0" y="383"/>
                        </a:lnTo>
                        <a:lnTo>
                          <a:pt x="93" y="383"/>
                        </a:lnTo>
                        <a:lnTo>
                          <a:pt x="93" y="378"/>
                        </a:lnTo>
                        <a:lnTo>
                          <a:pt x="94" y="372"/>
                        </a:lnTo>
                        <a:lnTo>
                          <a:pt x="94" y="367"/>
                        </a:lnTo>
                        <a:lnTo>
                          <a:pt x="95" y="362"/>
                        </a:lnTo>
                        <a:lnTo>
                          <a:pt x="96" y="357"/>
                        </a:lnTo>
                        <a:lnTo>
                          <a:pt x="96" y="351"/>
                        </a:lnTo>
                        <a:lnTo>
                          <a:pt x="98" y="347"/>
                        </a:lnTo>
                        <a:lnTo>
                          <a:pt x="98" y="342"/>
                        </a:lnTo>
                        <a:lnTo>
                          <a:pt x="100" y="336"/>
                        </a:lnTo>
                        <a:lnTo>
                          <a:pt x="101" y="331"/>
                        </a:lnTo>
                        <a:lnTo>
                          <a:pt x="101" y="325"/>
                        </a:lnTo>
                        <a:lnTo>
                          <a:pt x="103" y="321"/>
                        </a:lnTo>
                        <a:lnTo>
                          <a:pt x="104" y="315"/>
                        </a:lnTo>
                        <a:lnTo>
                          <a:pt x="107" y="310"/>
                        </a:lnTo>
                        <a:lnTo>
                          <a:pt x="107" y="304"/>
                        </a:lnTo>
                        <a:lnTo>
                          <a:pt x="109" y="299"/>
                        </a:lnTo>
                        <a:lnTo>
                          <a:pt x="109" y="293"/>
                        </a:lnTo>
                        <a:lnTo>
                          <a:pt x="112" y="288"/>
                        </a:lnTo>
                        <a:lnTo>
                          <a:pt x="113" y="284"/>
                        </a:lnTo>
                        <a:lnTo>
                          <a:pt x="114" y="278"/>
                        </a:lnTo>
                        <a:lnTo>
                          <a:pt x="116" y="272"/>
                        </a:lnTo>
                        <a:lnTo>
                          <a:pt x="117" y="266"/>
                        </a:lnTo>
                        <a:lnTo>
                          <a:pt x="119" y="261"/>
                        </a:lnTo>
                        <a:lnTo>
                          <a:pt x="121" y="255"/>
                        </a:lnTo>
                        <a:lnTo>
                          <a:pt x="122" y="249"/>
                        </a:lnTo>
                        <a:lnTo>
                          <a:pt x="125" y="243"/>
                        </a:lnTo>
                        <a:lnTo>
                          <a:pt x="126" y="237"/>
                        </a:lnTo>
                        <a:lnTo>
                          <a:pt x="127" y="233"/>
                        </a:lnTo>
                        <a:lnTo>
                          <a:pt x="129" y="227"/>
                        </a:lnTo>
                        <a:lnTo>
                          <a:pt x="132" y="221"/>
                        </a:lnTo>
                        <a:lnTo>
                          <a:pt x="133" y="215"/>
                        </a:lnTo>
                        <a:lnTo>
                          <a:pt x="134" y="209"/>
                        </a:lnTo>
                        <a:lnTo>
                          <a:pt x="136" y="203"/>
                        </a:lnTo>
                        <a:lnTo>
                          <a:pt x="138" y="197"/>
                        </a:lnTo>
                        <a:lnTo>
                          <a:pt x="140" y="190"/>
                        </a:lnTo>
                        <a:lnTo>
                          <a:pt x="142" y="185"/>
                        </a:lnTo>
                        <a:lnTo>
                          <a:pt x="144" y="178"/>
                        </a:lnTo>
                        <a:lnTo>
                          <a:pt x="145" y="172"/>
                        </a:lnTo>
                        <a:lnTo>
                          <a:pt x="147" y="166"/>
                        </a:lnTo>
                        <a:lnTo>
                          <a:pt x="150" y="160"/>
                        </a:lnTo>
                        <a:lnTo>
                          <a:pt x="152" y="154"/>
                        </a:lnTo>
                        <a:lnTo>
                          <a:pt x="153" y="147"/>
                        </a:lnTo>
                        <a:lnTo>
                          <a:pt x="155" y="141"/>
                        </a:lnTo>
                        <a:lnTo>
                          <a:pt x="158" y="134"/>
                        </a:lnTo>
                        <a:lnTo>
                          <a:pt x="159" y="128"/>
                        </a:lnTo>
                        <a:lnTo>
                          <a:pt x="163" y="121"/>
                        </a:lnTo>
                        <a:lnTo>
                          <a:pt x="164" y="116"/>
                        </a:lnTo>
                        <a:lnTo>
                          <a:pt x="166" y="109"/>
                        </a:lnTo>
                        <a:lnTo>
                          <a:pt x="168" y="103"/>
                        </a:lnTo>
                        <a:lnTo>
                          <a:pt x="171" y="96"/>
                        </a:lnTo>
                        <a:lnTo>
                          <a:pt x="172" y="89"/>
                        </a:lnTo>
                        <a:lnTo>
                          <a:pt x="174" y="83"/>
                        </a:lnTo>
                        <a:lnTo>
                          <a:pt x="177" y="76"/>
                        </a:lnTo>
                        <a:lnTo>
                          <a:pt x="179" y="70"/>
                        </a:lnTo>
                        <a:lnTo>
                          <a:pt x="182" y="63"/>
                        </a:lnTo>
                        <a:lnTo>
                          <a:pt x="184" y="56"/>
                        </a:lnTo>
                        <a:lnTo>
                          <a:pt x="185" y="49"/>
                        </a:lnTo>
                        <a:lnTo>
                          <a:pt x="187" y="43"/>
                        </a:lnTo>
                        <a:lnTo>
                          <a:pt x="190" y="36"/>
                        </a:lnTo>
                        <a:lnTo>
                          <a:pt x="192" y="29"/>
                        </a:lnTo>
                        <a:lnTo>
                          <a:pt x="195" y="21"/>
                        </a:lnTo>
                        <a:lnTo>
                          <a:pt x="197" y="15"/>
                        </a:lnTo>
                        <a:lnTo>
                          <a:pt x="198" y="7"/>
                        </a:lnTo>
                        <a:lnTo>
                          <a:pt x="202" y="0"/>
                        </a:lnTo>
                        <a:lnTo>
                          <a:pt x="109" y="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1" name="Freeform 32"/>
                  <p:cNvSpPr/>
                  <p:nvPr/>
                </p:nvSpPr>
                <p:spPr bwMode="auto">
                  <a:xfrm>
                    <a:off x="5695" y="1837"/>
                    <a:ext cx="64" cy="124"/>
                  </a:xfrm>
                  <a:custGeom>
                    <a:avLst/>
                    <a:gdLst>
                      <a:gd name="T0" fmla="*/ 0 w 193"/>
                      <a:gd name="T1" fmla="*/ 0 h 372"/>
                      <a:gd name="T2" fmla="*/ 0 w 193"/>
                      <a:gd name="T3" fmla="*/ 0 h 372"/>
                      <a:gd name="T4" fmla="*/ 0 w 193"/>
                      <a:gd name="T5" fmla="*/ 0 h 372"/>
                      <a:gd name="T6" fmla="*/ 0 w 193"/>
                      <a:gd name="T7" fmla="*/ 0 h 372"/>
                      <a:gd name="T8" fmla="*/ 0 w 193"/>
                      <a:gd name="T9" fmla="*/ 0 h 372"/>
                      <a:gd name="T10" fmla="*/ 0 w 193"/>
                      <a:gd name="T11" fmla="*/ 0 h 372"/>
                      <a:gd name="T12" fmla="*/ 0 w 193"/>
                      <a:gd name="T13" fmla="*/ 0 h 372"/>
                      <a:gd name="T14" fmla="*/ 0 w 193"/>
                      <a:gd name="T15" fmla="*/ 0 h 372"/>
                      <a:gd name="T16" fmla="*/ 0 w 193"/>
                      <a:gd name="T17" fmla="*/ 0 h 372"/>
                      <a:gd name="T18" fmla="*/ 0 w 193"/>
                      <a:gd name="T19" fmla="*/ 0 h 372"/>
                      <a:gd name="T20" fmla="*/ 0 w 193"/>
                      <a:gd name="T21" fmla="*/ 0 h 372"/>
                      <a:gd name="T22" fmla="*/ 0 w 193"/>
                      <a:gd name="T23" fmla="*/ 0 h 372"/>
                      <a:gd name="T24" fmla="*/ 0 w 193"/>
                      <a:gd name="T25" fmla="*/ 0 h 372"/>
                      <a:gd name="T26" fmla="*/ 0 w 193"/>
                      <a:gd name="T27" fmla="*/ 0 h 372"/>
                      <a:gd name="T28" fmla="*/ 0 w 193"/>
                      <a:gd name="T29" fmla="*/ 0 h 372"/>
                      <a:gd name="T30" fmla="*/ 0 w 193"/>
                      <a:gd name="T31" fmla="*/ 0 h 372"/>
                      <a:gd name="T32" fmla="*/ 0 w 193"/>
                      <a:gd name="T33" fmla="*/ 0 h 372"/>
                      <a:gd name="T34" fmla="*/ 0 w 193"/>
                      <a:gd name="T35" fmla="*/ 0 h 372"/>
                      <a:gd name="T36" fmla="*/ 0 w 193"/>
                      <a:gd name="T37" fmla="*/ 0 h 372"/>
                      <a:gd name="T38" fmla="*/ 0 w 193"/>
                      <a:gd name="T39" fmla="*/ 0 h 372"/>
                      <a:gd name="T40" fmla="*/ 0 w 193"/>
                      <a:gd name="T41" fmla="*/ 0 h 372"/>
                      <a:gd name="T42" fmla="*/ 0 w 193"/>
                      <a:gd name="T43" fmla="*/ 0 h 372"/>
                      <a:gd name="T44" fmla="*/ 0 w 193"/>
                      <a:gd name="T45" fmla="*/ 0 h 372"/>
                      <a:gd name="T46" fmla="*/ 0 w 193"/>
                      <a:gd name="T47" fmla="*/ 0 h 372"/>
                      <a:gd name="T48" fmla="*/ 0 w 193"/>
                      <a:gd name="T49" fmla="*/ 0 h 372"/>
                      <a:gd name="T50" fmla="*/ 0 w 193"/>
                      <a:gd name="T51" fmla="*/ 0 h 372"/>
                      <a:gd name="T52" fmla="*/ 0 w 193"/>
                      <a:gd name="T53" fmla="*/ 0 h 372"/>
                      <a:gd name="T54" fmla="*/ 0 w 193"/>
                      <a:gd name="T55" fmla="*/ 0 h 372"/>
                      <a:gd name="T56" fmla="*/ 0 w 193"/>
                      <a:gd name="T57" fmla="*/ 0 h 372"/>
                      <a:gd name="T58" fmla="*/ 0 w 193"/>
                      <a:gd name="T59" fmla="*/ 0 h 372"/>
                      <a:gd name="T60" fmla="*/ 0 w 193"/>
                      <a:gd name="T61" fmla="*/ 0 h 372"/>
                      <a:gd name="T62" fmla="*/ 0 w 193"/>
                      <a:gd name="T63" fmla="*/ 0 h 372"/>
                      <a:gd name="T64" fmla="*/ 0 w 193"/>
                      <a:gd name="T65" fmla="*/ 0 h 372"/>
                      <a:gd name="T66" fmla="*/ 0 w 193"/>
                      <a:gd name="T67" fmla="*/ 0 h 372"/>
                      <a:gd name="T68" fmla="*/ 0 w 193"/>
                      <a:gd name="T69" fmla="*/ 0 h 372"/>
                      <a:gd name="T70" fmla="*/ 0 w 193"/>
                      <a:gd name="T71" fmla="*/ 0 h 372"/>
                      <a:gd name="T72" fmla="*/ 0 w 193"/>
                      <a:gd name="T73" fmla="*/ 0 h 372"/>
                      <a:gd name="T74" fmla="*/ 0 w 193"/>
                      <a:gd name="T75" fmla="*/ 0 h 372"/>
                      <a:gd name="T76" fmla="*/ 0 w 193"/>
                      <a:gd name="T77" fmla="*/ 0 h 372"/>
                      <a:gd name="T78" fmla="*/ 0 w 193"/>
                      <a:gd name="T79" fmla="*/ 0 h 372"/>
                      <a:gd name="T80" fmla="*/ 0 w 193"/>
                      <a:gd name="T81" fmla="*/ 0 h 372"/>
                      <a:gd name="T82" fmla="*/ 0 w 193"/>
                      <a:gd name="T83" fmla="*/ 0 h 372"/>
                      <a:gd name="T84" fmla="*/ 0 w 193"/>
                      <a:gd name="T85" fmla="*/ 0 h 372"/>
                      <a:gd name="T86" fmla="*/ 0 w 193"/>
                      <a:gd name="T87" fmla="*/ 0 h 3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
                      <a:gd name="T133" fmla="*/ 0 h 372"/>
                      <a:gd name="T134" fmla="*/ 193 w 193"/>
                      <a:gd name="T135" fmla="*/ 372 h 3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 h="372">
                        <a:moveTo>
                          <a:pt x="74" y="0"/>
                        </a:moveTo>
                        <a:lnTo>
                          <a:pt x="0" y="49"/>
                        </a:lnTo>
                        <a:lnTo>
                          <a:pt x="3" y="54"/>
                        </a:lnTo>
                        <a:lnTo>
                          <a:pt x="5" y="60"/>
                        </a:lnTo>
                        <a:lnTo>
                          <a:pt x="9" y="66"/>
                        </a:lnTo>
                        <a:lnTo>
                          <a:pt x="11" y="72"/>
                        </a:lnTo>
                        <a:lnTo>
                          <a:pt x="15" y="76"/>
                        </a:lnTo>
                        <a:lnTo>
                          <a:pt x="17" y="82"/>
                        </a:lnTo>
                        <a:lnTo>
                          <a:pt x="21" y="88"/>
                        </a:lnTo>
                        <a:lnTo>
                          <a:pt x="23" y="94"/>
                        </a:lnTo>
                        <a:lnTo>
                          <a:pt x="25" y="99"/>
                        </a:lnTo>
                        <a:lnTo>
                          <a:pt x="28" y="104"/>
                        </a:lnTo>
                        <a:lnTo>
                          <a:pt x="30" y="110"/>
                        </a:lnTo>
                        <a:lnTo>
                          <a:pt x="34" y="114"/>
                        </a:lnTo>
                        <a:lnTo>
                          <a:pt x="36" y="120"/>
                        </a:lnTo>
                        <a:lnTo>
                          <a:pt x="38" y="126"/>
                        </a:lnTo>
                        <a:lnTo>
                          <a:pt x="41" y="131"/>
                        </a:lnTo>
                        <a:lnTo>
                          <a:pt x="43" y="137"/>
                        </a:lnTo>
                        <a:lnTo>
                          <a:pt x="45" y="142"/>
                        </a:lnTo>
                        <a:lnTo>
                          <a:pt x="48" y="148"/>
                        </a:lnTo>
                        <a:lnTo>
                          <a:pt x="50" y="152"/>
                        </a:lnTo>
                        <a:lnTo>
                          <a:pt x="53" y="157"/>
                        </a:lnTo>
                        <a:lnTo>
                          <a:pt x="54" y="162"/>
                        </a:lnTo>
                        <a:lnTo>
                          <a:pt x="56" y="168"/>
                        </a:lnTo>
                        <a:lnTo>
                          <a:pt x="59" y="173"/>
                        </a:lnTo>
                        <a:lnTo>
                          <a:pt x="61" y="178"/>
                        </a:lnTo>
                        <a:lnTo>
                          <a:pt x="63" y="183"/>
                        </a:lnTo>
                        <a:lnTo>
                          <a:pt x="64" y="188"/>
                        </a:lnTo>
                        <a:lnTo>
                          <a:pt x="66" y="194"/>
                        </a:lnTo>
                        <a:lnTo>
                          <a:pt x="68" y="199"/>
                        </a:lnTo>
                        <a:lnTo>
                          <a:pt x="70" y="203"/>
                        </a:lnTo>
                        <a:lnTo>
                          <a:pt x="72" y="209"/>
                        </a:lnTo>
                        <a:lnTo>
                          <a:pt x="74" y="214"/>
                        </a:lnTo>
                        <a:lnTo>
                          <a:pt x="76" y="220"/>
                        </a:lnTo>
                        <a:lnTo>
                          <a:pt x="78" y="225"/>
                        </a:lnTo>
                        <a:lnTo>
                          <a:pt x="79" y="230"/>
                        </a:lnTo>
                        <a:lnTo>
                          <a:pt x="80" y="234"/>
                        </a:lnTo>
                        <a:lnTo>
                          <a:pt x="81" y="239"/>
                        </a:lnTo>
                        <a:lnTo>
                          <a:pt x="83" y="244"/>
                        </a:lnTo>
                        <a:lnTo>
                          <a:pt x="85" y="248"/>
                        </a:lnTo>
                        <a:lnTo>
                          <a:pt x="86" y="253"/>
                        </a:lnTo>
                        <a:lnTo>
                          <a:pt x="87" y="259"/>
                        </a:lnTo>
                        <a:lnTo>
                          <a:pt x="89" y="264"/>
                        </a:lnTo>
                        <a:lnTo>
                          <a:pt x="89" y="269"/>
                        </a:lnTo>
                        <a:lnTo>
                          <a:pt x="92" y="273"/>
                        </a:lnTo>
                        <a:lnTo>
                          <a:pt x="92" y="278"/>
                        </a:lnTo>
                        <a:lnTo>
                          <a:pt x="93" y="283"/>
                        </a:lnTo>
                        <a:lnTo>
                          <a:pt x="94" y="288"/>
                        </a:lnTo>
                        <a:lnTo>
                          <a:pt x="95" y="292"/>
                        </a:lnTo>
                        <a:lnTo>
                          <a:pt x="97" y="297"/>
                        </a:lnTo>
                        <a:lnTo>
                          <a:pt x="97" y="302"/>
                        </a:lnTo>
                        <a:lnTo>
                          <a:pt x="98" y="307"/>
                        </a:lnTo>
                        <a:lnTo>
                          <a:pt x="99" y="311"/>
                        </a:lnTo>
                        <a:lnTo>
                          <a:pt x="99" y="316"/>
                        </a:lnTo>
                        <a:lnTo>
                          <a:pt x="100" y="320"/>
                        </a:lnTo>
                        <a:lnTo>
                          <a:pt x="101" y="324"/>
                        </a:lnTo>
                        <a:lnTo>
                          <a:pt x="101" y="329"/>
                        </a:lnTo>
                        <a:lnTo>
                          <a:pt x="102" y="335"/>
                        </a:lnTo>
                        <a:lnTo>
                          <a:pt x="102" y="339"/>
                        </a:lnTo>
                        <a:lnTo>
                          <a:pt x="104" y="343"/>
                        </a:lnTo>
                        <a:lnTo>
                          <a:pt x="104" y="348"/>
                        </a:lnTo>
                        <a:lnTo>
                          <a:pt x="104" y="353"/>
                        </a:lnTo>
                        <a:lnTo>
                          <a:pt x="105" y="358"/>
                        </a:lnTo>
                        <a:lnTo>
                          <a:pt x="105" y="362"/>
                        </a:lnTo>
                        <a:lnTo>
                          <a:pt x="106" y="367"/>
                        </a:lnTo>
                        <a:lnTo>
                          <a:pt x="106" y="372"/>
                        </a:lnTo>
                        <a:lnTo>
                          <a:pt x="193" y="366"/>
                        </a:lnTo>
                        <a:lnTo>
                          <a:pt x="191" y="360"/>
                        </a:lnTo>
                        <a:lnTo>
                          <a:pt x="191" y="355"/>
                        </a:lnTo>
                        <a:lnTo>
                          <a:pt x="190" y="349"/>
                        </a:lnTo>
                        <a:lnTo>
                          <a:pt x="190" y="345"/>
                        </a:lnTo>
                        <a:lnTo>
                          <a:pt x="190" y="340"/>
                        </a:lnTo>
                        <a:lnTo>
                          <a:pt x="189" y="334"/>
                        </a:lnTo>
                        <a:lnTo>
                          <a:pt x="188" y="329"/>
                        </a:lnTo>
                        <a:lnTo>
                          <a:pt x="188" y="323"/>
                        </a:lnTo>
                        <a:lnTo>
                          <a:pt x="188" y="317"/>
                        </a:lnTo>
                        <a:lnTo>
                          <a:pt x="186" y="313"/>
                        </a:lnTo>
                        <a:lnTo>
                          <a:pt x="186" y="307"/>
                        </a:lnTo>
                        <a:lnTo>
                          <a:pt x="186" y="302"/>
                        </a:lnTo>
                        <a:lnTo>
                          <a:pt x="183" y="297"/>
                        </a:lnTo>
                        <a:lnTo>
                          <a:pt x="182" y="291"/>
                        </a:lnTo>
                        <a:lnTo>
                          <a:pt x="182" y="286"/>
                        </a:lnTo>
                        <a:lnTo>
                          <a:pt x="182" y="282"/>
                        </a:lnTo>
                        <a:lnTo>
                          <a:pt x="180" y="276"/>
                        </a:lnTo>
                        <a:lnTo>
                          <a:pt x="180" y="269"/>
                        </a:lnTo>
                        <a:lnTo>
                          <a:pt x="177" y="264"/>
                        </a:lnTo>
                        <a:lnTo>
                          <a:pt x="177" y="259"/>
                        </a:lnTo>
                        <a:lnTo>
                          <a:pt x="175" y="253"/>
                        </a:lnTo>
                        <a:lnTo>
                          <a:pt x="174" y="247"/>
                        </a:lnTo>
                        <a:lnTo>
                          <a:pt x="172" y="241"/>
                        </a:lnTo>
                        <a:lnTo>
                          <a:pt x="171" y="235"/>
                        </a:lnTo>
                        <a:lnTo>
                          <a:pt x="170" y="231"/>
                        </a:lnTo>
                        <a:lnTo>
                          <a:pt x="168" y="225"/>
                        </a:lnTo>
                        <a:lnTo>
                          <a:pt x="167" y="219"/>
                        </a:lnTo>
                        <a:lnTo>
                          <a:pt x="165" y="214"/>
                        </a:lnTo>
                        <a:lnTo>
                          <a:pt x="163" y="208"/>
                        </a:lnTo>
                        <a:lnTo>
                          <a:pt x="162" y="203"/>
                        </a:lnTo>
                        <a:lnTo>
                          <a:pt x="159" y="197"/>
                        </a:lnTo>
                        <a:lnTo>
                          <a:pt x="158" y="192"/>
                        </a:lnTo>
                        <a:lnTo>
                          <a:pt x="156" y="186"/>
                        </a:lnTo>
                        <a:lnTo>
                          <a:pt x="155" y="180"/>
                        </a:lnTo>
                        <a:lnTo>
                          <a:pt x="152" y="175"/>
                        </a:lnTo>
                        <a:lnTo>
                          <a:pt x="150" y="169"/>
                        </a:lnTo>
                        <a:lnTo>
                          <a:pt x="148" y="163"/>
                        </a:lnTo>
                        <a:lnTo>
                          <a:pt x="146" y="157"/>
                        </a:lnTo>
                        <a:lnTo>
                          <a:pt x="144" y="152"/>
                        </a:lnTo>
                        <a:lnTo>
                          <a:pt x="142" y="145"/>
                        </a:lnTo>
                        <a:lnTo>
                          <a:pt x="139" y="139"/>
                        </a:lnTo>
                        <a:lnTo>
                          <a:pt x="137" y="135"/>
                        </a:lnTo>
                        <a:lnTo>
                          <a:pt x="134" y="127"/>
                        </a:lnTo>
                        <a:lnTo>
                          <a:pt x="132" y="121"/>
                        </a:lnTo>
                        <a:lnTo>
                          <a:pt x="130" y="116"/>
                        </a:lnTo>
                        <a:lnTo>
                          <a:pt x="127" y="110"/>
                        </a:lnTo>
                        <a:lnTo>
                          <a:pt x="125" y="104"/>
                        </a:lnTo>
                        <a:lnTo>
                          <a:pt x="123" y="99"/>
                        </a:lnTo>
                        <a:lnTo>
                          <a:pt x="119" y="92"/>
                        </a:lnTo>
                        <a:lnTo>
                          <a:pt x="117" y="86"/>
                        </a:lnTo>
                        <a:lnTo>
                          <a:pt x="114" y="80"/>
                        </a:lnTo>
                        <a:lnTo>
                          <a:pt x="111" y="74"/>
                        </a:lnTo>
                        <a:lnTo>
                          <a:pt x="108" y="68"/>
                        </a:lnTo>
                        <a:lnTo>
                          <a:pt x="105" y="62"/>
                        </a:lnTo>
                        <a:lnTo>
                          <a:pt x="102" y="56"/>
                        </a:lnTo>
                        <a:lnTo>
                          <a:pt x="99" y="50"/>
                        </a:lnTo>
                        <a:lnTo>
                          <a:pt x="97" y="43"/>
                        </a:lnTo>
                        <a:lnTo>
                          <a:pt x="93" y="37"/>
                        </a:lnTo>
                        <a:lnTo>
                          <a:pt x="89" y="31"/>
                        </a:lnTo>
                        <a:lnTo>
                          <a:pt x="86" y="25"/>
                        </a:lnTo>
                        <a:lnTo>
                          <a:pt x="83" y="18"/>
                        </a:lnTo>
                        <a:lnTo>
                          <a:pt x="80" y="12"/>
                        </a:lnTo>
                        <a:lnTo>
                          <a:pt x="76" y="5"/>
                        </a:lnTo>
                        <a:lnTo>
                          <a:pt x="7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2" name="Freeform 33"/>
                  <p:cNvSpPr/>
                  <p:nvPr/>
                </p:nvSpPr>
                <p:spPr bwMode="auto">
                  <a:xfrm>
                    <a:off x="5361" y="1875"/>
                    <a:ext cx="25" cy="26"/>
                  </a:xfrm>
                  <a:custGeom>
                    <a:avLst/>
                    <a:gdLst>
                      <a:gd name="T0" fmla="*/ 0 w 77"/>
                      <a:gd name="T1" fmla="*/ 0 h 79"/>
                      <a:gd name="T2" fmla="*/ 0 w 77"/>
                      <a:gd name="T3" fmla="*/ 0 h 79"/>
                      <a:gd name="T4" fmla="*/ 0 w 77"/>
                      <a:gd name="T5" fmla="*/ 0 h 79"/>
                      <a:gd name="T6" fmla="*/ 0 w 77"/>
                      <a:gd name="T7" fmla="*/ 0 h 79"/>
                      <a:gd name="T8" fmla="*/ 0 w 77"/>
                      <a:gd name="T9" fmla="*/ 0 h 79"/>
                      <a:gd name="T10" fmla="*/ 0 w 77"/>
                      <a:gd name="T11" fmla="*/ 0 h 79"/>
                      <a:gd name="T12" fmla="*/ 0 w 77"/>
                      <a:gd name="T13" fmla="*/ 0 h 79"/>
                      <a:gd name="T14" fmla="*/ 0 w 77"/>
                      <a:gd name="T15" fmla="*/ 0 h 79"/>
                      <a:gd name="T16" fmla="*/ 0 w 77"/>
                      <a:gd name="T17" fmla="*/ 0 h 79"/>
                      <a:gd name="T18" fmla="*/ 0 w 77"/>
                      <a:gd name="T19" fmla="*/ 0 h 79"/>
                      <a:gd name="T20" fmla="*/ 0 w 77"/>
                      <a:gd name="T21" fmla="*/ 0 h 79"/>
                      <a:gd name="T22" fmla="*/ 0 w 77"/>
                      <a:gd name="T23" fmla="*/ 0 h 79"/>
                      <a:gd name="T24" fmla="*/ 0 w 77"/>
                      <a:gd name="T25" fmla="*/ 0 h 79"/>
                      <a:gd name="T26" fmla="*/ 0 w 77"/>
                      <a:gd name="T27" fmla="*/ 0 h 79"/>
                      <a:gd name="T28" fmla="*/ 0 w 77"/>
                      <a:gd name="T29" fmla="*/ 0 h 79"/>
                      <a:gd name="T30" fmla="*/ 0 w 77"/>
                      <a:gd name="T31" fmla="*/ 0 h 79"/>
                      <a:gd name="T32" fmla="*/ 0 w 77"/>
                      <a:gd name="T33" fmla="*/ 0 h 79"/>
                      <a:gd name="T34" fmla="*/ 0 w 77"/>
                      <a:gd name="T35" fmla="*/ 0 h 79"/>
                      <a:gd name="T36" fmla="*/ 0 w 77"/>
                      <a:gd name="T37" fmla="*/ 0 h 79"/>
                      <a:gd name="T38" fmla="*/ 0 w 77"/>
                      <a:gd name="T39" fmla="*/ 0 h 79"/>
                      <a:gd name="T40" fmla="*/ 0 w 77"/>
                      <a:gd name="T41" fmla="*/ 0 h 79"/>
                      <a:gd name="T42" fmla="*/ 0 w 77"/>
                      <a:gd name="T43" fmla="*/ 0 h 79"/>
                      <a:gd name="T44" fmla="*/ 0 w 77"/>
                      <a:gd name="T45" fmla="*/ 0 h 79"/>
                      <a:gd name="T46" fmla="*/ 0 w 77"/>
                      <a:gd name="T47" fmla="*/ 0 h 79"/>
                      <a:gd name="T48" fmla="*/ 0 w 77"/>
                      <a:gd name="T49" fmla="*/ 0 h 79"/>
                      <a:gd name="T50" fmla="*/ 0 w 77"/>
                      <a:gd name="T51" fmla="*/ 0 h 79"/>
                      <a:gd name="T52" fmla="*/ 0 w 77"/>
                      <a:gd name="T53" fmla="*/ 0 h 79"/>
                      <a:gd name="T54" fmla="*/ 0 w 77"/>
                      <a:gd name="T55" fmla="*/ 0 h 79"/>
                      <a:gd name="T56" fmla="*/ 0 w 77"/>
                      <a:gd name="T57" fmla="*/ 0 h 79"/>
                      <a:gd name="T58" fmla="*/ 0 w 77"/>
                      <a:gd name="T59" fmla="*/ 0 h 79"/>
                      <a:gd name="T60" fmla="*/ 0 w 77"/>
                      <a:gd name="T61" fmla="*/ 0 h 79"/>
                      <a:gd name="T62" fmla="*/ 0 w 77"/>
                      <a:gd name="T63" fmla="*/ 0 h 79"/>
                      <a:gd name="T64" fmla="*/ 0 w 77"/>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9"/>
                      <a:gd name="T101" fmla="*/ 77 w 77"/>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9">
                        <a:moveTo>
                          <a:pt x="38" y="79"/>
                        </a:moveTo>
                        <a:lnTo>
                          <a:pt x="41" y="78"/>
                        </a:lnTo>
                        <a:lnTo>
                          <a:pt x="45" y="78"/>
                        </a:lnTo>
                        <a:lnTo>
                          <a:pt x="49" y="76"/>
                        </a:lnTo>
                        <a:lnTo>
                          <a:pt x="53" y="75"/>
                        </a:lnTo>
                        <a:lnTo>
                          <a:pt x="57" y="73"/>
                        </a:lnTo>
                        <a:lnTo>
                          <a:pt x="59" y="72"/>
                        </a:lnTo>
                        <a:lnTo>
                          <a:pt x="63" y="69"/>
                        </a:lnTo>
                        <a:lnTo>
                          <a:pt x="65" y="67"/>
                        </a:lnTo>
                        <a:lnTo>
                          <a:pt x="67" y="63"/>
                        </a:lnTo>
                        <a:lnTo>
                          <a:pt x="70" y="61"/>
                        </a:lnTo>
                        <a:lnTo>
                          <a:pt x="72" y="57"/>
                        </a:lnTo>
                        <a:lnTo>
                          <a:pt x="74" y="55"/>
                        </a:lnTo>
                        <a:lnTo>
                          <a:pt x="74" y="51"/>
                        </a:lnTo>
                        <a:lnTo>
                          <a:pt x="77" y="47"/>
                        </a:lnTo>
                        <a:lnTo>
                          <a:pt x="77" y="43"/>
                        </a:lnTo>
                        <a:lnTo>
                          <a:pt x="77" y="40"/>
                        </a:lnTo>
                        <a:lnTo>
                          <a:pt x="77" y="36"/>
                        </a:lnTo>
                        <a:lnTo>
                          <a:pt x="77" y="31"/>
                        </a:lnTo>
                        <a:lnTo>
                          <a:pt x="74" y="28"/>
                        </a:lnTo>
                        <a:lnTo>
                          <a:pt x="74" y="24"/>
                        </a:lnTo>
                        <a:lnTo>
                          <a:pt x="72" y="21"/>
                        </a:lnTo>
                        <a:lnTo>
                          <a:pt x="70" y="18"/>
                        </a:lnTo>
                        <a:lnTo>
                          <a:pt x="67" y="15"/>
                        </a:lnTo>
                        <a:lnTo>
                          <a:pt x="65" y="12"/>
                        </a:lnTo>
                        <a:lnTo>
                          <a:pt x="63" y="10"/>
                        </a:lnTo>
                        <a:lnTo>
                          <a:pt x="59" y="7"/>
                        </a:lnTo>
                        <a:lnTo>
                          <a:pt x="57" y="5"/>
                        </a:lnTo>
                        <a:lnTo>
                          <a:pt x="53" y="3"/>
                        </a:lnTo>
                        <a:lnTo>
                          <a:pt x="49" y="3"/>
                        </a:lnTo>
                        <a:lnTo>
                          <a:pt x="45" y="0"/>
                        </a:lnTo>
                        <a:lnTo>
                          <a:pt x="41" y="0"/>
                        </a:lnTo>
                        <a:lnTo>
                          <a:pt x="38" y="0"/>
                        </a:lnTo>
                        <a:lnTo>
                          <a:pt x="34" y="0"/>
                        </a:lnTo>
                        <a:lnTo>
                          <a:pt x="29" y="0"/>
                        </a:lnTo>
                        <a:lnTo>
                          <a:pt x="26" y="3"/>
                        </a:lnTo>
                        <a:lnTo>
                          <a:pt x="22" y="3"/>
                        </a:lnTo>
                        <a:lnTo>
                          <a:pt x="19" y="5"/>
                        </a:lnTo>
                        <a:lnTo>
                          <a:pt x="16" y="7"/>
                        </a:lnTo>
                        <a:lnTo>
                          <a:pt x="14" y="10"/>
                        </a:lnTo>
                        <a:lnTo>
                          <a:pt x="11" y="12"/>
                        </a:lnTo>
                        <a:lnTo>
                          <a:pt x="8" y="15"/>
                        </a:lnTo>
                        <a:lnTo>
                          <a:pt x="6" y="18"/>
                        </a:lnTo>
                        <a:lnTo>
                          <a:pt x="3" y="21"/>
                        </a:lnTo>
                        <a:lnTo>
                          <a:pt x="3" y="24"/>
                        </a:lnTo>
                        <a:lnTo>
                          <a:pt x="1" y="28"/>
                        </a:lnTo>
                        <a:lnTo>
                          <a:pt x="1" y="31"/>
                        </a:lnTo>
                        <a:lnTo>
                          <a:pt x="0" y="36"/>
                        </a:lnTo>
                        <a:lnTo>
                          <a:pt x="0" y="40"/>
                        </a:lnTo>
                        <a:lnTo>
                          <a:pt x="0" y="43"/>
                        </a:lnTo>
                        <a:lnTo>
                          <a:pt x="1" y="47"/>
                        </a:lnTo>
                        <a:lnTo>
                          <a:pt x="1" y="51"/>
                        </a:lnTo>
                        <a:lnTo>
                          <a:pt x="3" y="55"/>
                        </a:lnTo>
                        <a:lnTo>
                          <a:pt x="3" y="57"/>
                        </a:lnTo>
                        <a:lnTo>
                          <a:pt x="6" y="61"/>
                        </a:lnTo>
                        <a:lnTo>
                          <a:pt x="8" y="63"/>
                        </a:lnTo>
                        <a:lnTo>
                          <a:pt x="11" y="67"/>
                        </a:lnTo>
                        <a:lnTo>
                          <a:pt x="14" y="69"/>
                        </a:lnTo>
                        <a:lnTo>
                          <a:pt x="16" y="72"/>
                        </a:lnTo>
                        <a:lnTo>
                          <a:pt x="19" y="73"/>
                        </a:lnTo>
                        <a:lnTo>
                          <a:pt x="22" y="75"/>
                        </a:lnTo>
                        <a:lnTo>
                          <a:pt x="26" y="76"/>
                        </a:lnTo>
                        <a:lnTo>
                          <a:pt x="29" y="78"/>
                        </a:lnTo>
                        <a:lnTo>
                          <a:pt x="34" y="78"/>
                        </a:lnTo>
                        <a:lnTo>
                          <a:pt x="38" y="7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3" name="Freeform 34"/>
                  <p:cNvSpPr/>
                  <p:nvPr/>
                </p:nvSpPr>
                <p:spPr bwMode="auto">
                  <a:xfrm>
                    <a:off x="5412" y="1877"/>
                    <a:ext cx="26"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3" y="76"/>
                        </a:lnTo>
                        <a:lnTo>
                          <a:pt x="46" y="76"/>
                        </a:lnTo>
                        <a:lnTo>
                          <a:pt x="50" y="75"/>
                        </a:lnTo>
                        <a:lnTo>
                          <a:pt x="53" y="74"/>
                        </a:lnTo>
                        <a:lnTo>
                          <a:pt x="56" y="71"/>
                        </a:lnTo>
                        <a:lnTo>
                          <a:pt x="59" y="70"/>
                        </a:lnTo>
                        <a:lnTo>
                          <a:pt x="63" y="68"/>
                        </a:lnTo>
                        <a:lnTo>
                          <a:pt x="67" y="65"/>
                        </a:lnTo>
                        <a:lnTo>
                          <a:pt x="69" y="62"/>
                        </a:lnTo>
                        <a:lnTo>
                          <a:pt x="71" y="59"/>
                        </a:lnTo>
                        <a:lnTo>
                          <a:pt x="72" y="56"/>
                        </a:lnTo>
                        <a:lnTo>
                          <a:pt x="74" y="54"/>
                        </a:lnTo>
                        <a:lnTo>
                          <a:pt x="75" y="49"/>
                        </a:lnTo>
                        <a:lnTo>
                          <a:pt x="76" y="46"/>
                        </a:lnTo>
                        <a:lnTo>
                          <a:pt x="77" y="42"/>
                        </a:lnTo>
                        <a:lnTo>
                          <a:pt x="77" y="38"/>
                        </a:lnTo>
                        <a:lnTo>
                          <a:pt x="77" y="33"/>
                        </a:lnTo>
                        <a:lnTo>
                          <a:pt x="76" y="31"/>
                        </a:lnTo>
                        <a:lnTo>
                          <a:pt x="75" y="26"/>
                        </a:lnTo>
                        <a:lnTo>
                          <a:pt x="74" y="23"/>
                        </a:lnTo>
                        <a:lnTo>
                          <a:pt x="72" y="19"/>
                        </a:lnTo>
                        <a:lnTo>
                          <a:pt x="71" y="16"/>
                        </a:lnTo>
                        <a:lnTo>
                          <a:pt x="69" y="13"/>
                        </a:lnTo>
                        <a:lnTo>
                          <a:pt x="67" y="11"/>
                        </a:lnTo>
                        <a:lnTo>
                          <a:pt x="63" y="8"/>
                        </a:lnTo>
                        <a:lnTo>
                          <a:pt x="59" y="6"/>
                        </a:lnTo>
                        <a:lnTo>
                          <a:pt x="56" y="5"/>
                        </a:lnTo>
                        <a:lnTo>
                          <a:pt x="53" y="2"/>
                        </a:lnTo>
                        <a:lnTo>
                          <a:pt x="50" y="1"/>
                        </a:lnTo>
                        <a:lnTo>
                          <a:pt x="46" y="0"/>
                        </a:lnTo>
                        <a:lnTo>
                          <a:pt x="43" y="0"/>
                        </a:lnTo>
                        <a:lnTo>
                          <a:pt x="38" y="0"/>
                        </a:lnTo>
                        <a:lnTo>
                          <a:pt x="34" y="0"/>
                        </a:lnTo>
                        <a:lnTo>
                          <a:pt x="31" y="0"/>
                        </a:lnTo>
                        <a:lnTo>
                          <a:pt x="26" y="1"/>
                        </a:lnTo>
                        <a:lnTo>
                          <a:pt x="23" y="2"/>
                        </a:lnTo>
                        <a:lnTo>
                          <a:pt x="20" y="5"/>
                        </a:lnTo>
                        <a:lnTo>
                          <a:pt x="17" y="6"/>
                        </a:lnTo>
                        <a:lnTo>
                          <a:pt x="13" y="8"/>
                        </a:lnTo>
                        <a:lnTo>
                          <a:pt x="11" y="11"/>
                        </a:lnTo>
                        <a:lnTo>
                          <a:pt x="8" y="13"/>
                        </a:lnTo>
                        <a:lnTo>
                          <a:pt x="6" y="16"/>
                        </a:lnTo>
                        <a:lnTo>
                          <a:pt x="5" y="19"/>
                        </a:lnTo>
                        <a:lnTo>
                          <a:pt x="2" y="23"/>
                        </a:lnTo>
                        <a:lnTo>
                          <a:pt x="1" y="26"/>
                        </a:lnTo>
                        <a:lnTo>
                          <a:pt x="0" y="31"/>
                        </a:lnTo>
                        <a:lnTo>
                          <a:pt x="0" y="33"/>
                        </a:lnTo>
                        <a:lnTo>
                          <a:pt x="0" y="38"/>
                        </a:lnTo>
                        <a:lnTo>
                          <a:pt x="0" y="42"/>
                        </a:lnTo>
                        <a:lnTo>
                          <a:pt x="0" y="46"/>
                        </a:lnTo>
                        <a:lnTo>
                          <a:pt x="1" y="49"/>
                        </a:lnTo>
                        <a:lnTo>
                          <a:pt x="2" y="54"/>
                        </a:lnTo>
                        <a:lnTo>
                          <a:pt x="5" y="56"/>
                        </a:lnTo>
                        <a:lnTo>
                          <a:pt x="6" y="59"/>
                        </a:lnTo>
                        <a:lnTo>
                          <a:pt x="8" y="62"/>
                        </a:lnTo>
                        <a:lnTo>
                          <a:pt x="11" y="65"/>
                        </a:lnTo>
                        <a:lnTo>
                          <a:pt x="13" y="68"/>
                        </a:lnTo>
                        <a:lnTo>
                          <a:pt x="17" y="70"/>
                        </a:lnTo>
                        <a:lnTo>
                          <a:pt x="20" y="71"/>
                        </a:lnTo>
                        <a:lnTo>
                          <a:pt x="23" y="74"/>
                        </a:lnTo>
                        <a:lnTo>
                          <a:pt x="26" y="75"/>
                        </a:lnTo>
                        <a:lnTo>
                          <a:pt x="31" y="76"/>
                        </a:lnTo>
                        <a:lnTo>
                          <a:pt x="34" y="76"/>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4" name="Freeform 35"/>
                  <p:cNvSpPr/>
                  <p:nvPr/>
                </p:nvSpPr>
                <p:spPr bwMode="auto">
                  <a:xfrm>
                    <a:off x="5461" y="187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41" y="77"/>
                        </a:moveTo>
                        <a:lnTo>
                          <a:pt x="43" y="76"/>
                        </a:lnTo>
                        <a:lnTo>
                          <a:pt x="48" y="76"/>
                        </a:lnTo>
                        <a:lnTo>
                          <a:pt x="51" y="75"/>
                        </a:lnTo>
                        <a:lnTo>
                          <a:pt x="55" y="73"/>
                        </a:lnTo>
                        <a:lnTo>
                          <a:pt x="57" y="71"/>
                        </a:lnTo>
                        <a:lnTo>
                          <a:pt x="61" y="70"/>
                        </a:lnTo>
                        <a:lnTo>
                          <a:pt x="63" y="67"/>
                        </a:lnTo>
                        <a:lnTo>
                          <a:pt x="67" y="65"/>
                        </a:lnTo>
                        <a:lnTo>
                          <a:pt x="69" y="61"/>
                        </a:lnTo>
                        <a:lnTo>
                          <a:pt x="71" y="59"/>
                        </a:lnTo>
                        <a:lnTo>
                          <a:pt x="74" y="56"/>
                        </a:lnTo>
                        <a:lnTo>
                          <a:pt x="75" y="53"/>
                        </a:lnTo>
                        <a:lnTo>
                          <a:pt x="76" y="48"/>
                        </a:lnTo>
                        <a:lnTo>
                          <a:pt x="77" y="45"/>
                        </a:lnTo>
                        <a:lnTo>
                          <a:pt x="78" y="41"/>
                        </a:lnTo>
                        <a:lnTo>
                          <a:pt x="78" y="38"/>
                        </a:lnTo>
                        <a:lnTo>
                          <a:pt x="78" y="34"/>
                        </a:lnTo>
                        <a:lnTo>
                          <a:pt x="77" y="31"/>
                        </a:lnTo>
                        <a:lnTo>
                          <a:pt x="76" y="26"/>
                        </a:lnTo>
                        <a:lnTo>
                          <a:pt x="75" y="22"/>
                        </a:lnTo>
                        <a:lnTo>
                          <a:pt x="74" y="19"/>
                        </a:lnTo>
                        <a:lnTo>
                          <a:pt x="71" y="15"/>
                        </a:lnTo>
                        <a:lnTo>
                          <a:pt x="69" y="13"/>
                        </a:lnTo>
                        <a:lnTo>
                          <a:pt x="67" y="10"/>
                        </a:lnTo>
                        <a:lnTo>
                          <a:pt x="63" y="7"/>
                        </a:lnTo>
                        <a:lnTo>
                          <a:pt x="61" y="4"/>
                        </a:lnTo>
                        <a:lnTo>
                          <a:pt x="57" y="3"/>
                        </a:lnTo>
                        <a:lnTo>
                          <a:pt x="55" y="2"/>
                        </a:lnTo>
                        <a:lnTo>
                          <a:pt x="51" y="0"/>
                        </a:lnTo>
                        <a:lnTo>
                          <a:pt x="48" y="0"/>
                        </a:lnTo>
                        <a:lnTo>
                          <a:pt x="43" y="0"/>
                        </a:lnTo>
                        <a:lnTo>
                          <a:pt x="41" y="0"/>
                        </a:lnTo>
                        <a:lnTo>
                          <a:pt x="36" y="0"/>
                        </a:lnTo>
                        <a:lnTo>
                          <a:pt x="31" y="0"/>
                        </a:lnTo>
                        <a:lnTo>
                          <a:pt x="27" y="0"/>
                        </a:lnTo>
                        <a:lnTo>
                          <a:pt x="25" y="2"/>
                        </a:lnTo>
                        <a:lnTo>
                          <a:pt x="20" y="3"/>
                        </a:lnTo>
                        <a:lnTo>
                          <a:pt x="18" y="4"/>
                        </a:lnTo>
                        <a:lnTo>
                          <a:pt x="16" y="7"/>
                        </a:lnTo>
                        <a:lnTo>
                          <a:pt x="13" y="10"/>
                        </a:lnTo>
                        <a:lnTo>
                          <a:pt x="10" y="13"/>
                        </a:lnTo>
                        <a:lnTo>
                          <a:pt x="7" y="15"/>
                        </a:lnTo>
                        <a:lnTo>
                          <a:pt x="5" y="19"/>
                        </a:lnTo>
                        <a:lnTo>
                          <a:pt x="4" y="22"/>
                        </a:lnTo>
                        <a:lnTo>
                          <a:pt x="3" y="26"/>
                        </a:lnTo>
                        <a:lnTo>
                          <a:pt x="1" y="31"/>
                        </a:lnTo>
                        <a:lnTo>
                          <a:pt x="0" y="34"/>
                        </a:lnTo>
                        <a:lnTo>
                          <a:pt x="0" y="38"/>
                        </a:lnTo>
                        <a:lnTo>
                          <a:pt x="0" y="41"/>
                        </a:lnTo>
                        <a:lnTo>
                          <a:pt x="1" y="45"/>
                        </a:lnTo>
                        <a:lnTo>
                          <a:pt x="3" y="48"/>
                        </a:lnTo>
                        <a:lnTo>
                          <a:pt x="4" y="53"/>
                        </a:lnTo>
                        <a:lnTo>
                          <a:pt x="5" y="56"/>
                        </a:lnTo>
                        <a:lnTo>
                          <a:pt x="7" y="59"/>
                        </a:lnTo>
                        <a:lnTo>
                          <a:pt x="10" y="61"/>
                        </a:lnTo>
                        <a:lnTo>
                          <a:pt x="13" y="65"/>
                        </a:lnTo>
                        <a:lnTo>
                          <a:pt x="16" y="67"/>
                        </a:lnTo>
                        <a:lnTo>
                          <a:pt x="18" y="70"/>
                        </a:lnTo>
                        <a:lnTo>
                          <a:pt x="20" y="71"/>
                        </a:lnTo>
                        <a:lnTo>
                          <a:pt x="25" y="73"/>
                        </a:lnTo>
                        <a:lnTo>
                          <a:pt x="27" y="75"/>
                        </a:lnTo>
                        <a:lnTo>
                          <a:pt x="31" y="76"/>
                        </a:lnTo>
                        <a:lnTo>
                          <a:pt x="36" y="76"/>
                        </a:lnTo>
                        <a:lnTo>
                          <a:pt x="41"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5" name="Freeform 36"/>
                  <p:cNvSpPr/>
                  <p:nvPr/>
                </p:nvSpPr>
                <p:spPr bwMode="auto">
                  <a:xfrm>
                    <a:off x="5511" y="1877"/>
                    <a:ext cx="26" cy="26"/>
                  </a:xfrm>
                  <a:custGeom>
                    <a:avLst/>
                    <a:gdLst>
                      <a:gd name="T0" fmla="*/ 0 w 76"/>
                      <a:gd name="T1" fmla="*/ 0 h 78"/>
                      <a:gd name="T2" fmla="*/ 0 w 76"/>
                      <a:gd name="T3" fmla="*/ 0 h 78"/>
                      <a:gd name="T4" fmla="*/ 0 w 76"/>
                      <a:gd name="T5" fmla="*/ 0 h 78"/>
                      <a:gd name="T6" fmla="*/ 0 w 76"/>
                      <a:gd name="T7" fmla="*/ 0 h 78"/>
                      <a:gd name="T8" fmla="*/ 0 w 76"/>
                      <a:gd name="T9" fmla="*/ 0 h 78"/>
                      <a:gd name="T10" fmla="*/ 0 w 76"/>
                      <a:gd name="T11" fmla="*/ 0 h 78"/>
                      <a:gd name="T12" fmla="*/ 0 w 76"/>
                      <a:gd name="T13" fmla="*/ 0 h 78"/>
                      <a:gd name="T14" fmla="*/ 0 w 76"/>
                      <a:gd name="T15" fmla="*/ 0 h 78"/>
                      <a:gd name="T16" fmla="*/ 0 w 76"/>
                      <a:gd name="T17" fmla="*/ 0 h 78"/>
                      <a:gd name="T18" fmla="*/ 0 w 76"/>
                      <a:gd name="T19" fmla="*/ 0 h 78"/>
                      <a:gd name="T20" fmla="*/ 0 w 76"/>
                      <a:gd name="T21" fmla="*/ 0 h 78"/>
                      <a:gd name="T22" fmla="*/ 0 w 76"/>
                      <a:gd name="T23" fmla="*/ 0 h 78"/>
                      <a:gd name="T24" fmla="*/ 0 w 76"/>
                      <a:gd name="T25" fmla="*/ 0 h 78"/>
                      <a:gd name="T26" fmla="*/ 0 w 76"/>
                      <a:gd name="T27" fmla="*/ 0 h 78"/>
                      <a:gd name="T28" fmla="*/ 0 w 76"/>
                      <a:gd name="T29" fmla="*/ 0 h 78"/>
                      <a:gd name="T30" fmla="*/ 0 w 76"/>
                      <a:gd name="T31" fmla="*/ 0 h 78"/>
                      <a:gd name="T32" fmla="*/ 0 w 76"/>
                      <a:gd name="T33" fmla="*/ 0 h 78"/>
                      <a:gd name="T34" fmla="*/ 0 w 76"/>
                      <a:gd name="T35" fmla="*/ 0 h 78"/>
                      <a:gd name="T36" fmla="*/ 0 w 76"/>
                      <a:gd name="T37" fmla="*/ 0 h 78"/>
                      <a:gd name="T38" fmla="*/ 0 w 76"/>
                      <a:gd name="T39" fmla="*/ 0 h 78"/>
                      <a:gd name="T40" fmla="*/ 0 w 76"/>
                      <a:gd name="T41" fmla="*/ 0 h 78"/>
                      <a:gd name="T42" fmla="*/ 0 w 76"/>
                      <a:gd name="T43" fmla="*/ 0 h 78"/>
                      <a:gd name="T44" fmla="*/ 0 w 76"/>
                      <a:gd name="T45" fmla="*/ 0 h 78"/>
                      <a:gd name="T46" fmla="*/ 0 w 76"/>
                      <a:gd name="T47" fmla="*/ 0 h 78"/>
                      <a:gd name="T48" fmla="*/ 0 w 76"/>
                      <a:gd name="T49" fmla="*/ 0 h 78"/>
                      <a:gd name="T50" fmla="*/ 0 w 76"/>
                      <a:gd name="T51" fmla="*/ 0 h 78"/>
                      <a:gd name="T52" fmla="*/ 0 w 76"/>
                      <a:gd name="T53" fmla="*/ 0 h 78"/>
                      <a:gd name="T54" fmla="*/ 0 w 76"/>
                      <a:gd name="T55" fmla="*/ 0 h 78"/>
                      <a:gd name="T56" fmla="*/ 0 w 76"/>
                      <a:gd name="T57" fmla="*/ 0 h 78"/>
                      <a:gd name="T58" fmla="*/ 0 w 76"/>
                      <a:gd name="T59" fmla="*/ 0 h 78"/>
                      <a:gd name="T60" fmla="*/ 0 w 76"/>
                      <a:gd name="T61" fmla="*/ 0 h 78"/>
                      <a:gd name="T62" fmla="*/ 0 w 76"/>
                      <a:gd name="T63" fmla="*/ 0 h 78"/>
                      <a:gd name="T64" fmla="*/ 0 w 76"/>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6"/>
                      <a:gd name="T100" fmla="*/ 0 h 78"/>
                      <a:gd name="T101" fmla="*/ 76 w 76"/>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6" h="78">
                        <a:moveTo>
                          <a:pt x="38" y="78"/>
                        </a:moveTo>
                        <a:lnTo>
                          <a:pt x="41" y="77"/>
                        </a:lnTo>
                        <a:lnTo>
                          <a:pt x="45" y="77"/>
                        </a:lnTo>
                        <a:lnTo>
                          <a:pt x="50" y="76"/>
                        </a:lnTo>
                        <a:lnTo>
                          <a:pt x="53" y="75"/>
                        </a:lnTo>
                        <a:lnTo>
                          <a:pt x="55" y="73"/>
                        </a:lnTo>
                        <a:lnTo>
                          <a:pt x="59" y="71"/>
                        </a:lnTo>
                        <a:lnTo>
                          <a:pt x="63" y="69"/>
                        </a:lnTo>
                        <a:lnTo>
                          <a:pt x="65" y="67"/>
                        </a:lnTo>
                        <a:lnTo>
                          <a:pt x="67" y="64"/>
                        </a:lnTo>
                        <a:lnTo>
                          <a:pt x="70" y="61"/>
                        </a:lnTo>
                        <a:lnTo>
                          <a:pt x="71" y="57"/>
                        </a:lnTo>
                        <a:lnTo>
                          <a:pt x="73" y="55"/>
                        </a:lnTo>
                        <a:lnTo>
                          <a:pt x="74" y="51"/>
                        </a:lnTo>
                        <a:lnTo>
                          <a:pt x="76" y="46"/>
                        </a:lnTo>
                        <a:lnTo>
                          <a:pt x="76" y="43"/>
                        </a:lnTo>
                        <a:lnTo>
                          <a:pt x="76" y="39"/>
                        </a:lnTo>
                        <a:lnTo>
                          <a:pt x="76" y="36"/>
                        </a:lnTo>
                        <a:lnTo>
                          <a:pt x="76" y="31"/>
                        </a:lnTo>
                        <a:lnTo>
                          <a:pt x="74" y="27"/>
                        </a:lnTo>
                        <a:lnTo>
                          <a:pt x="73" y="24"/>
                        </a:lnTo>
                        <a:lnTo>
                          <a:pt x="71" y="20"/>
                        </a:lnTo>
                        <a:lnTo>
                          <a:pt x="70" y="17"/>
                        </a:lnTo>
                        <a:lnTo>
                          <a:pt x="67" y="14"/>
                        </a:lnTo>
                        <a:lnTo>
                          <a:pt x="65" y="12"/>
                        </a:lnTo>
                        <a:lnTo>
                          <a:pt x="63" y="8"/>
                        </a:lnTo>
                        <a:lnTo>
                          <a:pt x="59" y="7"/>
                        </a:lnTo>
                        <a:lnTo>
                          <a:pt x="55" y="5"/>
                        </a:lnTo>
                        <a:lnTo>
                          <a:pt x="53" y="2"/>
                        </a:lnTo>
                        <a:lnTo>
                          <a:pt x="50" y="2"/>
                        </a:lnTo>
                        <a:lnTo>
                          <a:pt x="45" y="0"/>
                        </a:lnTo>
                        <a:lnTo>
                          <a:pt x="41" y="0"/>
                        </a:lnTo>
                        <a:lnTo>
                          <a:pt x="38" y="0"/>
                        </a:lnTo>
                        <a:lnTo>
                          <a:pt x="34" y="0"/>
                        </a:lnTo>
                        <a:lnTo>
                          <a:pt x="29" y="0"/>
                        </a:lnTo>
                        <a:lnTo>
                          <a:pt x="26" y="2"/>
                        </a:lnTo>
                        <a:lnTo>
                          <a:pt x="22" y="2"/>
                        </a:lnTo>
                        <a:lnTo>
                          <a:pt x="19" y="5"/>
                        </a:lnTo>
                        <a:lnTo>
                          <a:pt x="15" y="7"/>
                        </a:lnTo>
                        <a:lnTo>
                          <a:pt x="13" y="8"/>
                        </a:lnTo>
                        <a:lnTo>
                          <a:pt x="10" y="12"/>
                        </a:lnTo>
                        <a:lnTo>
                          <a:pt x="7" y="14"/>
                        </a:lnTo>
                        <a:lnTo>
                          <a:pt x="6" y="17"/>
                        </a:lnTo>
                        <a:lnTo>
                          <a:pt x="3" y="20"/>
                        </a:lnTo>
                        <a:lnTo>
                          <a:pt x="2" y="24"/>
                        </a:lnTo>
                        <a:lnTo>
                          <a:pt x="1" y="27"/>
                        </a:lnTo>
                        <a:lnTo>
                          <a:pt x="0" y="31"/>
                        </a:lnTo>
                        <a:lnTo>
                          <a:pt x="0" y="36"/>
                        </a:lnTo>
                        <a:lnTo>
                          <a:pt x="0" y="39"/>
                        </a:lnTo>
                        <a:lnTo>
                          <a:pt x="0" y="43"/>
                        </a:lnTo>
                        <a:lnTo>
                          <a:pt x="0" y="46"/>
                        </a:lnTo>
                        <a:lnTo>
                          <a:pt x="1" y="51"/>
                        </a:lnTo>
                        <a:lnTo>
                          <a:pt x="2" y="55"/>
                        </a:lnTo>
                        <a:lnTo>
                          <a:pt x="3" y="57"/>
                        </a:lnTo>
                        <a:lnTo>
                          <a:pt x="6" y="61"/>
                        </a:lnTo>
                        <a:lnTo>
                          <a:pt x="7" y="64"/>
                        </a:lnTo>
                        <a:lnTo>
                          <a:pt x="10" y="67"/>
                        </a:lnTo>
                        <a:lnTo>
                          <a:pt x="13" y="69"/>
                        </a:lnTo>
                        <a:lnTo>
                          <a:pt x="15" y="71"/>
                        </a:lnTo>
                        <a:lnTo>
                          <a:pt x="19" y="73"/>
                        </a:lnTo>
                        <a:lnTo>
                          <a:pt x="22" y="75"/>
                        </a:lnTo>
                        <a:lnTo>
                          <a:pt x="26" y="76"/>
                        </a:lnTo>
                        <a:lnTo>
                          <a:pt x="29" y="77"/>
                        </a:lnTo>
                        <a:lnTo>
                          <a:pt x="34" y="77"/>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6" name="Freeform 37"/>
                  <p:cNvSpPr/>
                  <p:nvPr/>
                </p:nvSpPr>
                <p:spPr bwMode="auto">
                  <a:xfrm>
                    <a:off x="5560" y="1876"/>
                    <a:ext cx="26" cy="26"/>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9" y="77"/>
                        </a:moveTo>
                        <a:lnTo>
                          <a:pt x="42" y="76"/>
                        </a:lnTo>
                        <a:lnTo>
                          <a:pt x="46" y="76"/>
                        </a:lnTo>
                        <a:lnTo>
                          <a:pt x="49" y="75"/>
                        </a:lnTo>
                        <a:lnTo>
                          <a:pt x="53" y="73"/>
                        </a:lnTo>
                        <a:lnTo>
                          <a:pt x="55" y="71"/>
                        </a:lnTo>
                        <a:lnTo>
                          <a:pt x="59" y="70"/>
                        </a:lnTo>
                        <a:lnTo>
                          <a:pt x="63" y="67"/>
                        </a:lnTo>
                        <a:lnTo>
                          <a:pt x="66" y="65"/>
                        </a:lnTo>
                        <a:lnTo>
                          <a:pt x="67" y="61"/>
                        </a:lnTo>
                        <a:lnTo>
                          <a:pt x="70" y="59"/>
                        </a:lnTo>
                        <a:lnTo>
                          <a:pt x="72" y="56"/>
                        </a:lnTo>
                        <a:lnTo>
                          <a:pt x="73" y="53"/>
                        </a:lnTo>
                        <a:lnTo>
                          <a:pt x="74" y="48"/>
                        </a:lnTo>
                        <a:lnTo>
                          <a:pt x="77" y="45"/>
                        </a:lnTo>
                        <a:lnTo>
                          <a:pt x="77" y="41"/>
                        </a:lnTo>
                        <a:lnTo>
                          <a:pt x="77" y="38"/>
                        </a:lnTo>
                        <a:lnTo>
                          <a:pt x="77" y="34"/>
                        </a:lnTo>
                        <a:lnTo>
                          <a:pt x="77" y="31"/>
                        </a:lnTo>
                        <a:lnTo>
                          <a:pt x="74" y="26"/>
                        </a:lnTo>
                        <a:lnTo>
                          <a:pt x="73" y="22"/>
                        </a:lnTo>
                        <a:lnTo>
                          <a:pt x="72" y="19"/>
                        </a:lnTo>
                        <a:lnTo>
                          <a:pt x="70" y="15"/>
                        </a:lnTo>
                        <a:lnTo>
                          <a:pt x="67" y="13"/>
                        </a:lnTo>
                        <a:lnTo>
                          <a:pt x="66" y="10"/>
                        </a:lnTo>
                        <a:lnTo>
                          <a:pt x="63" y="7"/>
                        </a:lnTo>
                        <a:lnTo>
                          <a:pt x="59" y="4"/>
                        </a:lnTo>
                        <a:lnTo>
                          <a:pt x="55" y="3"/>
                        </a:lnTo>
                        <a:lnTo>
                          <a:pt x="53" y="2"/>
                        </a:lnTo>
                        <a:lnTo>
                          <a:pt x="49" y="0"/>
                        </a:lnTo>
                        <a:lnTo>
                          <a:pt x="46" y="0"/>
                        </a:lnTo>
                        <a:lnTo>
                          <a:pt x="42" y="0"/>
                        </a:lnTo>
                        <a:lnTo>
                          <a:pt x="39" y="0"/>
                        </a:lnTo>
                        <a:lnTo>
                          <a:pt x="35" y="0"/>
                        </a:lnTo>
                        <a:lnTo>
                          <a:pt x="30" y="0"/>
                        </a:lnTo>
                        <a:lnTo>
                          <a:pt x="27" y="0"/>
                        </a:lnTo>
                        <a:lnTo>
                          <a:pt x="23" y="2"/>
                        </a:lnTo>
                        <a:lnTo>
                          <a:pt x="20" y="3"/>
                        </a:lnTo>
                        <a:lnTo>
                          <a:pt x="16" y="4"/>
                        </a:lnTo>
                        <a:lnTo>
                          <a:pt x="13" y="7"/>
                        </a:lnTo>
                        <a:lnTo>
                          <a:pt x="11" y="10"/>
                        </a:lnTo>
                        <a:lnTo>
                          <a:pt x="8" y="13"/>
                        </a:lnTo>
                        <a:lnTo>
                          <a:pt x="6" y="15"/>
                        </a:lnTo>
                        <a:lnTo>
                          <a:pt x="4" y="19"/>
                        </a:lnTo>
                        <a:lnTo>
                          <a:pt x="3" y="22"/>
                        </a:lnTo>
                        <a:lnTo>
                          <a:pt x="1" y="26"/>
                        </a:lnTo>
                        <a:lnTo>
                          <a:pt x="1" y="31"/>
                        </a:lnTo>
                        <a:lnTo>
                          <a:pt x="0" y="34"/>
                        </a:lnTo>
                        <a:lnTo>
                          <a:pt x="0" y="38"/>
                        </a:lnTo>
                        <a:lnTo>
                          <a:pt x="0" y="41"/>
                        </a:lnTo>
                        <a:lnTo>
                          <a:pt x="1" y="45"/>
                        </a:lnTo>
                        <a:lnTo>
                          <a:pt x="1" y="48"/>
                        </a:lnTo>
                        <a:lnTo>
                          <a:pt x="3" y="53"/>
                        </a:lnTo>
                        <a:lnTo>
                          <a:pt x="4" y="56"/>
                        </a:lnTo>
                        <a:lnTo>
                          <a:pt x="6" y="59"/>
                        </a:lnTo>
                        <a:lnTo>
                          <a:pt x="8" y="61"/>
                        </a:lnTo>
                        <a:lnTo>
                          <a:pt x="11" y="65"/>
                        </a:lnTo>
                        <a:lnTo>
                          <a:pt x="13" y="67"/>
                        </a:lnTo>
                        <a:lnTo>
                          <a:pt x="16" y="70"/>
                        </a:lnTo>
                        <a:lnTo>
                          <a:pt x="20" y="71"/>
                        </a:lnTo>
                        <a:lnTo>
                          <a:pt x="23" y="73"/>
                        </a:lnTo>
                        <a:lnTo>
                          <a:pt x="27" y="75"/>
                        </a:lnTo>
                        <a:lnTo>
                          <a:pt x="30" y="76"/>
                        </a:lnTo>
                        <a:lnTo>
                          <a:pt x="35" y="76"/>
                        </a:lnTo>
                        <a:lnTo>
                          <a:pt x="39"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7" name="Freeform 38"/>
                  <p:cNvSpPr/>
                  <p:nvPr/>
                </p:nvSpPr>
                <p:spPr bwMode="auto">
                  <a:xfrm>
                    <a:off x="5612" y="1877"/>
                    <a:ext cx="26"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w 78"/>
                      <a:gd name="T25" fmla="*/ 0 h 78"/>
                      <a:gd name="T26" fmla="*/ 0 w 78"/>
                      <a:gd name="T27" fmla="*/ 0 h 78"/>
                      <a:gd name="T28" fmla="*/ 0 w 78"/>
                      <a:gd name="T29" fmla="*/ 0 h 78"/>
                      <a:gd name="T30" fmla="*/ 0 w 78"/>
                      <a:gd name="T31" fmla="*/ 0 h 78"/>
                      <a:gd name="T32" fmla="*/ 0 w 78"/>
                      <a:gd name="T33" fmla="*/ 0 h 78"/>
                      <a:gd name="T34" fmla="*/ 0 w 78"/>
                      <a:gd name="T35" fmla="*/ 0 h 78"/>
                      <a:gd name="T36" fmla="*/ 0 w 78"/>
                      <a:gd name="T37" fmla="*/ 0 h 78"/>
                      <a:gd name="T38" fmla="*/ 0 w 78"/>
                      <a:gd name="T39" fmla="*/ 0 h 78"/>
                      <a:gd name="T40" fmla="*/ 0 w 78"/>
                      <a:gd name="T41" fmla="*/ 0 h 78"/>
                      <a:gd name="T42" fmla="*/ 0 w 78"/>
                      <a:gd name="T43" fmla="*/ 0 h 78"/>
                      <a:gd name="T44" fmla="*/ 0 w 78"/>
                      <a:gd name="T45" fmla="*/ 0 h 78"/>
                      <a:gd name="T46" fmla="*/ 0 w 78"/>
                      <a:gd name="T47" fmla="*/ 0 h 78"/>
                      <a:gd name="T48" fmla="*/ 0 w 78"/>
                      <a:gd name="T49" fmla="*/ 0 h 78"/>
                      <a:gd name="T50" fmla="*/ 0 w 78"/>
                      <a:gd name="T51" fmla="*/ 0 h 78"/>
                      <a:gd name="T52" fmla="*/ 0 w 78"/>
                      <a:gd name="T53" fmla="*/ 0 h 78"/>
                      <a:gd name="T54" fmla="*/ 0 w 78"/>
                      <a:gd name="T55" fmla="*/ 0 h 78"/>
                      <a:gd name="T56" fmla="*/ 0 w 78"/>
                      <a:gd name="T57" fmla="*/ 0 h 78"/>
                      <a:gd name="T58" fmla="*/ 0 w 78"/>
                      <a:gd name="T59" fmla="*/ 0 h 78"/>
                      <a:gd name="T60" fmla="*/ 0 w 78"/>
                      <a:gd name="T61" fmla="*/ 0 h 78"/>
                      <a:gd name="T62" fmla="*/ 0 w 78"/>
                      <a:gd name="T63" fmla="*/ 0 h 78"/>
                      <a:gd name="T64" fmla="*/ 0 w 78"/>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8"/>
                      <a:gd name="T101" fmla="*/ 78 w 78"/>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8">
                        <a:moveTo>
                          <a:pt x="39" y="78"/>
                        </a:moveTo>
                        <a:lnTo>
                          <a:pt x="43" y="77"/>
                        </a:lnTo>
                        <a:lnTo>
                          <a:pt x="46" y="77"/>
                        </a:lnTo>
                        <a:lnTo>
                          <a:pt x="50" y="76"/>
                        </a:lnTo>
                        <a:lnTo>
                          <a:pt x="55" y="75"/>
                        </a:lnTo>
                        <a:lnTo>
                          <a:pt x="57" y="73"/>
                        </a:lnTo>
                        <a:lnTo>
                          <a:pt x="61" y="71"/>
                        </a:lnTo>
                        <a:lnTo>
                          <a:pt x="63" y="69"/>
                        </a:lnTo>
                        <a:lnTo>
                          <a:pt x="67" y="67"/>
                        </a:lnTo>
                        <a:lnTo>
                          <a:pt x="68" y="64"/>
                        </a:lnTo>
                        <a:lnTo>
                          <a:pt x="70" y="61"/>
                        </a:lnTo>
                        <a:lnTo>
                          <a:pt x="74" y="57"/>
                        </a:lnTo>
                        <a:lnTo>
                          <a:pt x="75" y="55"/>
                        </a:lnTo>
                        <a:lnTo>
                          <a:pt x="76" y="51"/>
                        </a:lnTo>
                        <a:lnTo>
                          <a:pt x="77" y="46"/>
                        </a:lnTo>
                        <a:lnTo>
                          <a:pt x="78" y="43"/>
                        </a:lnTo>
                        <a:lnTo>
                          <a:pt x="78" y="39"/>
                        </a:lnTo>
                        <a:lnTo>
                          <a:pt x="78" y="36"/>
                        </a:lnTo>
                        <a:lnTo>
                          <a:pt x="77" y="31"/>
                        </a:lnTo>
                        <a:lnTo>
                          <a:pt x="76" y="27"/>
                        </a:lnTo>
                        <a:lnTo>
                          <a:pt x="75" y="24"/>
                        </a:lnTo>
                        <a:lnTo>
                          <a:pt x="74" y="20"/>
                        </a:lnTo>
                        <a:lnTo>
                          <a:pt x="70" y="17"/>
                        </a:lnTo>
                        <a:lnTo>
                          <a:pt x="68" y="14"/>
                        </a:lnTo>
                        <a:lnTo>
                          <a:pt x="67" y="12"/>
                        </a:lnTo>
                        <a:lnTo>
                          <a:pt x="63" y="8"/>
                        </a:lnTo>
                        <a:lnTo>
                          <a:pt x="61" y="7"/>
                        </a:lnTo>
                        <a:lnTo>
                          <a:pt x="57" y="5"/>
                        </a:lnTo>
                        <a:lnTo>
                          <a:pt x="55" y="2"/>
                        </a:lnTo>
                        <a:lnTo>
                          <a:pt x="50" y="2"/>
                        </a:lnTo>
                        <a:lnTo>
                          <a:pt x="46" y="0"/>
                        </a:lnTo>
                        <a:lnTo>
                          <a:pt x="43" y="0"/>
                        </a:lnTo>
                        <a:lnTo>
                          <a:pt x="39" y="0"/>
                        </a:lnTo>
                        <a:lnTo>
                          <a:pt x="36" y="0"/>
                        </a:lnTo>
                        <a:lnTo>
                          <a:pt x="31" y="0"/>
                        </a:lnTo>
                        <a:lnTo>
                          <a:pt x="27" y="2"/>
                        </a:lnTo>
                        <a:lnTo>
                          <a:pt x="24" y="2"/>
                        </a:lnTo>
                        <a:lnTo>
                          <a:pt x="20" y="5"/>
                        </a:lnTo>
                        <a:lnTo>
                          <a:pt x="18" y="7"/>
                        </a:lnTo>
                        <a:lnTo>
                          <a:pt x="14" y="8"/>
                        </a:lnTo>
                        <a:lnTo>
                          <a:pt x="12" y="12"/>
                        </a:lnTo>
                        <a:lnTo>
                          <a:pt x="8" y="14"/>
                        </a:lnTo>
                        <a:lnTo>
                          <a:pt x="7" y="17"/>
                        </a:lnTo>
                        <a:lnTo>
                          <a:pt x="5" y="20"/>
                        </a:lnTo>
                        <a:lnTo>
                          <a:pt x="4" y="24"/>
                        </a:lnTo>
                        <a:lnTo>
                          <a:pt x="2" y="27"/>
                        </a:lnTo>
                        <a:lnTo>
                          <a:pt x="1" y="31"/>
                        </a:lnTo>
                        <a:lnTo>
                          <a:pt x="0" y="36"/>
                        </a:lnTo>
                        <a:lnTo>
                          <a:pt x="0" y="39"/>
                        </a:lnTo>
                        <a:lnTo>
                          <a:pt x="0" y="43"/>
                        </a:lnTo>
                        <a:lnTo>
                          <a:pt x="1" y="46"/>
                        </a:lnTo>
                        <a:lnTo>
                          <a:pt x="2" y="51"/>
                        </a:lnTo>
                        <a:lnTo>
                          <a:pt x="4" y="55"/>
                        </a:lnTo>
                        <a:lnTo>
                          <a:pt x="5" y="57"/>
                        </a:lnTo>
                        <a:lnTo>
                          <a:pt x="7" y="61"/>
                        </a:lnTo>
                        <a:lnTo>
                          <a:pt x="8" y="64"/>
                        </a:lnTo>
                        <a:lnTo>
                          <a:pt x="12" y="67"/>
                        </a:lnTo>
                        <a:lnTo>
                          <a:pt x="14" y="69"/>
                        </a:lnTo>
                        <a:lnTo>
                          <a:pt x="18" y="71"/>
                        </a:lnTo>
                        <a:lnTo>
                          <a:pt x="20" y="73"/>
                        </a:lnTo>
                        <a:lnTo>
                          <a:pt x="24" y="75"/>
                        </a:lnTo>
                        <a:lnTo>
                          <a:pt x="27" y="76"/>
                        </a:lnTo>
                        <a:lnTo>
                          <a:pt x="31" y="77"/>
                        </a:lnTo>
                        <a:lnTo>
                          <a:pt x="36" y="77"/>
                        </a:lnTo>
                        <a:lnTo>
                          <a:pt x="39"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8" name="Freeform 39"/>
                  <p:cNvSpPr/>
                  <p:nvPr/>
                </p:nvSpPr>
                <p:spPr bwMode="auto">
                  <a:xfrm>
                    <a:off x="5662" y="1876"/>
                    <a:ext cx="25" cy="26"/>
                  </a:xfrm>
                  <a:custGeom>
                    <a:avLst/>
                    <a:gdLst>
                      <a:gd name="T0" fmla="*/ 0 w 75"/>
                      <a:gd name="T1" fmla="*/ 0 h 78"/>
                      <a:gd name="T2" fmla="*/ 0 w 75"/>
                      <a:gd name="T3" fmla="*/ 0 h 78"/>
                      <a:gd name="T4" fmla="*/ 0 w 75"/>
                      <a:gd name="T5" fmla="*/ 0 h 78"/>
                      <a:gd name="T6" fmla="*/ 0 w 75"/>
                      <a:gd name="T7" fmla="*/ 0 h 78"/>
                      <a:gd name="T8" fmla="*/ 0 w 75"/>
                      <a:gd name="T9" fmla="*/ 0 h 78"/>
                      <a:gd name="T10" fmla="*/ 0 w 75"/>
                      <a:gd name="T11" fmla="*/ 0 h 78"/>
                      <a:gd name="T12" fmla="*/ 0 w 75"/>
                      <a:gd name="T13" fmla="*/ 0 h 78"/>
                      <a:gd name="T14" fmla="*/ 0 w 75"/>
                      <a:gd name="T15" fmla="*/ 0 h 78"/>
                      <a:gd name="T16" fmla="*/ 0 w 75"/>
                      <a:gd name="T17" fmla="*/ 0 h 78"/>
                      <a:gd name="T18" fmla="*/ 0 w 75"/>
                      <a:gd name="T19" fmla="*/ 0 h 78"/>
                      <a:gd name="T20" fmla="*/ 0 w 75"/>
                      <a:gd name="T21" fmla="*/ 0 h 78"/>
                      <a:gd name="T22" fmla="*/ 0 w 75"/>
                      <a:gd name="T23" fmla="*/ 0 h 78"/>
                      <a:gd name="T24" fmla="*/ 0 w 75"/>
                      <a:gd name="T25" fmla="*/ 0 h 78"/>
                      <a:gd name="T26" fmla="*/ 0 w 75"/>
                      <a:gd name="T27" fmla="*/ 0 h 78"/>
                      <a:gd name="T28" fmla="*/ 0 w 75"/>
                      <a:gd name="T29" fmla="*/ 0 h 78"/>
                      <a:gd name="T30" fmla="*/ 0 w 75"/>
                      <a:gd name="T31" fmla="*/ 0 h 78"/>
                      <a:gd name="T32" fmla="*/ 0 w 75"/>
                      <a:gd name="T33" fmla="*/ 0 h 78"/>
                      <a:gd name="T34" fmla="*/ 0 w 75"/>
                      <a:gd name="T35" fmla="*/ 0 h 78"/>
                      <a:gd name="T36" fmla="*/ 0 w 75"/>
                      <a:gd name="T37" fmla="*/ 0 h 78"/>
                      <a:gd name="T38" fmla="*/ 0 w 75"/>
                      <a:gd name="T39" fmla="*/ 0 h 78"/>
                      <a:gd name="T40" fmla="*/ 0 w 75"/>
                      <a:gd name="T41" fmla="*/ 0 h 78"/>
                      <a:gd name="T42" fmla="*/ 0 w 75"/>
                      <a:gd name="T43" fmla="*/ 0 h 78"/>
                      <a:gd name="T44" fmla="*/ 0 w 75"/>
                      <a:gd name="T45" fmla="*/ 0 h 78"/>
                      <a:gd name="T46" fmla="*/ 0 w 75"/>
                      <a:gd name="T47" fmla="*/ 0 h 78"/>
                      <a:gd name="T48" fmla="*/ 0 w 75"/>
                      <a:gd name="T49" fmla="*/ 0 h 78"/>
                      <a:gd name="T50" fmla="*/ 0 w 75"/>
                      <a:gd name="T51" fmla="*/ 0 h 78"/>
                      <a:gd name="T52" fmla="*/ 0 w 75"/>
                      <a:gd name="T53" fmla="*/ 0 h 78"/>
                      <a:gd name="T54" fmla="*/ 0 w 75"/>
                      <a:gd name="T55" fmla="*/ 0 h 78"/>
                      <a:gd name="T56" fmla="*/ 0 w 75"/>
                      <a:gd name="T57" fmla="*/ 0 h 78"/>
                      <a:gd name="T58" fmla="*/ 0 w 75"/>
                      <a:gd name="T59" fmla="*/ 0 h 78"/>
                      <a:gd name="T60" fmla="*/ 0 w 75"/>
                      <a:gd name="T61" fmla="*/ 0 h 78"/>
                      <a:gd name="T62" fmla="*/ 0 w 75"/>
                      <a:gd name="T63" fmla="*/ 0 h 78"/>
                      <a:gd name="T64" fmla="*/ 0 w 75"/>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8"/>
                      <a:gd name="T101" fmla="*/ 75 w 75"/>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8">
                        <a:moveTo>
                          <a:pt x="38" y="78"/>
                        </a:moveTo>
                        <a:lnTo>
                          <a:pt x="41" y="78"/>
                        </a:lnTo>
                        <a:lnTo>
                          <a:pt x="45" y="77"/>
                        </a:lnTo>
                        <a:lnTo>
                          <a:pt x="48" y="76"/>
                        </a:lnTo>
                        <a:lnTo>
                          <a:pt x="52" y="75"/>
                        </a:lnTo>
                        <a:lnTo>
                          <a:pt x="54" y="72"/>
                        </a:lnTo>
                        <a:lnTo>
                          <a:pt x="58" y="71"/>
                        </a:lnTo>
                        <a:lnTo>
                          <a:pt x="61" y="69"/>
                        </a:lnTo>
                        <a:lnTo>
                          <a:pt x="65" y="66"/>
                        </a:lnTo>
                        <a:lnTo>
                          <a:pt x="66" y="63"/>
                        </a:lnTo>
                        <a:lnTo>
                          <a:pt x="68" y="60"/>
                        </a:lnTo>
                        <a:lnTo>
                          <a:pt x="70" y="57"/>
                        </a:lnTo>
                        <a:lnTo>
                          <a:pt x="72" y="53"/>
                        </a:lnTo>
                        <a:lnTo>
                          <a:pt x="73" y="51"/>
                        </a:lnTo>
                        <a:lnTo>
                          <a:pt x="75" y="46"/>
                        </a:lnTo>
                        <a:lnTo>
                          <a:pt x="75" y="42"/>
                        </a:lnTo>
                        <a:lnTo>
                          <a:pt x="75" y="39"/>
                        </a:lnTo>
                        <a:lnTo>
                          <a:pt x="75" y="35"/>
                        </a:lnTo>
                        <a:lnTo>
                          <a:pt x="75" y="31"/>
                        </a:lnTo>
                        <a:lnTo>
                          <a:pt x="73" y="26"/>
                        </a:lnTo>
                        <a:lnTo>
                          <a:pt x="72" y="23"/>
                        </a:lnTo>
                        <a:lnTo>
                          <a:pt x="70" y="20"/>
                        </a:lnTo>
                        <a:lnTo>
                          <a:pt x="68" y="18"/>
                        </a:lnTo>
                        <a:lnTo>
                          <a:pt x="66" y="14"/>
                        </a:lnTo>
                        <a:lnTo>
                          <a:pt x="65" y="12"/>
                        </a:lnTo>
                        <a:lnTo>
                          <a:pt x="61" y="9"/>
                        </a:lnTo>
                        <a:lnTo>
                          <a:pt x="58" y="7"/>
                        </a:lnTo>
                        <a:lnTo>
                          <a:pt x="54" y="4"/>
                        </a:lnTo>
                        <a:lnTo>
                          <a:pt x="52" y="2"/>
                        </a:lnTo>
                        <a:lnTo>
                          <a:pt x="48" y="2"/>
                        </a:lnTo>
                        <a:lnTo>
                          <a:pt x="45" y="1"/>
                        </a:lnTo>
                        <a:lnTo>
                          <a:pt x="41" y="0"/>
                        </a:lnTo>
                        <a:lnTo>
                          <a:pt x="38" y="0"/>
                        </a:lnTo>
                        <a:lnTo>
                          <a:pt x="33" y="0"/>
                        </a:lnTo>
                        <a:lnTo>
                          <a:pt x="29" y="1"/>
                        </a:lnTo>
                        <a:lnTo>
                          <a:pt x="24" y="2"/>
                        </a:lnTo>
                        <a:lnTo>
                          <a:pt x="22" y="2"/>
                        </a:lnTo>
                        <a:lnTo>
                          <a:pt x="19" y="4"/>
                        </a:lnTo>
                        <a:lnTo>
                          <a:pt x="15" y="7"/>
                        </a:lnTo>
                        <a:lnTo>
                          <a:pt x="13" y="9"/>
                        </a:lnTo>
                        <a:lnTo>
                          <a:pt x="10" y="12"/>
                        </a:lnTo>
                        <a:lnTo>
                          <a:pt x="7" y="14"/>
                        </a:lnTo>
                        <a:lnTo>
                          <a:pt x="4" y="18"/>
                        </a:lnTo>
                        <a:lnTo>
                          <a:pt x="3" y="20"/>
                        </a:lnTo>
                        <a:lnTo>
                          <a:pt x="2" y="23"/>
                        </a:lnTo>
                        <a:lnTo>
                          <a:pt x="0" y="26"/>
                        </a:lnTo>
                        <a:lnTo>
                          <a:pt x="0" y="31"/>
                        </a:lnTo>
                        <a:lnTo>
                          <a:pt x="0" y="35"/>
                        </a:lnTo>
                        <a:lnTo>
                          <a:pt x="0" y="39"/>
                        </a:lnTo>
                        <a:lnTo>
                          <a:pt x="0" y="42"/>
                        </a:lnTo>
                        <a:lnTo>
                          <a:pt x="0" y="46"/>
                        </a:lnTo>
                        <a:lnTo>
                          <a:pt x="0" y="51"/>
                        </a:lnTo>
                        <a:lnTo>
                          <a:pt x="2" y="53"/>
                        </a:lnTo>
                        <a:lnTo>
                          <a:pt x="3" y="57"/>
                        </a:lnTo>
                        <a:lnTo>
                          <a:pt x="4" y="60"/>
                        </a:lnTo>
                        <a:lnTo>
                          <a:pt x="7" y="63"/>
                        </a:lnTo>
                        <a:lnTo>
                          <a:pt x="10" y="66"/>
                        </a:lnTo>
                        <a:lnTo>
                          <a:pt x="13" y="69"/>
                        </a:lnTo>
                        <a:lnTo>
                          <a:pt x="15" y="71"/>
                        </a:lnTo>
                        <a:lnTo>
                          <a:pt x="19" y="72"/>
                        </a:lnTo>
                        <a:lnTo>
                          <a:pt x="22" y="75"/>
                        </a:lnTo>
                        <a:lnTo>
                          <a:pt x="24" y="76"/>
                        </a:lnTo>
                        <a:lnTo>
                          <a:pt x="29" y="77"/>
                        </a:lnTo>
                        <a:lnTo>
                          <a:pt x="33" y="78"/>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9" name="Freeform 40"/>
                  <p:cNvSpPr/>
                  <p:nvPr/>
                </p:nvSpPr>
                <p:spPr bwMode="auto">
                  <a:xfrm>
                    <a:off x="5386" y="1906"/>
                    <a:ext cx="26" cy="26"/>
                  </a:xfrm>
                  <a:custGeom>
                    <a:avLst/>
                    <a:gdLst>
                      <a:gd name="T0" fmla="*/ 0 w 77"/>
                      <a:gd name="T1" fmla="*/ 0 h 78"/>
                      <a:gd name="T2" fmla="*/ 0 w 77"/>
                      <a:gd name="T3" fmla="*/ 0 h 78"/>
                      <a:gd name="T4" fmla="*/ 0 w 77"/>
                      <a:gd name="T5" fmla="*/ 0 h 78"/>
                      <a:gd name="T6" fmla="*/ 0 w 77"/>
                      <a:gd name="T7" fmla="*/ 0 h 78"/>
                      <a:gd name="T8" fmla="*/ 0 w 77"/>
                      <a:gd name="T9" fmla="*/ 0 h 78"/>
                      <a:gd name="T10" fmla="*/ 0 w 77"/>
                      <a:gd name="T11" fmla="*/ 0 h 78"/>
                      <a:gd name="T12" fmla="*/ 0 w 77"/>
                      <a:gd name="T13" fmla="*/ 0 h 78"/>
                      <a:gd name="T14" fmla="*/ 0 w 77"/>
                      <a:gd name="T15" fmla="*/ 0 h 78"/>
                      <a:gd name="T16" fmla="*/ 0 w 77"/>
                      <a:gd name="T17" fmla="*/ 0 h 78"/>
                      <a:gd name="T18" fmla="*/ 0 w 77"/>
                      <a:gd name="T19" fmla="*/ 0 h 78"/>
                      <a:gd name="T20" fmla="*/ 0 w 77"/>
                      <a:gd name="T21" fmla="*/ 0 h 78"/>
                      <a:gd name="T22" fmla="*/ 0 w 77"/>
                      <a:gd name="T23" fmla="*/ 0 h 78"/>
                      <a:gd name="T24" fmla="*/ 0 w 77"/>
                      <a:gd name="T25" fmla="*/ 0 h 78"/>
                      <a:gd name="T26" fmla="*/ 0 w 77"/>
                      <a:gd name="T27" fmla="*/ 0 h 78"/>
                      <a:gd name="T28" fmla="*/ 0 w 77"/>
                      <a:gd name="T29" fmla="*/ 0 h 78"/>
                      <a:gd name="T30" fmla="*/ 0 w 77"/>
                      <a:gd name="T31" fmla="*/ 0 h 78"/>
                      <a:gd name="T32" fmla="*/ 0 w 77"/>
                      <a:gd name="T33" fmla="*/ 0 h 78"/>
                      <a:gd name="T34" fmla="*/ 0 w 77"/>
                      <a:gd name="T35" fmla="*/ 0 h 78"/>
                      <a:gd name="T36" fmla="*/ 0 w 77"/>
                      <a:gd name="T37" fmla="*/ 0 h 78"/>
                      <a:gd name="T38" fmla="*/ 0 w 77"/>
                      <a:gd name="T39" fmla="*/ 0 h 78"/>
                      <a:gd name="T40" fmla="*/ 0 w 77"/>
                      <a:gd name="T41" fmla="*/ 0 h 78"/>
                      <a:gd name="T42" fmla="*/ 0 w 77"/>
                      <a:gd name="T43" fmla="*/ 0 h 78"/>
                      <a:gd name="T44" fmla="*/ 0 w 77"/>
                      <a:gd name="T45" fmla="*/ 0 h 78"/>
                      <a:gd name="T46" fmla="*/ 0 w 77"/>
                      <a:gd name="T47" fmla="*/ 0 h 78"/>
                      <a:gd name="T48" fmla="*/ 0 w 77"/>
                      <a:gd name="T49" fmla="*/ 0 h 78"/>
                      <a:gd name="T50" fmla="*/ 0 w 77"/>
                      <a:gd name="T51" fmla="*/ 0 h 78"/>
                      <a:gd name="T52" fmla="*/ 0 w 77"/>
                      <a:gd name="T53" fmla="*/ 0 h 78"/>
                      <a:gd name="T54" fmla="*/ 0 w 77"/>
                      <a:gd name="T55" fmla="*/ 0 h 78"/>
                      <a:gd name="T56" fmla="*/ 0 w 77"/>
                      <a:gd name="T57" fmla="*/ 0 h 78"/>
                      <a:gd name="T58" fmla="*/ 0 w 77"/>
                      <a:gd name="T59" fmla="*/ 0 h 78"/>
                      <a:gd name="T60" fmla="*/ 0 w 77"/>
                      <a:gd name="T61" fmla="*/ 0 h 78"/>
                      <a:gd name="T62" fmla="*/ 0 w 77"/>
                      <a:gd name="T63" fmla="*/ 0 h 78"/>
                      <a:gd name="T64" fmla="*/ 0 w 77"/>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8"/>
                      <a:gd name="T101" fmla="*/ 77 w 77"/>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8">
                        <a:moveTo>
                          <a:pt x="38" y="78"/>
                        </a:moveTo>
                        <a:lnTo>
                          <a:pt x="41" y="77"/>
                        </a:lnTo>
                        <a:lnTo>
                          <a:pt x="45" y="76"/>
                        </a:lnTo>
                        <a:lnTo>
                          <a:pt x="50" y="76"/>
                        </a:lnTo>
                        <a:lnTo>
                          <a:pt x="53" y="73"/>
                        </a:lnTo>
                        <a:lnTo>
                          <a:pt x="56" y="72"/>
                        </a:lnTo>
                        <a:lnTo>
                          <a:pt x="59" y="70"/>
                        </a:lnTo>
                        <a:lnTo>
                          <a:pt x="63" y="67"/>
                        </a:lnTo>
                        <a:lnTo>
                          <a:pt x="65" y="65"/>
                        </a:lnTo>
                        <a:lnTo>
                          <a:pt x="67" y="63"/>
                        </a:lnTo>
                        <a:lnTo>
                          <a:pt x="70" y="60"/>
                        </a:lnTo>
                        <a:lnTo>
                          <a:pt x="71" y="56"/>
                        </a:lnTo>
                        <a:lnTo>
                          <a:pt x="73" y="53"/>
                        </a:lnTo>
                        <a:lnTo>
                          <a:pt x="74" y="50"/>
                        </a:lnTo>
                        <a:lnTo>
                          <a:pt x="76" y="46"/>
                        </a:lnTo>
                        <a:lnTo>
                          <a:pt x="76" y="42"/>
                        </a:lnTo>
                        <a:lnTo>
                          <a:pt x="77" y="39"/>
                        </a:lnTo>
                        <a:lnTo>
                          <a:pt x="76" y="35"/>
                        </a:lnTo>
                        <a:lnTo>
                          <a:pt x="76" y="29"/>
                        </a:lnTo>
                        <a:lnTo>
                          <a:pt x="74" y="27"/>
                        </a:lnTo>
                        <a:lnTo>
                          <a:pt x="73" y="24"/>
                        </a:lnTo>
                        <a:lnTo>
                          <a:pt x="71" y="20"/>
                        </a:lnTo>
                        <a:lnTo>
                          <a:pt x="70" y="16"/>
                        </a:lnTo>
                        <a:lnTo>
                          <a:pt x="67" y="14"/>
                        </a:lnTo>
                        <a:lnTo>
                          <a:pt x="65" y="12"/>
                        </a:lnTo>
                        <a:lnTo>
                          <a:pt x="63" y="8"/>
                        </a:lnTo>
                        <a:lnTo>
                          <a:pt x="59" y="6"/>
                        </a:lnTo>
                        <a:lnTo>
                          <a:pt x="56" y="5"/>
                        </a:lnTo>
                        <a:lnTo>
                          <a:pt x="53" y="2"/>
                        </a:lnTo>
                        <a:lnTo>
                          <a:pt x="50" y="1"/>
                        </a:lnTo>
                        <a:lnTo>
                          <a:pt x="45" y="0"/>
                        </a:lnTo>
                        <a:lnTo>
                          <a:pt x="41" y="0"/>
                        </a:lnTo>
                        <a:lnTo>
                          <a:pt x="38" y="0"/>
                        </a:lnTo>
                        <a:lnTo>
                          <a:pt x="34" y="0"/>
                        </a:lnTo>
                        <a:lnTo>
                          <a:pt x="31" y="0"/>
                        </a:lnTo>
                        <a:lnTo>
                          <a:pt x="26" y="1"/>
                        </a:lnTo>
                        <a:lnTo>
                          <a:pt x="22" y="2"/>
                        </a:lnTo>
                        <a:lnTo>
                          <a:pt x="20" y="5"/>
                        </a:lnTo>
                        <a:lnTo>
                          <a:pt x="16" y="6"/>
                        </a:lnTo>
                        <a:lnTo>
                          <a:pt x="13" y="8"/>
                        </a:lnTo>
                        <a:lnTo>
                          <a:pt x="10" y="12"/>
                        </a:lnTo>
                        <a:lnTo>
                          <a:pt x="7" y="14"/>
                        </a:lnTo>
                        <a:lnTo>
                          <a:pt x="4" y="16"/>
                        </a:lnTo>
                        <a:lnTo>
                          <a:pt x="3" y="20"/>
                        </a:lnTo>
                        <a:lnTo>
                          <a:pt x="2" y="24"/>
                        </a:lnTo>
                        <a:lnTo>
                          <a:pt x="1" y="27"/>
                        </a:lnTo>
                        <a:lnTo>
                          <a:pt x="0" y="29"/>
                        </a:lnTo>
                        <a:lnTo>
                          <a:pt x="0" y="35"/>
                        </a:lnTo>
                        <a:lnTo>
                          <a:pt x="0" y="39"/>
                        </a:lnTo>
                        <a:lnTo>
                          <a:pt x="0" y="42"/>
                        </a:lnTo>
                        <a:lnTo>
                          <a:pt x="0" y="46"/>
                        </a:lnTo>
                        <a:lnTo>
                          <a:pt x="1" y="50"/>
                        </a:lnTo>
                        <a:lnTo>
                          <a:pt x="2" y="53"/>
                        </a:lnTo>
                        <a:lnTo>
                          <a:pt x="3" y="56"/>
                        </a:lnTo>
                        <a:lnTo>
                          <a:pt x="4" y="60"/>
                        </a:lnTo>
                        <a:lnTo>
                          <a:pt x="7" y="63"/>
                        </a:lnTo>
                        <a:lnTo>
                          <a:pt x="10" y="65"/>
                        </a:lnTo>
                        <a:lnTo>
                          <a:pt x="13" y="67"/>
                        </a:lnTo>
                        <a:lnTo>
                          <a:pt x="16" y="70"/>
                        </a:lnTo>
                        <a:lnTo>
                          <a:pt x="20" y="72"/>
                        </a:lnTo>
                        <a:lnTo>
                          <a:pt x="22" y="73"/>
                        </a:lnTo>
                        <a:lnTo>
                          <a:pt x="26" y="76"/>
                        </a:lnTo>
                        <a:lnTo>
                          <a:pt x="31" y="76"/>
                        </a:lnTo>
                        <a:lnTo>
                          <a:pt x="34" y="77"/>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0" name="Freeform 41"/>
                  <p:cNvSpPr/>
                  <p:nvPr/>
                </p:nvSpPr>
                <p:spPr bwMode="auto">
                  <a:xfrm>
                    <a:off x="5438" y="1906"/>
                    <a:ext cx="27" cy="25"/>
                  </a:xfrm>
                  <a:custGeom>
                    <a:avLst/>
                    <a:gdLst>
                      <a:gd name="T0" fmla="*/ 0 w 79"/>
                      <a:gd name="T1" fmla="*/ 0 h 76"/>
                      <a:gd name="T2" fmla="*/ 0 w 79"/>
                      <a:gd name="T3" fmla="*/ 0 h 76"/>
                      <a:gd name="T4" fmla="*/ 0 w 79"/>
                      <a:gd name="T5" fmla="*/ 0 h 76"/>
                      <a:gd name="T6" fmla="*/ 0 w 79"/>
                      <a:gd name="T7" fmla="*/ 0 h 76"/>
                      <a:gd name="T8" fmla="*/ 0 w 79"/>
                      <a:gd name="T9" fmla="*/ 0 h 76"/>
                      <a:gd name="T10" fmla="*/ 0 w 79"/>
                      <a:gd name="T11" fmla="*/ 0 h 76"/>
                      <a:gd name="T12" fmla="*/ 0 w 79"/>
                      <a:gd name="T13" fmla="*/ 0 h 76"/>
                      <a:gd name="T14" fmla="*/ 0 w 79"/>
                      <a:gd name="T15" fmla="*/ 0 h 76"/>
                      <a:gd name="T16" fmla="*/ 0 w 79"/>
                      <a:gd name="T17" fmla="*/ 0 h 76"/>
                      <a:gd name="T18" fmla="*/ 0 w 79"/>
                      <a:gd name="T19" fmla="*/ 0 h 76"/>
                      <a:gd name="T20" fmla="*/ 0 w 79"/>
                      <a:gd name="T21" fmla="*/ 0 h 76"/>
                      <a:gd name="T22" fmla="*/ 0 w 79"/>
                      <a:gd name="T23" fmla="*/ 0 h 76"/>
                      <a:gd name="T24" fmla="*/ 0 w 79"/>
                      <a:gd name="T25" fmla="*/ 0 h 76"/>
                      <a:gd name="T26" fmla="*/ 0 w 79"/>
                      <a:gd name="T27" fmla="*/ 0 h 76"/>
                      <a:gd name="T28" fmla="*/ 0 w 79"/>
                      <a:gd name="T29" fmla="*/ 0 h 76"/>
                      <a:gd name="T30" fmla="*/ 0 w 79"/>
                      <a:gd name="T31" fmla="*/ 0 h 76"/>
                      <a:gd name="T32" fmla="*/ 0 w 79"/>
                      <a:gd name="T33" fmla="*/ 0 h 76"/>
                      <a:gd name="T34" fmla="*/ 0 w 79"/>
                      <a:gd name="T35" fmla="*/ 0 h 76"/>
                      <a:gd name="T36" fmla="*/ 0 w 79"/>
                      <a:gd name="T37" fmla="*/ 0 h 76"/>
                      <a:gd name="T38" fmla="*/ 0 w 79"/>
                      <a:gd name="T39" fmla="*/ 0 h 76"/>
                      <a:gd name="T40" fmla="*/ 0 w 79"/>
                      <a:gd name="T41" fmla="*/ 0 h 76"/>
                      <a:gd name="T42" fmla="*/ 0 w 79"/>
                      <a:gd name="T43" fmla="*/ 0 h 76"/>
                      <a:gd name="T44" fmla="*/ 0 w 79"/>
                      <a:gd name="T45" fmla="*/ 0 h 76"/>
                      <a:gd name="T46" fmla="*/ 0 w 79"/>
                      <a:gd name="T47" fmla="*/ 0 h 76"/>
                      <a:gd name="T48" fmla="*/ 0 w 79"/>
                      <a:gd name="T49" fmla="*/ 0 h 76"/>
                      <a:gd name="T50" fmla="*/ 0 w 79"/>
                      <a:gd name="T51" fmla="*/ 0 h 76"/>
                      <a:gd name="T52" fmla="*/ 0 w 79"/>
                      <a:gd name="T53" fmla="*/ 0 h 76"/>
                      <a:gd name="T54" fmla="*/ 0 w 79"/>
                      <a:gd name="T55" fmla="*/ 0 h 76"/>
                      <a:gd name="T56" fmla="*/ 0 w 79"/>
                      <a:gd name="T57" fmla="*/ 0 h 76"/>
                      <a:gd name="T58" fmla="*/ 0 w 79"/>
                      <a:gd name="T59" fmla="*/ 0 h 76"/>
                      <a:gd name="T60" fmla="*/ 0 w 79"/>
                      <a:gd name="T61" fmla="*/ 0 h 76"/>
                      <a:gd name="T62" fmla="*/ 0 w 79"/>
                      <a:gd name="T63" fmla="*/ 0 h 76"/>
                      <a:gd name="T64" fmla="*/ 0 w 79"/>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6"/>
                      <a:gd name="T101" fmla="*/ 79 w 79"/>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6">
                        <a:moveTo>
                          <a:pt x="40" y="76"/>
                        </a:moveTo>
                        <a:lnTo>
                          <a:pt x="43" y="76"/>
                        </a:lnTo>
                        <a:lnTo>
                          <a:pt x="47" y="76"/>
                        </a:lnTo>
                        <a:lnTo>
                          <a:pt x="50" y="73"/>
                        </a:lnTo>
                        <a:lnTo>
                          <a:pt x="54" y="73"/>
                        </a:lnTo>
                        <a:lnTo>
                          <a:pt x="56" y="71"/>
                        </a:lnTo>
                        <a:lnTo>
                          <a:pt x="61" y="70"/>
                        </a:lnTo>
                        <a:lnTo>
                          <a:pt x="63" y="67"/>
                        </a:lnTo>
                        <a:lnTo>
                          <a:pt x="67" y="65"/>
                        </a:lnTo>
                        <a:lnTo>
                          <a:pt x="69" y="61"/>
                        </a:lnTo>
                        <a:lnTo>
                          <a:pt x="72" y="58"/>
                        </a:lnTo>
                        <a:lnTo>
                          <a:pt x="73" y="56"/>
                        </a:lnTo>
                        <a:lnTo>
                          <a:pt x="74" y="53"/>
                        </a:lnTo>
                        <a:lnTo>
                          <a:pt x="76" y="48"/>
                        </a:lnTo>
                        <a:lnTo>
                          <a:pt x="76" y="45"/>
                        </a:lnTo>
                        <a:lnTo>
                          <a:pt x="77" y="40"/>
                        </a:lnTo>
                        <a:lnTo>
                          <a:pt x="79" y="38"/>
                        </a:lnTo>
                        <a:lnTo>
                          <a:pt x="77" y="33"/>
                        </a:lnTo>
                        <a:lnTo>
                          <a:pt x="76" y="29"/>
                        </a:lnTo>
                        <a:lnTo>
                          <a:pt x="76" y="25"/>
                        </a:lnTo>
                        <a:lnTo>
                          <a:pt x="74" y="22"/>
                        </a:lnTo>
                        <a:lnTo>
                          <a:pt x="73" y="19"/>
                        </a:lnTo>
                        <a:lnTo>
                          <a:pt x="72" y="15"/>
                        </a:lnTo>
                        <a:lnTo>
                          <a:pt x="69" y="13"/>
                        </a:lnTo>
                        <a:lnTo>
                          <a:pt x="67" y="10"/>
                        </a:lnTo>
                        <a:lnTo>
                          <a:pt x="63" y="7"/>
                        </a:lnTo>
                        <a:lnTo>
                          <a:pt x="61" y="5"/>
                        </a:lnTo>
                        <a:lnTo>
                          <a:pt x="56" y="3"/>
                        </a:lnTo>
                        <a:lnTo>
                          <a:pt x="54" y="2"/>
                        </a:lnTo>
                        <a:lnTo>
                          <a:pt x="50" y="0"/>
                        </a:lnTo>
                        <a:lnTo>
                          <a:pt x="47" y="0"/>
                        </a:lnTo>
                        <a:lnTo>
                          <a:pt x="43" y="0"/>
                        </a:lnTo>
                        <a:lnTo>
                          <a:pt x="40" y="0"/>
                        </a:lnTo>
                        <a:lnTo>
                          <a:pt x="35" y="0"/>
                        </a:lnTo>
                        <a:lnTo>
                          <a:pt x="31" y="0"/>
                        </a:lnTo>
                        <a:lnTo>
                          <a:pt x="28" y="0"/>
                        </a:lnTo>
                        <a:lnTo>
                          <a:pt x="24" y="2"/>
                        </a:lnTo>
                        <a:lnTo>
                          <a:pt x="21" y="3"/>
                        </a:lnTo>
                        <a:lnTo>
                          <a:pt x="17" y="5"/>
                        </a:lnTo>
                        <a:lnTo>
                          <a:pt x="15" y="7"/>
                        </a:lnTo>
                        <a:lnTo>
                          <a:pt x="12" y="10"/>
                        </a:lnTo>
                        <a:lnTo>
                          <a:pt x="9" y="13"/>
                        </a:lnTo>
                        <a:lnTo>
                          <a:pt x="6" y="15"/>
                        </a:lnTo>
                        <a:lnTo>
                          <a:pt x="5" y="19"/>
                        </a:lnTo>
                        <a:lnTo>
                          <a:pt x="3" y="22"/>
                        </a:lnTo>
                        <a:lnTo>
                          <a:pt x="2" y="25"/>
                        </a:lnTo>
                        <a:lnTo>
                          <a:pt x="0" y="29"/>
                        </a:lnTo>
                        <a:lnTo>
                          <a:pt x="0" y="33"/>
                        </a:lnTo>
                        <a:lnTo>
                          <a:pt x="0" y="38"/>
                        </a:lnTo>
                        <a:lnTo>
                          <a:pt x="0" y="40"/>
                        </a:lnTo>
                        <a:lnTo>
                          <a:pt x="0" y="45"/>
                        </a:lnTo>
                        <a:lnTo>
                          <a:pt x="2" y="48"/>
                        </a:lnTo>
                        <a:lnTo>
                          <a:pt x="3" y="53"/>
                        </a:lnTo>
                        <a:lnTo>
                          <a:pt x="5" y="56"/>
                        </a:lnTo>
                        <a:lnTo>
                          <a:pt x="6" y="58"/>
                        </a:lnTo>
                        <a:lnTo>
                          <a:pt x="9" y="61"/>
                        </a:lnTo>
                        <a:lnTo>
                          <a:pt x="12" y="65"/>
                        </a:lnTo>
                        <a:lnTo>
                          <a:pt x="15" y="67"/>
                        </a:lnTo>
                        <a:lnTo>
                          <a:pt x="17" y="70"/>
                        </a:lnTo>
                        <a:lnTo>
                          <a:pt x="21" y="71"/>
                        </a:lnTo>
                        <a:lnTo>
                          <a:pt x="24" y="73"/>
                        </a:lnTo>
                        <a:lnTo>
                          <a:pt x="28" y="73"/>
                        </a:lnTo>
                        <a:lnTo>
                          <a:pt x="31" y="76"/>
                        </a:lnTo>
                        <a:lnTo>
                          <a:pt x="35" y="76"/>
                        </a:lnTo>
                        <a:lnTo>
                          <a:pt x="40" y="7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1" name="Freeform 42"/>
                  <p:cNvSpPr/>
                  <p:nvPr/>
                </p:nvSpPr>
                <p:spPr bwMode="auto">
                  <a:xfrm>
                    <a:off x="5487" y="1905"/>
                    <a:ext cx="27" cy="26"/>
                  </a:xfrm>
                  <a:custGeom>
                    <a:avLst/>
                    <a:gdLst>
                      <a:gd name="T0" fmla="*/ 0 w 79"/>
                      <a:gd name="T1" fmla="*/ 0 h 79"/>
                      <a:gd name="T2" fmla="*/ 0 w 79"/>
                      <a:gd name="T3" fmla="*/ 0 h 79"/>
                      <a:gd name="T4" fmla="*/ 0 w 79"/>
                      <a:gd name="T5" fmla="*/ 0 h 79"/>
                      <a:gd name="T6" fmla="*/ 0 w 79"/>
                      <a:gd name="T7" fmla="*/ 0 h 79"/>
                      <a:gd name="T8" fmla="*/ 0 w 79"/>
                      <a:gd name="T9" fmla="*/ 0 h 79"/>
                      <a:gd name="T10" fmla="*/ 0 w 79"/>
                      <a:gd name="T11" fmla="*/ 0 h 79"/>
                      <a:gd name="T12" fmla="*/ 0 w 79"/>
                      <a:gd name="T13" fmla="*/ 0 h 79"/>
                      <a:gd name="T14" fmla="*/ 0 w 79"/>
                      <a:gd name="T15" fmla="*/ 0 h 79"/>
                      <a:gd name="T16" fmla="*/ 0 w 79"/>
                      <a:gd name="T17" fmla="*/ 0 h 79"/>
                      <a:gd name="T18" fmla="*/ 0 w 79"/>
                      <a:gd name="T19" fmla="*/ 0 h 79"/>
                      <a:gd name="T20" fmla="*/ 0 w 79"/>
                      <a:gd name="T21" fmla="*/ 0 h 79"/>
                      <a:gd name="T22" fmla="*/ 0 w 79"/>
                      <a:gd name="T23" fmla="*/ 0 h 79"/>
                      <a:gd name="T24" fmla="*/ 0 w 79"/>
                      <a:gd name="T25" fmla="*/ 0 h 79"/>
                      <a:gd name="T26" fmla="*/ 0 w 79"/>
                      <a:gd name="T27" fmla="*/ 0 h 79"/>
                      <a:gd name="T28" fmla="*/ 0 w 79"/>
                      <a:gd name="T29" fmla="*/ 0 h 79"/>
                      <a:gd name="T30" fmla="*/ 0 w 79"/>
                      <a:gd name="T31" fmla="*/ 0 h 79"/>
                      <a:gd name="T32" fmla="*/ 0 w 79"/>
                      <a:gd name="T33" fmla="*/ 0 h 79"/>
                      <a:gd name="T34" fmla="*/ 0 w 79"/>
                      <a:gd name="T35" fmla="*/ 0 h 79"/>
                      <a:gd name="T36" fmla="*/ 0 w 79"/>
                      <a:gd name="T37" fmla="*/ 0 h 79"/>
                      <a:gd name="T38" fmla="*/ 0 w 79"/>
                      <a:gd name="T39" fmla="*/ 0 h 79"/>
                      <a:gd name="T40" fmla="*/ 0 w 79"/>
                      <a:gd name="T41" fmla="*/ 0 h 79"/>
                      <a:gd name="T42" fmla="*/ 0 w 79"/>
                      <a:gd name="T43" fmla="*/ 0 h 79"/>
                      <a:gd name="T44" fmla="*/ 0 w 79"/>
                      <a:gd name="T45" fmla="*/ 0 h 79"/>
                      <a:gd name="T46" fmla="*/ 0 w 79"/>
                      <a:gd name="T47" fmla="*/ 0 h 79"/>
                      <a:gd name="T48" fmla="*/ 0 w 79"/>
                      <a:gd name="T49" fmla="*/ 0 h 79"/>
                      <a:gd name="T50" fmla="*/ 0 w 79"/>
                      <a:gd name="T51" fmla="*/ 0 h 79"/>
                      <a:gd name="T52" fmla="*/ 0 w 79"/>
                      <a:gd name="T53" fmla="*/ 0 h 79"/>
                      <a:gd name="T54" fmla="*/ 0 w 79"/>
                      <a:gd name="T55" fmla="*/ 0 h 79"/>
                      <a:gd name="T56" fmla="*/ 0 w 79"/>
                      <a:gd name="T57" fmla="*/ 0 h 79"/>
                      <a:gd name="T58" fmla="*/ 0 w 79"/>
                      <a:gd name="T59" fmla="*/ 0 h 79"/>
                      <a:gd name="T60" fmla="*/ 0 w 79"/>
                      <a:gd name="T61" fmla="*/ 0 h 79"/>
                      <a:gd name="T62" fmla="*/ 0 w 79"/>
                      <a:gd name="T63" fmla="*/ 0 h 79"/>
                      <a:gd name="T64" fmla="*/ 0 w 79"/>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9"/>
                      <a:gd name="T101" fmla="*/ 79 w 79"/>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9">
                        <a:moveTo>
                          <a:pt x="40" y="79"/>
                        </a:moveTo>
                        <a:lnTo>
                          <a:pt x="43" y="79"/>
                        </a:lnTo>
                        <a:lnTo>
                          <a:pt x="47" y="78"/>
                        </a:lnTo>
                        <a:lnTo>
                          <a:pt x="52" y="76"/>
                        </a:lnTo>
                        <a:lnTo>
                          <a:pt x="54" y="75"/>
                        </a:lnTo>
                        <a:lnTo>
                          <a:pt x="57" y="73"/>
                        </a:lnTo>
                        <a:lnTo>
                          <a:pt x="61" y="70"/>
                        </a:lnTo>
                        <a:lnTo>
                          <a:pt x="63" y="68"/>
                        </a:lnTo>
                        <a:lnTo>
                          <a:pt x="67" y="67"/>
                        </a:lnTo>
                        <a:lnTo>
                          <a:pt x="69" y="63"/>
                        </a:lnTo>
                        <a:lnTo>
                          <a:pt x="72" y="61"/>
                        </a:lnTo>
                        <a:lnTo>
                          <a:pt x="73" y="59"/>
                        </a:lnTo>
                        <a:lnTo>
                          <a:pt x="75" y="55"/>
                        </a:lnTo>
                        <a:lnTo>
                          <a:pt x="76" y="50"/>
                        </a:lnTo>
                        <a:lnTo>
                          <a:pt x="78" y="48"/>
                        </a:lnTo>
                        <a:lnTo>
                          <a:pt x="78" y="43"/>
                        </a:lnTo>
                        <a:lnTo>
                          <a:pt x="79" y="41"/>
                        </a:lnTo>
                        <a:lnTo>
                          <a:pt x="78" y="35"/>
                        </a:lnTo>
                        <a:lnTo>
                          <a:pt x="78" y="31"/>
                        </a:lnTo>
                        <a:lnTo>
                          <a:pt x="76" y="28"/>
                        </a:lnTo>
                        <a:lnTo>
                          <a:pt x="75" y="25"/>
                        </a:lnTo>
                        <a:lnTo>
                          <a:pt x="73" y="21"/>
                        </a:lnTo>
                        <a:lnTo>
                          <a:pt x="72" y="18"/>
                        </a:lnTo>
                        <a:lnTo>
                          <a:pt x="69" y="15"/>
                        </a:lnTo>
                        <a:lnTo>
                          <a:pt x="67" y="12"/>
                        </a:lnTo>
                        <a:lnTo>
                          <a:pt x="63" y="10"/>
                        </a:lnTo>
                        <a:lnTo>
                          <a:pt x="61" y="8"/>
                        </a:lnTo>
                        <a:lnTo>
                          <a:pt x="57" y="5"/>
                        </a:lnTo>
                        <a:lnTo>
                          <a:pt x="54" y="4"/>
                        </a:lnTo>
                        <a:lnTo>
                          <a:pt x="52" y="3"/>
                        </a:lnTo>
                        <a:lnTo>
                          <a:pt x="47" y="2"/>
                        </a:lnTo>
                        <a:lnTo>
                          <a:pt x="43" y="0"/>
                        </a:lnTo>
                        <a:lnTo>
                          <a:pt x="40" y="0"/>
                        </a:lnTo>
                        <a:lnTo>
                          <a:pt x="36" y="0"/>
                        </a:lnTo>
                        <a:lnTo>
                          <a:pt x="31" y="2"/>
                        </a:lnTo>
                        <a:lnTo>
                          <a:pt x="28" y="3"/>
                        </a:lnTo>
                        <a:lnTo>
                          <a:pt x="24" y="4"/>
                        </a:lnTo>
                        <a:lnTo>
                          <a:pt x="21" y="5"/>
                        </a:lnTo>
                        <a:lnTo>
                          <a:pt x="18" y="8"/>
                        </a:lnTo>
                        <a:lnTo>
                          <a:pt x="15" y="10"/>
                        </a:lnTo>
                        <a:lnTo>
                          <a:pt x="12" y="12"/>
                        </a:lnTo>
                        <a:lnTo>
                          <a:pt x="10" y="15"/>
                        </a:lnTo>
                        <a:lnTo>
                          <a:pt x="8" y="18"/>
                        </a:lnTo>
                        <a:lnTo>
                          <a:pt x="5" y="21"/>
                        </a:lnTo>
                        <a:lnTo>
                          <a:pt x="4" y="25"/>
                        </a:lnTo>
                        <a:lnTo>
                          <a:pt x="3" y="28"/>
                        </a:lnTo>
                        <a:lnTo>
                          <a:pt x="2" y="31"/>
                        </a:lnTo>
                        <a:lnTo>
                          <a:pt x="0" y="35"/>
                        </a:lnTo>
                        <a:lnTo>
                          <a:pt x="0" y="41"/>
                        </a:lnTo>
                        <a:lnTo>
                          <a:pt x="0" y="43"/>
                        </a:lnTo>
                        <a:lnTo>
                          <a:pt x="2" y="48"/>
                        </a:lnTo>
                        <a:lnTo>
                          <a:pt x="3" y="50"/>
                        </a:lnTo>
                        <a:lnTo>
                          <a:pt x="4" y="55"/>
                        </a:lnTo>
                        <a:lnTo>
                          <a:pt x="5" y="59"/>
                        </a:lnTo>
                        <a:lnTo>
                          <a:pt x="8" y="61"/>
                        </a:lnTo>
                        <a:lnTo>
                          <a:pt x="10" y="63"/>
                        </a:lnTo>
                        <a:lnTo>
                          <a:pt x="12" y="67"/>
                        </a:lnTo>
                        <a:lnTo>
                          <a:pt x="15" y="68"/>
                        </a:lnTo>
                        <a:lnTo>
                          <a:pt x="18" y="70"/>
                        </a:lnTo>
                        <a:lnTo>
                          <a:pt x="21" y="73"/>
                        </a:lnTo>
                        <a:lnTo>
                          <a:pt x="24" y="75"/>
                        </a:lnTo>
                        <a:lnTo>
                          <a:pt x="28" y="76"/>
                        </a:lnTo>
                        <a:lnTo>
                          <a:pt x="31" y="78"/>
                        </a:lnTo>
                        <a:lnTo>
                          <a:pt x="36" y="79"/>
                        </a:lnTo>
                        <a:lnTo>
                          <a:pt x="40" y="7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2" name="Freeform 43"/>
                  <p:cNvSpPr/>
                  <p:nvPr/>
                </p:nvSpPr>
                <p:spPr bwMode="auto">
                  <a:xfrm>
                    <a:off x="5536" y="1906"/>
                    <a:ext cx="26" cy="25"/>
                  </a:xfrm>
                  <a:custGeom>
                    <a:avLst/>
                    <a:gdLst>
                      <a:gd name="T0" fmla="*/ 0 w 78"/>
                      <a:gd name="T1" fmla="*/ 0 h 76"/>
                      <a:gd name="T2" fmla="*/ 0 w 78"/>
                      <a:gd name="T3" fmla="*/ 0 h 76"/>
                      <a:gd name="T4" fmla="*/ 0 w 78"/>
                      <a:gd name="T5" fmla="*/ 0 h 76"/>
                      <a:gd name="T6" fmla="*/ 0 w 78"/>
                      <a:gd name="T7" fmla="*/ 0 h 76"/>
                      <a:gd name="T8" fmla="*/ 0 w 78"/>
                      <a:gd name="T9" fmla="*/ 0 h 76"/>
                      <a:gd name="T10" fmla="*/ 0 w 78"/>
                      <a:gd name="T11" fmla="*/ 0 h 76"/>
                      <a:gd name="T12" fmla="*/ 0 w 78"/>
                      <a:gd name="T13" fmla="*/ 0 h 76"/>
                      <a:gd name="T14" fmla="*/ 0 w 78"/>
                      <a:gd name="T15" fmla="*/ 0 h 76"/>
                      <a:gd name="T16" fmla="*/ 0 w 78"/>
                      <a:gd name="T17" fmla="*/ 0 h 76"/>
                      <a:gd name="T18" fmla="*/ 0 w 78"/>
                      <a:gd name="T19" fmla="*/ 0 h 76"/>
                      <a:gd name="T20" fmla="*/ 0 w 78"/>
                      <a:gd name="T21" fmla="*/ 0 h 76"/>
                      <a:gd name="T22" fmla="*/ 0 w 78"/>
                      <a:gd name="T23" fmla="*/ 0 h 76"/>
                      <a:gd name="T24" fmla="*/ 0 w 78"/>
                      <a:gd name="T25" fmla="*/ 0 h 76"/>
                      <a:gd name="T26" fmla="*/ 0 w 78"/>
                      <a:gd name="T27" fmla="*/ 0 h 76"/>
                      <a:gd name="T28" fmla="*/ 0 w 78"/>
                      <a:gd name="T29" fmla="*/ 0 h 76"/>
                      <a:gd name="T30" fmla="*/ 0 w 78"/>
                      <a:gd name="T31" fmla="*/ 0 h 76"/>
                      <a:gd name="T32" fmla="*/ 0 w 78"/>
                      <a:gd name="T33" fmla="*/ 0 h 76"/>
                      <a:gd name="T34" fmla="*/ 0 w 78"/>
                      <a:gd name="T35" fmla="*/ 0 h 76"/>
                      <a:gd name="T36" fmla="*/ 0 w 78"/>
                      <a:gd name="T37" fmla="*/ 0 h 76"/>
                      <a:gd name="T38" fmla="*/ 0 w 78"/>
                      <a:gd name="T39" fmla="*/ 0 h 76"/>
                      <a:gd name="T40" fmla="*/ 0 w 78"/>
                      <a:gd name="T41" fmla="*/ 0 h 76"/>
                      <a:gd name="T42" fmla="*/ 0 w 78"/>
                      <a:gd name="T43" fmla="*/ 0 h 76"/>
                      <a:gd name="T44" fmla="*/ 0 w 78"/>
                      <a:gd name="T45" fmla="*/ 0 h 76"/>
                      <a:gd name="T46" fmla="*/ 0 w 78"/>
                      <a:gd name="T47" fmla="*/ 0 h 76"/>
                      <a:gd name="T48" fmla="*/ 0 w 78"/>
                      <a:gd name="T49" fmla="*/ 0 h 76"/>
                      <a:gd name="T50" fmla="*/ 0 w 78"/>
                      <a:gd name="T51" fmla="*/ 0 h 76"/>
                      <a:gd name="T52" fmla="*/ 0 w 78"/>
                      <a:gd name="T53" fmla="*/ 0 h 76"/>
                      <a:gd name="T54" fmla="*/ 0 w 78"/>
                      <a:gd name="T55" fmla="*/ 0 h 76"/>
                      <a:gd name="T56" fmla="*/ 0 w 78"/>
                      <a:gd name="T57" fmla="*/ 0 h 76"/>
                      <a:gd name="T58" fmla="*/ 0 w 78"/>
                      <a:gd name="T59" fmla="*/ 0 h 76"/>
                      <a:gd name="T60" fmla="*/ 0 w 78"/>
                      <a:gd name="T61" fmla="*/ 0 h 76"/>
                      <a:gd name="T62" fmla="*/ 0 w 78"/>
                      <a:gd name="T63" fmla="*/ 0 h 76"/>
                      <a:gd name="T64" fmla="*/ 0 w 78"/>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6"/>
                      <a:gd name="T101" fmla="*/ 78 w 78"/>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6">
                        <a:moveTo>
                          <a:pt x="40" y="76"/>
                        </a:moveTo>
                        <a:lnTo>
                          <a:pt x="43" y="76"/>
                        </a:lnTo>
                        <a:lnTo>
                          <a:pt x="47" y="76"/>
                        </a:lnTo>
                        <a:lnTo>
                          <a:pt x="50" y="73"/>
                        </a:lnTo>
                        <a:lnTo>
                          <a:pt x="54" y="73"/>
                        </a:lnTo>
                        <a:lnTo>
                          <a:pt x="57" y="71"/>
                        </a:lnTo>
                        <a:lnTo>
                          <a:pt x="60" y="70"/>
                        </a:lnTo>
                        <a:lnTo>
                          <a:pt x="63" y="67"/>
                        </a:lnTo>
                        <a:lnTo>
                          <a:pt x="67" y="65"/>
                        </a:lnTo>
                        <a:lnTo>
                          <a:pt x="68" y="63"/>
                        </a:lnTo>
                        <a:lnTo>
                          <a:pt x="70" y="59"/>
                        </a:lnTo>
                        <a:lnTo>
                          <a:pt x="73" y="56"/>
                        </a:lnTo>
                        <a:lnTo>
                          <a:pt x="75" y="53"/>
                        </a:lnTo>
                        <a:lnTo>
                          <a:pt x="75" y="50"/>
                        </a:lnTo>
                        <a:lnTo>
                          <a:pt x="78" y="45"/>
                        </a:lnTo>
                        <a:lnTo>
                          <a:pt x="78" y="41"/>
                        </a:lnTo>
                        <a:lnTo>
                          <a:pt x="78" y="38"/>
                        </a:lnTo>
                        <a:lnTo>
                          <a:pt x="78" y="34"/>
                        </a:lnTo>
                        <a:lnTo>
                          <a:pt x="78" y="29"/>
                        </a:lnTo>
                        <a:lnTo>
                          <a:pt x="75" y="26"/>
                        </a:lnTo>
                        <a:lnTo>
                          <a:pt x="75" y="22"/>
                        </a:lnTo>
                        <a:lnTo>
                          <a:pt x="73" y="19"/>
                        </a:lnTo>
                        <a:lnTo>
                          <a:pt x="70" y="15"/>
                        </a:lnTo>
                        <a:lnTo>
                          <a:pt x="68" y="13"/>
                        </a:lnTo>
                        <a:lnTo>
                          <a:pt x="67" y="10"/>
                        </a:lnTo>
                        <a:lnTo>
                          <a:pt x="63" y="7"/>
                        </a:lnTo>
                        <a:lnTo>
                          <a:pt x="60" y="6"/>
                        </a:lnTo>
                        <a:lnTo>
                          <a:pt x="57" y="3"/>
                        </a:lnTo>
                        <a:lnTo>
                          <a:pt x="54" y="2"/>
                        </a:lnTo>
                        <a:lnTo>
                          <a:pt x="50" y="1"/>
                        </a:lnTo>
                        <a:lnTo>
                          <a:pt x="47" y="0"/>
                        </a:lnTo>
                        <a:lnTo>
                          <a:pt x="43" y="0"/>
                        </a:lnTo>
                        <a:lnTo>
                          <a:pt x="40" y="0"/>
                        </a:lnTo>
                        <a:lnTo>
                          <a:pt x="35" y="0"/>
                        </a:lnTo>
                        <a:lnTo>
                          <a:pt x="31" y="0"/>
                        </a:lnTo>
                        <a:lnTo>
                          <a:pt x="27" y="1"/>
                        </a:lnTo>
                        <a:lnTo>
                          <a:pt x="24" y="2"/>
                        </a:lnTo>
                        <a:lnTo>
                          <a:pt x="21" y="3"/>
                        </a:lnTo>
                        <a:lnTo>
                          <a:pt x="17" y="6"/>
                        </a:lnTo>
                        <a:lnTo>
                          <a:pt x="13" y="7"/>
                        </a:lnTo>
                        <a:lnTo>
                          <a:pt x="11" y="10"/>
                        </a:lnTo>
                        <a:lnTo>
                          <a:pt x="9" y="13"/>
                        </a:lnTo>
                        <a:lnTo>
                          <a:pt x="6" y="15"/>
                        </a:lnTo>
                        <a:lnTo>
                          <a:pt x="4" y="19"/>
                        </a:lnTo>
                        <a:lnTo>
                          <a:pt x="4" y="22"/>
                        </a:lnTo>
                        <a:lnTo>
                          <a:pt x="2" y="26"/>
                        </a:lnTo>
                        <a:lnTo>
                          <a:pt x="2" y="29"/>
                        </a:lnTo>
                        <a:lnTo>
                          <a:pt x="0" y="34"/>
                        </a:lnTo>
                        <a:lnTo>
                          <a:pt x="0" y="38"/>
                        </a:lnTo>
                        <a:lnTo>
                          <a:pt x="0" y="41"/>
                        </a:lnTo>
                        <a:lnTo>
                          <a:pt x="2" y="45"/>
                        </a:lnTo>
                        <a:lnTo>
                          <a:pt x="2" y="50"/>
                        </a:lnTo>
                        <a:lnTo>
                          <a:pt x="4" y="53"/>
                        </a:lnTo>
                        <a:lnTo>
                          <a:pt x="4" y="56"/>
                        </a:lnTo>
                        <a:lnTo>
                          <a:pt x="6" y="59"/>
                        </a:lnTo>
                        <a:lnTo>
                          <a:pt x="9" y="63"/>
                        </a:lnTo>
                        <a:lnTo>
                          <a:pt x="11" y="65"/>
                        </a:lnTo>
                        <a:lnTo>
                          <a:pt x="13" y="67"/>
                        </a:lnTo>
                        <a:lnTo>
                          <a:pt x="17" y="70"/>
                        </a:lnTo>
                        <a:lnTo>
                          <a:pt x="21" y="71"/>
                        </a:lnTo>
                        <a:lnTo>
                          <a:pt x="24" y="73"/>
                        </a:lnTo>
                        <a:lnTo>
                          <a:pt x="27" y="73"/>
                        </a:lnTo>
                        <a:lnTo>
                          <a:pt x="31" y="76"/>
                        </a:lnTo>
                        <a:lnTo>
                          <a:pt x="35" y="76"/>
                        </a:lnTo>
                        <a:lnTo>
                          <a:pt x="40" y="7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3" name="Freeform 44"/>
                  <p:cNvSpPr/>
                  <p:nvPr/>
                </p:nvSpPr>
                <p:spPr bwMode="auto">
                  <a:xfrm>
                    <a:off x="5588" y="190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38" y="77"/>
                        </a:moveTo>
                        <a:lnTo>
                          <a:pt x="41" y="76"/>
                        </a:lnTo>
                        <a:lnTo>
                          <a:pt x="45" y="75"/>
                        </a:lnTo>
                        <a:lnTo>
                          <a:pt x="50" y="75"/>
                        </a:lnTo>
                        <a:lnTo>
                          <a:pt x="53" y="72"/>
                        </a:lnTo>
                        <a:lnTo>
                          <a:pt x="56" y="71"/>
                        </a:lnTo>
                        <a:lnTo>
                          <a:pt x="60" y="69"/>
                        </a:lnTo>
                        <a:lnTo>
                          <a:pt x="63" y="66"/>
                        </a:lnTo>
                        <a:lnTo>
                          <a:pt x="65" y="64"/>
                        </a:lnTo>
                        <a:lnTo>
                          <a:pt x="67" y="62"/>
                        </a:lnTo>
                        <a:lnTo>
                          <a:pt x="70" y="59"/>
                        </a:lnTo>
                        <a:lnTo>
                          <a:pt x="71" y="56"/>
                        </a:lnTo>
                        <a:lnTo>
                          <a:pt x="73" y="53"/>
                        </a:lnTo>
                        <a:lnTo>
                          <a:pt x="76" y="49"/>
                        </a:lnTo>
                        <a:lnTo>
                          <a:pt x="76" y="45"/>
                        </a:lnTo>
                        <a:lnTo>
                          <a:pt x="77" y="41"/>
                        </a:lnTo>
                        <a:lnTo>
                          <a:pt x="78" y="38"/>
                        </a:lnTo>
                        <a:lnTo>
                          <a:pt x="77" y="34"/>
                        </a:lnTo>
                        <a:lnTo>
                          <a:pt x="76" y="28"/>
                        </a:lnTo>
                        <a:lnTo>
                          <a:pt x="76" y="26"/>
                        </a:lnTo>
                        <a:lnTo>
                          <a:pt x="73" y="23"/>
                        </a:lnTo>
                        <a:lnTo>
                          <a:pt x="71" y="19"/>
                        </a:lnTo>
                        <a:lnTo>
                          <a:pt x="70" y="17"/>
                        </a:lnTo>
                        <a:lnTo>
                          <a:pt x="67" y="13"/>
                        </a:lnTo>
                        <a:lnTo>
                          <a:pt x="65" y="11"/>
                        </a:lnTo>
                        <a:lnTo>
                          <a:pt x="63" y="8"/>
                        </a:lnTo>
                        <a:lnTo>
                          <a:pt x="60" y="6"/>
                        </a:lnTo>
                        <a:lnTo>
                          <a:pt x="56" y="4"/>
                        </a:lnTo>
                        <a:lnTo>
                          <a:pt x="53" y="2"/>
                        </a:lnTo>
                        <a:lnTo>
                          <a:pt x="50" y="1"/>
                        </a:lnTo>
                        <a:lnTo>
                          <a:pt x="45" y="0"/>
                        </a:lnTo>
                        <a:lnTo>
                          <a:pt x="41" y="0"/>
                        </a:lnTo>
                        <a:lnTo>
                          <a:pt x="38" y="0"/>
                        </a:lnTo>
                        <a:lnTo>
                          <a:pt x="34" y="0"/>
                        </a:lnTo>
                        <a:lnTo>
                          <a:pt x="31" y="0"/>
                        </a:lnTo>
                        <a:lnTo>
                          <a:pt x="26" y="1"/>
                        </a:lnTo>
                        <a:lnTo>
                          <a:pt x="22" y="2"/>
                        </a:lnTo>
                        <a:lnTo>
                          <a:pt x="20" y="4"/>
                        </a:lnTo>
                        <a:lnTo>
                          <a:pt x="16" y="6"/>
                        </a:lnTo>
                        <a:lnTo>
                          <a:pt x="13" y="8"/>
                        </a:lnTo>
                        <a:lnTo>
                          <a:pt x="11" y="11"/>
                        </a:lnTo>
                        <a:lnTo>
                          <a:pt x="8" y="13"/>
                        </a:lnTo>
                        <a:lnTo>
                          <a:pt x="6" y="17"/>
                        </a:lnTo>
                        <a:lnTo>
                          <a:pt x="5" y="19"/>
                        </a:lnTo>
                        <a:lnTo>
                          <a:pt x="2" y="23"/>
                        </a:lnTo>
                        <a:lnTo>
                          <a:pt x="1" y="26"/>
                        </a:lnTo>
                        <a:lnTo>
                          <a:pt x="0" y="28"/>
                        </a:lnTo>
                        <a:lnTo>
                          <a:pt x="0" y="34"/>
                        </a:lnTo>
                        <a:lnTo>
                          <a:pt x="0" y="38"/>
                        </a:lnTo>
                        <a:lnTo>
                          <a:pt x="0" y="41"/>
                        </a:lnTo>
                        <a:lnTo>
                          <a:pt x="0" y="45"/>
                        </a:lnTo>
                        <a:lnTo>
                          <a:pt x="1" y="49"/>
                        </a:lnTo>
                        <a:lnTo>
                          <a:pt x="2" y="53"/>
                        </a:lnTo>
                        <a:lnTo>
                          <a:pt x="5" y="56"/>
                        </a:lnTo>
                        <a:lnTo>
                          <a:pt x="6" y="59"/>
                        </a:lnTo>
                        <a:lnTo>
                          <a:pt x="8" y="62"/>
                        </a:lnTo>
                        <a:lnTo>
                          <a:pt x="11" y="64"/>
                        </a:lnTo>
                        <a:lnTo>
                          <a:pt x="13" y="66"/>
                        </a:lnTo>
                        <a:lnTo>
                          <a:pt x="16" y="69"/>
                        </a:lnTo>
                        <a:lnTo>
                          <a:pt x="20" y="71"/>
                        </a:lnTo>
                        <a:lnTo>
                          <a:pt x="22" y="72"/>
                        </a:lnTo>
                        <a:lnTo>
                          <a:pt x="26" y="75"/>
                        </a:lnTo>
                        <a:lnTo>
                          <a:pt x="31" y="75"/>
                        </a:lnTo>
                        <a:lnTo>
                          <a:pt x="34" y="76"/>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4" name="Freeform 45"/>
                  <p:cNvSpPr/>
                  <p:nvPr/>
                </p:nvSpPr>
                <p:spPr bwMode="auto">
                  <a:xfrm>
                    <a:off x="5639" y="1907"/>
                    <a:ext cx="25"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1" y="77"/>
                        </a:lnTo>
                        <a:lnTo>
                          <a:pt x="45" y="76"/>
                        </a:lnTo>
                        <a:lnTo>
                          <a:pt x="48" y="75"/>
                        </a:lnTo>
                        <a:lnTo>
                          <a:pt x="53" y="75"/>
                        </a:lnTo>
                        <a:lnTo>
                          <a:pt x="56" y="73"/>
                        </a:lnTo>
                        <a:lnTo>
                          <a:pt x="59" y="70"/>
                        </a:lnTo>
                        <a:lnTo>
                          <a:pt x="61" y="67"/>
                        </a:lnTo>
                        <a:lnTo>
                          <a:pt x="65" y="66"/>
                        </a:lnTo>
                        <a:lnTo>
                          <a:pt x="67" y="62"/>
                        </a:lnTo>
                        <a:lnTo>
                          <a:pt x="70" y="60"/>
                        </a:lnTo>
                        <a:lnTo>
                          <a:pt x="71" y="57"/>
                        </a:lnTo>
                        <a:lnTo>
                          <a:pt x="73" y="53"/>
                        </a:lnTo>
                        <a:lnTo>
                          <a:pt x="74" y="50"/>
                        </a:lnTo>
                        <a:lnTo>
                          <a:pt x="76" y="45"/>
                        </a:lnTo>
                        <a:lnTo>
                          <a:pt x="76" y="42"/>
                        </a:lnTo>
                        <a:lnTo>
                          <a:pt x="77" y="38"/>
                        </a:lnTo>
                        <a:lnTo>
                          <a:pt x="76" y="35"/>
                        </a:lnTo>
                        <a:lnTo>
                          <a:pt x="76" y="30"/>
                        </a:lnTo>
                        <a:lnTo>
                          <a:pt x="74" y="26"/>
                        </a:lnTo>
                        <a:lnTo>
                          <a:pt x="73" y="23"/>
                        </a:lnTo>
                        <a:lnTo>
                          <a:pt x="71" y="19"/>
                        </a:lnTo>
                        <a:lnTo>
                          <a:pt x="70" y="17"/>
                        </a:lnTo>
                        <a:lnTo>
                          <a:pt x="67" y="13"/>
                        </a:lnTo>
                        <a:lnTo>
                          <a:pt x="65" y="11"/>
                        </a:lnTo>
                        <a:lnTo>
                          <a:pt x="61" y="9"/>
                        </a:lnTo>
                        <a:lnTo>
                          <a:pt x="59" y="6"/>
                        </a:lnTo>
                        <a:lnTo>
                          <a:pt x="56" y="4"/>
                        </a:lnTo>
                        <a:lnTo>
                          <a:pt x="53" y="3"/>
                        </a:lnTo>
                        <a:lnTo>
                          <a:pt x="48" y="2"/>
                        </a:lnTo>
                        <a:lnTo>
                          <a:pt x="45" y="0"/>
                        </a:lnTo>
                        <a:lnTo>
                          <a:pt x="41" y="0"/>
                        </a:lnTo>
                        <a:lnTo>
                          <a:pt x="38" y="0"/>
                        </a:lnTo>
                        <a:lnTo>
                          <a:pt x="33" y="0"/>
                        </a:lnTo>
                        <a:lnTo>
                          <a:pt x="31" y="0"/>
                        </a:lnTo>
                        <a:lnTo>
                          <a:pt x="26" y="2"/>
                        </a:lnTo>
                        <a:lnTo>
                          <a:pt x="22" y="3"/>
                        </a:lnTo>
                        <a:lnTo>
                          <a:pt x="19" y="4"/>
                        </a:lnTo>
                        <a:lnTo>
                          <a:pt x="15" y="6"/>
                        </a:lnTo>
                        <a:lnTo>
                          <a:pt x="13" y="9"/>
                        </a:lnTo>
                        <a:lnTo>
                          <a:pt x="10" y="11"/>
                        </a:lnTo>
                        <a:lnTo>
                          <a:pt x="7" y="13"/>
                        </a:lnTo>
                        <a:lnTo>
                          <a:pt x="4" y="17"/>
                        </a:lnTo>
                        <a:lnTo>
                          <a:pt x="3" y="19"/>
                        </a:lnTo>
                        <a:lnTo>
                          <a:pt x="2" y="23"/>
                        </a:lnTo>
                        <a:lnTo>
                          <a:pt x="0" y="26"/>
                        </a:lnTo>
                        <a:lnTo>
                          <a:pt x="0" y="30"/>
                        </a:lnTo>
                        <a:lnTo>
                          <a:pt x="0" y="35"/>
                        </a:lnTo>
                        <a:lnTo>
                          <a:pt x="0" y="38"/>
                        </a:lnTo>
                        <a:lnTo>
                          <a:pt x="0" y="42"/>
                        </a:lnTo>
                        <a:lnTo>
                          <a:pt x="0" y="45"/>
                        </a:lnTo>
                        <a:lnTo>
                          <a:pt x="0" y="50"/>
                        </a:lnTo>
                        <a:lnTo>
                          <a:pt x="2" y="53"/>
                        </a:lnTo>
                        <a:lnTo>
                          <a:pt x="3" y="57"/>
                        </a:lnTo>
                        <a:lnTo>
                          <a:pt x="4" y="60"/>
                        </a:lnTo>
                        <a:lnTo>
                          <a:pt x="7" y="62"/>
                        </a:lnTo>
                        <a:lnTo>
                          <a:pt x="10" y="66"/>
                        </a:lnTo>
                        <a:lnTo>
                          <a:pt x="13" y="67"/>
                        </a:lnTo>
                        <a:lnTo>
                          <a:pt x="15" y="70"/>
                        </a:lnTo>
                        <a:lnTo>
                          <a:pt x="19" y="73"/>
                        </a:lnTo>
                        <a:lnTo>
                          <a:pt x="22" y="75"/>
                        </a:lnTo>
                        <a:lnTo>
                          <a:pt x="26" y="75"/>
                        </a:lnTo>
                        <a:lnTo>
                          <a:pt x="31" y="76"/>
                        </a:lnTo>
                        <a:lnTo>
                          <a:pt x="33" y="77"/>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5" name="Freeform 46"/>
                  <p:cNvSpPr/>
                  <p:nvPr/>
                </p:nvSpPr>
                <p:spPr bwMode="auto">
                  <a:xfrm>
                    <a:off x="5491" y="1538"/>
                    <a:ext cx="19" cy="9"/>
                  </a:xfrm>
                  <a:custGeom>
                    <a:avLst/>
                    <a:gdLst>
                      <a:gd name="T0" fmla="*/ 0 w 56"/>
                      <a:gd name="T1" fmla="*/ 0 h 27"/>
                      <a:gd name="T2" fmla="*/ 0 w 56"/>
                      <a:gd name="T3" fmla="*/ 0 h 27"/>
                      <a:gd name="T4" fmla="*/ 0 w 56"/>
                      <a:gd name="T5" fmla="*/ 0 h 27"/>
                      <a:gd name="T6" fmla="*/ 0 w 56"/>
                      <a:gd name="T7" fmla="*/ 0 h 27"/>
                      <a:gd name="T8" fmla="*/ 0 w 56"/>
                      <a:gd name="T9" fmla="*/ 0 h 27"/>
                      <a:gd name="T10" fmla="*/ 0 w 56"/>
                      <a:gd name="T11" fmla="*/ 0 h 27"/>
                      <a:gd name="T12" fmla="*/ 0 w 56"/>
                      <a:gd name="T13" fmla="*/ 0 h 27"/>
                      <a:gd name="T14" fmla="*/ 0 w 56"/>
                      <a:gd name="T15" fmla="*/ 0 h 27"/>
                      <a:gd name="T16" fmla="*/ 0 w 56"/>
                      <a:gd name="T17" fmla="*/ 0 h 27"/>
                      <a:gd name="T18" fmla="*/ 0 w 56"/>
                      <a:gd name="T19" fmla="*/ 0 h 27"/>
                      <a:gd name="T20" fmla="*/ 0 w 56"/>
                      <a:gd name="T21" fmla="*/ 0 h 27"/>
                      <a:gd name="T22" fmla="*/ 0 w 56"/>
                      <a:gd name="T23" fmla="*/ 0 h 27"/>
                      <a:gd name="T24" fmla="*/ 0 w 56"/>
                      <a:gd name="T25" fmla="*/ 0 h 27"/>
                      <a:gd name="T26" fmla="*/ 0 w 56"/>
                      <a:gd name="T27" fmla="*/ 0 h 27"/>
                      <a:gd name="T28" fmla="*/ 0 w 56"/>
                      <a:gd name="T29" fmla="*/ 0 h 27"/>
                      <a:gd name="T30" fmla="*/ 0 w 56"/>
                      <a:gd name="T31" fmla="*/ 0 h 27"/>
                      <a:gd name="T32" fmla="*/ 0 w 56"/>
                      <a:gd name="T33" fmla="*/ 0 h 27"/>
                      <a:gd name="T34" fmla="*/ 0 w 56"/>
                      <a:gd name="T35" fmla="*/ 0 h 27"/>
                      <a:gd name="T36" fmla="*/ 0 w 56"/>
                      <a:gd name="T37" fmla="*/ 0 h 27"/>
                      <a:gd name="T38" fmla="*/ 0 w 56"/>
                      <a:gd name="T39" fmla="*/ 0 h 27"/>
                      <a:gd name="T40" fmla="*/ 0 w 56"/>
                      <a:gd name="T41" fmla="*/ 0 h 27"/>
                      <a:gd name="T42" fmla="*/ 0 w 56"/>
                      <a:gd name="T43" fmla="*/ 0 h 27"/>
                      <a:gd name="T44" fmla="*/ 0 w 56"/>
                      <a:gd name="T45" fmla="*/ 0 h 27"/>
                      <a:gd name="T46" fmla="*/ 0 w 56"/>
                      <a:gd name="T47" fmla="*/ 0 h 27"/>
                      <a:gd name="T48" fmla="*/ 0 w 56"/>
                      <a:gd name="T49" fmla="*/ 0 h 27"/>
                      <a:gd name="T50" fmla="*/ 0 w 56"/>
                      <a:gd name="T51" fmla="*/ 0 h 27"/>
                      <a:gd name="T52" fmla="*/ 0 w 56"/>
                      <a:gd name="T53" fmla="*/ 0 h 27"/>
                      <a:gd name="T54" fmla="*/ 0 w 56"/>
                      <a:gd name="T55" fmla="*/ 0 h 27"/>
                      <a:gd name="T56" fmla="*/ 0 w 56"/>
                      <a:gd name="T57" fmla="*/ 0 h 27"/>
                      <a:gd name="T58" fmla="*/ 0 w 56"/>
                      <a:gd name="T59" fmla="*/ 0 h 27"/>
                      <a:gd name="T60" fmla="*/ 0 w 56"/>
                      <a:gd name="T61" fmla="*/ 0 h 27"/>
                      <a:gd name="T62" fmla="*/ 0 w 56"/>
                      <a:gd name="T63" fmla="*/ 0 h 27"/>
                      <a:gd name="T64" fmla="*/ 0 w 56"/>
                      <a:gd name="T65" fmla="*/ 0 h 27"/>
                      <a:gd name="T66" fmla="*/ 0 w 56"/>
                      <a:gd name="T67" fmla="*/ 0 h 27"/>
                      <a:gd name="T68" fmla="*/ 0 w 56"/>
                      <a:gd name="T69" fmla="*/ 0 h 27"/>
                      <a:gd name="T70" fmla="*/ 0 w 56"/>
                      <a:gd name="T71" fmla="*/ 0 h 27"/>
                      <a:gd name="T72" fmla="*/ 0 w 56"/>
                      <a:gd name="T73" fmla="*/ 0 h 27"/>
                      <a:gd name="T74" fmla="*/ 0 w 56"/>
                      <a:gd name="T75" fmla="*/ 0 h 27"/>
                      <a:gd name="T76" fmla="*/ 0 w 56"/>
                      <a:gd name="T77" fmla="*/ 0 h 27"/>
                      <a:gd name="T78" fmla="*/ 0 w 56"/>
                      <a:gd name="T79" fmla="*/ 0 h 27"/>
                      <a:gd name="T80" fmla="*/ 0 w 56"/>
                      <a:gd name="T81" fmla="*/ 0 h 27"/>
                      <a:gd name="T82" fmla="*/ 0 w 56"/>
                      <a:gd name="T83" fmla="*/ 0 h 2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6"/>
                      <a:gd name="T127" fmla="*/ 0 h 27"/>
                      <a:gd name="T128" fmla="*/ 56 w 56"/>
                      <a:gd name="T129" fmla="*/ 27 h 2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6" h="27">
                        <a:moveTo>
                          <a:pt x="51" y="0"/>
                        </a:moveTo>
                        <a:lnTo>
                          <a:pt x="51" y="4"/>
                        </a:lnTo>
                        <a:lnTo>
                          <a:pt x="51" y="8"/>
                        </a:lnTo>
                        <a:lnTo>
                          <a:pt x="51" y="12"/>
                        </a:lnTo>
                        <a:lnTo>
                          <a:pt x="53" y="15"/>
                        </a:lnTo>
                        <a:lnTo>
                          <a:pt x="53" y="19"/>
                        </a:lnTo>
                        <a:lnTo>
                          <a:pt x="54" y="22"/>
                        </a:lnTo>
                        <a:lnTo>
                          <a:pt x="55" y="25"/>
                        </a:lnTo>
                        <a:lnTo>
                          <a:pt x="56" y="27"/>
                        </a:lnTo>
                        <a:lnTo>
                          <a:pt x="51" y="27"/>
                        </a:lnTo>
                        <a:lnTo>
                          <a:pt x="48" y="27"/>
                        </a:lnTo>
                        <a:lnTo>
                          <a:pt x="44" y="27"/>
                        </a:lnTo>
                        <a:lnTo>
                          <a:pt x="41" y="27"/>
                        </a:lnTo>
                        <a:lnTo>
                          <a:pt x="37" y="26"/>
                        </a:lnTo>
                        <a:lnTo>
                          <a:pt x="34" y="25"/>
                        </a:lnTo>
                        <a:lnTo>
                          <a:pt x="29" y="23"/>
                        </a:lnTo>
                        <a:lnTo>
                          <a:pt x="26" y="22"/>
                        </a:lnTo>
                        <a:lnTo>
                          <a:pt x="23" y="20"/>
                        </a:lnTo>
                        <a:lnTo>
                          <a:pt x="19" y="18"/>
                        </a:lnTo>
                        <a:lnTo>
                          <a:pt x="16" y="14"/>
                        </a:lnTo>
                        <a:lnTo>
                          <a:pt x="13" y="12"/>
                        </a:lnTo>
                        <a:lnTo>
                          <a:pt x="9" y="9"/>
                        </a:lnTo>
                        <a:lnTo>
                          <a:pt x="6" y="7"/>
                        </a:lnTo>
                        <a:lnTo>
                          <a:pt x="3" y="4"/>
                        </a:lnTo>
                        <a:lnTo>
                          <a:pt x="0" y="2"/>
                        </a:lnTo>
                        <a:lnTo>
                          <a:pt x="3" y="1"/>
                        </a:lnTo>
                        <a:lnTo>
                          <a:pt x="6" y="1"/>
                        </a:lnTo>
                        <a:lnTo>
                          <a:pt x="9" y="1"/>
                        </a:lnTo>
                        <a:lnTo>
                          <a:pt x="13" y="1"/>
                        </a:lnTo>
                        <a:lnTo>
                          <a:pt x="16" y="1"/>
                        </a:lnTo>
                        <a:lnTo>
                          <a:pt x="19" y="1"/>
                        </a:lnTo>
                        <a:lnTo>
                          <a:pt x="23" y="1"/>
                        </a:lnTo>
                        <a:lnTo>
                          <a:pt x="26" y="1"/>
                        </a:lnTo>
                        <a:lnTo>
                          <a:pt x="29" y="0"/>
                        </a:lnTo>
                        <a:lnTo>
                          <a:pt x="31" y="0"/>
                        </a:lnTo>
                        <a:lnTo>
                          <a:pt x="35" y="0"/>
                        </a:lnTo>
                        <a:lnTo>
                          <a:pt x="40" y="0"/>
                        </a:lnTo>
                        <a:lnTo>
                          <a:pt x="42" y="0"/>
                        </a:lnTo>
                        <a:lnTo>
                          <a:pt x="44" y="0"/>
                        </a:lnTo>
                        <a:lnTo>
                          <a:pt x="48" y="0"/>
                        </a:lnTo>
                        <a:lnTo>
                          <a:pt x="51"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6" name="Freeform 47"/>
                  <p:cNvSpPr/>
                  <p:nvPr/>
                </p:nvSpPr>
                <p:spPr bwMode="auto">
                  <a:xfrm>
                    <a:off x="5354" y="1538"/>
                    <a:ext cx="326" cy="47"/>
                  </a:xfrm>
                  <a:custGeom>
                    <a:avLst/>
                    <a:gdLst>
                      <a:gd name="T0" fmla="*/ 0 w 976"/>
                      <a:gd name="T1" fmla="*/ 0 h 139"/>
                      <a:gd name="T2" fmla="*/ 0 w 976"/>
                      <a:gd name="T3" fmla="*/ 0 h 139"/>
                      <a:gd name="T4" fmla="*/ 0 w 976"/>
                      <a:gd name="T5" fmla="*/ 0 h 139"/>
                      <a:gd name="T6" fmla="*/ 0 w 976"/>
                      <a:gd name="T7" fmla="*/ 0 h 139"/>
                      <a:gd name="T8" fmla="*/ 0 w 976"/>
                      <a:gd name="T9" fmla="*/ 0 h 139"/>
                      <a:gd name="T10" fmla="*/ 0 w 976"/>
                      <a:gd name="T11" fmla="*/ 0 h 139"/>
                      <a:gd name="T12" fmla="*/ 0 w 976"/>
                      <a:gd name="T13" fmla="*/ 0 h 139"/>
                      <a:gd name="T14" fmla="*/ 0 w 976"/>
                      <a:gd name="T15" fmla="*/ 0 h 139"/>
                      <a:gd name="T16" fmla="*/ 0 w 976"/>
                      <a:gd name="T17" fmla="*/ 0 h 139"/>
                      <a:gd name="T18" fmla="*/ 0 w 976"/>
                      <a:gd name="T19" fmla="*/ 0 h 139"/>
                      <a:gd name="T20" fmla="*/ 0 w 976"/>
                      <a:gd name="T21" fmla="*/ 0 h 139"/>
                      <a:gd name="T22" fmla="*/ 0 w 976"/>
                      <a:gd name="T23" fmla="*/ 0 h 139"/>
                      <a:gd name="T24" fmla="*/ 0 w 976"/>
                      <a:gd name="T25" fmla="*/ 0 h 139"/>
                      <a:gd name="T26" fmla="*/ 0 w 976"/>
                      <a:gd name="T27" fmla="*/ 0 h 139"/>
                      <a:gd name="T28" fmla="*/ 0 w 976"/>
                      <a:gd name="T29" fmla="*/ 0 h 139"/>
                      <a:gd name="T30" fmla="*/ 0 w 976"/>
                      <a:gd name="T31" fmla="*/ 0 h 139"/>
                      <a:gd name="T32" fmla="*/ 0 w 976"/>
                      <a:gd name="T33" fmla="*/ 0 h 139"/>
                      <a:gd name="T34" fmla="*/ 0 w 976"/>
                      <a:gd name="T35" fmla="*/ 0 h 139"/>
                      <a:gd name="T36" fmla="*/ 0 w 976"/>
                      <a:gd name="T37" fmla="*/ 0 h 139"/>
                      <a:gd name="T38" fmla="*/ 0 w 976"/>
                      <a:gd name="T39" fmla="*/ 0 h 139"/>
                      <a:gd name="T40" fmla="*/ 0 w 976"/>
                      <a:gd name="T41" fmla="*/ 0 h 139"/>
                      <a:gd name="T42" fmla="*/ 0 w 976"/>
                      <a:gd name="T43" fmla="*/ 0 h 139"/>
                      <a:gd name="T44" fmla="*/ 0 w 976"/>
                      <a:gd name="T45" fmla="*/ 0 h 139"/>
                      <a:gd name="T46" fmla="*/ 0 w 976"/>
                      <a:gd name="T47" fmla="*/ 0 h 139"/>
                      <a:gd name="T48" fmla="*/ 0 w 976"/>
                      <a:gd name="T49" fmla="*/ 0 h 139"/>
                      <a:gd name="T50" fmla="*/ 0 w 976"/>
                      <a:gd name="T51" fmla="*/ 0 h 139"/>
                      <a:gd name="T52" fmla="*/ 0 w 976"/>
                      <a:gd name="T53" fmla="*/ 0 h 139"/>
                      <a:gd name="T54" fmla="*/ 0 w 976"/>
                      <a:gd name="T55" fmla="*/ 0 h 139"/>
                      <a:gd name="T56" fmla="*/ 0 w 976"/>
                      <a:gd name="T57" fmla="*/ 0 h 139"/>
                      <a:gd name="T58" fmla="*/ 0 w 976"/>
                      <a:gd name="T59" fmla="*/ 0 h 139"/>
                      <a:gd name="T60" fmla="*/ 0 w 976"/>
                      <a:gd name="T61" fmla="*/ 0 h 139"/>
                      <a:gd name="T62" fmla="*/ 0 w 976"/>
                      <a:gd name="T63" fmla="*/ 0 h 139"/>
                      <a:gd name="T64" fmla="*/ 0 w 976"/>
                      <a:gd name="T65" fmla="*/ 0 h 139"/>
                      <a:gd name="T66" fmla="*/ 0 w 976"/>
                      <a:gd name="T67" fmla="*/ 0 h 139"/>
                      <a:gd name="T68" fmla="*/ 0 w 976"/>
                      <a:gd name="T69" fmla="*/ 0 h 139"/>
                      <a:gd name="T70" fmla="*/ 0 w 976"/>
                      <a:gd name="T71" fmla="*/ 0 h 139"/>
                      <a:gd name="T72" fmla="*/ 0 w 976"/>
                      <a:gd name="T73" fmla="*/ 0 h 139"/>
                      <a:gd name="T74" fmla="*/ 0 w 976"/>
                      <a:gd name="T75" fmla="*/ 0 h 139"/>
                      <a:gd name="T76" fmla="*/ 0 w 976"/>
                      <a:gd name="T77" fmla="*/ 0 h 139"/>
                      <a:gd name="T78" fmla="*/ 0 w 976"/>
                      <a:gd name="T79" fmla="*/ 0 h 139"/>
                      <a:gd name="T80" fmla="*/ 0 w 976"/>
                      <a:gd name="T81" fmla="*/ 0 h 139"/>
                      <a:gd name="T82" fmla="*/ 0 w 976"/>
                      <a:gd name="T83" fmla="*/ 0 h 139"/>
                      <a:gd name="T84" fmla="*/ 0 w 976"/>
                      <a:gd name="T85" fmla="*/ 0 h 139"/>
                      <a:gd name="T86" fmla="*/ 0 w 976"/>
                      <a:gd name="T87" fmla="*/ 0 h 139"/>
                      <a:gd name="T88" fmla="*/ 0 w 976"/>
                      <a:gd name="T89" fmla="*/ 0 h 139"/>
                      <a:gd name="T90" fmla="*/ 0 w 976"/>
                      <a:gd name="T91" fmla="*/ 0 h 139"/>
                      <a:gd name="T92" fmla="*/ 0 w 976"/>
                      <a:gd name="T93" fmla="*/ 0 h 139"/>
                      <a:gd name="T94" fmla="*/ 0 w 976"/>
                      <a:gd name="T95" fmla="*/ 0 h 139"/>
                      <a:gd name="T96" fmla="*/ 0 w 976"/>
                      <a:gd name="T97" fmla="*/ 0 h 139"/>
                      <a:gd name="T98" fmla="*/ 0 w 976"/>
                      <a:gd name="T99" fmla="*/ 0 h 139"/>
                      <a:gd name="T100" fmla="*/ 0 w 976"/>
                      <a:gd name="T101" fmla="*/ 0 h 139"/>
                      <a:gd name="T102" fmla="*/ 0 w 976"/>
                      <a:gd name="T103" fmla="*/ 0 h 139"/>
                      <a:gd name="T104" fmla="*/ 0 w 976"/>
                      <a:gd name="T105" fmla="*/ 0 h 139"/>
                      <a:gd name="T106" fmla="*/ 0 w 976"/>
                      <a:gd name="T107" fmla="*/ 0 h 139"/>
                      <a:gd name="T108" fmla="*/ 0 w 976"/>
                      <a:gd name="T109" fmla="*/ 0 h 139"/>
                      <a:gd name="T110" fmla="*/ 0 w 976"/>
                      <a:gd name="T111" fmla="*/ 0 h 139"/>
                      <a:gd name="T112" fmla="*/ 0 w 976"/>
                      <a:gd name="T113" fmla="*/ 0 h 139"/>
                      <a:gd name="T114" fmla="*/ 0 w 976"/>
                      <a:gd name="T115" fmla="*/ 0 h 139"/>
                      <a:gd name="T116" fmla="*/ 0 w 976"/>
                      <a:gd name="T117" fmla="*/ 0 h 139"/>
                      <a:gd name="T118" fmla="*/ 0 w 976"/>
                      <a:gd name="T119" fmla="*/ 0 h 139"/>
                      <a:gd name="T120" fmla="*/ 0 w 976"/>
                      <a:gd name="T121" fmla="*/ 0 h 139"/>
                      <a:gd name="T122" fmla="*/ 0 w 976"/>
                      <a:gd name="T123" fmla="*/ 0 h 1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6"/>
                      <a:gd name="T187" fmla="*/ 0 h 139"/>
                      <a:gd name="T188" fmla="*/ 976 w 976"/>
                      <a:gd name="T189" fmla="*/ 139 h 1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6" h="139">
                        <a:moveTo>
                          <a:pt x="811" y="11"/>
                        </a:moveTo>
                        <a:lnTo>
                          <a:pt x="812" y="11"/>
                        </a:lnTo>
                        <a:lnTo>
                          <a:pt x="816" y="11"/>
                        </a:lnTo>
                        <a:lnTo>
                          <a:pt x="818" y="11"/>
                        </a:lnTo>
                        <a:lnTo>
                          <a:pt x="822" y="12"/>
                        </a:lnTo>
                        <a:lnTo>
                          <a:pt x="824" y="12"/>
                        </a:lnTo>
                        <a:lnTo>
                          <a:pt x="829" y="12"/>
                        </a:lnTo>
                        <a:lnTo>
                          <a:pt x="827" y="13"/>
                        </a:lnTo>
                        <a:lnTo>
                          <a:pt x="824" y="14"/>
                        </a:lnTo>
                        <a:lnTo>
                          <a:pt x="821" y="16"/>
                        </a:lnTo>
                        <a:lnTo>
                          <a:pt x="818" y="18"/>
                        </a:lnTo>
                        <a:lnTo>
                          <a:pt x="816" y="18"/>
                        </a:lnTo>
                        <a:lnTo>
                          <a:pt x="812" y="20"/>
                        </a:lnTo>
                        <a:lnTo>
                          <a:pt x="810" y="21"/>
                        </a:lnTo>
                        <a:lnTo>
                          <a:pt x="808" y="23"/>
                        </a:lnTo>
                        <a:lnTo>
                          <a:pt x="804" y="24"/>
                        </a:lnTo>
                        <a:lnTo>
                          <a:pt x="802" y="25"/>
                        </a:lnTo>
                        <a:lnTo>
                          <a:pt x="798" y="26"/>
                        </a:lnTo>
                        <a:lnTo>
                          <a:pt x="795" y="27"/>
                        </a:lnTo>
                        <a:lnTo>
                          <a:pt x="792" y="29"/>
                        </a:lnTo>
                        <a:lnTo>
                          <a:pt x="790" y="30"/>
                        </a:lnTo>
                        <a:lnTo>
                          <a:pt x="785" y="31"/>
                        </a:lnTo>
                        <a:lnTo>
                          <a:pt x="783" y="32"/>
                        </a:lnTo>
                        <a:lnTo>
                          <a:pt x="779" y="33"/>
                        </a:lnTo>
                        <a:lnTo>
                          <a:pt x="777" y="33"/>
                        </a:lnTo>
                        <a:lnTo>
                          <a:pt x="772" y="35"/>
                        </a:lnTo>
                        <a:lnTo>
                          <a:pt x="770" y="36"/>
                        </a:lnTo>
                        <a:lnTo>
                          <a:pt x="766" y="36"/>
                        </a:lnTo>
                        <a:lnTo>
                          <a:pt x="764" y="36"/>
                        </a:lnTo>
                        <a:lnTo>
                          <a:pt x="761" y="36"/>
                        </a:lnTo>
                        <a:lnTo>
                          <a:pt x="758" y="36"/>
                        </a:lnTo>
                        <a:lnTo>
                          <a:pt x="755" y="35"/>
                        </a:lnTo>
                        <a:lnTo>
                          <a:pt x="752" y="33"/>
                        </a:lnTo>
                        <a:lnTo>
                          <a:pt x="750" y="32"/>
                        </a:lnTo>
                        <a:lnTo>
                          <a:pt x="748" y="31"/>
                        </a:lnTo>
                        <a:lnTo>
                          <a:pt x="746" y="29"/>
                        </a:lnTo>
                        <a:lnTo>
                          <a:pt x="744" y="26"/>
                        </a:lnTo>
                        <a:lnTo>
                          <a:pt x="741" y="24"/>
                        </a:lnTo>
                        <a:lnTo>
                          <a:pt x="740" y="21"/>
                        </a:lnTo>
                        <a:lnTo>
                          <a:pt x="735" y="24"/>
                        </a:lnTo>
                        <a:lnTo>
                          <a:pt x="732" y="25"/>
                        </a:lnTo>
                        <a:lnTo>
                          <a:pt x="727" y="27"/>
                        </a:lnTo>
                        <a:lnTo>
                          <a:pt x="723" y="30"/>
                        </a:lnTo>
                        <a:lnTo>
                          <a:pt x="721" y="32"/>
                        </a:lnTo>
                        <a:lnTo>
                          <a:pt x="719" y="33"/>
                        </a:lnTo>
                        <a:lnTo>
                          <a:pt x="716" y="36"/>
                        </a:lnTo>
                        <a:lnTo>
                          <a:pt x="715" y="38"/>
                        </a:lnTo>
                        <a:lnTo>
                          <a:pt x="712" y="40"/>
                        </a:lnTo>
                        <a:lnTo>
                          <a:pt x="710" y="43"/>
                        </a:lnTo>
                        <a:lnTo>
                          <a:pt x="708" y="45"/>
                        </a:lnTo>
                        <a:lnTo>
                          <a:pt x="707" y="46"/>
                        </a:lnTo>
                        <a:lnTo>
                          <a:pt x="704" y="46"/>
                        </a:lnTo>
                        <a:lnTo>
                          <a:pt x="702" y="46"/>
                        </a:lnTo>
                        <a:lnTo>
                          <a:pt x="698" y="44"/>
                        </a:lnTo>
                        <a:lnTo>
                          <a:pt x="695" y="42"/>
                        </a:lnTo>
                        <a:lnTo>
                          <a:pt x="691" y="39"/>
                        </a:lnTo>
                        <a:lnTo>
                          <a:pt x="688" y="38"/>
                        </a:lnTo>
                        <a:lnTo>
                          <a:pt x="684" y="36"/>
                        </a:lnTo>
                        <a:lnTo>
                          <a:pt x="681" y="32"/>
                        </a:lnTo>
                        <a:lnTo>
                          <a:pt x="678" y="31"/>
                        </a:lnTo>
                        <a:lnTo>
                          <a:pt x="676" y="30"/>
                        </a:lnTo>
                        <a:lnTo>
                          <a:pt x="672" y="27"/>
                        </a:lnTo>
                        <a:lnTo>
                          <a:pt x="670" y="26"/>
                        </a:lnTo>
                        <a:lnTo>
                          <a:pt x="666" y="24"/>
                        </a:lnTo>
                        <a:lnTo>
                          <a:pt x="664" y="23"/>
                        </a:lnTo>
                        <a:lnTo>
                          <a:pt x="661" y="20"/>
                        </a:lnTo>
                        <a:lnTo>
                          <a:pt x="658" y="18"/>
                        </a:lnTo>
                        <a:lnTo>
                          <a:pt x="656" y="23"/>
                        </a:lnTo>
                        <a:lnTo>
                          <a:pt x="653" y="29"/>
                        </a:lnTo>
                        <a:lnTo>
                          <a:pt x="652" y="32"/>
                        </a:lnTo>
                        <a:lnTo>
                          <a:pt x="650" y="38"/>
                        </a:lnTo>
                        <a:lnTo>
                          <a:pt x="650" y="42"/>
                        </a:lnTo>
                        <a:lnTo>
                          <a:pt x="649" y="45"/>
                        </a:lnTo>
                        <a:lnTo>
                          <a:pt x="647" y="49"/>
                        </a:lnTo>
                        <a:lnTo>
                          <a:pt x="647" y="52"/>
                        </a:lnTo>
                        <a:lnTo>
                          <a:pt x="647" y="55"/>
                        </a:lnTo>
                        <a:lnTo>
                          <a:pt x="647" y="58"/>
                        </a:lnTo>
                        <a:lnTo>
                          <a:pt x="647" y="61"/>
                        </a:lnTo>
                        <a:lnTo>
                          <a:pt x="650" y="63"/>
                        </a:lnTo>
                        <a:lnTo>
                          <a:pt x="650" y="67"/>
                        </a:lnTo>
                        <a:lnTo>
                          <a:pt x="653" y="70"/>
                        </a:lnTo>
                        <a:lnTo>
                          <a:pt x="657" y="71"/>
                        </a:lnTo>
                        <a:lnTo>
                          <a:pt x="661" y="74"/>
                        </a:lnTo>
                        <a:lnTo>
                          <a:pt x="664" y="74"/>
                        </a:lnTo>
                        <a:lnTo>
                          <a:pt x="669" y="74"/>
                        </a:lnTo>
                        <a:lnTo>
                          <a:pt x="671" y="74"/>
                        </a:lnTo>
                        <a:lnTo>
                          <a:pt x="674" y="74"/>
                        </a:lnTo>
                        <a:lnTo>
                          <a:pt x="677" y="74"/>
                        </a:lnTo>
                        <a:lnTo>
                          <a:pt x="681" y="74"/>
                        </a:lnTo>
                        <a:lnTo>
                          <a:pt x="683" y="73"/>
                        </a:lnTo>
                        <a:lnTo>
                          <a:pt x="685" y="73"/>
                        </a:lnTo>
                        <a:lnTo>
                          <a:pt x="688" y="71"/>
                        </a:lnTo>
                        <a:lnTo>
                          <a:pt x="691" y="71"/>
                        </a:lnTo>
                        <a:lnTo>
                          <a:pt x="695" y="70"/>
                        </a:lnTo>
                        <a:lnTo>
                          <a:pt x="697" y="69"/>
                        </a:lnTo>
                        <a:lnTo>
                          <a:pt x="701" y="68"/>
                        </a:lnTo>
                        <a:lnTo>
                          <a:pt x="704" y="67"/>
                        </a:lnTo>
                        <a:lnTo>
                          <a:pt x="707" y="65"/>
                        </a:lnTo>
                        <a:lnTo>
                          <a:pt x="710" y="65"/>
                        </a:lnTo>
                        <a:lnTo>
                          <a:pt x="714" y="64"/>
                        </a:lnTo>
                        <a:lnTo>
                          <a:pt x="717" y="63"/>
                        </a:lnTo>
                        <a:lnTo>
                          <a:pt x="720" y="62"/>
                        </a:lnTo>
                        <a:lnTo>
                          <a:pt x="723" y="61"/>
                        </a:lnTo>
                        <a:lnTo>
                          <a:pt x="726" y="59"/>
                        </a:lnTo>
                        <a:lnTo>
                          <a:pt x="729" y="58"/>
                        </a:lnTo>
                        <a:lnTo>
                          <a:pt x="733" y="58"/>
                        </a:lnTo>
                        <a:lnTo>
                          <a:pt x="736" y="57"/>
                        </a:lnTo>
                        <a:lnTo>
                          <a:pt x="739" y="56"/>
                        </a:lnTo>
                        <a:lnTo>
                          <a:pt x="741" y="56"/>
                        </a:lnTo>
                        <a:lnTo>
                          <a:pt x="744" y="55"/>
                        </a:lnTo>
                        <a:lnTo>
                          <a:pt x="747" y="55"/>
                        </a:lnTo>
                        <a:lnTo>
                          <a:pt x="751" y="54"/>
                        </a:lnTo>
                        <a:lnTo>
                          <a:pt x="753" y="54"/>
                        </a:lnTo>
                        <a:lnTo>
                          <a:pt x="758" y="52"/>
                        </a:lnTo>
                        <a:lnTo>
                          <a:pt x="763" y="54"/>
                        </a:lnTo>
                        <a:lnTo>
                          <a:pt x="766" y="54"/>
                        </a:lnTo>
                        <a:lnTo>
                          <a:pt x="770" y="55"/>
                        </a:lnTo>
                        <a:lnTo>
                          <a:pt x="772" y="56"/>
                        </a:lnTo>
                        <a:lnTo>
                          <a:pt x="774" y="59"/>
                        </a:lnTo>
                        <a:lnTo>
                          <a:pt x="774" y="63"/>
                        </a:lnTo>
                        <a:lnTo>
                          <a:pt x="777" y="65"/>
                        </a:lnTo>
                        <a:lnTo>
                          <a:pt x="777" y="68"/>
                        </a:lnTo>
                        <a:lnTo>
                          <a:pt x="779" y="71"/>
                        </a:lnTo>
                        <a:lnTo>
                          <a:pt x="780" y="74"/>
                        </a:lnTo>
                        <a:lnTo>
                          <a:pt x="782" y="77"/>
                        </a:lnTo>
                        <a:lnTo>
                          <a:pt x="784" y="80"/>
                        </a:lnTo>
                        <a:lnTo>
                          <a:pt x="786" y="82"/>
                        </a:lnTo>
                        <a:lnTo>
                          <a:pt x="790" y="83"/>
                        </a:lnTo>
                        <a:lnTo>
                          <a:pt x="792" y="86"/>
                        </a:lnTo>
                        <a:lnTo>
                          <a:pt x="795" y="87"/>
                        </a:lnTo>
                        <a:lnTo>
                          <a:pt x="798" y="88"/>
                        </a:lnTo>
                        <a:lnTo>
                          <a:pt x="801" y="88"/>
                        </a:lnTo>
                        <a:lnTo>
                          <a:pt x="804" y="90"/>
                        </a:lnTo>
                        <a:lnTo>
                          <a:pt x="808" y="90"/>
                        </a:lnTo>
                        <a:lnTo>
                          <a:pt x="812" y="92"/>
                        </a:lnTo>
                        <a:lnTo>
                          <a:pt x="816" y="92"/>
                        </a:lnTo>
                        <a:lnTo>
                          <a:pt x="820" y="92"/>
                        </a:lnTo>
                        <a:lnTo>
                          <a:pt x="823" y="90"/>
                        </a:lnTo>
                        <a:lnTo>
                          <a:pt x="828" y="89"/>
                        </a:lnTo>
                        <a:lnTo>
                          <a:pt x="831" y="88"/>
                        </a:lnTo>
                        <a:lnTo>
                          <a:pt x="836" y="86"/>
                        </a:lnTo>
                        <a:lnTo>
                          <a:pt x="840" y="83"/>
                        </a:lnTo>
                        <a:lnTo>
                          <a:pt x="846" y="82"/>
                        </a:lnTo>
                        <a:lnTo>
                          <a:pt x="849" y="78"/>
                        </a:lnTo>
                        <a:lnTo>
                          <a:pt x="853" y="76"/>
                        </a:lnTo>
                        <a:lnTo>
                          <a:pt x="857" y="71"/>
                        </a:lnTo>
                        <a:lnTo>
                          <a:pt x="862" y="68"/>
                        </a:lnTo>
                        <a:lnTo>
                          <a:pt x="867" y="63"/>
                        </a:lnTo>
                        <a:lnTo>
                          <a:pt x="871" y="58"/>
                        </a:lnTo>
                        <a:lnTo>
                          <a:pt x="873" y="56"/>
                        </a:lnTo>
                        <a:lnTo>
                          <a:pt x="875" y="54"/>
                        </a:lnTo>
                        <a:lnTo>
                          <a:pt x="878" y="50"/>
                        </a:lnTo>
                        <a:lnTo>
                          <a:pt x="880" y="48"/>
                        </a:lnTo>
                        <a:lnTo>
                          <a:pt x="878" y="45"/>
                        </a:lnTo>
                        <a:lnTo>
                          <a:pt x="875" y="44"/>
                        </a:lnTo>
                        <a:lnTo>
                          <a:pt x="873" y="43"/>
                        </a:lnTo>
                        <a:lnTo>
                          <a:pt x="868" y="43"/>
                        </a:lnTo>
                        <a:lnTo>
                          <a:pt x="865" y="43"/>
                        </a:lnTo>
                        <a:lnTo>
                          <a:pt x="860" y="43"/>
                        </a:lnTo>
                        <a:lnTo>
                          <a:pt x="855" y="43"/>
                        </a:lnTo>
                        <a:lnTo>
                          <a:pt x="850" y="43"/>
                        </a:lnTo>
                        <a:lnTo>
                          <a:pt x="847" y="43"/>
                        </a:lnTo>
                        <a:lnTo>
                          <a:pt x="844" y="43"/>
                        </a:lnTo>
                        <a:lnTo>
                          <a:pt x="842" y="43"/>
                        </a:lnTo>
                        <a:lnTo>
                          <a:pt x="840" y="44"/>
                        </a:lnTo>
                        <a:lnTo>
                          <a:pt x="835" y="44"/>
                        </a:lnTo>
                        <a:lnTo>
                          <a:pt x="830" y="44"/>
                        </a:lnTo>
                        <a:lnTo>
                          <a:pt x="825" y="43"/>
                        </a:lnTo>
                        <a:lnTo>
                          <a:pt x="823" y="43"/>
                        </a:lnTo>
                        <a:lnTo>
                          <a:pt x="820" y="40"/>
                        </a:lnTo>
                        <a:lnTo>
                          <a:pt x="820" y="39"/>
                        </a:lnTo>
                        <a:lnTo>
                          <a:pt x="821" y="37"/>
                        </a:lnTo>
                        <a:lnTo>
                          <a:pt x="822" y="33"/>
                        </a:lnTo>
                        <a:lnTo>
                          <a:pt x="824" y="31"/>
                        </a:lnTo>
                        <a:lnTo>
                          <a:pt x="827" y="30"/>
                        </a:lnTo>
                        <a:lnTo>
                          <a:pt x="829" y="25"/>
                        </a:lnTo>
                        <a:lnTo>
                          <a:pt x="833" y="23"/>
                        </a:lnTo>
                        <a:lnTo>
                          <a:pt x="834" y="19"/>
                        </a:lnTo>
                        <a:lnTo>
                          <a:pt x="836" y="17"/>
                        </a:lnTo>
                        <a:lnTo>
                          <a:pt x="837" y="14"/>
                        </a:lnTo>
                        <a:lnTo>
                          <a:pt x="839" y="12"/>
                        </a:lnTo>
                        <a:lnTo>
                          <a:pt x="842" y="12"/>
                        </a:lnTo>
                        <a:lnTo>
                          <a:pt x="847" y="12"/>
                        </a:lnTo>
                        <a:lnTo>
                          <a:pt x="852" y="12"/>
                        </a:lnTo>
                        <a:lnTo>
                          <a:pt x="857" y="13"/>
                        </a:lnTo>
                        <a:lnTo>
                          <a:pt x="860" y="13"/>
                        </a:lnTo>
                        <a:lnTo>
                          <a:pt x="862" y="13"/>
                        </a:lnTo>
                        <a:lnTo>
                          <a:pt x="865" y="13"/>
                        </a:lnTo>
                        <a:lnTo>
                          <a:pt x="868" y="13"/>
                        </a:lnTo>
                        <a:lnTo>
                          <a:pt x="871" y="13"/>
                        </a:lnTo>
                        <a:lnTo>
                          <a:pt x="873" y="14"/>
                        </a:lnTo>
                        <a:lnTo>
                          <a:pt x="875" y="14"/>
                        </a:lnTo>
                        <a:lnTo>
                          <a:pt x="879" y="16"/>
                        </a:lnTo>
                        <a:lnTo>
                          <a:pt x="881" y="16"/>
                        </a:lnTo>
                        <a:lnTo>
                          <a:pt x="885" y="16"/>
                        </a:lnTo>
                        <a:lnTo>
                          <a:pt x="888" y="16"/>
                        </a:lnTo>
                        <a:lnTo>
                          <a:pt x="891" y="16"/>
                        </a:lnTo>
                        <a:lnTo>
                          <a:pt x="893" y="16"/>
                        </a:lnTo>
                        <a:lnTo>
                          <a:pt x="895" y="16"/>
                        </a:lnTo>
                        <a:lnTo>
                          <a:pt x="899" y="16"/>
                        </a:lnTo>
                        <a:lnTo>
                          <a:pt x="901" y="16"/>
                        </a:lnTo>
                        <a:lnTo>
                          <a:pt x="904" y="16"/>
                        </a:lnTo>
                        <a:lnTo>
                          <a:pt x="907" y="16"/>
                        </a:lnTo>
                        <a:lnTo>
                          <a:pt x="910" y="16"/>
                        </a:lnTo>
                        <a:lnTo>
                          <a:pt x="913" y="16"/>
                        </a:lnTo>
                        <a:lnTo>
                          <a:pt x="916" y="16"/>
                        </a:lnTo>
                        <a:lnTo>
                          <a:pt x="918" y="17"/>
                        </a:lnTo>
                        <a:lnTo>
                          <a:pt x="922" y="17"/>
                        </a:lnTo>
                        <a:lnTo>
                          <a:pt x="924" y="18"/>
                        </a:lnTo>
                        <a:lnTo>
                          <a:pt x="929" y="18"/>
                        </a:lnTo>
                        <a:lnTo>
                          <a:pt x="935" y="18"/>
                        </a:lnTo>
                        <a:lnTo>
                          <a:pt x="939" y="18"/>
                        </a:lnTo>
                        <a:lnTo>
                          <a:pt x="944" y="18"/>
                        </a:lnTo>
                        <a:lnTo>
                          <a:pt x="949" y="18"/>
                        </a:lnTo>
                        <a:lnTo>
                          <a:pt x="954" y="18"/>
                        </a:lnTo>
                        <a:lnTo>
                          <a:pt x="956" y="18"/>
                        </a:lnTo>
                        <a:lnTo>
                          <a:pt x="961" y="19"/>
                        </a:lnTo>
                        <a:lnTo>
                          <a:pt x="964" y="19"/>
                        </a:lnTo>
                        <a:lnTo>
                          <a:pt x="967" y="19"/>
                        </a:lnTo>
                        <a:lnTo>
                          <a:pt x="969" y="19"/>
                        </a:lnTo>
                        <a:lnTo>
                          <a:pt x="971" y="20"/>
                        </a:lnTo>
                        <a:lnTo>
                          <a:pt x="974" y="20"/>
                        </a:lnTo>
                        <a:lnTo>
                          <a:pt x="976" y="20"/>
                        </a:lnTo>
                        <a:lnTo>
                          <a:pt x="973" y="106"/>
                        </a:lnTo>
                        <a:lnTo>
                          <a:pt x="806" y="97"/>
                        </a:lnTo>
                        <a:lnTo>
                          <a:pt x="793" y="96"/>
                        </a:lnTo>
                        <a:lnTo>
                          <a:pt x="782" y="96"/>
                        </a:lnTo>
                        <a:lnTo>
                          <a:pt x="770" y="95"/>
                        </a:lnTo>
                        <a:lnTo>
                          <a:pt x="757" y="95"/>
                        </a:lnTo>
                        <a:lnTo>
                          <a:pt x="744" y="94"/>
                        </a:lnTo>
                        <a:lnTo>
                          <a:pt x="732" y="94"/>
                        </a:lnTo>
                        <a:lnTo>
                          <a:pt x="719" y="93"/>
                        </a:lnTo>
                        <a:lnTo>
                          <a:pt x="706" y="92"/>
                        </a:lnTo>
                        <a:lnTo>
                          <a:pt x="694" y="92"/>
                        </a:lnTo>
                        <a:lnTo>
                          <a:pt x="681" y="90"/>
                        </a:lnTo>
                        <a:lnTo>
                          <a:pt x="668" y="89"/>
                        </a:lnTo>
                        <a:lnTo>
                          <a:pt x="656" y="88"/>
                        </a:lnTo>
                        <a:lnTo>
                          <a:pt x="643" y="88"/>
                        </a:lnTo>
                        <a:lnTo>
                          <a:pt x="630" y="88"/>
                        </a:lnTo>
                        <a:lnTo>
                          <a:pt x="618" y="87"/>
                        </a:lnTo>
                        <a:lnTo>
                          <a:pt x="606" y="87"/>
                        </a:lnTo>
                        <a:lnTo>
                          <a:pt x="593" y="86"/>
                        </a:lnTo>
                        <a:lnTo>
                          <a:pt x="580" y="86"/>
                        </a:lnTo>
                        <a:lnTo>
                          <a:pt x="568" y="86"/>
                        </a:lnTo>
                        <a:lnTo>
                          <a:pt x="555" y="86"/>
                        </a:lnTo>
                        <a:lnTo>
                          <a:pt x="543" y="84"/>
                        </a:lnTo>
                        <a:lnTo>
                          <a:pt x="530" y="84"/>
                        </a:lnTo>
                        <a:lnTo>
                          <a:pt x="518" y="84"/>
                        </a:lnTo>
                        <a:lnTo>
                          <a:pt x="505" y="84"/>
                        </a:lnTo>
                        <a:lnTo>
                          <a:pt x="492" y="84"/>
                        </a:lnTo>
                        <a:lnTo>
                          <a:pt x="480" y="84"/>
                        </a:lnTo>
                        <a:lnTo>
                          <a:pt x="468" y="84"/>
                        </a:lnTo>
                        <a:lnTo>
                          <a:pt x="455" y="84"/>
                        </a:lnTo>
                        <a:lnTo>
                          <a:pt x="442" y="84"/>
                        </a:lnTo>
                        <a:lnTo>
                          <a:pt x="430" y="84"/>
                        </a:lnTo>
                        <a:lnTo>
                          <a:pt x="418" y="86"/>
                        </a:lnTo>
                        <a:lnTo>
                          <a:pt x="407" y="86"/>
                        </a:lnTo>
                        <a:lnTo>
                          <a:pt x="394" y="86"/>
                        </a:lnTo>
                        <a:lnTo>
                          <a:pt x="382" y="86"/>
                        </a:lnTo>
                        <a:lnTo>
                          <a:pt x="369" y="86"/>
                        </a:lnTo>
                        <a:lnTo>
                          <a:pt x="357" y="87"/>
                        </a:lnTo>
                        <a:lnTo>
                          <a:pt x="344" y="87"/>
                        </a:lnTo>
                        <a:lnTo>
                          <a:pt x="332" y="88"/>
                        </a:lnTo>
                        <a:lnTo>
                          <a:pt x="320" y="88"/>
                        </a:lnTo>
                        <a:lnTo>
                          <a:pt x="308" y="90"/>
                        </a:lnTo>
                        <a:lnTo>
                          <a:pt x="295" y="90"/>
                        </a:lnTo>
                        <a:lnTo>
                          <a:pt x="283" y="92"/>
                        </a:lnTo>
                        <a:lnTo>
                          <a:pt x="270" y="93"/>
                        </a:lnTo>
                        <a:lnTo>
                          <a:pt x="258" y="94"/>
                        </a:lnTo>
                        <a:lnTo>
                          <a:pt x="245" y="95"/>
                        </a:lnTo>
                        <a:lnTo>
                          <a:pt x="235" y="96"/>
                        </a:lnTo>
                        <a:lnTo>
                          <a:pt x="223" y="99"/>
                        </a:lnTo>
                        <a:lnTo>
                          <a:pt x="210" y="100"/>
                        </a:lnTo>
                        <a:lnTo>
                          <a:pt x="198" y="101"/>
                        </a:lnTo>
                        <a:lnTo>
                          <a:pt x="186" y="103"/>
                        </a:lnTo>
                        <a:lnTo>
                          <a:pt x="174" y="105"/>
                        </a:lnTo>
                        <a:lnTo>
                          <a:pt x="162" y="106"/>
                        </a:lnTo>
                        <a:lnTo>
                          <a:pt x="150" y="108"/>
                        </a:lnTo>
                        <a:lnTo>
                          <a:pt x="138" y="111"/>
                        </a:lnTo>
                        <a:lnTo>
                          <a:pt x="127" y="113"/>
                        </a:lnTo>
                        <a:lnTo>
                          <a:pt x="116" y="115"/>
                        </a:lnTo>
                        <a:lnTo>
                          <a:pt x="103" y="118"/>
                        </a:lnTo>
                        <a:lnTo>
                          <a:pt x="92" y="120"/>
                        </a:lnTo>
                        <a:lnTo>
                          <a:pt x="80" y="124"/>
                        </a:lnTo>
                        <a:lnTo>
                          <a:pt x="70" y="126"/>
                        </a:lnTo>
                        <a:lnTo>
                          <a:pt x="58" y="130"/>
                        </a:lnTo>
                        <a:lnTo>
                          <a:pt x="46" y="132"/>
                        </a:lnTo>
                        <a:lnTo>
                          <a:pt x="35" y="134"/>
                        </a:lnTo>
                        <a:lnTo>
                          <a:pt x="23" y="139"/>
                        </a:lnTo>
                        <a:lnTo>
                          <a:pt x="0" y="56"/>
                        </a:lnTo>
                        <a:lnTo>
                          <a:pt x="4" y="54"/>
                        </a:lnTo>
                        <a:lnTo>
                          <a:pt x="10" y="52"/>
                        </a:lnTo>
                        <a:lnTo>
                          <a:pt x="13" y="51"/>
                        </a:lnTo>
                        <a:lnTo>
                          <a:pt x="15" y="50"/>
                        </a:lnTo>
                        <a:lnTo>
                          <a:pt x="17" y="50"/>
                        </a:lnTo>
                        <a:lnTo>
                          <a:pt x="21" y="49"/>
                        </a:lnTo>
                        <a:lnTo>
                          <a:pt x="26" y="48"/>
                        </a:lnTo>
                        <a:lnTo>
                          <a:pt x="30" y="46"/>
                        </a:lnTo>
                        <a:lnTo>
                          <a:pt x="33" y="45"/>
                        </a:lnTo>
                        <a:lnTo>
                          <a:pt x="36" y="45"/>
                        </a:lnTo>
                        <a:lnTo>
                          <a:pt x="39" y="44"/>
                        </a:lnTo>
                        <a:lnTo>
                          <a:pt x="42" y="44"/>
                        </a:lnTo>
                        <a:lnTo>
                          <a:pt x="45" y="43"/>
                        </a:lnTo>
                        <a:lnTo>
                          <a:pt x="47" y="43"/>
                        </a:lnTo>
                        <a:lnTo>
                          <a:pt x="49" y="42"/>
                        </a:lnTo>
                        <a:lnTo>
                          <a:pt x="53" y="40"/>
                        </a:lnTo>
                        <a:lnTo>
                          <a:pt x="55" y="40"/>
                        </a:lnTo>
                        <a:lnTo>
                          <a:pt x="58" y="39"/>
                        </a:lnTo>
                        <a:lnTo>
                          <a:pt x="60" y="38"/>
                        </a:lnTo>
                        <a:lnTo>
                          <a:pt x="64" y="38"/>
                        </a:lnTo>
                        <a:lnTo>
                          <a:pt x="66" y="37"/>
                        </a:lnTo>
                        <a:lnTo>
                          <a:pt x="68" y="37"/>
                        </a:lnTo>
                        <a:lnTo>
                          <a:pt x="71" y="36"/>
                        </a:lnTo>
                        <a:lnTo>
                          <a:pt x="74" y="36"/>
                        </a:lnTo>
                        <a:lnTo>
                          <a:pt x="77" y="35"/>
                        </a:lnTo>
                        <a:lnTo>
                          <a:pt x="80" y="35"/>
                        </a:lnTo>
                        <a:lnTo>
                          <a:pt x="83" y="33"/>
                        </a:lnTo>
                        <a:lnTo>
                          <a:pt x="86" y="33"/>
                        </a:lnTo>
                        <a:lnTo>
                          <a:pt x="89" y="32"/>
                        </a:lnTo>
                        <a:lnTo>
                          <a:pt x="91" y="32"/>
                        </a:lnTo>
                        <a:lnTo>
                          <a:pt x="93" y="31"/>
                        </a:lnTo>
                        <a:lnTo>
                          <a:pt x="96" y="31"/>
                        </a:lnTo>
                        <a:lnTo>
                          <a:pt x="98" y="30"/>
                        </a:lnTo>
                        <a:lnTo>
                          <a:pt x="100" y="30"/>
                        </a:lnTo>
                        <a:lnTo>
                          <a:pt x="104" y="29"/>
                        </a:lnTo>
                        <a:lnTo>
                          <a:pt x="108" y="29"/>
                        </a:lnTo>
                        <a:lnTo>
                          <a:pt x="110" y="27"/>
                        </a:lnTo>
                        <a:lnTo>
                          <a:pt x="112" y="27"/>
                        </a:lnTo>
                        <a:lnTo>
                          <a:pt x="115" y="27"/>
                        </a:lnTo>
                        <a:lnTo>
                          <a:pt x="118" y="26"/>
                        </a:lnTo>
                        <a:lnTo>
                          <a:pt x="121" y="26"/>
                        </a:lnTo>
                        <a:lnTo>
                          <a:pt x="123" y="25"/>
                        </a:lnTo>
                        <a:lnTo>
                          <a:pt x="127" y="25"/>
                        </a:lnTo>
                        <a:lnTo>
                          <a:pt x="129" y="25"/>
                        </a:lnTo>
                        <a:lnTo>
                          <a:pt x="131" y="24"/>
                        </a:lnTo>
                        <a:lnTo>
                          <a:pt x="134" y="24"/>
                        </a:lnTo>
                        <a:lnTo>
                          <a:pt x="136" y="23"/>
                        </a:lnTo>
                        <a:lnTo>
                          <a:pt x="140" y="23"/>
                        </a:lnTo>
                        <a:lnTo>
                          <a:pt x="142" y="21"/>
                        </a:lnTo>
                        <a:lnTo>
                          <a:pt x="144" y="21"/>
                        </a:lnTo>
                        <a:lnTo>
                          <a:pt x="148" y="20"/>
                        </a:lnTo>
                        <a:lnTo>
                          <a:pt x="150" y="20"/>
                        </a:lnTo>
                        <a:lnTo>
                          <a:pt x="153" y="20"/>
                        </a:lnTo>
                        <a:lnTo>
                          <a:pt x="156" y="20"/>
                        </a:lnTo>
                        <a:lnTo>
                          <a:pt x="159" y="20"/>
                        </a:lnTo>
                        <a:lnTo>
                          <a:pt x="162" y="20"/>
                        </a:lnTo>
                        <a:lnTo>
                          <a:pt x="165" y="19"/>
                        </a:lnTo>
                        <a:lnTo>
                          <a:pt x="167" y="18"/>
                        </a:lnTo>
                        <a:lnTo>
                          <a:pt x="170" y="18"/>
                        </a:lnTo>
                        <a:lnTo>
                          <a:pt x="173" y="18"/>
                        </a:lnTo>
                        <a:lnTo>
                          <a:pt x="173" y="20"/>
                        </a:lnTo>
                        <a:lnTo>
                          <a:pt x="174" y="24"/>
                        </a:lnTo>
                        <a:lnTo>
                          <a:pt x="175" y="26"/>
                        </a:lnTo>
                        <a:lnTo>
                          <a:pt x="176" y="30"/>
                        </a:lnTo>
                        <a:lnTo>
                          <a:pt x="176" y="32"/>
                        </a:lnTo>
                        <a:lnTo>
                          <a:pt x="178" y="36"/>
                        </a:lnTo>
                        <a:lnTo>
                          <a:pt x="179" y="38"/>
                        </a:lnTo>
                        <a:lnTo>
                          <a:pt x="179" y="43"/>
                        </a:lnTo>
                        <a:lnTo>
                          <a:pt x="184" y="43"/>
                        </a:lnTo>
                        <a:lnTo>
                          <a:pt x="187" y="43"/>
                        </a:lnTo>
                        <a:lnTo>
                          <a:pt x="192" y="43"/>
                        </a:lnTo>
                        <a:lnTo>
                          <a:pt x="197" y="43"/>
                        </a:lnTo>
                        <a:lnTo>
                          <a:pt x="200" y="43"/>
                        </a:lnTo>
                        <a:lnTo>
                          <a:pt x="205" y="43"/>
                        </a:lnTo>
                        <a:lnTo>
                          <a:pt x="210" y="43"/>
                        </a:lnTo>
                        <a:lnTo>
                          <a:pt x="214" y="43"/>
                        </a:lnTo>
                        <a:lnTo>
                          <a:pt x="214" y="39"/>
                        </a:lnTo>
                        <a:lnTo>
                          <a:pt x="217" y="36"/>
                        </a:lnTo>
                        <a:lnTo>
                          <a:pt x="219" y="33"/>
                        </a:lnTo>
                        <a:lnTo>
                          <a:pt x="220" y="32"/>
                        </a:lnTo>
                        <a:lnTo>
                          <a:pt x="224" y="27"/>
                        </a:lnTo>
                        <a:lnTo>
                          <a:pt x="227" y="25"/>
                        </a:lnTo>
                        <a:lnTo>
                          <a:pt x="230" y="24"/>
                        </a:lnTo>
                        <a:lnTo>
                          <a:pt x="233" y="23"/>
                        </a:lnTo>
                        <a:lnTo>
                          <a:pt x="237" y="23"/>
                        </a:lnTo>
                        <a:lnTo>
                          <a:pt x="241" y="23"/>
                        </a:lnTo>
                        <a:lnTo>
                          <a:pt x="243" y="23"/>
                        </a:lnTo>
                        <a:lnTo>
                          <a:pt x="245" y="25"/>
                        </a:lnTo>
                        <a:lnTo>
                          <a:pt x="248" y="26"/>
                        </a:lnTo>
                        <a:lnTo>
                          <a:pt x="250" y="30"/>
                        </a:lnTo>
                        <a:lnTo>
                          <a:pt x="252" y="32"/>
                        </a:lnTo>
                        <a:lnTo>
                          <a:pt x="256" y="36"/>
                        </a:lnTo>
                        <a:lnTo>
                          <a:pt x="258" y="38"/>
                        </a:lnTo>
                        <a:lnTo>
                          <a:pt x="262" y="43"/>
                        </a:lnTo>
                        <a:lnTo>
                          <a:pt x="264" y="46"/>
                        </a:lnTo>
                        <a:lnTo>
                          <a:pt x="267" y="50"/>
                        </a:lnTo>
                        <a:lnTo>
                          <a:pt x="269" y="54"/>
                        </a:lnTo>
                        <a:lnTo>
                          <a:pt x="273" y="58"/>
                        </a:lnTo>
                        <a:lnTo>
                          <a:pt x="275" y="62"/>
                        </a:lnTo>
                        <a:lnTo>
                          <a:pt x="277" y="65"/>
                        </a:lnTo>
                        <a:lnTo>
                          <a:pt x="281" y="69"/>
                        </a:lnTo>
                        <a:lnTo>
                          <a:pt x="284" y="73"/>
                        </a:lnTo>
                        <a:lnTo>
                          <a:pt x="287" y="75"/>
                        </a:lnTo>
                        <a:lnTo>
                          <a:pt x="290" y="78"/>
                        </a:lnTo>
                        <a:lnTo>
                          <a:pt x="293" y="81"/>
                        </a:lnTo>
                        <a:lnTo>
                          <a:pt x="297" y="82"/>
                        </a:lnTo>
                        <a:lnTo>
                          <a:pt x="301" y="83"/>
                        </a:lnTo>
                        <a:lnTo>
                          <a:pt x="305" y="83"/>
                        </a:lnTo>
                        <a:lnTo>
                          <a:pt x="308" y="83"/>
                        </a:lnTo>
                        <a:lnTo>
                          <a:pt x="314" y="83"/>
                        </a:lnTo>
                        <a:lnTo>
                          <a:pt x="315" y="81"/>
                        </a:lnTo>
                        <a:lnTo>
                          <a:pt x="316" y="77"/>
                        </a:lnTo>
                        <a:lnTo>
                          <a:pt x="319" y="75"/>
                        </a:lnTo>
                        <a:lnTo>
                          <a:pt x="320" y="73"/>
                        </a:lnTo>
                        <a:lnTo>
                          <a:pt x="321" y="70"/>
                        </a:lnTo>
                        <a:lnTo>
                          <a:pt x="321" y="67"/>
                        </a:lnTo>
                        <a:lnTo>
                          <a:pt x="322" y="64"/>
                        </a:lnTo>
                        <a:lnTo>
                          <a:pt x="324" y="62"/>
                        </a:lnTo>
                        <a:lnTo>
                          <a:pt x="324" y="59"/>
                        </a:lnTo>
                        <a:lnTo>
                          <a:pt x="324" y="57"/>
                        </a:lnTo>
                        <a:lnTo>
                          <a:pt x="324" y="54"/>
                        </a:lnTo>
                        <a:lnTo>
                          <a:pt x="324" y="51"/>
                        </a:lnTo>
                        <a:lnTo>
                          <a:pt x="324" y="46"/>
                        </a:lnTo>
                        <a:lnTo>
                          <a:pt x="324" y="42"/>
                        </a:lnTo>
                        <a:lnTo>
                          <a:pt x="321" y="36"/>
                        </a:lnTo>
                        <a:lnTo>
                          <a:pt x="320" y="31"/>
                        </a:lnTo>
                        <a:lnTo>
                          <a:pt x="318" y="26"/>
                        </a:lnTo>
                        <a:lnTo>
                          <a:pt x="315" y="21"/>
                        </a:lnTo>
                        <a:lnTo>
                          <a:pt x="311" y="18"/>
                        </a:lnTo>
                        <a:lnTo>
                          <a:pt x="308" y="12"/>
                        </a:lnTo>
                        <a:lnTo>
                          <a:pt x="303" y="8"/>
                        </a:lnTo>
                        <a:lnTo>
                          <a:pt x="300" y="5"/>
                        </a:lnTo>
                        <a:lnTo>
                          <a:pt x="303" y="5"/>
                        </a:lnTo>
                        <a:lnTo>
                          <a:pt x="307" y="4"/>
                        </a:lnTo>
                        <a:lnTo>
                          <a:pt x="309" y="2"/>
                        </a:lnTo>
                        <a:lnTo>
                          <a:pt x="314" y="2"/>
                        </a:lnTo>
                        <a:lnTo>
                          <a:pt x="316" y="2"/>
                        </a:lnTo>
                        <a:lnTo>
                          <a:pt x="320" y="2"/>
                        </a:lnTo>
                        <a:lnTo>
                          <a:pt x="324" y="2"/>
                        </a:lnTo>
                        <a:lnTo>
                          <a:pt x="327" y="2"/>
                        </a:lnTo>
                        <a:lnTo>
                          <a:pt x="331" y="2"/>
                        </a:lnTo>
                        <a:lnTo>
                          <a:pt x="334" y="2"/>
                        </a:lnTo>
                        <a:lnTo>
                          <a:pt x="337" y="1"/>
                        </a:lnTo>
                        <a:lnTo>
                          <a:pt x="341" y="1"/>
                        </a:lnTo>
                        <a:lnTo>
                          <a:pt x="344" y="1"/>
                        </a:lnTo>
                        <a:lnTo>
                          <a:pt x="347" y="1"/>
                        </a:lnTo>
                        <a:lnTo>
                          <a:pt x="351" y="1"/>
                        </a:lnTo>
                        <a:lnTo>
                          <a:pt x="354" y="1"/>
                        </a:lnTo>
                        <a:lnTo>
                          <a:pt x="353" y="4"/>
                        </a:lnTo>
                        <a:lnTo>
                          <a:pt x="352" y="6"/>
                        </a:lnTo>
                        <a:lnTo>
                          <a:pt x="350" y="10"/>
                        </a:lnTo>
                        <a:lnTo>
                          <a:pt x="348" y="13"/>
                        </a:lnTo>
                        <a:lnTo>
                          <a:pt x="353" y="16"/>
                        </a:lnTo>
                        <a:lnTo>
                          <a:pt x="357" y="18"/>
                        </a:lnTo>
                        <a:lnTo>
                          <a:pt x="360" y="19"/>
                        </a:lnTo>
                        <a:lnTo>
                          <a:pt x="364" y="21"/>
                        </a:lnTo>
                        <a:lnTo>
                          <a:pt x="366" y="23"/>
                        </a:lnTo>
                        <a:lnTo>
                          <a:pt x="370" y="26"/>
                        </a:lnTo>
                        <a:lnTo>
                          <a:pt x="373" y="27"/>
                        </a:lnTo>
                        <a:lnTo>
                          <a:pt x="378" y="31"/>
                        </a:lnTo>
                        <a:lnTo>
                          <a:pt x="379" y="33"/>
                        </a:lnTo>
                        <a:lnTo>
                          <a:pt x="382" y="37"/>
                        </a:lnTo>
                        <a:lnTo>
                          <a:pt x="384" y="39"/>
                        </a:lnTo>
                        <a:lnTo>
                          <a:pt x="386" y="43"/>
                        </a:lnTo>
                        <a:lnTo>
                          <a:pt x="391" y="48"/>
                        </a:lnTo>
                        <a:lnTo>
                          <a:pt x="396" y="52"/>
                        </a:lnTo>
                        <a:lnTo>
                          <a:pt x="401" y="56"/>
                        </a:lnTo>
                        <a:lnTo>
                          <a:pt x="407" y="58"/>
                        </a:lnTo>
                        <a:lnTo>
                          <a:pt x="409" y="59"/>
                        </a:lnTo>
                        <a:lnTo>
                          <a:pt x="411" y="61"/>
                        </a:lnTo>
                        <a:lnTo>
                          <a:pt x="415" y="62"/>
                        </a:lnTo>
                        <a:lnTo>
                          <a:pt x="417" y="63"/>
                        </a:lnTo>
                        <a:lnTo>
                          <a:pt x="420" y="63"/>
                        </a:lnTo>
                        <a:lnTo>
                          <a:pt x="422" y="64"/>
                        </a:lnTo>
                        <a:lnTo>
                          <a:pt x="424" y="64"/>
                        </a:lnTo>
                        <a:lnTo>
                          <a:pt x="428" y="64"/>
                        </a:lnTo>
                        <a:lnTo>
                          <a:pt x="430" y="64"/>
                        </a:lnTo>
                        <a:lnTo>
                          <a:pt x="434" y="64"/>
                        </a:lnTo>
                        <a:lnTo>
                          <a:pt x="436" y="64"/>
                        </a:lnTo>
                        <a:lnTo>
                          <a:pt x="440" y="65"/>
                        </a:lnTo>
                        <a:lnTo>
                          <a:pt x="442" y="64"/>
                        </a:lnTo>
                        <a:lnTo>
                          <a:pt x="445" y="64"/>
                        </a:lnTo>
                        <a:lnTo>
                          <a:pt x="448" y="63"/>
                        </a:lnTo>
                        <a:lnTo>
                          <a:pt x="451" y="63"/>
                        </a:lnTo>
                        <a:lnTo>
                          <a:pt x="453" y="62"/>
                        </a:lnTo>
                        <a:lnTo>
                          <a:pt x="455" y="62"/>
                        </a:lnTo>
                        <a:lnTo>
                          <a:pt x="458" y="61"/>
                        </a:lnTo>
                        <a:lnTo>
                          <a:pt x="461" y="61"/>
                        </a:lnTo>
                        <a:lnTo>
                          <a:pt x="466" y="57"/>
                        </a:lnTo>
                        <a:lnTo>
                          <a:pt x="471" y="55"/>
                        </a:lnTo>
                        <a:lnTo>
                          <a:pt x="475" y="52"/>
                        </a:lnTo>
                        <a:lnTo>
                          <a:pt x="480" y="49"/>
                        </a:lnTo>
                        <a:lnTo>
                          <a:pt x="485" y="45"/>
                        </a:lnTo>
                        <a:lnTo>
                          <a:pt x="488" y="42"/>
                        </a:lnTo>
                        <a:lnTo>
                          <a:pt x="493" y="38"/>
                        </a:lnTo>
                        <a:lnTo>
                          <a:pt x="497" y="35"/>
                        </a:lnTo>
                        <a:lnTo>
                          <a:pt x="499" y="30"/>
                        </a:lnTo>
                        <a:lnTo>
                          <a:pt x="503" y="25"/>
                        </a:lnTo>
                        <a:lnTo>
                          <a:pt x="505" y="21"/>
                        </a:lnTo>
                        <a:lnTo>
                          <a:pt x="507" y="18"/>
                        </a:lnTo>
                        <a:lnTo>
                          <a:pt x="509" y="12"/>
                        </a:lnTo>
                        <a:lnTo>
                          <a:pt x="510" y="7"/>
                        </a:lnTo>
                        <a:lnTo>
                          <a:pt x="511" y="4"/>
                        </a:lnTo>
                        <a:lnTo>
                          <a:pt x="511" y="0"/>
                        </a:lnTo>
                        <a:lnTo>
                          <a:pt x="515" y="0"/>
                        </a:lnTo>
                        <a:lnTo>
                          <a:pt x="518" y="0"/>
                        </a:lnTo>
                        <a:lnTo>
                          <a:pt x="523" y="0"/>
                        </a:lnTo>
                        <a:lnTo>
                          <a:pt x="528" y="0"/>
                        </a:lnTo>
                        <a:lnTo>
                          <a:pt x="531" y="0"/>
                        </a:lnTo>
                        <a:lnTo>
                          <a:pt x="535" y="0"/>
                        </a:lnTo>
                        <a:lnTo>
                          <a:pt x="538" y="0"/>
                        </a:lnTo>
                        <a:lnTo>
                          <a:pt x="544" y="0"/>
                        </a:lnTo>
                        <a:lnTo>
                          <a:pt x="538" y="2"/>
                        </a:lnTo>
                        <a:lnTo>
                          <a:pt x="536" y="5"/>
                        </a:lnTo>
                        <a:lnTo>
                          <a:pt x="534" y="7"/>
                        </a:lnTo>
                        <a:lnTo>
                          <a:pt x="531" y="10"/>
                        </a:lnTo>
                        <a:lnTo>
                          <a:pt x="526" y="16"/>
                        </a:lnTo>
                        <a:lnTo>
                          <a:pt x="522" y="20"/>
                        </a:lnTo>
                        <a:lnTo>
                          <a:pt x="518" y="24"/>
                        </a:lnTo>
                        <a:lnTo>
                          <a:pt x="517" y="29"/>
                        </a:lnTo>
                        <a:lnTo>
                          <a:pt x="516" y="33"/>
                        </a:lnTo>
                        <a:lnTo>
                          <a:pt x="516" y="38"/>
                        </a:lnTo>
                        <a:lnTo>
                          <a:pt x="516" y="40"/>
                        </a:lnTo>
                        <a:lnTo>
                          <a:pt x="516" y="45"/>
                        </a:lnTo>
                        <a:lnTo>
                          <a:pt x="518" y="48"/>
                        </a:lnTo>
                        <a:lnTo>
                          <a:pt x="521" y="51"/>
                        </a:lnTo>
                        <a:lnTo>
                          <a:pt x="523" y="54"/>
                        </a:lnTo>
                        <a:lnTo>
                          <a:pt x="525" y="57"/>
                        </a:lnTo>
                        <a:lnTo>
                          <a:pt x="529" y="59"/>
                        </a:lnTo>
                        <a:lnTo>
                          <a:pt x="534" y="62"/>
                        </a:lnTo>
                        <a:lnTo>
                          <a:pt x="536" y="63"/>
                        </a:lnTo>
                        <a:lnTo>
                          <a:pt x="541" y="65"/>
                        </a:lnTo>
                        <a:lnTo>
                          <a:pt x="545" y="67"/>
                        </a:lnTo>
                        <a:lnTo>
                          <a:pt x="549" y="68"/>
                        </a:lnTo>
                        <a:lnTo>
                          <a:pt x="554" y="69"/>
                        </a:lnTo>
                        <a:lnTo>
                          <a:pt x="558" y="70"/>
                        </a:lnTo>
                        <a:lnTo>
                          <a:pt x="564" y="70"/>
                        </a:lnTo>
                        <a:lnTo>
                          <a:pt x="569" y="71"/>
                        </a:lnTo>
                        <a:lnTo>
                          <a:pt x="573" y="71"/>
                        </a:lnTo>
                        <a:lnTo>
                          <a:pt x="577" y="71"/>
                        </a:lnTo>
                        <a:lnTo>
                          <a:pt x="582" y="71"/>
                        </a:lnTo>
                        <a:lnTo>
                          <a:pt x="586" y="71"/>
                        </a:lnTo>
                        <a:lnTo>
                          <a:pt x="589" y="70"/>
                        </a:lnTo>
                        <a:lnTo>
                          <a:pt x="593" y="70"/>
                        </a:lnTo>
                        <a:lnTo>
                          <a:pt x="595" y="69"/>
                        </a:lnTo>
                        <a:lnTo>
                          <a:pt x="599" y="68"/>
                        </a:lnTo>
                        <a:lnTo>
                          <a:pt x="598" y="64"/>
                        </a:lnTo>
                        <a:lnTo>
                          <a:pt x="596" y="61"/>
                        </a:lnTo>
                        <a:lnTo>
                          <a:pt x="596" y="58"/>
                        </a:lnTo>
                        <a:lnTo>
                          <a:pt x="596" y="56"/>
                        </a:lnTo>
                        <a:lnTo>
                          <a:pt x="595" y="52"/>
                        </a:lnTo>
                        <a:lnTo>
                          <a:pt x="595" y="50"/>
                        </a:lnTo>
                        <a:lnTo>
                          <a:pt x="594" y="48"/>
                        </a:lnTo>
                        <a:lnTo>
                          <a:pt x="594" y="45"/>
                        </a:lnTo>
                        <a:lnTo>
                          <a:pt x="593" y="40"/>
                        </a:lnTo>
                        <a:lnTo>
                          <a:pt x="592" y="37"/>
                        </a:lnTo>
                        <a:lnTo>
                          <a:pt x="591" y="33"/>
                        </a:lnTo>
                        <a:lnTo>
                          <a:pt x="591" y="31"/>
                        </a:lnTo>
                        <a:lnTo>
                          <a:pt x="589" y="27"/>
                        </a:lnTo>
                        <a:lnTo>
                          <a:pt x="588" y="26"/>
                        </a:lnTo>
                        <a:lnTo>
                          <a:pt x="587" y="24"/>
                        </a:lnTo>
                        <a:lnTo>
                          <a:pt x="586" y="23"/>
                        </a:lnTo>
                        <a:lnTo>
                          <a:pt x="583" y="20"/>
                        </a:lnTo>
                        <a:lnTo>
                          <a:pt x="582" y="19"/>
                        </a:lnTo>
                        <a:lnTo>
                          <a:pt x="577" y="18"/>
                        </a:lnTo>
                        <a:lnTo>
                          <a:pt x="575" y="17"/>
                        </a:lnTo>
                        <a:lnTo>
                          <a:pt x="572" y="16"/>
                        </a:lnTo>
                        <a:lnTo>
                          <a:pt x="569" y="14"/>
                        </a:lnTo>
                        <a:lnTo>
                          <a:pt x="564" y="12"/>
                        </a:lnTo>
                        <a:lnTo>
                          <a:pt x="562" y="8"/>
                        </a:lnTo>
                        <a:lnTo>
                          <a:pt x="558" y="6"/>
                        </a:lnTo>
                        <a:lnTo>
                          <a:pt x="556" y="5"/>
                        </a:lnTo>
                        <a:lnTo>
                          <a:pt x="554" y="2"/>
                        </a:lnTo>
                        <a:lnTo>
                          <a:pt x="551" y="0"/>
                        </a:lnTo>
                        <a:lnTo>
                          <a:pt x="556" y="0"/>
                        </a:lnTo>
                        <a:lnTo>
                          <a:pt x="560" y="0"/>
                        </a:lnTo>
                        <a:lnTo>
                          <a:pt x="564" y="0"/>
                        </a:lnTo>
                        <a:lnTo>
                          <a:pt x="568" y="0"/>
                        </a:lnTo>
                        <a:lnTo>
                          <a:pt x="572" y="0"/>
                        </a:lnTo>
                        <a:lnTo>
                          <a:pt x="576" y="0"/>
                        </a:lnTo>
                        <a:lnTo>
                          <a:pt x="580" y="0"/>
                        </a:lnTo>
                        <a:lnTo>
                          <a:pt x="585" y="0"/>
                        </a:lnTo>
                        <a:lnTo>
                          <a:pt x="588" y="0"/>
                        </a:lnTo>
                        <a:lnTo>
                          <a:pt x="592" y="0"/>
                        </a:lnTo>
                        <a:lnTo>
                          <a:pt x="596" y="0"/>
                        </a:lnTo>
                        <a:lnTo>
                          <a:pt x="600" y="0"/>
                        </a:lnTo>
                        <a:lnTo>
                          <a:pt x="605" y="0"/>
                        </a:lnTo>
                        <a:lnTo>
                          <a:pt x="608" y="0"/>
                        </a:lnTo>
                        <a:lnTo>
                          <a:pt x="612" y="0"/>
                        </a:lnTo>
                        <a:lnTo>
                          <a:pt x="617" y="1"/>
                        </a:lnTo>
                        <a:lnTo>
                          <a:pt x="620" y="1"/>
                        </a:lnTo>
                        <a:lnTo>
                          <a:pt x="625" y="1"/>
                        </a:lnTo>
                        <a:lnTo>
                          <a:pt x="628" y="1"/>
                        </a:lnTo>
                        <a:lnTo>
                          <a:pt x="632" y="2"/>
                        </a:lnTo>
                        <a:lnTo>
                          <a:pt x="637" y="2"/>
                        </a:lnTo>
                        <a:lnTo>
                          <a:pt x="640" y="2"/>
                        </a:lnTo>
                        <a:lnTo>
                          <a:pt x="645" y="2"/>
                        </a:lnTo>
                        <a:lnTo>
                          <a:pt x="650" y="2"/>
                        </a:lnTo>
                        <a:lnTo>
                          <a:pt x="652" y="2"/>
                        </a:lnTo>
                        <a:lnTo>
                          <a:pt x="657" y="2"/>
                        </a:lnTo>
                        <a:lnTo>
                          <a:pt x="661" y="2"/>
                        </a:lnTo>
                        <a:lnTo>
                          <a:pt x="665" y="2"/>
                        </a:lnTo>
                        <a:lnTo>
                          <a:pt x="669" y="2"/>
                        </a:lnTo>
                        <a:lnTo>
                          <a:pt x="672" y="4"/>
                        </a:lnTo>
                        <a:lnTo>
                          <a:pt x="678" y="4"/>
                        </a:lnTo>
                        <a:lnTo>
                          <a:pt x="682" y="5"/>
                        </a:lnTo>
                        <a:lnTo>
                          <a:pt x="685" y="5"/>
                        </a:lnTo>
                        <a:lnTo>
                          <a:pt x="689" y="5"/>
                        </a:lnTo>
                        <a:lnTo>
                          <a:pt x="694" y="5"/>
                        </a:lnTo>
                        <a:lnTo>
                          <a:pt x="697" y="5"/>
                        </a:lnTo>
                        <a:lnTo>
                          <a:pt x="701" y="5"/>
                        </a:lnTo>
                        <a:lnTo>
                          <a:pt x="706" y="5"/>
                        </a:lnTo>
                        <a:lnTo>
                          <a:pt x="709" y="5"/>
                        </a:lnTo>
                        <a:lnTo>
                          <a:pt x="714" y="5"/>
                        </a:lnTo>
                        <a:lnTo>
                          <a:pt x="717" y="5"/>
                        </a:lnTo>
                        <a:lnTo>
                          <a:pt x="721" y="5"/>
                        </a:lnTo>
                        <a:lnTo>
                          <a:pt x="726" y="6"/>
                        </a:lnTo>
                        <a:lnTo>
                          <a:pt x="731" y="6"/>
                        </a:lnTo>
                        <a:lnTo>
                          <a:pt x="734" y="6"/>
                        </a:lnTo>
                        <a:lnTo>
                          <a:pt x="738" y="6"/>
                        </a:lnTo>
                        <a:lnTo>
                          <a:pt x="741" y="7"/>
                        </a:lnTo>
                        <a:lnTo>
                          <a:pt x="746" y="7"/>
                        </a:lnTo>
                        <a:lnTo>
                          <a:pt x="751" y="7"/>
                        </a:lnTo>
                        <a:lnTo>
                          <a:pt x="754" y="7"/>
                        </a:lnTo>
                        <a:lnTo>
                          <a:pt x="759" y="7"/>
                        </a:lnTo>
                        <a:lnTo>
                          <a:pt x="763" y="7"/>
                        </a:lnTo>
                        <a:lnTo>
                          <a:pt x="766" y="7"/>
                        </a:lnTo>
                        <a:lnTo>
                          <a:pt x="770" y="8"/>
                        </a:lnTo>
                        <a:lnTo>
                          <a:pt x="774" y="8"/>
                        </a:lnTo>
                        <a:lnTo>
                          <a:pt x="779" y="10"/>
                        </a:lnTo>
                        <a:lnTo>
                          <a:pt x="783" y="10"/>
                        </a:lnTo>
                        <a:lnTo>
                          <a:pt x="786" y="10"/>
                        </a:lnTo>
                        <a:lnTo>
                          <a:pt x="791" y="10"/>
                        </a:lnTo>
                        <a:lnTo>
                          <a:pt x="795" y="10"/>
                        </a:lnTo>
                        <a:lnTo>
                          <a:pt x="799" y="10"/>
                        </a:lnTo>
                        <a:lnTo>
                          <a:pt x="803" y="10"/>
                        </a:lnTo>
                        <a:lnTo>
                          <a:pt x="808" y="11"/>
                        </a:lnTo>
                        <a:lnTo>
                          <a:pt x="811" y="11"/>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7" name="Freeform 48"/>
                  <p:cNvSpPr/>
                  <p:nvPr/>
                </p:nvSpPr>
                <p:spPr bwMode="auto">
                  <a:xfrm>
                    <a:off x="5620" y="1690"/>
                    <a:ext cx="4" cy="4"/>
                  </a:xfrm>
                  <a:custGeom>
                    <a:avLst/>
                    <a:gdLst>
                      <a:gd name="T0" fmla="*/ 0 w 13"/>
                      <a:gd name="T1" fmla="*/ 0 h 14"/>
                      <a:gd name="T2" fmla="*/ 0 w 13"/>
                      <a:gd name="T3" fmla="*/ 0 h 14"/>
                      <a:gd name="T4" fmla="*/ 0 w 13"/>
                      <a:gd name="T5" fmla="*/ 0 h 14"/>
                      <a:gd name="T6" fmla="*/ 0 w 13"/>
                      <a:gd name="T7" fmla="*/ 0 h 14"/>
                      <a:gd name="T8" fmla="*/ 0 w 13"/>
                      <a:gd name="T9" fmla="*/ 0 h 14"/>
                      <a:gd name="T10" fmla="*/ 0 w 13"/>
                      <a:gd name="T11" fmla="*/ 0 h 14"/>
                      <a:gd name="T12" fmla="*/ 0 w 13"/>
                      <a:gd name="T13" fmla="*/ 0 h 14"/>
                      <a:gd name="T14" fmla="*/ 0 w 13"/>
                      <a:gd name="T15" fmla="*/ 0 h 14"/>
                      <a:gd name="T16" fmla="*/ 0 w 13"/>
                      <a:gd name="T17" fmla="*/ 0 h 14"/>
                      <a:gd name="T18" fmla="*/ 0 w 13"/>
                      <a:gd name="T19" fmla="*/ 0 h 14"/>
                      <a:gd name="T20" fmla="*/ 0 w 13"/>
                      <a:gd name="T21" fmla="*/ 0 h 14"/>
                      <a:gd name="T22" fmla="*/ 0 w 13"/>
                      <a:gd name="T23" fmla="*/ 0 h 14"/>
                      <a:gd name="T24" fmla="*/ 0 w 13"/>
                      <a:gd name="T25" fmla="*/ 0 h 14"/>
                      <a:gd name="T26" fmla="*/ 0 w 13"/>
                      <a:gd name="T27" fmla="*/ 0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
                      <a:gd name="T43" fmla="*/ 0 h 14"/>
                      <a:gd name="T44" fmla="*/ 13 w 13"/>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 h="14">
                        <a:moveTo>
                          <a:pt x="13" y="14"/>
                        </a:moveTo>
                        <a:lnTo>
                          <a:pt x="8" y="11"/>
                        </a:lnTo>
                        <a:lnTo>
                          <a:pt x="5" y="8"/>
                        </a:lnTo>
                        <a:lnTo>
                          <a:pt x="1" y="4"/>
                        </a:lnTo>
                        <a:lnTo>
                          <a:pt x="0" y="3"/>
                        </a:lnTo>
                        <a:lnTo>
                          <a:pt x="2" y="2"/>
                        </a:lnTo>
                        <a:lnTo>
                          <a:pt x="6" y="1"/>
                        </a:lnTo>
                        <a:lnTo>
                          <a:pt x="9" y="0"/>
                        </a:lnTo>
                        <a:lnTo>
                          <a:pt x="13" y="0"/>
                        </a:lnTo>
                        <a:lnTo>
                          <a:pt x="13" y="2"/>
                        </a:lnTo>
                        <a:lnTo>
                          <a:pt x="13" y="7"/>
                        </a:lnTo>
                        <a:lnTo>
                          <a:pt x="13" y="10"/>
                        </a:lnTo>
                        <a:lnTo>
                          <a:pt x="13" y="1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8" name="Freeform 49"/>
                  <p:cNvSpPr/>
                  <p:nvPr/>
                </p:nvSpPr>
                <p:spPr bwMode="auto">
                  <a:xfrm>
                    <a:off x="5285" y="1942"/>
                    <a:ext cx="475" cy="36"/>
                  </a:xfrm>
                  <a:custGeom>
                    <a:avLst/>
                    <a:gdLst>
                      <a:gd name="T0" fmla="*/ 0 w 1425"/>
                      <a:gd name="T1" fmla="*/ 0 h 109"/>
                      <a:gd name="T2" fmla="*/ 0 w 1425"/>
                      <a:gd name="T3" fmla="*/ 0 h 109"/>
                      <a:gd name="T4" fmla="*/ 0 w 1425"/>
                      <a:gd name="T5" fmla="*/ 0 h 109"/>
                      <a:gd name="T6" fmla="*/ 0 w 1425"/>
                      <a:gd name="T7" fmla="*/ 0 h 109"/>
                      <a:gd name="T8" fmla="*/ 0 w 1425"/>
                      <a:gd name="T9" fmla="*/ 0 h 109"/>
                      <a:gd name="T10" fmla="*/ 0 w 1425"/>
                      <a:gd name="T11" fmla="*/ 0 h 109"/>
                      <a:gd name="T12" fmla="*/ 0 w 1425"/>
                      <a:gd name="T13" fmla="*/ 0 h 109"/>
                      <a:gd name="T14" fmla="*/ 0 w 1425"/>
                      <a:gd name="T15" fmla="*/ 0 h 109"/>
                      <a:gd name="T16" fmla="*/ 0 w 1425"/>
                      <a:gd name="T17" fmla="*/ 0 h 109"/>
                      <a:gd name="T18" fmla="*/ 0 w 1425"/>
                      <a:gd name="T19" fmla="*/ 0 h 109"/>
                      <a:gd name="T20" fmla="*/ 0 w 1425"/>
                      <a:gd name="T21" fmla="*/ 0 h 109"/>
                      <a:gd name="T22" fmla="*/ 0 w 1425"/>
                      <a:gd name="T23" fmla="*/ 0 h 109"/>
                      <a:gd name="T24" fmla="*/ 0 w 1425"/>
                      <a:gd name="T25" fmla="*/ 0 h 109"/>
                      <a:gd name="T26" fmla="*/ 0 w 1425"/>
                      <a:gd name="T27" fmla="*/ 0 h 109"/>
                      <a:gd name="T28" fmla="*/ 0 w 1425"/>
                      <a:gd name="T29" fmla="*/ 0 h 109"/>
                      <a:gd name="T30" fmla="*/ 0 w 1425"/>
                      <a:gd name="T31" fmla="*/ 0 h 109"/>
                      <a:gd name="T32" fmla="*/ 0 w 1425"/>
                      <a:gd name="T33" fmla="*/ 0 h 109"/>
                      <a:gd name="T34" fmla="*/ 0 w 1425"/>
                      <a:gd name="T35" fmla="*/ 0 h 109"/>
                      <a:gd name="T36" fmla="*/ 0 w 1425"/>
                      <a:gd name="T37" fmla="*/ 0 h 109"/>
                      <a:gd name="T38" fmla="*/ 0 w 1425"/>
                      <a:gd name="T39" fmla="*/ 0 h 109"/>
                      <a:gd name="T40" fmla="*/ 0 w 1425"/>
                      <a:gd name="T41" fmla="*/ 0 h 109"/>
                      <a:gd name="T42" fmla="*/ 0 w 1425"/>
                      <a:gd name="T43" fmla="*/ 0 h 109"/>
                      <a:gd name="T44" fmla="*/ 0 w 1425"/>
                      <a:gd name="T45" fmla="*/ 0 h 109"/>
                      <a:gd name="T46" fmla="*/ 0 w 1425"/>
                      <a:gd name="T47" fmla="*/ 0 h 109"/>
                      <a:gd name="T48" fmla="*/ 0 w 1425"/>
                      <a:gd name="T49" fmla="*/ 0 h 109"/>
                      <a:gd name="T50" fmla="*/ 0 w 1425"/>
                      <a:gd name="T51" fmla="*/ 0 h 109"/>
                      <a:gd name="T52" fmla="*/ 0 w 1425"/>
                      <a:gd name="T53" fmla="*/ 0 h 109"/>
                      <a:gd name="T54" fmla="*/ 0 w 1425"/>
                      <a:gd name="T55" fmla="*/ 0 h 109"/>
                      <a:gd name="T56" fmla="*/ 0 w 1425"/>
                      <a:gd name="T57" fmla="*/ 0 h 109"/>
                      <a:gd name="T58" fmla="*/ 0 w 1425"/>
                      <a:gd name="T59" fmla="*/ 0 h 109"/>
                      <a:gd name="T60" fmla="*/ 0 w 1425"/>
                      <a:gd name="T61" fmla="*/ 0 h 109"/>
                      <a:gd name="T62" fmla="*/ 0 w 1425"/>
                      <a:gd name="T63" fmla="*/ 0 h 109"/>
                      <a:gd name="T64" fmla="*/ 0 w 1425"/>
                      <a:gd name="T65" fmla="*/ 0 h 109"/>
                      <a:gd name="T66" fmla="*/ 0 w 1425"/>
                      <a:gd name="T67" fmla="*/ 0 h 109"/>
                      <a:gd name="T68" fmla="*/ 0 w 1425"/>
                      <a:gd name="T69" fmla="*/ 0 h 109"/>
                      <a:gd name="T70" fmla="*/ 0 w 1425"/>
                      <a:gd name="T71" fmla="*/ 0 h 109"/>
                      <a:gd name="T72" fmla="*/ 0 w 1425"/>
                      <a:gd name="T73" fmla="*/ 0 h 109"/>
                      <a:gd name="T74" fmla="*/ 0 w 1425"/>
                      <a:gd name="T75" fmla="*/ 0 h 109"/>
                      <a:gd name="T76" fmla="*/ 0 w 1425"/>
                      <a:gd name="T77" fmla="*/ 0 h 109"/>
                      <a:gd name="T78" fmla="*/ 0 w 1425"/>
                      <a:gd name="T79" fmla="*/ 0 h 109"/>
                      <a:gd name="T80" fmla="*/ 0 w 1425"/>
                      <a:gd name="T81" fmla="*/ 0 h 109"/>
                      <a:gd name="T82" fmla="*/ 0 w 1425"/>
                      <a:gd name="T83" fmla="*/ 0 h 109"/>
                      <a:gd name="T84" fmla="*/ 0 w 1425"/>
                      <a:gd name="T85" fmla="*/ 0 h 109"/>
                      <a:gd name="T86" fmla="*/ 0 w 1425"/>
                      <a:gd name="T87" fmla="*/ 0 h 109"/>
                      <a:gd name="T88" fmla="*/ 0 w 1425"/>
                      <a:gd name="T89" fmla="*/ 0 h 109"/>
                      <a:gd name="T90" fmla="*/ 0 w 1425"/>
                      <a:gd name="T91" fmla="*/ 0 h 109"/>
                      <a:gd name="T92" fmla="*/ 0 w 1425"/>
                      <a:gd name="T93" fmla="*/ 0 h 109"/>
                      <a:gd name="T94" fmla="*/ 0 w 1425"/>
                      <a:gd name="T95" fmla="*/ 0 h 109"/>
                      <a:gd name="T96" fmla="*/ 0 w 1425"/>
                      <a:gd name="T97" fmla="*/ 0 h 109"/>
                      <a:gd name="T98" fmla="*/ 0 w 1425"/>
                      <a:gd name="T99" fmla="*/ 0 h 109"/>
                      <a:gd name="T100" fmla="*/ 0 w 1425"/>
                      <a:gd name="T101" fmla="*/ 0 h 109"/>
                      <a:gd name="T102" fmla="*/ 0 w 1425"/>
                      <a:gd name="T103" fmla="*/ 0 h 109"/>
                      <a:gd name="T104" fmla="*/ 0 w 1425"/>
                      <a:gd name="T105" fmla="*/ 0 h 109"/>
                      <a:gd name="T106" fmla="*/ 0 w 1425"/>
                      <a:gd name="T107" fmla="*/ 0 h 109"/>
                      <a:gd name="T108" fmla="*/ 0 w 1425"/>
                      <a:gd name="T109" fmla="*/ 0 h 109"/>
                      <a:gd name="T110" fmla="*/ 0 w 1425"/>
                      <a:gd name="T111" fmla="*/ 0 h 109"/>
                      <a:gd name="T112" fmla="*/ 0 w 1425"/>
                      <a:gd name="T113" fmla="*/ 0 h 109"/>
                      <a:gd name="T114" fmla="*/ 0 w 1425"/>
                      <a:gd name="T115" fmla="*/ 0 h 109"/>
                      <a:gd name="T116" fmla="*/ 0 w 1425"/>
                      <a:gd name="T117" fmla="*/ 0 h 109"/>
                      <a:gd name="T118" fmla="*/ 0 w 1425"/>
                      <a:gd name="T119" fmla="*/ 0 h 109"/>
                      <a:gd name="T120" fmla="*/ 0 w 1425"/>
                      <a:gd name="T121" fmla="*/ 0 h 109"/>
                      <a:gd name="T122" fmla="*/ 0 w 1425"/>
                      <a:gd name="T123" fmla="*/ 0 h 10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25"/>
                      <a:gd name="T187" fmla="*/ 0 h 109"/>
                      <a:gd name="T188" fmla="*/ 1425 w 1425"/>
                      <a:gd name="T189" fmla="*/ 109 h 10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25" h="109">
                        <a:moveTo>
                          <a:pt x="13" y="6"/>
                        </a:moveTo>
                        <a:lnTo>
                          <a:pt x="14" y="6"/>
                        </a:lnTo>
                        <a:lnTo>
                          <a:pt x="17" y="6"/>
                        </a:lnTo>
                        <a:lnTo>
                          <a:pt x="20" y="6"/>
                        </a:lnTo>
                        <a:lnTo>
                          <a:pt x="24" y="6"/>
                        </a:lnTo>
                        <a:lnTo>
                          <a:pt x="28" y="7"/>
                        </a:lnTo>
                        <a:lnTo>
                          <a:pt x="31" y="7"/>
                        </a:lnTo>
                        <a:lnTo>
                          <a:pt x="34" y="8"/>
                        </a:lnTo>
                        <a:lnTo>
                          <a:pt x="37" y="8"/>
                        </a:lnTo>
                        <a:lnTo>
                          <a:pt x="40" y="8"/>
                        </a:lnTo>
                        <a:lnTo>
                          <a:pt x="44" y="8"/>
                        </a:lnTo>
                        <a:lnTo>
                          <a:pt x="47" y="9"/>
                        </a:lnTo>
                        <a:lnTo>
                          <a:pt x="51" y="9"/>
                        </a:lnTo>
                        <a:lnTo>
                          <a:pt x="55" y="10"/>
                        </a:lnTo>
                        <a:lnTo>
                          <a:pt x="58" y="10"/>
                        </a:lnTo>
                        <a:lnTo>
                          <a:pt x="63" y="10"/>
                        </a:lnTo>
                        <a:lnTo>
                          <a:pt x="68" y="10"/>
                        </a:lnTo>
                        <a:lnTo>
                          <a:pt x="71" y="12"/>
                        </a:lnTo>
                        <a:lnTo>
                          <a:pt x="76" y="12"/>
                        </a:lnTo>
                        <a:lnTo>
                          <a:pt x="81" y="13"/>
                        </a:lnTo>
                        <a:lnTo>
                          <a:pt x="85" y="13"/>
                        </a:lnTo>
                        <a:lnTo>
                          <a:pt x="90" y="13"/>
                        </a:lnTo>
                        <a:lnTo>
                          <a:pt x="95" y="14"/>
                        </a:lnTo>
                        <a:lnTo>
                          <a:pt x="101" y="14"/>
                        </a:lnTo>
                        <a:lnTo>
                          <a:pt x="104" y="15"/>
                        </a:lnTo>
                        <a:lnTo>
                          <a:pt x="112" y="15"/>
                        </a:lnTo>
                        <a:lnTo>
                          <a:pt x="116" y="15"/>
                        </a:lnTo>
                        <a:lnTo>
                          <a:pt x="121" y="16"/>
                        </a:lnTo>
                        <a:lnTo>
                          <a:pt x="126" y="16"/>
                        </a:lnTo>
                        <a:lnTo>
                          <a:pt x="132" y="18"/>
                        </a:lnTo>
                        <a:lnTo>
                          <a:pt x="136" y="18"/>
                        </a:lnTo>
                        <a:lnTo>
                          <a:pt x="142" y="18"/>
                        </a:lnTo>
                        <a:lnTo>
                          <a:pt x="147" y="18"/>
                        </a:lnTo>
                        <a:lnTo>
                          <a:pt x="153" y="19"/>
                        </a:lnTo>
                        <a:lnTo>
                          <a:pt x="159" y="19"/>
                        </a:lnTo>
                        <a:lnTo>
                          <a:pt x="165" y="19"/>
                        </a:lnTo>
                        <a:lnTo>
                          <a:pt x="170" y="20"/>
                        </a:lnTo>
                        <a:lnTo>
                          <a:pt x="176" y="20"/>
                        </a:lnTo>
                        <a:lnTo>
                          <a:pt x="182" y="20"/>
                        </a:lnTo>
                        <a:lnTo>
                          <a:pt x="187" y="21"/>
                        </a:lnTo>
                        <a:lnTo>
                          <a:pt x="193" y="21"/>
                        </a:lnTo>
                        <a:lnTo>
                          <a:pt x="199" y="21"/>
                        </a:lnTo>
                        <a:lnTo>
                          <a:pt x="204" y="21"/>
                        </a:lnTo>
                        <a:lnTo>
                          <a:pt x="210" y="21"/>
                        </a:lnTo>
                        <a:lnTo>
                          <a:pt x="215" y="21"/>
                        </a:lnTo>
                        <a:lnTo>
                          <a:pt x="221" y="22"/>
                        </a:lnTo>
                        <a:lnTo>
                          <a:pt x="225" y="22"/>
                        </a:lnTo>
                        <a:lnTo>
                          <a:pt x="231" y="22"/>
                        </a:lnTo>
                        <a:lnTo>
                          <a:pt x="237" y="22"/>
                        </a:lnTo>
                        <a:lnTo>
                          <a:pt x="243" y="22"/>
                        </a:lnTo>
                        <a:lnTo>
                          <a:pt x="248" y="22"/>
                        </a:lnTo>
                        <a:lnTo>
                          <a:pt x="253" y="22"/>
                        </a:lnTo>
                        <a:lnTo>
                          <a:pt x="259" y="22"/>
                        </a:lnTo>
                        <a:lnTo>
                          <a:pt x="263" y="22"/>
                        </a:lnTo>
                        <a:lnTo>
                          <a:pt x="268" y="22"/>
                        </a:lnTo>
                        <a:lnTo>
                          <a:pt x="274" y="22"/>
                        </a:lnTo>
                        <a:lnTo>
                          <a:pt x="279" y="22"/>
                        </a:lnTo>
                        <a:lnTo>
                          <a:pt x="284" y="22"/>
                        </a:lnTo>
                        <a:lnTo>
                          <a:pt x="288" y="21"/>
                        </a:lnTo>
                        <a:lnTo>
                          <a:pt x="292" y="21"/>
                        </a:lnTo>
                        <a:lnTo>
                          <a:pt x="294" y="21"/>
                        </a:lnTo>
                        <a:lnTo>
                          <a:pt x="297" y="21"/>
                        </a:lnTo>
                        <a:lnTo>
                          <a:pt x="299" y="21"/>
                        </a:lnTo>
                        <a:lnTo>
                          <a:pt x="303" y="21"/>
                        </a:lnTo>
                        <a:lnTo>
                          <a:pt x="305" y="20"/>
                        </a:lnTo>
                        <a:lnTo>
                          <a:pt x="306" y="20"/>
                        </a:lnTo>
                        <a:lnTo>
                          <a:pt x="310" y="20"/>
                        </a:lnTo>
                        <a:lnTo>
                          <a:pt x="313" y="20"/>
                        </a:lnTo>
                        <a:lnTo>
                          <a:pt x="316" y="20"/>
                        </a:lnTo>
                        <a:lnTo>
                          <a:pt x="319" y="20"/>
                        </a:lnTo>
                        <a:lnTo>
                          <a:pt x="322" y="20"/>
                        </a:lnTo>
                        <a:lnTo>
                          <a:pt x="324" y="20"/>
                        </a:lnTo>
                        <a:lnTo>
                          <a:pt x="327" y="19"/>
                        </a:lnTo>
                        <a:lnTo>
                          <a:pt x="330" y="19"/>
                        </a:lnTo>
                        <a:lnTo>
                          <a:pt x="335" y="19"/>
                        </a:lnTo>
                        <a:lnTo>
                          <a:pt x="337" y="19"/>
                        </a:lnTo>
                        <a:lnTo>
                          <a:pt x="339" y="19"/>
                        </a:lnTo>
                        <a:lnTo>
                          <a:pt x="344" y="19"/>
                        </a:lnTo>
                        <a:lnTo>
                          <a:pt x="346" y="19"/>
                        </a:lnTo>
                        <a:lnTo>
                          <a:pt x="351" y="19"/>
                        </a:lnTo>
                        <a:lnTo>
                          <a:pt x="355" y="18"/>
                        </a:lnTo>
                        <a:lnTo>
                          <a:pt x="357" y="18"/>
                        </a:lnTo>
                        <a:lnTo>
                          <a:pt x="361" y="18"/>
                        </a:lnTo>
                        <a:lnTo>
                          <a:pt x="364" y="18"/>
                        </a:lnTo>
                        <a:lnTo>
                          <a:pt x="369" y="18"/>
                        </a:lnTo>
                        <a:lnTo>
                          <a:pt x="373" y="18"/>
                        </a:lnTo>
                        <a:lnTo>
                          <a:pt x="376" y="18"/>
                        </a:lnTo>
                        <a:lnTo>
                          <a:pt x="381" y="18"/>
                        </a:lnTo>
                        <a:lnTo>
                          <a:pt x="384" y="18"/>
                        </a:lnTo>
                        <a:lnTo>
                          <a:pt x="388" y="18"/>
                        </a:lnTo>
                        <a:lnTo>
                          <a:pt x="392" y="18"/>
                        </a:lnTo>
                        <a:lnTo>
                          <a:pt x="396" y="18"/>
                        </a:lnTo>
                        <a:lnTo>
                          <a:pt x="400" y="16"/>
                        </a:lnTo>
                        <a:lnTo>
                          <a:pt x="403" y="16"/>
                        </a:lnTo>
                        <a:lnTo>
                          <a:pt x="408" y="16"/>
                        </a:lnTo>
                        <a:lnTo>
                          <a:pt x="412" y="16"/>
                        </a:lnTo>
                        <a:lnTo>
                          <a:pt x="415" y="16"/>
                        </a:lnTo>
                        <a:lnTo>
                          <a:pt x="420" y="16"/>
                        </a:lnTo>
                        <a:lnTo>
                          <a:pt x="425" y="16"/>
                        </a:lnTo>
                        <a:lnTo>
                          <a:pt x="428" y="16"/>
                        </a:lnTo>
                        <a:lnTo>
                          <a:pt x="433" y="16"/>
                        </a:lnTo>
                        <a:lnTo>
                          <a:pt x="438" y="16"/>
                        </a:lnTo>
                        <a:lnTo>
                          <a:pt x="441" y="16"/>
                        </a:lnTo>
                        <a:lnTo>
                          <a:pt x="446" y="16"/>
                        </a:lnTo>
                        <a:lnTo>
                          <a:pt x="451" y="15"/>
                        </a:lnTo>
                        <a:lnTo>
                          <a:pt x="456" y="15"/>
                        </a:lnTo>
                        <a:lnTo>
                          <a:pt x="459" y="15"/>
                        </a:lnTo>
                        <a:lnTo>
                          <a:pt x="463" y="15"/>
                        </a:lnTo>
                        <a:lnTo>
                          <a:pt x="469" y="15"/>
                        </a:lnTo>
                        <a:lnTo>
                          <a:pt x="472" y="15"/>
                        </a:lnTo>
                        <a:lnTo>
                          <a:pt x="477" y="15"/>
                        </a:lnTo>
                        <a:lnTo>
                          <a:pt x="482" y="15"/>
                        </a:lnTo>
                        <a:lnTo>
                          <a:pt x="486" y="15"/>
                        </a:lnTo>
                        <a:lnTo>
                          <a:pt x="490" y="15"/>
                        </a:lnTo>
                        <a:lnTo>
                          <a:pt x="495" y="15"/>
                        </a:lnTo>
                        <a:lnTo>
                          <a:pt x="500" y="15"/>
                        </a:lnTo>
                        <a:lnTo>
                          <a:pt x="504" y="15"/>
                        </a:lnTo>
                        <a:lnTo>
                          <a:pt x="509" y="15"/>
                        </a:lnTo>
                        <a:lnTo>
                          <a:pt x="514" y="15"/>
                        </a:lnTo>
                        <a:lnTo>
                          <a:pt x="519" y="15"/>
                        </a:lnTo>
                        <a:lnTo>
                          <a:pt x="516" y="16"/>
                        </a:lnTo>
                        <a:lnTo>
                          <a:pt x="513" y="18"/>
                        </a:lnTo>
                        <a:lnTo>
                          <a:pt x="510" y="18"/>
                        </a:lnTo>
                        <a:lnTo>
                          <a:pt x="507" y="20"/>
                        </a:lnTo>
                        <a:lnTo>
                          <a:pt x="504" y="21"/>
                        </a:lnTo>
                        <a:lnTo>
                          <a:pt x="501" y="21"/>
                        </a:lnTo>
                        <a:lnTo>
                          <a:pt x="498" y="24"/>
                        </a:lnTo>
                        <a:lnTo>
                          <a:pt x="497" y="25"/>
                        </a:lnTo>
                        <a:lnTo>
                          <a:pt x="491" y="27"/>
                        </a:lnTo>
                        <a:lnTo>
                          <a:pt x="488" y="29"/>
                        </a:lnTo>
                        <a:lnTo>
                          <a:pt x="483" y="33"/>
                        </a:lnTo>
                        <a:lnTo>
                          <a:pt x="479" y="37"/>
                        </a:lnTo>
                        <a:lnTo>
                          <a:pt x="476" y="40"/>
                        </a:lnTo>
                        <a:lnTo>
                          <a:pt x="473" y="45"/>
                        </a:lnTo>
                        <a:lnTo>
                          <a:pt x="471" y="46"/>
                        </a:lnTo>
                        <a:lnTo>
                          <a:pt x="471" y="48"/>
                        </a:lnTo>
                        <a:lnTo>
                          <a:pt x="470" y="51"/>
                        </a:lnTo>
                        <a:lnTo>
                          <a:pt x="469" y="54"/>
                        </a:lnTo>
                        <a:lnTo>
                          <a:pt x="469" y="56"/>
                        </a:lnTo>
                        <a:lnTo>
                          <a:pt x="469" y="59"/>
                        </a:lnTo>
                        <a:lnTo>
                          <a:pt x="467" y="62"/>
                        </a:lnTo>
                        <a:lnTo>
                          <a:pt x="467" y="65"/>
                        </a:lnTo>
                        <a:lnTo>
                          <a:pt x="467" y="69"/>
                        </a:lnTo>
                        <a:lnTo>
                          <a:pt x="467" y="71"/>
                        </a:lnTo>
                        <a:lnTo>
                          <a:pt x="469" y="75"/>
                        </a:lnTo>
                        <a:lnTo>
                          <a:pt x="469" y="79"/>
                        </a:lnTo>
                        <a:lnTo>
                          <a:pt x="471" y="78"/>
                        </a:lnTo>
                        <a:lnTo>
                          <a:pt x="473" y="78"/>
                        </a:lnTo>
                        <a:lnTo>
                          <a:pt x="476" y="77"/>
                        </a:lnTo>
                        <a:lnTo>
                          <a:pt x="479" y="77"/>
                        </a:lnTo>
                        <a:lnTo>
                          <a:pt x="482" y="76"/>
                        </a:lnTo>
                        <a:lnTo>
                          <a:pt x="484" y="76"/>
                        </a:lnTo>
                        <a:lnTo>
                          <a:pt x="486" y="76"/>
                        </a:lnTo>
                        <a:lnTo>
                          <a:pt x="490" y="75"/>
                        </a:lnTo>
                        <a:lnTo>
                          <a:pt x="495" y="73"/>
                        </a:lnTo>
                        <a:lnTo>
                          <a:pt x="500" y="71"/>
                        </a:lnTo>
                        <a:lnTo>
                          <a:pt x="504" y="71"/>
                        </a:lnTo>
                        <a:lnTo>
                          <a:pt x="510" y="70"/>
                        </a:lnTo>
                        <a:lnTo>
                          <a:pt x="515" y="67"/>
                        </a:lnTo>
                        <a:lnTo>
                          <a:pt x="519" y="66"/>
                        </a:lnTo>
                        <a:lnTo>
                          <a:pt x="524" y="64"/>
                        </a:lnTo>
                        <a:lnTo>
                          <a:pt x="529" y="63"/>
                        </a:lnTo>
                        <a:lnTo>
                          <a:pt x="534" y="60"/>
                        </a:lnTo>
                        <a:lnTo>
                          <a:pt x="539" y="59"/>
                        </a:lnTo>
                        <a:lnTo>
                          <a:pt x="543" y="56"/>
                        </a:lnTo>
                        <a:lnTo>
                          <a:pt x="548" y="54"/>
                        </a:lnTo>
                        <a:lnTo>
                          <a:pt x="552" y="52"/>
                        </a:lnTo>
                        <a:lnTo>
                          <a:pt x="556" y="51"/>
                        </a:lnTo>
                        <a:lnTo>
                          <a:pt x="562" y="48"/>
                        </a:lnTo>
                        <a:lnTo>
                          <a:pt x="567" y="46"/>
                        </a:lnTo>
                        <a:lnTo>
                          <a:pt x="571" y="44"/>
                        </a:lnTo>
                        <a:lnTo>
                          <a:pt x="577" y="41"/>
                        </a:lnTo>
                        <a:lnTo>
                          <a:pt x="581" y="39"/>
                        </a:lnTo>
                        <a:lnTo>
                          <a:pt x="586" y="38"/>
                        </a:lnTo>
                        <a:lnTo>
                          <a:pt x="591" y="35"/>
                        </a:lnTo>
                        <a:lnTo>
                          <a:pt x="596" y="34"/>
                        </a:lnTo>
                        <a:lnTo>
                          <a:pt x="600" y="33"/>
                        </a:lnTo>
                        <a:lnTo>
                          <a:pt x="606" y="31"/>
                        </a:lnTo>
                        <a:lnTo>
                          <a:pt x="611" y="29"/>
                        </a:lnTo>
                        <a:lnTo>
                          <a:pt x="616" y="28"/>
                        </a:lnTo>
                        <a:lnTo>
                          <a:pt x="619" y="27"/>
                        </a:lnTo>
                        <a:lnTo>
                          <a:pt x="622" y="27"/>
                        </a:lnTo>
                        <a:lnTo>
                          <a:pt x="625" y="26"/>
                        </a:lnTo>
                        <a:lnTo>
                          <a:pt x="628" y="26"/>
                        </a:lnTo>
                        <a:lnTo>
                          <a:pt x="625" y="24"/>
                        </a:lnTo>
                        <a:lnTo>
                          <a:pt x="624" y="21"/>
                        </a:lnTo>
                        <a:lnTo>
                          <a:pt x="621" y="18"/>
                        </a:lnTo>
                        <a:lnTo>
                          <a:pt x="618" y="14"/>
                        </a:lnTo>
                        <a:lnTo>
                          <a:pt x="621" y="13"/>
                        </a:lnTo>
                        <a:lnTo>
                          <a:pt x="625" y="13"/>
                        </a:lnTo>
                        <a:lnTo>
                          <a:pt x="628" y="13"/>
                        </a:lnTo>
                        <a:lnTo>
                          <a:pt x="632" y="13"/>
                        </a:lnTo>
                        <a:lnTo>
                          <a:pt x="637" y="13"/>
                        </a:lnTo>
                        <a:lnTo>
                          <a:pt x="641" y="13"/>
                        </a:lnTo>
                        <a:lnTo>
                          <a:pt x="644" y="13"/>
                        </a:lnTo>
                        <a:lnTo>
                          <a:pt x="648" y="13"/>
                        </a:lnTo>
                        <a:lnTo>
                          <a:pt x="651" y="13"/>
                        </a:lnTo>
                        <a:lnTo>
                          <a:pt x="656" y="13"/>
                        </a:lnTo>
                        <a:lnTo>
                          <a:pt x="660" y="13"/>
                        </a:lnTo>
                        <a:lnTo>
                          <a:pt x="663" y="13"/>
                        </a:lnTo>
                        <a:lnTo>
                          <a:pt x="667" y="13"/>
                        </a:lnTo>
                        <a:lnTo>
                          <a:pt x="670" y="13"/>
                        </a:lnTo>
                        <a:lnTo>
                          <a:pt x="674" y="13"/>
                        </a:lnTo>
                        <a:lnTo>
                          <a:pt x="679" y="13"/>
                        </a:lnTo>
                        <a:lnTo>
                          <a:pt x="682" y="13"/>
                        </a:lnTo>
                        <a:lnTo>
                          <a:pt x="686" y="13"/>
                        </a:lnTo>
                        <a:lnTo>
                          <a:pt x="689" y="13"/>
                        </a:lnTo>
                        <a:lnTo>
                          <a:pt x="693" y="13"/>
                        </a:lnTo>
                        <a:lnTo>
                          <a:pt x="696" y="13"/>
                        </a:lnTo>
                        <a:lnTo>
                          <a:pt x="700" y="13"/>
                        </a:lnTo>
                        <a:lnTo>
                          <a:pt x="704" y="13"/>
                        </a:lnTo>
                        <a:lnTo>
                          <a:pt x="707" y="13"/>
                        </a:lnTo>
                        <a:lnTo>
                          <a:pt x="711" y="13"/>
                        </a:lnTo>
                        <a:lnTo>
                          <a:pt x="714" y="13"/>
                        </a:lnTo>
                        <a:lnTo>
                          <a:pt x="718" y="13"/>
                        </a:lnTo>
                        <a:lnTo>
                          <a:pt x="721" y="13"/>
                        </a:lnTo>
                        <a:lnTo>
                          <a:pt x="724" y="13"/>
                        </a:lnTo>
                        <a:lnTo>
                          <a:pt x="729" y="13"/>
                        </a:lnTo>
                        <a:lnTo>
                          <a:pt x="731" y="13"/>
                        </a:lnTo>
                        <a:lnTo>
                          <a:pt x="734" y="14"/>
                        </a:lnTo>
                        <a:lnTo>
                          <a:pt x="738" y="14"/>
                        </a:lnTo>
                        <a:lnTo>
                          <a:pt x="742" y="14"/>
                        </a:lnTo>
                        <a:lnTo>
                          <a:pt x="744" y="14"/>
                        </a:lnTo>
                        <a:lnTo>
                          <a:pt x="746" y="14"/>
                        </a:lnTo>
                        <a:lnTo>
                          <a:pt x="750" y="14"/>
                        </a:lnTo>
                        <a:lnTo>
                          <a:pt x="753" y="14"/>
                        </a:lnTo>
                        <a:lnTo>
                          <a:pt x="756" y="14"/>
                        </a:lnTo>
                        <a:lnTo>
                          <a:pt x="759" y="14"/>
                        </a:lnTo>
                        <a:lnTo>
                          <a:pt x="762" y="14"/>
                        </a:lnTo>
                        <a:lnTo>
                          <a:pt x="764" y="14"/>
                        </a:lnTo>
                        <a:lnTo>
                          <a:pt x="766" y="14"/>
                        </a:lnTo>
                        <a:lnTo>
                          <a:pt x="770" y="15"/>
                        </a:lnTo>
                        <a:lnTo>
                          <a:pt x="772" y="15"/>
                        </a:lnTo>
                        <a:lnTo>
                          <a:pt x="775" y="15"/>
                        </a:lnTo>
                        <a:lnTo>
                          <a:pt x="778" y="15"/>
                        </a:lnTo>
                        <a:lnTo>
                          <a:pt x="781" y="15"/>
                        </a:lnTo>
                        <a:lnTo>
                          <a:pt x="785" y="15"/>
                        </a:lnTo>
                        <a:lnTo>
                          <a:pt x="790" y="15"/>
                        </a:lnTo>
                        <a:lnTo>
                          <a:pt x="795" y="15"/>
                        </a:lnTo>
                        <a:lnTo>
                          <a:pt x="800" y="16"/>
                        </a:lnTo>
                        <a:lnTo>
                          <a:pt x="804" y="16"/>
                        </a:lnTo>
                        <a:lnTo>
                          <a:pt x="808" y="16"/>
                        </a:lnTo>
                        <a:lnTo>
                          <a:pt x="813" y="18"/>
                        </a:lnTo>
                        <a:lnTo>
                          <a:pt x="816" y="18"/>
                        </a:lnTo>
                        <a:lnTo>
                          <a:pt x="815" y="21"/>
                        </a:lnTo>
                        <a:lnTo>
                          <a:pt x="816" y="25"/>
                        </a:lnTo>
                        <a:lnTo>
                          <a:pt x="816" y="28"/>
                        </a:lnTo>
                        <a:lnTo>
                          <a:pt x="818" y="33"/>
                        </a:lnTo>
                        <a:lnTo>
                          <a:pt x="820" y="37"/>
                        </a:lnTo>
                        <a:lnTo>
                          <a:pt x="821" y="41"/>
                        </a:lnTo>
                        <a:lnTo>
                          <a:pt x="823" y="45"/>
                        </a:lnTo>
                        <a:lnTo>
                          <a:pt x="827" y="48"/>
                        </a:lnTo>
                        <a:lnTo>
                          <a:pt x="829" y="52"/>
                        </a:lnTo>
                        <a:lnTo>
                          <a:pt x="833" y="56"/>
                        </a:lnTo>
                        <a:lnTo>
                          <a:pt x="835" y="59"/>
                        </a:lnTo>
                        <a:lnTo>
                          <a:pt x="840" y="64"/>
                        </a:lnTo>
                        <a:lnTo>
                          <a:pt x="842" y="66"/>
                        </a:lnTo>
                        <a:lnTo>
                          <a:pt x="847" y="70"/>
                        </a:lnTo>
                        <a:lnTo>
                          <a:pt x="852" y="73"/>
                        </a:lnTo>
                        <a:lnTo>
                          <a:pt x="855" y="76"/>
                        </a:lnTo>
                        <a:lnTo>
                          <a:pt x="860" y="79"/>
                        </a:lnTo>
                        <a:lnTo>
                          <a:pt x="865" y="82"/>
                        </a:lnTo>
                        <a:lnTo>
                          <a:pt x="870" y="83"/>
                        </a:lnTo>
                        <a:lnTo>
                          <a:pt x="874" y="85"/>
                        </a:lnTo>
                        <a:lnTo>
                          <a:pt x="878" y="86"/>
                        </a:lnTo>
                        <a:lnTo>
                          <a:pt x="884" y="89"/>
                        </a:lnTo>
                        <a:lnTo>
                          <a:pt x="889" y="89"/>
                        </a:lnTo>
                        <a:lnTo>
                          <a:pt x="893" y="91"/>
                        </a:lnTo>
                        <a:lnTo>
                          <a:pt x="898" y="91"/>
                        </a:lnTo>
                        <a:lnTo>
                          <a:pt x="902" y="91"/>
                        </a:lnTo>
                        <a:lnTo>
                          <a:pt x="906" y="91"/>
                        </a:lnTo>
                        <a:lnTo>
                          <a:pt x="911" y="91"/>
                        </a:lnTo>
                        <a:lnTo>
                          <a:pt x="915" y="89"/>
                        </a:lnTo>
                        <a:lnTo>
                          <a:pt x="920" y="89"/>
                        </a:lnTo>
                        <a:lnTo>
                          <a:pt x="923" y="86"/>
                        </a:lnTo>
                        <a:lnTo>
                          <a:pt x="927" y="85"/>
                        </a:lnTo>
                        <a:lnTo>
                          <a:pt x="925" y="83"/>
                        </a:lnTo>
                        <a:lnTo>
                          <a:pt x="924" y="79"/>
                        </a:lnTo>
                        <a:lnTo>
                          <a:pt x="923" y="77"/>
                        </a:lnTo>
                        <a:lnTo>
                          <a:pt x="922" y="75"/>
                        </a:lnTo>
                        <a:lnTo>
                          <a:pt x="920" y="70"/>
                        </a:lnTo>
                        <a:lnTo>
                          <a:pt x="917" y="65"/>
                        </a:lnTo>
                        <a:lnTo>
                          <a:pt x="915" y="62"/>
                        </a:lnTo>
                        <a:lnTo>
                          <a:pt x="911" y="56"/>
                        </a:lnTo>
                        <a:lnTo>
                          <a:pt x="909" y="52"/>
                        </a:lnTo>
                        <a:lnTo>
                          <a:pt x="906" y="48"/>
                        </a:lnTo>
                        <a:lnTo>
                          <a:pt x="902" y="44"/>
                        </a:lnTo>
                        <a:lnTo>
                          <a:pt x="898" y="40"/>
                        </a:lnTo>
                        <a:lnTo>
                          <a:pt x="895" y="37"/>
                        </a:lnTo>
                        <a:lnTo>
                          <a:pt x="891" y="33"/>
                        </a:lnTo>
                        <a:lnTo>
                          <a:pt x="889" y="31"/>
                        </a:lnTo>
                        <a:lnTo>
                          <a:pt x="884" y="27"/>
                        </a:lnTo>
                        <a:lnTo>
                          <a:pt x="879" y="25"/>
                        </a:lnTo>
                        <a:lnTo>
                          <a:pt x="876" y="22"/>
                        </a:lnTo>
                        <a:lnTo>
                          <a:pt x="878" y="22"/>
                        </a:lnTo>
                        <a:lnTo>
                          <a:pt x="880" y="22"/>
                        </a:lnTo>
                        <a:lnTo>
                          <a:pt x="884" y="22"/>
                        </a:lnTo>
                        <a:lnTo>
                          <a:pt x="886" y="22"/>
                        </a:lnTo>
                        <a:lnTo>
                          <a:pt x="890" y="22"/>
                        </a:lnTo>
                        <a:lnTo>
                          <a:pt x="892" y="22"/>
                        </a:lnTo>
                        <a:lnTo>
                          <a:pt x="896" y="22"/>
                        </a:lnTo>
                        <a:lnTo>
                          <a:pt x="898" y="22"/>
                        </a:lnTo>
                        <a:lnTo>
                          <a:pt x="902" y="22"/>
                        </a:lnTo>
                        <a:lnTo>
                          <a:pt x="904" y="22"/>
                        </a:lnTo>
                        <a:lnTo>
                          <a:pt x="908" y="22"/>
                        </a:lnTo>
                        <a:lnTo>
                          <a:pt x="911" y="22"/>
                        </a:lnTo>
                        <a:lnTo>
                          <a:pt x="915" y="22"/>
                        </a:lnTo>
                        <a:lnTo>
                          <a:pt x="918" y="22"/>
                        </a:lnTo>
                        <a:lnTo>
                          <a:pt x="922" y="22"/>
                        </a:lnTo>
                        <a:lnTo>
                          <a:pt x="925" y="22"/>
                        </a:lnTo>
                        <a:lnTo>
                          <a:pt x="928" y="21"/>
                        </a:lnTo>
                        <a:lnTo>
                          <a:pt x="931" y="21"/>
                        </a:lnTo>
                        <a:lnTo>
                          <a:pt x="935" y="21"/>
                        </a:lnTo>
                        <a:lnTo>
                          <a:pt x="940" y="21"/>
                        </a:lnTo>
                        <a:lnTo>
                          <a:pt x="942" y="21"/>
                        </a:lnTo>
                        <a:lnTo>
                          <a:pt x="947" y="21"/>
                        </a:lnTo>
                        <a:lnTo>
                          <a:pt x="949" y="21"/>
                        </a:lnTo>
                        <a:lnTo>
                          <a:pt x="954" y="21"/>
                        </a:lnTo>
                        <a:lnTo>
                          <a:pt x="956" y="21"/>
                        </a:lnTo>
                        <a:lnTo>
                          <a:pt x="961" y="21"/>
                        </a:lnTo>
                        <a:lnTo>
                          <a:pt x="965" y="21"/>
                        </a:lnTo>
                        <a:lnTo>
                          <a:pt x="969" y="21"/>
                        </a:lnTo>
                        <a:lnTo>
                          <a:pt x="972" y="21"/>
                        </a:lnTo>
                        <a:lnTo>
                          <a:pt x="976" y="21"/>
                        </a:lnTo>
                        <a:lnTo>
                          <a:pt x="980" y="21"/>
                        </a:lnTo>
                        <a:lnTo>
                          <a:pt x="985" y="21"/>
                        </a:lnTo>
                        <a:lnTo>
                          <a:pt x="988" y="21"/>
                        </a:lnTo>
                        <a:lnTo>
                          <a:pt x="992" y="21"/>
                        </a:lnTo>
                        <a:lnTo>
                          <a:pt x="995" y="21"/>
                        </a:lnTo>
                        <a:lnTo>
                          <a:pt x="1000" y="21"/>
                        </a:lnTo>
                        <a:lnTo>
                          <a:pt x="1004" y="20"/>
                        </a:lnTo>
                        <a:lnTo>
                          <a:pt x="1007" y="20"/>
                        </a:lnTo>
                        <a:lnTo>
                          <a:pt x="1012" y="20"/>
                        </a:lnTo>
                        <a:lnTo>
                          <a:pt x="1017" y="20"/>
                        </a:lnTo>
                        <a:lnTo>
                          <a:pt x="1020" y="20"/>
                        </a:lnTo>
                        <a:lnTo>
                          <a:pt x="1025" y="20"/>
                        </a:lnTo>
                        <a:lnTo>
                          <a:pt x="1029" y="20"/>
                        </a:lnTo>
                        <a:lnTo>
                          <a:pt x="1033" y="20"/>
                        </a:lnTo>
                        <a:lnTo>
                          <a:pt x="1038" y="20"/>
                        </a:lnTo>
                        <a:lnTo>
                          <a:pt x="1042" y="20"/>
                        </a:lnTo>
                        <a:lnTo>
                          <a:pt x="1047" y="20"/>
                        </a:lnTo>
                        <a:lnTo>
                          <a:pt x="1050" y="20"/>
                        </a:lnTo>
                        <a:lnTo>
                          <a:pt x="1055" y="19"/>
                        </a:lnTo>
                        <a:lnTo>
                          <a:pt x="1060" y="19"/>
                        </a:lnTo>
                        <a:lnTo>
                          <a:pt x="1063" y="19"/>
                        </a:lnTo>
                        <a:lnTo>
                          <a:pt x="1068" y="19"/>
                        </a:lnTo>
                        <a:lnTo>
                          <a:pt x="1073" y="19"/>
                        </a:lnTo>
                        <a:lnTo>
                          <a:pt x="1076" y="19"/>
                        </a:lnTo>
                        <a:lnTo>
                          <a:pt x="1081" y="19"/>
                        </a:lnTo>
                        <a:lnTo>
                          <a:pt x="1084" y="19"/>
                        </a:lnTo>
                        <a:lnTo>
                          <a:pt x="1089" y="18"/>
                        </a:lnTo>
                        <a:lnTo>
                          <a:pt x="1094" y="18"/>
                        </a:lnTo>
                        <a:lnTo>
                          <a:pt x="1099" y="18"/>
                        </a:lnTo>
                        <a:lnTo>
                          <a:pt x="1102" y="18"/>
                        </a:lnTo>
                        <a:lnTo>
                          <a:pt x="1107" y="18"/>
                        </a:lnTo>
                        <a:lnTo>
                          <a:pt x="1112" y="18"/>
                        </a:lnTo>
                        <a:lnTo>
                          <a:pt x="1115" y="18"/>
                        </a:lnTo>
                        <a:lnTo>
                          <a:pt x="1120" y="18"/>
                        </a:lnTo>
                        <a:lnTo>
                          <a:pt x="1118" y="21"/>
                        </a:lnTo>
                        <a:lnTo>
                          <a:pt x="1115" y="24"/>
                        </a:lnTo>
                        <a:lnTo>
                          <a:pt x="1113" y="27"/>
                        </a:lnTo>
                        <a:lnTo>
                          <a:pt x="1112" y="31"/>
                        </a:lnTo>
                        <a:lnTo>
                          <a:pt x="1108" y="34"/>
                        </a:lnTo>
                        <a:lnTo>
                          <a:pt x="1106" y="38"/>
                        </a:lnTo>
                        <a:lnTo>
                          <a:pt x="1103" y="41"/>
                        </a:lnTo>
                        <a:lnTo>
                          <a:pt x="1103" y="44"/>
                        </a:lnTo>
                        <a:lnTo>
                          <a:pt x="1107" y="44"/>
                        </a:lnTo>
                        <a:lnTo>
                          <a:pt x="1113" y="45"/>
                        </a:lnTo>
                        <a:lnTo>
                          <a:pt x="1117" y="46"/>
                        </a:lnTo>
                        <a:lnTo>
                          <a:pt x="1122" y="47"/>
                        </a:lnTo>
                        <a:lnTo>
                          <a:pt x="1127" y="48"/>
                        </a:lnTo>
                        <a:lnTo>
                          <a:pt x="1132" y="50"/>
                        </a:lnTo>
                        <a:lnTo>
                          <a:pt x="1137" y="52"/>
                        </a:lnTo>
                        <a:lnTo>
                          <a:pt x="1141" y="54"/>
                        </a:lnTo>
                        <a:lnTo>
                          <a:pt x="1146" y="56"/>
                        </a:lnTo>
                        <a:lnTo>
                          <a:pt x="1151" y="59"/>
                        </a:lnTo>
                        <a:lnTo>
                          <a:pt x="1156" y="60"/>
                        </a:lnTo>
                        <a:lnTo>
                          <a:pt x="1160" y="64"/>
                        </a:lnTo>
                        <a:lnTo>
                          <a:pt x="1164" y="66"/>
                        </a:lnTo>
                        <a:lnTo>
                          <a:pt x="1170" y="69"/>
                        </a:lnTo>
                        <a:lnTo>
                          <a:pt x="1175" y="71"/>
                        </a:lnTo>
                        <a:lnTo>
                          <a:pt x="1179" y="73"/>
                        </a:lnTo>
                        <a:lnTo>
                          <a:pt x="1184" y="75"/>
                        </a:lnTo>
                        <a:lnTo>
                          <a:pt x="1189" y="76"/>
                        </a:lnTo>
                        <a:lnTo>
                          <a:pt x="1194" y="78"/>
                        </a:lnTo>
                        <a:lnTo>
                          <a:pt x="1198" y="81"/>
                        </a:lnTo>
                        <a:lnTo>
                          <a:pt x="1202" y="82"/>
                        </a:lnTo>
                        <a:lnTo>
                          <a:pt x="1208" y="82"/>
                        </a:lnTo>
                        <a:lnTo>
                          <a:pt x="1213" y="83"/>
                        </a:lnTo>
                        <a:lnTo>
                          <a:pt x="1217" y="83"/>
                        </a:lnTo>
                        <a:lnTo>
                          <a:pt x="1221" y="83"/>
                        </a:lnTo>
                        <a:lnTo>
                          <a:pt x="1227" y="82"/>
                        </a:lnTo>
                        <a:lnTo>
                          <a:pt x="1230" y="81"/>
                        </a:lnTo>
                        <a:lnTo>
                          <a:pt x="1236" y="79"/>
                        </a:lnTo>
                        <a:lnTo>
                          <a:pt x="1241" y="76"/>
                        </a:lnTo>
                        <a:lnTo>
                          <a:pt x="1246" y="73"/>
                        </a:lnTo>
                        <a:lnTo>
                          <a:pt x="1251" y="71"/>
                        </a:lnTo>
                        <a:lnTo>
                          <a:pt x="1257" y="67"/>
                        </a:lnTo>
                        <a:lnTo>
                          <a:pt x="1251" y="64"/>
                        </a:lnTo>
                        <a:lnTo>
                          <a:pt x="1246" y="59"/>
                        </a:lnTo>
                        <a:lnTo>
                          <a:pt x="1241" y="56"/>
                        </a:lnTo>
                        <a:lnTo>
                          <a:pt x="1236" y="52"/>
                        </a:lnTo>
                        <a:lnTo>
                          <a:pt x="1232" y="48"/>
                        </a:lnTo>
                        <a:lnTo>
                          <a:pt x="1227" y="45"/>
                        </a:lnTo>
                        <a:lnTo>
                          <a:pt x="1222" y="41"/>
                        </a:lnTo>
                        <a:lnTo>
                          <a:pt x="1217" y="38"/>
                        </a:lnTo>
                        <a:lnTo>
                          <a:pt x="1213" y="34"/>
                        </a:lnTo>
                        <a:lnTo>
                          <a:pt x="1208" y="31"/>
                        </a:lnTo>
                        <a:lnTo>
                          <a:pt x="1202" y="28"/>
                        </a:lnTo>
                        <a:lnTo>
                          <a:pt x="1197" y="26"/>
                        </a:lnTo>
                        <a:lnTo>
                          <a:pt x="1192" y="22"/>
                        </a:lnTo>
                        <a:lnTo>
                          <a:pt x="1188" y="20"/>
                        </a:lnTo>
                        <a:lnTo>
                          <a:pt x="1182" y="18"/>
                        </a:lnTo>
                        <a:lnTo>
                          <a:pt x="1177" y="15"/>
                        </a:lnTo>
                        <a:lnTo>
                          <a:pt x="1182" y="15"/>
                        </a:lnTo>
                        <a:lnTo>
                          <a:pt x="1187" y="15"/>
                        </a:lnTo>
                        <a:lnTo>
                          <a:pt x="1190" y="14"/>
                        </a:lnTo>
                        <a:lnTo>
                          <a:pt x="1195" y="14"/>
                        </a:lnTo>
                        <a:lnTo>
                          <a:pt x="1200" y="14"/>
                        </a:lnTo>
                        <a:lnTo>
                          <a:pt x="1203" y="14"/>
                        </a:lnTo>
                        <a:lnTo>
                          <a:pt x="1208" y="13"/>
                        </a:lnTo>
                        <a:lnTo>
                          <a:pt x="1213" y="13"/>
                        </a:lnTo>
                        <a:lnTo>
                          <a:pt x="1217" y="13"/>
                        </a:lnTo>
                        <a:lnTo>
                          <a:pt x="1221" y="13"/>
                        </a:lnTo>
                        <a:lnTo>
                          <a:pt x="1226" y="13"/>
                        </a:lnTo>
                        <a:lnTo>
                          <a:pt x="1230" y="13"/>
                        </a:lnTo>
                        <a:lnTo>
                          <a:pt x="1234" y="12"/>
                        </a:lnTo>
                        <a:lnTo>
                          <a:pt x="1239" y="12"/>
                        </a:lnTo>
                        <a:lnTo>
                          <a:pt x="1243" y="12"/>
                        </a:lnTo>
                        <a:lnTo>
                          <a:pt x="1247" y="12"/>
                        </a:lnTo>
                        <a:lnTo>
                          <a:pt x="1251" y="12"/>
                        </a:lnTo>
                        <a:lnTo>
                          <a:pt x="1255" y="10"/>
                        </a:lnTo>
                        <a:lnTo>
                          <a:pt x="1260" y="10"/>
                        </a:lnTo>
                        <a:lnTo>
                          <a:pt x="1264" y="10"/>
                        </a:lnTo>
                        <a:lnTo>
                          <a:pt x="1268" y="10"/>
                        </a:lnTo>
                        <a:lnTo>
                          <a:pt x="1272" y="10"/>
                        </a:lnTo>
                        <a:lnTo>
                          <a:pt x="1275" y="9"/>
                        </a:lnTo>
                        <a:lnTo>
                          <a:pt x="1280" y="9"/>
                        </a:lnTo>
                        <a:lnTo>
                          <a:pt x="1284" y="9"/>
                        </a:lnTo>
                        <a:lnTo>
                          <a:pt x="1289" y="9"/>
                        </a:lnTo>
                        <a:lnTo>
                          <a:pt x="1291" y="8"/>
                        </a:lnTo>
                        <a:lnTo>
                          <a:pt x="1296" y="8"/>
                        </a:lnTo>
                        <a:lnTo>
                          <a:pt x="1300" y="8"/>
                        </a:lnTo>
                        <a:lnTo>
                          <a:pt x="1304" y="8"/>
                        </a:lnTo>
                        <a:lnTo>
                          <a:pt x="1309" y="8"/>
                        </a:lnTo>
                        <a:lnTo>
                          <a:pt x="1312" y="8"/>
                        </a:lnTo>
                        <a:lnTo>
                          <a:pt x="1316" y="8"/>
                        </a:lnTo>
                        <a:lnTo>
                          <a:pt x="1319" y="7"/>
                        </a:lnTo>
                        <a:lnTo>
                          <a:pt x="1323" y="7"/>
                        </a:lnTo>
                        <a:lnTo>
                          <a:pt x="1327" y="7"/>
                        </a:lnTo>
                        <a:lnTo>
                          <a:pt x="1330" y="6"/>
                        </a:lnTo>
                        <a:lnTo>
                          <a:pt x="1334" y="6"/>
                        </a:lnTo>
                        <a:lnTo>
                          <a:pt x="1338" y="6"/>
                        </a:lnTo>
                        <a:lnTo>
                          <a:pt x="1342" y="6"/>
                        </a:lnTo>
                        <a:lnTo>
                          <a:pt x="1346" y="6"/>
                        </a:lnTo>
                        <a:lnTo>
                          <a:pt x="1349" y="5"/>
                        </a:lnTo>
                        <a:lnTo>
                          <a:pt x="1351" y="5"/>
                        </a:lnTo>
                        <a:lnTo>
                          <a:pt x="1356" y="5"/>
                        </a:lnTo>
                        <a:lnTo>
                          <a:pt x="1359" y="5"/>
                        </a:lnTo>
                        <a:lnTo>
                          <a:pt x="1362" y="3"/>
                        </a:lnTo>
                        <a:lnTo>
                          <a:pt x="1366" y="3"/>
                        </a:lnTo>
                        <a:lnTo>
                          <a:pt x="1369" y="3"/>
                        </a:lnTo>
                        <a:lnTo>
                          <a:pt x="1372" y="3"/>
                        </a:lnTo>
                        <a:lnTo>
                          <a:pt x="1375" y="3"/>
                        </a:lnTo>
                        <a:lnTo>
                          <a:pt x="1379" y="3"/>
                        </a:lnTo>
                        <a:lnTo>
                          <a:pt x="1382" y="3"/>
                        </a:lnTo>
                        <a:lnTo>
                          <a:pt x="1385" y="2"/>
                        </a:lnTo>
                        <a:lnTo>
                          <a:pt x="1387" y="2"/>
                        </a:lnTo>
                        <a:lnTo>
                          <a:pt x="1389" y="1"/>
                        </a:lnTo>
                        <a:lnTo>
                          <a:pt x="1393" y="1"/>
                        </a:lnTo>
                        <a:lnTo>
                          <a:pt x="1395" y="1"/>
                        </a:lnTo>
                        <a:lnTo>
                          <a:pt x="1398" y="0"/>
                        </a:lnTo>
                        <a:lnTo>
                          <a:pt x="1401" y="0"/>
                        </a:lnTo>
                        <a:lnTo>
                          <a:pt x="1405" y="0"/>
                        </a:lnTo>
                        <a:lnTo>
                          <a:pt x="1407" y="0"/>
                        </a:lnTo>
                        <a:lnTo>
                          <a:pt x="1410" y="0"/>
                        </a:lnTo>
                        <a:lnTo>
                          <a:pt x="1412" y="0"/>
                        </a:lnTo>
                        <a:lnTo>
                          <a:pt x="1416" y="0"/>
                        </a:lnTo>
                        <a:lnTo>
                          <a:pt x="1425" y="84"/>
                        </a:lnTo>
                        <a:lnTo>
                          <a:pt x="1424" y="84"/>
                        </a:lnTo>
                        <a:lnTo>
                          <a:pt x="1421" y="84"/>
                        </a:lnTo>
                        <a:lnTo>
                          <a:pt x="1420" y="84"/>
                        </a:lnTo>
                        <a:lnTo>
                          <a:pt x="1416" y="84"/>
                        </a:lnTo>
                        <a:lnTo>
                          <a:pt x="1412" y="85"/>
                        </a:lnTo>
                        <a:lnTo>
                          <a:pt x="1407" y="85"/>
                        </a:lnTo>
                        <a:lnTo>
                          <a:pt x="1402" y="86"/>
                        </a:lnTo>
                        <a:lnTo>
                          <a:pt x="1400" y="86"/>
                        </a:lnTo>
                        <a:lnTo>
                          <a:pt x="1397" y="86"/>
                        </a:lnTo>
                        <a:lnTo>
                          <a:pt x="1393" y="86"/>
                        </a:lnTo>
                        <a:lnTo>
                          <a:pt x="1389" y="88"/>
                        </a:lnTo>
                        <a:lnTo>
                          <a:pt x="1387" y="88"/>
                        </a:lnTo>
                        <a:lnTo>
                          <a:pt x="1383" y="89"/>
                        </a:lnTo>
                        <a:lnTo>
                          <a:pt x="1380" y="89"/>
                        </a:lnTo>
                        <a:lnTo>
                          <a:pt x="1376" y="89"/>
                        </a:lnTo>
                        <a:lnTo>
                          <a:pt x="1372" y="89"/>
                        </a:lnTo>
                        <a:lnTo>
                          <a:pt x="1368" y="90"/>
                        </a:lnTo>
                        <a:lnTo>
                          <a:pt x="1363" y="90"/>
                        </a:lnTo>
                        <a:lnTo>
                          <a:pt x="1360" y="91"/>
                        </a:lnTo>
                        <a:lnTo>
                          <a:pt x="1354" y="91"/>
                        </a:lnTo>
                        <a:lnTo>
                          <a:pt x="1350" y="91"/>
                        </a:lnTo>
                        <a:lnTo>
                          <a:pt x="1346" y="92"/>
                        </a:lnTo>
                        <a:lnTo>
                          <a:pt x="1341" y="94"/>
                        </a:lnTo>
                        <a:lnTo>
                          <a:pt x="1335" y="94"/>
                        </a:lnTo>
                        <a:lnTo>
                          <a:pt x="1329" y="94"/>
                        </a:lnTo>
                        <a:lnTo>
                          <a:pt x="1324" y="94"/>
                        </a:lnTo>
                        <a:lnTo>
                          <a:pt x="1319" y="95"/>
                        </a:lnTo>
                        <a:lnTo>
                          <a:pt x="1312" y="96"/>
                        </a:lnTo>
                        <a:lnTo>
                          <a:pt x="1306" y="96"/>
                        </a:lnTo>
                        <a:lnTo>
                          <a:pt x="1302" y="97"/>
                        </a:lnTo>
                        <a:lnTo>
                          <a:pt x="1296" y="97"/>
                        </a:lnTo>
                        <a:lnTo>
                          <a:pt x="1289" y="97"/>
                        </a:lnTo>
                        <a:lnTo>
                          <a:pt x="1283" y="97"/>
                        </a:lnTo>
                        <a:lnTo>
                          <a:pt x="1275" y="98"/>
                        </a:lnTo>
                        <a:lnTo>
                          <a:pt x="1270" y="100"/>
                        </a:lnTo>
                        <a:lnTo>
                          <a:pt x="1262" y="100"/>
                        </a:lnTo>
                        <a:lnTo>
                          <a:pt x="1255" y="100"/>
                        </a:lnTo>
                        <a:lnTo>
                          <a:pt x="1249" y="100"/>
                        </a:lnTo>
                        <a:lnTo>
                          <a:pt x="1242" y="102"/>
                        </a:lnTo>
                        <a:lnTo>
                          <a:pt x="1235" y="102"/>
                        </a:lnTo>
                        <a:lnTo>
                          <a:pt x="1228" y="102"/>
                        </a:lnTo>
                        <a:lnTo>
                          <a:pt x="1220" y="102"/>
                        </a:lnTo>
                        <a:lnTo>
                          <a:pt x="1213" y="102"/>
                        </a:lnTo>
                        <a:lnTo>
                          <a:pt x="1205" y="103"/>
                        </a:lnTo>
                        <a:lnTo>
                          <a:pt x="1197" y="104"/>
                        </a:lnTo>
                        <a:lnTo>
                          <a:pt x="1190" y="104"/>
                        </a:lnTo>
                        <a:lnTo>
                          <a:pt x="1182" y="104"/>
                        </a:lnTo>
                        <a:lnTo>
                          <a:pt x="1173" y="104"/>
                        </a:lnTo>
                        <a:lnTo>
                          <a:pt x="1165" y="104"/>
                        </a:lnTo>
                        <a:lnTo>
                          <a:pt x="1157" y="105"/>
                        </a:lnTo>
                        <a:lnTo>
                          <a:pt x="1149" y="107"/>
                        </a:lnTo>
                        <a:lnTo>
                          <a:pt x="1140" y="107"/>
                        </a:lnTo>
                        <a:lnTo>
                          <a:pt x="1132" y="107"/>
                        </a:lnTo>
                        <a:lnTo>
                          <a:pt x="1122" y="107"/>
                        </a:lnTo>
                        <a:lnTo>
                          <a:pt x="1114" y="107"/>
                        </a:lnTo>
                        <a:lnTo>
                          <a:pt x="1112" y="103"/>
                        </a:lnTo>
                        <a:lnTo>
                          <a:pt x="1108" y="100"/>
                        </a:lnTo>
                        <a:lnTo>
                          <a:pt x="1106" y="95"/>
                        </a:lnTo>
                        <a:lnTo>
                          <a:pt x="1102" y="91"/>
                        </a:lnTo>
                        <a:lnTo>
                          <a:pt x="1099" y="89"/>
                        </a:lnTo>
                        <a:lnTo>
                          <a:pt x="1096" y="85"/>
                        </a:lnTo>
                        <a:lnTo>
                          <a:pt x="1094" y="82"/>
                        </a:lnTo>
                        <a:lnTo>
                          <a:pt x="1090" y="79"/>
                        </a:lnTo>
                        <a:lnTo>
                          <a:pt x="1086" y="76"/>
                        </a:lnTo>
                        <a:lnTo>
                          <a:pt x="1083" y="73"/>
                        </a:lnTo>
                        <a:lnTo>
                          <a:pt x="1080" y="71"/>
                        </a:lnTo>
                        <a:lnTo>
                          <a:pt x="1076" y="70"/>
                        </a:lnTo>
                        <a:lnTo>
                          <a:pt x="1074" y="67"/>
                        </a:lnTo>
                        <a:lnTo>
                          <a:pt x="1070" y="65"/>
                        </a:lnTo>
                        <a:lnTo>
                          <a:pt x="1065" y="64"/>
                        </a:lnTo>
                        <a:lnTo>
                          <a:pt x="1063" y="62"/>
                        </a:lnTo>
                        <a:lnTo>
                          <a:pt x="1060" y="60"/>
                        </a:lnTo>
                        <a:lnTo>
                          <a:pt x="1056" y="58"/>
                        </a:lnTo>
                        <a:lnTo>
                          <a:pt x="1051" y="56"/>
                        </a:lnTo>
                        <a:lnTo>
                          <a:pt x="1048" y="56"/>
                        </a:lnTo>
                        <a:lnTo>
                          <a:pt x="1044" y="53"/>
                        </a:lnTo>
                        <a:lnTo>
                          <a:pt x="1041" y="52"/>
                        </a:lnTo>
                        <a:lnTo>
                          <a:pt x="1037" y="51"/>
                        </a:lnTo>
                        <a:lnTo>
                          <a:pt x="1033" y="50"/>
                        </a:lnTo>
                        <a:lnTo>
                          <a:pt x="1030" y="48"/>
                        </a:lnTo>
                        <a:lnTo>
                          <a:pt x="1026" y="46"/>
                        </a:lnTo>
                        <a:lnTo>
                          <a:pt x="1022" y="45"/>
                        </a:lnTo>
                        <a:lnTo>
                          <a:pt x="1018" y="44"/>
                        </a:lnTo>
                        <a:lnTo>
                          <a:pt x="1014" y="43"/>
                        </a:lnTo>
                        <a:lnTo>
                          <a:pt x="1011" y="41"/>
                        </a:lnTo>
                        <a:lnTo>
                          <a:pt x="1007" y="39"/>
                        </a:lnTo>
                        <a:lnTo>
                          <a:pt x="1004" y="38"/>
                        </a:lnTo>
                        <a:lnTo>
                          <a:pt x="1001" y="38"/>
                        </a:lnTo>
                        <a:lnTo>
                          <a:pt x="1000" y="39"/>
                        </a:lnTo>
                        <a:lnTo>
                          <a:pt x="998" y="40"/>
                        </a:lnTo>
                        <a:lnTo>
                          <a:pt x="994" y="41"/>
                        </a:lnTo>
                        <a:lnTo>
                          <a:pt x="990" y="43"/>
                        </a:lnTo>
                        <a:lnTo>
                          <a:pt x="987" y="45"/>
                        </a:lnTo>
                        <a:lnTo>
                          <a:pt x="982" y="47"/>
                        </a:lnTo>
                        <a:lnTo>
                          <a:pt x="980" y="51"/>
                        </a:lnTo>
                        <a:lnTo>
                          <a:pt x="974" y="53"/>
                        </a:lnTo>
                        <a:lnTo>
                          <a:pt x="971" y="56"/>
                        </a:lnTo>
                        <a:lnTo>
                          <a:pt x="967" y="58"/>
                        </a:lnTo>
                        <a:lnTo>
                          <a:pt x="962" y="60"/>
                        </a:lnTo>
                        <a:lnTo>
                          <a:pt x="959" y="62"/>
                        </a:lnTo>
                        <a:lnTo>
                          <a:pt x="956" y="64"/>
                        </a:lnTo>
                        <a:lnTo>
                          <a:pt x="952" y="65"/>
                        </a:lnTo>
                        <a:lnTo>
                          <a:pt x="950" y="67"/>
                        </a:lnTo>
                        <a:lnTo>
                          <a:pt x="952" y="69"/>
                        </a:lnTo>
                        <a:lnTo>
                          <a:pt x="955" y="71"/>
                        </a:lnTo>
                        <a:lnTo>
                          <a:pt x="959" y="76"/>
                        </a:lnTo>
                        <a:lnTo>
                          <a:pt x="962" y="79"/>
                        </a:lnTo>
                        <a:lnTo>
                          <a:pt x="965" y="82"/>
                        </a:lnTo>
                        <a:lnTo>
                          <a:pt x="969" y="85"/>
                        </a:lnTo>
                        <a:lnTo>
                          <a:pt x="972" y="88"/>
                        </a:lnTo>
                        <a:lnTo>
                          <a:pt x="974" y="91"/>
                        </a:lnTo>
                        <a:lnTo>
                          <a:pt x="976" y="89"/>
                        </a:lnTo>
                        <a:lnTo>
                          <a:pt x="980" y="86"/>
                        </a:lnTo>
                        <a:lnTo>
                          <a:pt x="982" y="85"/>
                        </a:lnTo>
                        <a:lnTo>
                          <a:pt x="985" y="84"/>
                        </a:lnTo>
                        <a:lnTo>
                          <a:pt x="987" y="83"/>
                        </a:lnTo>
                        <a:lnTo>
                          <a:pt x="990" y="83"/>
                        </a:lnTo>
                        <a:lnTo>
                          <a:pt x="992" y="82"/>
                        </a:lnTo>
                        <a:lnTo>
                          <a:pt x="995" y="82"/>
                        </a:lnTo>
                        <a:lnTo>
                          <a:pt x="1000" y="82"/>
                        </a:lnTo>
                        <a:lnTo>
                          <a:pt x="1005" y="83"/>
                        </a:lnTo>
                        <a:lnTo>
                          <a:pt x="1010" y="84"/>
                        </a:lnTo>
                        <a:lnTo>
                          <a:pt x="1014" y="85"/>
                        </a:lnTo>
                        <a:lnTo>
                          <a:pt x="1018" y="86"/>
                        </a:lnTo>
                        <a:lnTo>
                          <a:pt x="1023" y="89"/>
                        </a:lnTo>
                        <a:lnTo>
                          <a:pt x="1026" y="91"/>
                        </a:lnTo>
                        <a:lnTo>
                          <a:pt x="1031" y="96"/>
                        </a:lnTo>
                        <a:lnTo>
                          <a:pt x="1035" y="98"/>
                        </a:lnTo>
                        <a:lnTo>
                          <a:pt x="1038" y="102"/>
                        </a:lnTo>
                        <a:lnTo>
                          <a:pt x="1043" y="104"/>
                        </a:lnTo>
                        <a:lnTo>
                          <a:pt x="1047" y="109"/>
                        </a:lnTo>
                        <a:lnTo>
                          <a:pt x="1042" y="109"/>
                        </a:lnTo>
                        <a:lnTo>
                          <a:pt x="1037" y="109"/>
                        </a:lnTo>
                        <a:lnTo>
                          <a:pt x="1032" y="109"/>
                        </a:lnTo>
                        <a:lnTo>
                          <a:pt x="1028" y="109"/>
                        </a:lnTo>
                        <a:lnTo>
                          <a:pt x="1022" y="109"/>
                        </a:lnTo>
                        <a:lnTo>
                          <a:pt x="1018" y="109"/>
                        </a:lnTo>
                        <a:lnTo>
                          <a:pt x="1012" y="109"/>
                        </a:lnTo>
                        <a:lnTo>
                          <a:pt x="1007" y="109"/>
                        </a:lnTo>
                        <a:lnTo>
                          <a:pt x="1003" y="108"/>
                        </a:lnTo>
                        <a:lnTo>
                          <a:pt x="998" y="108"/>
                        </a:lnTo>
                        <a:lnTo>
                          <a:pt x="992" y="108"/>
                        </a:lnTo>
                        <a:lnTo>
                          <a:pt x="987" y="108"/>
                        </a:lnTo>
                        <a:lnTo>
                          <a:pt x="982" y="108"/>
                        </a:lnTo>
                        <a:lnTo>
                          <a:pt x="978" y="108"/>
                        </a:lnTo>
                        <a:lnTo>
                          <a:pt x="973" y="108"/>
                        </a:lnTo>
                        <a:lnTo>
                          <a:pt x="968" y="108"/>
                        </a:lnTo>
                        <a:lnTo>
                          <a:pt x="965" y="107"/>
                        </a:lnTo>
                        <a:lnTo>
                          <a:pt x="962" y="107"/>
                        </a:lnTo>
                        <a:lnTo>
                          <a:pt x="960" y="107"/>
                        </a:lnTo>
                        <a:lnTo>
                          <a:pt x="958" y="107"/>
                        </a:lnTo>
                        <a:lnTo>
                          <a:pt x="954" y="107"/>
                        </a:lnTo>
                        <a:lnTo>
                          <a:pt x="952" y="107"/>
                        </a:lnTo>
                        <a:lnTo>
                          <a:pt x="949" y="107"/>
                        </a:lnTo>
                        <a:lnTo>
                          <a:pt x="947" y="107"/>
                        </a:lnTo>
                        <a:lnTo>
                          <a:pt x="944" y="107"/>
                        </a:lnTo>
                        <a:lnTo>
                          <a:pt x="942" y="107"/>
                        </a:lnTo>
                        <a:lnTo>
                          <a:pt x="940" y="107"/>
                        </a:lnTo>
                        <a:lnTo>
                          <a:pt x="936" y="107"/>
                        </a:lnTo>
                        <a:lnTo>
                          <a:pt x="931" y="107"/>
                        </a:lnTo>
                        <a:lnTo>
                          <a:pt x="927" y="107"/>
                        </a:lnTo>
                        <a:lnTo>
                          <a:pt x="924" y="107"/>
                        </a:lnTo>
                        <a:lnTo>
                          <a:pt x="921" y="107"/>
                        </a:lnTo>
                        <a:lnTo>
                          <a:pt x="918" y="107"/>
                        </a:lnTo>
                        <a:lnTo>
                          <a:pt x="916" y="107"/>
                        </a:lnTo>
                        <a:lnTo>
                          <a:pt x="914" y="107"/>
                        </a:lnTo>
                        <a:lnTo>
                          <a:pt x="910" y="107"/>
                        </a:lnTo>
                        <a:lnTo>
                          <a:pt x="908" y="107"/>
                        </a:lnTo>
                        <a:lnTo>
                          <a:pt x="905" y="107"/>
                        </a:lnTo>
                        <a:lnTo>
                          <a:pt x="903" y="105"/>
                        </a:lnTo>
                        <a:lnTo>
                          <a:pt x="899" y="105"/>
                        </a:lnTo>
                        <a:lnTo>
                          <a:pt x="897" y="105"/>
                        </a:lnTo>
                        <a:lnTo>
                          <a:pt x="895" y="105"/>
                        </a:lnTo>
                        <a:lnTo>
                          <a:pt x="892" y="105"/>
                        </a:lnTo>
                        <a:lnTo>
                          <a:pt x="889" y="105"/>
                        </a:lnTo>
                        <a:lnTo>
                          <a:pt x="886" y="105"/>
                        </a:lnTo>
                        <a:lnTo>
                          <a:pt x="884" y="105"/>
                        </a:lnTo>
                        <a:lnTo>
                          <a:pt x="880" y="104"/>
                        </a:lnTo>
                        <a:lnTo>
                          <a:pt x="877" y="104"/>
                        </a:lnTo>
                        <a:lnTo>
                          <a:pt x="873" y="104"/>
                        </a:lnTo>
                        <a:lnTo>
                          <a:pt x="870" y="104"/>
                        </a:lnTo>
                        <a:lnTo>
                          <a:pt x="866" y="104"/>
                        </a:lnTo>
                        <a:lnTo>
                          <a:pt x="863" y="104"/>
                        </a:lnTo>
                        <a:lnTo>
                          <a:pt x="858" y="104"/>
                        </a:lnTo>
                        <a:lnTo>
                          <a:pt x="855" y="104"/>
                        </a:lnTo>
                        <a:lnTo>
                          <a:pt x="852" y="104"/>
                        </a:lnTo>
                        <a:lnTo>
                          <a:pt x="848" y="104"/>
                        </a:lnTo>
                        <a:lnTo>
                          <a:pt x="845" y="104"/>
                        </a:lnTo>
                        <a:lnTo>
                          <a:pt x="840" y="104"/>
                        </a:lnTo>
                        <a:lnTo>
                          <a:pt x="838" y="104"/>
                        </a:lnTo>
                        <a:lnTo>
                          <a:pt x="834" y="104"/>
                        </a:lnTo>
                        <a:lnTo>
                          <a:pt x="831" y="104"/>
                        </a:lnTo>
                        <a:lnTo>
                          <a:pt x="827" y="104"/>
                        </a:lnTo>
                        <a:lnTo>
                          <a:pt x="826" y="100"/>
                        </a:lnTo>
                        <a:lnTo>
                          <a:pt x="826" y="96"/>
                        </a:lnTo>
                        <a:lnTo>
                          <a:pt x="825" y="91"/>
                        </a:lnTo>
                        <a:lnTo>
                          <a:pt x="823" y="89"/>
                        </a:lnTo>
                        <a:lnTo>
                          <a:pt x="822" y="84"/>
                        </a:lnTo>
                        <a:lnTo>
                          <a:pt x="822" y="81"/>
                        </a:lnTo>
                        <a:lnTo>
                          <a:pt x="821" y="76"/>
                        </a:lnTo>
                        <a:lnTo>
                          <a:pt x="821" y="73"/>
                        </a:lnTo>
                        <a:lnTo>
                          <a:pt x="818" y="73"/>
                        </a:lnTo>
                        <a:lnTo>
                          <a:pt x="814" y="76"/>
                        </a:lnTo>
                        <a:lnTo>
                          <a:pt x="810" y="76"/>
                        </a:lnTo>
                        <a:lnTo>
                          <a:pt x="807" y="78"/>
                        </a:lnTo>
                        <a:lnTo>
                          <a:pt x="803" y="78"/>
                        </a:lnTo>
                        <a:lnTo>
                          <a:pt x="800" y="78"/>
                        </a:lnTo>
                        <a:lnTo>
                          <a:pt x="797" y="76"/>
                        </a:lnTo>
                        <a:lnTo>
                          <a:pt x="795" y="76"/>
                        </a:lnTo>
                        <a:lnTo>
                          <a:pt x="793" y="75"/>
                        </a:lnTo>
                        <a:lnTo>
                          <a:pt x="790" y="73"/>
                        </a:lnTo>
                        <a:lnTo>
                          <a:pt x="787" y="71"/>
                        </a:lnTo>
                        <a:lnTo>
                          <a:pt x="784" y="70"/>
                        </a:lnTo>
                        <a:lnTo>
                          <a:pt x="780" y="66"/>
                        </a:lnTo>
                        <a:lnTo>
                          <a:pt x="775" y="62"/>
                        </a:lnTo>
                        <a:lnTo>
                          <a:pt x="772" y="59"/>
                        </a:lnTo>
                        <a:lnTo>
                          <a:pt x="770" y="56"/>
                        </a:lnTo>
                        <a:lnTo>
                          <a:pt x="766" y="53"/>
                        </a:lnTo>
                        <a:lnTo>
                          <a:pt x="765" y="51"/>
                        </a:lnTo>
                        <a:lnTo>
                          <a:pt x="761" y="46"/>
                        </a:lnTo>
                        <a:lnTo>
                          <a:pt x="756" y="41"/>
                        </a:lnTo>
                        <a:lnTo>
                          <a:pt x="753" y="39"/>
                        </a:lnTo>
                        <a:lnTo>
                          <a:pt x="751" y="38"/>
                        </a:lnTo>
                        <a:lnTo>
                          <a:pt x="748" y="35"/>
                        </a:lnTo>
                        <a:lnTo>
                          <a:pt x="745" y="34"/>
                        </a:lnTo>
                        <a:lnTo>
                          <a:pt x="742" y="33"/>
                        </a:lnTo>
                        <a:lnTo>
                          <a:pt x="739" y="33"/>
                        </a:lnTo>
                        <a:lnTo>
                          <a:pt x="737" y="32"/>
                        </a:lnTo>
                        <a:lnTo>
                          <a:pt x="733" y="32"/>
                        </a:lnTo>
                        <a:lnTo>
                          <a:pt x="729" y="37"/>
                        </a:lnTo>
                        <a:lnTo>
                          <a:pt x="726" y="41"/>
                        </a:lnTo>
                        <a:lnTo>
                          <a:pt x="724" y="46"/>
                        </a:lnTo>
                        <a:lnTo>
                          <a:pt x="721" y="52"/>
                        </a:lnTo>
                        <a:lnTo>
                          <a:pt x="720" y="56"/>
                        </a:lnTo>
                        <a:lnTo>
                          <a:pt x="720" y="62"/>
                        </a:lnTo>
                        <a:lnTo>
                          <a:pt x="721" y="66"/>
                        </a:lnTo>
                        <a:lnTo>
                          <a:pt x="723" y="71"/>
                        </a:lnTo>
                        <a:lnTo>
                          <a:pt x="724" y="73"/>
                        </a:lnTo>
                        <a:lnTo>
                          <a:pt x="726" y="79"/>
                        </a:lnTo>
                        <a:lnTo>
                          <a:pt x="729" y="83"/>
                        </a:lnTo>
                        <a:lnTo>
                          <a:pt x="732" y="86"/>
                        </a:lnTo>
                        <a:lnTo>
                          <a:pt x="734" y="91"/>
                        </a:lnTo>
                        <a:lnTo>
                          <a:pt x="739" y="94"/>
                        </a:lnTo>
                        <a:lnTo>
                          <a:pt x="744" y="97"/>
                        </a:lnTo>
                        <a:lnTo>
                          <a:pt x="749" y="102"/>
                        </a:lnTo>
                        <a:lnTo>
                          <a:pt x="744" y="102"/>
                        </a:lnTo>
                        <a:lnTo>
                          <a:pt x="742" y="102"/>
                        </a:lnTo>
                        <a:lnTo>
                          <a:pt x="739" y="102"/>
                        </a:lnTo>
                        <a:lnTo>
                          <a:pt x="737" y="102"/>
                        </a:lnTo>
                        <a:lnTo>
                          <a:pt x="733" y="101"/>
                        </a:lnTo>
                        <a:lnTo>
                          <a:pt x="730" y="101"/>
                        </a:lnTo>
                        <a:lnTo>
                          <a:pt x="726" y="101"/>
                        </a:lnTo>
                        <a:lnTo>
                          <a:pt x="724" y="101"/>
                        </a:lnTo>
                        <a:lnTo>
                          <a:pt x="721" y="101"/>
                        </a:lnTo>
                        <a:lnTo>
                          <a:pt x="719" y="101"/>
                        </a:lnTo>
                        <a:lnTo>
                          <a:pt x="715" y="101"/>
                        </a:lnTo>
                        <a:lnTo>
                          <a:pt x="713" y="101"/>
                        </a:lnTo>
                        <a:lnTo>
                          <a:pt x="710" y="101"/>
                        </a:lnTo>
                        <a:lnTo>
                          <a:pt x="707" y="101"/>
                        </a:lnTo>
                        <a:lnTo>
                          <a:pt x="704" y="101"/>
                        </a:lnTo>
                        <a:lnTo>
                          <a:pt x="701" y="101"/>
                        </a:lnTo>
                        <a:lnTo>
                          <a:pt x="699" y="100"/>
                        </a:lnTo>
                        <a:lnTo>
                          <a:pt x="695" y="100"/>
                        </a:lnTo>
                        <a:lnTo>
                          <a:pt x="693" y="100"/>
                        </a:lnTo>
                        <a:lnTo>
                          <a:pt x="689" y="100"/>
                        </a:lnTo>
                        <a:lnTo>
                          <a:pt x="687" y="100"/>
                        </a:lnTo>
                        <a:lnTo>
                          <a:pt x="683" y="100"/>
                        </a:lnTo>
                        <a:lnTo>
                          <a:pt x="681" y="100"/>
                        </a:lnTo>
                        <a:lnTo>
                          <a:pt x="679" y="100"/>
                        </a:lnTo>
                        <a:lnTo>
                          <a:pt x="676" y="100"/>
                        </a:lnTo>
                        <a:lnTo>
                          <a:pt x="673" y="100"/>
                        </a:lnTo>
                        <a:lnTo>
                          <a:pt x="669" y="100"/>
                        </a:lnTo>
                        <a:lnTo>
                          <a:pt x="667" y="100"/>
                        </a:lnTo>
                        <a:lnTo>
                          <a:pt x="664" y="100"/>
                        </a:lnTo>
                        <a:lnTo>
                          <a:pt x="662" y="100"/>
                        </a:lnTo>
                        <a:lnTo>
                          <a:pt x="659" y="100"/>
                        </a:lnTo>
                        <a:lnTo>
                          <a:pt x="656" y="100"/>
                        </a:lnTo>
                        <a:lnTo>
                          <a:pt x="661" y="96"/>
                        </a:lnTo>
                        <a:lnTo>
                          <a:pt x="666" y="91"/>
                        </a:lnTo>
                        <a:lnTo>
                          <a:pt x="670" y="86"/>
                        </a:lnTo>
                        <a:lnTo>
                          <a:pt x="675" y="82"/>
                        </a:lnTo>
                        <a:lnTo>
                          <a:pt x="676" y="79"/>
                        </a:lnTo>
                        <a:lnTo>
                          <a:pt x="679" y="76"/>
                        </a:lnTo>
                        <a:lnTo>
                          <a:pt x="679" y="72"/>
                        </a:lnTo>
                        <a:lnTo>
                          <a:pt x="681" y="70"/>
                        </a:lnTo>
                        <a:lnTo>
                          <a:pt x="682" y="66"/>
                        </a:lnTo>
                        <a:lnTo>
                          <a:pt x="683" y="63"/>
                        </a:lnTo>
                        <a:lnTo>
                          <a:pt x="685" y="59"/>
                        </a:lnTo>
                        <a:lnTo>
                          <a:pt x="686" y="56"/>
                        </a:lnTo>
                        <a:lnTo>
                          <a:pt x="683" y="53"/>
                        </a:lnTo>
                        <a:lnTo>
                          <a:pt x="680" y="52"/>
                        </a:lnTo>
                        <a:lnTo>
                          <a:pt x="677" y="51"/>
                        </a:lnTo>
                        <a:lnTo>
                          <a:pt x="674" y="51"/>
                        </a:lnTo>
                        <a:lnTo>
                          <a:pt x="670" y="50"/>
                        </a:lnTo>
                        <a:lnTo>
                          <a:pt x="668" y="50"/>
                        </a:lnTo>
                        <a:lnTo>
                          <a:pt x="664" y="50"/>
                        </a:lnTo>
                        <a:lnTo>
                          <a:pt x="662" y="50"/>
                        </a:lnTo>
                        <a:lnTo>
                          <a:pt x="659" y="48"/>
                        </a:lnTo>
                        <a:lnTo>
                          <a:pt x="656" y="48"/>
                        </a:lnTo>
                        <a:lnTo>
                          <a:pt x="651" y="50"/>
                        </a:lnTo>
                        <a:lnTo>
                          <a:pt x="649" y="50"/>
                        </a:lnTo>
                        <a:lnTo>
                          <a:pt x="645" y="50"/>
                        </a:lnTo>
                        <a:lnTo>
                          <a:pt x="643" y="51"/>
                        </a:lnTo>
                        <a:lnTo>
                          <a:pt x="640" y="51"/>
                        </a:lnTo>
                        <a:lnTo>
                          <a:pt x="636" y="52"/>
                        </a:lnTo>
                        <a:lnTo>
                          <a:pt x="632" y="52"/>
                        </a:lnTo>
                        <a:lnTo>
                          <a:pt x="630" y="52"/>
                        </a:lnTo>
                        <a:lnTo>
                          <a:pt x="625" y="52"/>
                        </a:lnTo>
                        <a:lnTo>
                          <a:pt x="623" y="53"/>
                        </a:lnTo>
                        <a:lnTo>
                          <a:pt x="619" y="53"/>
                        </a:lnTo>
                        <a:lnTo>
                          <a:pt x="616" y="53"/>
                        </a:lnTo>
                        <a:lnTo>
                          <a:pt x="612" y="53"/>
                        </a:lnTo>
                        <a:lnTo>
                          <a:pt x="610" y="53"/>
                        </a:lnTo>
                        <a:lnTo>
                          <a:pt x="607" y="52"/>
                        </a:lnTo>
                        <a:lnTo>
                          <a:pt x="604" y="52"/>
                        </a:lnTo>
                        <a:lnTo>
                          <a:pt x="600" y="51"/>
                        </a:lnTo>
                        <a:lnTo>
                          <a:pt x="598" y="51"/>
                        </a:lnTo>
                        <a:lnTo>
                          <a:pt x="594" y="48"/>
                        </a:lnTo>
                        <a:lnTo>
                          <a:pt x="592" y="47"/>
                        </a:lnTo>
                        <a:lnTo>
                          <a:pt x="589" y="46"/>
                        </a:lnTo>
                        <a:lnTo>
                          <a:pt x="586" y="44"/>
                        </a:lnTo>
                        <a:lnTo>
                          <a:pt x="585" y="46"/>
                        </a:lnTo>
                        <a:lnTo>
                          <a:pt x="585" y="48"/>
                        </a:lnTo>
                        <a:lnTo>
                          <a:pt x="584" y="51"/>
                        </a:lnTo>
                        <a:lnTo>
                          <a:pt x="583" y="53"/>
                        </a:lnTo>
                        <a:lnTo>
                          <a:pt x="583" y="56"/>
                        </a:lnTo>
                        <a:lnTo>
                          <a:pt x="581" y="60"/>
                        </a:lnTo>
                        <a:lnTo>
                          <a:pt x="580" y="64"/>
                        </a:lnTo>
                        <a:lnTo>
                          <a:pt x="580" y="69"/>
                        </a:lnTo>
                        <a:lnTo>
                          <a:pt x="579" y="72"/>
                        </a:lnTo>
                        <a:lnTo>
                          <a:pt x="579" y="76"/>
                        </a:lnTo>
                        <a:lnTo>
                          <a:pt x="578" y="81"/>
                        </a:lnTo>
                        <a:lnTo>
                          <a:pt x="577" y="85"/>
                        </a:lnTo>
                        <a:lnTo>
                          <a:pt x="577" y="89"/>
                        </a:lnTo>
                        <a:lnTo>
                          <a:pt x="577" y="92"/>
                        </a:lnTo>
                        <a:lnTo>
                          <a:pt x="575" y="97"/>
                        </a:lnTo>
                        <a:lnTo>
                          <a:pt x="575" y="101"/>
                        </a:lnTo>
                        <a:lnTo>
                          <a:pt x="572" y="101"/>
                        </a:lnTo>
                        <a:lnTo>
                          <a:pt x="570" y="101"/>
                        </a:lnTo>
                        <a:lnTo>
                          <a:pt x="567" y="101"/>
                        </a:lnTo>
                        <a:lnTo>
                          <a:pt x="564" y="101"/>
                        </a:lnTo>
                        <a:lnTo>
                          <a:pt x="560" y="101"/>
                        </a:lnTo>
                        <a:lnTo>
                          <a:pt x="556" y="101"/>
                        </a:lnTo>
                        <a:lnTo>
                          <a:pt x="554" y="101"/>
                        </a:lnTo>
                        <a:lnTo>
                          <a:pt x="552" y="101"/>
                        </a:lnTo>
                        <a:lnTo>
                          <a:pt x="549" y="101"/>
                        </a:lnTo>
                        <a:lnTo>
                          <a:pt x="546" y="101"/>
                        </a:lnTo>
                        <a:lnTo>
                          <a:pt x="542" y="101"/>
                        </a:lnTo>
                        <a:lnTo>
                          <a:pt x="540" y="101"/>
                        </a:lnTo>
                        <a:lnTo>
                          <a:pt x="536" y="101"/>
                        </a:lnTo>
                        <a:lnTo>
                          <a:pt x="534" y="101"/>
                        </a:lnTo>
                        <a:lnTo>
                          <a:pt x="532" y="101"/>
                        </a:lnTo>
                        <a:lnTo>
                          <a:pt x="529" y="101"/>
                        </a:lnTo>
                        <a:lnTo>
                          <a:pt x="526" y="101"/>
                        </a:lnTo>
                        <a:lnTo>
                          <a:pt x="523" y="101"/>
                        </a:lnTo>
                        <a:lnTo>
                          <a:pt x="520" y="101"/>
                        </a:lnTo>
                        <a:lnTo>
                          <a:pt x="516" y="101"/>
                        </a:lnTo>
                        <a:lnTo>
                          <a:pt x="514" y="101"/>
                        </a:lnTo>
                        <a:lnTo>
                          <a:pt x="511" y="101"/>
                        </a:lnTo>
                        <a:lnTo>
                          <a:pt x="509" y="101"/>
                        </a:lnTo>
                        <a:lnTo>
                          <a:pt x="507" y="101"/>
                        </a:lnTo>
                        <a:lnTo>
                          <a:pt x="503" y="101"/>
                        </a:lnTo>
                        <a:lnTo>
                          <a:pt x="501" y="101"/>
                        </a:lnTo>
                        <a:lnTo>
                          <a:pt x="497" y="101"/>
                        </a:lnTo>
                        <a:lnTo>
                          <a:pt x="495" y="101"/>
                        </a:lnTo>
                        <a:lnTo>
                          <a:pt x="492" y="101"/>
                        </a:lnTo>
                        <a:lnTo>
                          <a:pt x="490" y="101"/>
                        </a:lnTo>
                        <a:lnTo>
                          <a:pt x="486" y="101"/>
                        </a:lnTo>
                        <a:lnTo>
                          <a:pt x="484" y="102"/>
                        </a:lnTo>
                        <a:lnTo>
                          <a:pt x="482" y="102"/>
                        </a:lnTo>
                        <a:lnTo>
                          <a:pt x="478" y="102"/>
                        </a:lnTo>
                        <a:lnTo>
                          <a:pt x="476" y="102"/>
                        </a:lnTo>
                        <a:lnTo>
                          <a:pt x="473" y="102"/>
                        </a:lnTo>
                        <a:lnTo>
                          <a:pt x="471" y="102"/>
                        </a:lnTo>
                        <a:lnTo>
                          <a:pt x="469" y="102"/>
                        </a:lnTo>
                        <a:lnTo>
                          <a:pt x="466" y="102"/>
                        </a:lnTo>
                        <a:lnTo>
                          <a:pt x="463" y="102"/>
                        </a:lnTo>
                        <a:lnTo>
                          <a:pt x="460" y="102"/>
                        </a:lnTo>
                        <a:lnTo>
                          <a:pt x="457" y="102"/>
                        </a:lnTo>
                        <a:lnTo>
                          <a:pt x="456" y="102"/>
                        </a:lnTo>
                        <a:lnTo>
                          <a:pt x="453" y="102"/>
                        </a:lnTo>
                        <a:lnTo>
                          <a:pt x="447" y="102"/>
                        </a:lnTo>
                        <a:lnTo>
                          <a:pt x="443" y="102"/>
                        </a:lnTo>
                        <a:lnTo>
                          <a:pt x="440" y="102"/>
                        </a:lnTo>
                        <a:lnTo>
                          <a:pt x="437" y="102"/>
                        </a:lnTo>
                        <a:lnTo>
                          <a:pt x="434" y="102"/>
                        </a:lnTo>
                        <a:lnTo>
                          <a:pt x="432" y="102"/>
                        </a:lnTo>
                        <a:lnTo>
                          <a:pt x="427" y="102"/>
                        </a:lnTo>
                        <a:lnTo>
                          <a:pt x="422" y="102"/>
                        </a:lnTo>
                        <a:lnTo>
                          <a:pt x="416" y="102"/>
                        </a:lnTo>
                        <a:lnTo>
                          <a:pt x="413" y="103"/>
                        </a:lnTo>
                        <a:lnTo>
                          <a:pt x="407" y="103"/>
                        </a:lnTo>
                        <a:lnTo>
                          <a:pt x="402" y="104"/>
                        </a:lnTo>
                        <a:lnTo>
                          <a:pt x="405" y="100"/>
                        </a:lnTo>
                        <a:lnTo>
                          <a:pt x="405" y="97"/>
                        </a:lnTo>
                        <a:lnTo>
                          <a:pt x="407" y="94"/>
                        </a:lnTo>
                        <a:lnTo>
                          <a:pt x="408" y="91"/>
                        </a:lnTo>
                        <a:lnTo>
                          <a:pt x="408" y="86"/>
                        </a:lnTo>
                        <a:lnTo>
                          <a:pt x="409" y="84"/>
                        </a:lnTo>
                        <a:lnTo>
                          <a:pt x="408" y="82"/>
                        </a:lnTo>
                        <a:lnTo>
                          <a:pt x="408" y="78"/>
                        </a:lnTo>
                        <a:lnTo>
                          <a:pt x="407" y="76"/>
                        </a:lnTo>
                        <a:lnTo>
                          <a:pt x="405" y="73"/>
                        </a:lnTo>
                        <a:lnTo>
                          <a:pt x="403" y="71"/>
                        </a:lnTo>
                        <a:lnTo>
                          <a:pt x="402" y="69"/>
                        </a:lnTo>
                        <a:lnTo>
                          <a:pt x="399" y="67"/>
                        </a:lnTo>
                        <a:lnTo>
                          <a:pt x="395" y="66"/>
                        </a:lnTo>
                        <a:lnTo>
                          <a:pt x="392" y="66"/>
                        </a:lnTo>
                        <a:lnTo>
                          <a:pt x="387" y="67"/>
                        </a:lnTo>
                        <a:lnTo>
                          <a:pt x="383" y="71"/>
                        </a:lnTo>
                        <a:lnTo>
                          <a:pt x="381" y="73"/>
                        </a:lnTo>
                        <a:lnTo>
                          <a:pt x="378" y="76"/>
                        </a:lnTo>
                        <a:lnTo>
                          <a:pt x="375" y="79"/>
                        </a:lnTo>
                        <a:lnTo>
                          <a:pt x="375" y="83"/>
                        </a:lnTo>
                        <a:lnTo>
                          <a:pt x="375" y="86"/>
                        </a:lnTo>
                        <a:lnTo>
                          <a:pt x="375" y="89"/>
                        </a:lnTo>
                        <a:lnTo>
                          <a:pt x="375" y="94"/>
                        </a:lnTo>
                        <a:lnTo>
                          <a:pt x="375" y="96"/>
                        </a:lnTo>
                        <a:lnTo>
                          <a:pt x="375" y="100"/>
                        </a:lnTo>
                        <a:lnTo>
                          <a:pt x="375" y="102"/>
                        </a:lnTo>
                        <a:lnTo>
                          <a:pt x="376" y="104"/>
                        </a:lnTo>
                        <a:lnTo>
                          <a:pt x="373" y="104"/>
                        </a:lnTo>
                        <a:lnTo>
                          <a:pt x="369" y="104"/>
                        </a:lnTo>
                        <a:lnTo>
                          <a:pt x="365" y="104"/>
                        </a:lnTo>
                        <a:lnTo>
                          <a:pt x="363" y="104"/>
                        </a:lnTo>
                        <a:lnTo>
                          <a:pt x="360" y="104"/>
                        </a:lnTo>
                        <a:lnTo>
                          <a:pt x="357" y="104"/>
                        </a:lnTo>
                        <a:lnTo>
                          <a:pt x="355" y="104"/>
                        </a:lnTo>
                        <a:lnTo>
                          <a:pt x="351" y="104"/>
                        </a:lnTo>
                        <a:lnTo>
                          <a:pt x="348" y="104"/>
                        </a:lnTo>
                        <a:lnTo>
                          <a:pt x="344" y="104"/>
                        </a:lnTo>
                        <a:lnTo>
                          <a:pt x="342" y="104"/>
                        </a:lnTo>
                        <a:lnTo>
                          <a:pt x="339" y="104"/>
                        </a:lnTo>
                        <a:lnTo>
                          <a:pt x="337" y="104"/>
                        </a:lnTo>
                        <a:lnTo>
                          <a:pt x="333" y="104"/>
                        </a:lnTo>
                        <a:lnTo>
                          <a:pt x="330" y="104"/>
                        </a:lnTo>
                        <a:lnTo>
                          <a:pt x="327" y="104"/>
                        </a:lnTo>
                        <a:lnTo>
                          <a:pt x="324" y="104"/>
                        </a:lnTo>
                        <a:lnTo>
                          <a:pt x="322" y="104"/>
                        </a:lnTo>
                        <a:lnTo>
                          <a:pt x="319" y="104"/>
                        </a:lnTo>
                        <a:lnTo>
                          <a:pt x="317" y="104"/>
                        </a:lnTo>
                        <a:lnTo>
                          <a:pt x="313" y="104"/>
                        </a:lnTo>
                        <a:lnTo>
                          <a:pt x="311" y="104"/>
                        </a:lnTo>
                        <a:lnTo>
                          <a:pt x="307" y="104"/>
                        </a:lnTo>
                        <a:lnTo>
                          <a:pt x="305" y="104"/>
                        </a:lnTo>
                        <a:lnTo>
                          <a:pt x="303" y="104"/>
                        </a:lnTo>
                        <a:lnTo>
                          <a:pt x="299" y="104"/>
                        </a:lnTo>
                        <a:lnTo>
                          <a:pt x="297" y="104"/>
                        </a:lnTo>
                        <a:lnTo>
                          <a:pt x="294" y="104"/>
                        </a:lnTo>
                        <a:lnTo>
                          <a:pt x="288" y="104"/>
                        </a:lnTo>
                        <a:lnTo>
                          <a:pt x="284" y="105"/>
                        </a:lnTo>
                        <a:lnTo>
                          <a:pt x="281" y="105"/>
                        </a:lnTo>
                        <a:lnTo>
                          <a:pt x="279" y="105"/>
                        </a:lnTo>
                        <a:lnTo>
                          <a:pt x="276" y="105"/>
                        </a:lnTo>
                        <a:lnTo>
                          <a:pt x="273" y="105"/>
                        </a:lnTo>
                        <a:lnTo>
                          <a:pt x="268" y="105"/>
                        </a:lnTo>
                        <a:lnTo>
                          <a:pt x="263" y="105"/>
                        </a:lnTo>
                        <a:lnTo>
                          <a:pt x="259" y="105"/>
                        </a:lnTo>
                        <a:lnTo>
                          <a:pt x="253" y="105"/>
                        </a:lnTo>
                        <a:lnTo>
                          <a:pt x="249" y="105"/>
                        </a:lnTo>
                        <a:lnTo>
                          <a:pt x="246" y="105"/>
                        </a:lnTo>
                        <a:lnTo>
                          <a:pt x="241" y="105"/>
                        </a:lnTo>
                        <a:lnTo>
                          <a:pt x="235" y="105"/>
                        </a:lnTo>
                        <a:lnTo>
                          <a:pt x="230" y="105"/>
                        </a:lnTo>
                        <a:lnTo>
                          <a:pt x="227" y="105"/>
                        </a:lnTo>
                        <a:lnTo>
                          <a:pt x="223" y="105"/>
                        </a:lnTo>
                        <a:lnTo>
                          <a:pt x="218" y="105"/>
                        </a:lnTo>
                        <a:lnTo>
                          <a:pt x="215" y="105"/>
                        </a:lnTo>
                        <a:lnTo>
                          <a:pt x="210" y="105"/>
                        </a:lnTo>
                        <a:lnTo>
                          <a:pt x="204" y="104"/>
                        </a:lnTo>
                        <a:lnTo>
                          <a:pt x="198" y="104"/>
                        </a:lnTo>
                        <a:lnTo>
                          <a:pt x="192" y="104"/>
                        </a:lnTo>
                        <a:lnTo>
                          <a:pt x="187" y="104"/>
                        </a:lnTo>
                        <a:lnTo>
                          <a:pt x="182" y="104"/>
                        </a:lnTo>
                        <a:lnTo>
                          <a:pt x="176" y="104"/>
                        </a:lnTo>
                        <a:lnTo>
                          <a:pt x="170" y="104"/>
                        </a:lnTo>
                        <a:lnTo>
                          <a:pt x="165" y="104"/>
                        </a:lnTo>
                        <a:lnTo>
                          <a:pt x="159" y="103"/>
                        </a:lnTo>
                        <a:lnTo>
                          <a:pt x="153" y="102"/>
                        </a:lnTo>
                        <a:lnTo>
                          <a:pt x="148" y="102"/>
                        </a:lnTo>
                        <a:lnTo>
                          <a:pt x="144" y="102"/>
                        </a:lnTo>
                        <a:lnTo>
                          <a:pt x="138" y="102"/>
                        </a:lnTo>
                        <a:lnTo>
                          <a:pt x="134" y="102"/>
                        </a:lnTo>
                        <a:lnTo>
                          <a:pt x="128" y="102"/>
                        </a:lnTo>
                        <a:lnTo>
                          <a:pt x="125" y="102"/>
                        </a:lnTo>
                        <a:lnTo>
                          <a:pt x="119" y="102"/>
                        </a:lnTo>
                        <a:lnTo>
                          <a:pt x="114" y="101"/>
                        </a:lnTo>
                        <a:lnTo>
                          <a:pt x="109" y="100"/>
                        </a:lnTo>
                        <a:lnTo>
                          <a:pt x="104" y="100"/>
                        </a:lnTo>
                        <a:lnTo>
                          <a:pt x="100" y="100"/>
                        </a:lnTo>
                        <a:lnTo>
                          <a:pt x="96" y="100"/>
                        </a:lnTo>
                        <a:lnTo>
                          <a:pt x="91" y="100"/>
                        </a:lnTo>
                        <a:lnTo>
                          <a:pt x="88" y="100"/>
                        </a:lnTo>
                        <a:lnTo>
                          <a:pt x="83" y="100"/>
                        </a:lnTo>
                        <a:lnTo>
                          <a:pt x="78" y="98"/>
                        </a:lnTo>
                        <a:lnTo>
                          <a:pt x="75" y="97"/>
                        </a:lnTo>
                        <a:lnTo>
                          <a:pt x="71" y="97"/>
                        </a:lnTo>
                        <a:lnTo>
                          <a:pt x="68" y="97"/>
                        </a:lnTo>
                        <a:lnTo>
                          <a:pt x="64" y="97"/>
                        </a:lnTo>
                        <a:lnTo>
                          <a:pt x="61" y="97"/>
                        </a:lnTo>
                        <a:lnTo>
                          <a:pt x="57" y="97"/>
                        </a:lnTo>
                        <a:lnTo>
                          <a:pt x="53" y="97"/>
                        </a:lnTo>
                        <a:lnTo>
                          <a:pt x="50" y="96"/>
                        </a:lnTo>
                        <a:lnTo>
                          <a:pt x="46" y="96"/>
                        </a:lnTo>
                        <a:lnTo>
                          <a:pt x="44" y="96"/>
                        </a:lnTo>
                        <a:lnTo>
                          <a:pt x="40" y="95"/>
                        </a:lnTo>
                        <a:lnTo>
                          <a:pt x="38" y="94"/>
                        </a:lnTo>
                        <a:lnTo>
                          <a:pt x="34" y="94"/>
                        </a:lnTo>
                        <a:lnTo>
                          <a:pt x="33" y="94"/>
                        </a:lnTo>
                        <a:lnTo>
                          <a:pt x="30" y="94"/>
                        </a:lnTo>
                        <a:lnTo>
                          <a:pt x="26" y="94"/>
                        </a:lnTo>
                        <a:lnTo>
                          <a:pt x="24" y="94"/>
                        </a:lnTo>
                        <a:lnTo>
                          <a:pt x="23" y="94"/>
                        </a:lnTo>
                        <a:lnTo>
                          <a:pt x="18" y="91"/>
                        </a:lnTo>
                        <a:lnTo>
                          <a:pt x="14" y="91"/>
                        </a:lnTo>
                        <a:lnTo>
                          <a:pt x="11" y="91"/>
                        </a:lnTo>
                        <a:lnTo>
                          <a:pt x="7" y="91"/>
                        </a:lnTo>
                        <a:lnTo>
                          <a:pt x="5" y="91"/>
                        </a:lnTo>
                        <a:lnTo>
                          <a:pt x="2" y="91"/>
                        </a:lnTo>
                        <a:lnTo>
                          <a:pt x="0" y="91"/>
                        </a:lnTo>
                        <a:lnTo>
                          <a:pt x="13" y="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9" name="Freeform 50"/>
                  <p:cNvSpPr/>
                  <p:nvPr/>
                </p:nvSpPr>
                <p:spPr bwMode="auto">
                  <a:xfrm>
                    <a:off x="5420" y="1680"/>
                    <a:ext cx="12" cy="31"/>
                  </a:xfrm>
                  <a:custGeom>
                    <a:avLst/>
                    <a:gdLst>
                      <a:gd name="T0" fmla="*/ 0 w 36"/>
                      <a:gd name="T1" fmla="*/ 0 h 91"/>
                      <a:gd name="T2" fmla="*/ 0 w 36"/>
                      <a:gd name="T3" fmla="*/ 0 h 91"/>
                      <a:gd name="T4" fmla="*/ 0 w 36"/>
                      <a:gd name="T5" fmla="*/ 0 h 91"/>
                      <a:gd name="T6" fmla="*/ 0 w 36"/>
                      <a:gd name="T7" fmla="*/ 0 h 91"/>
                      <a:gd name="T8" fmla="*/ 0 w 36"/>
                      <a:gd name="T9" fmla="*/ 0 h 91"/>
                      <a:gd name="T10" fmla="*/ 0 w 36"/>
                      <a:gd name="T11" fmla="*/ 0 h 91"/>
                      <a:gd name="T12" fmla="*/ 0 w 36"/>
                      <a:gd name="T13" fmla="*/ 0 h 91"/>
                      <a:gd name="T14" fmla="*/ 0 w 36"/>
                      <a:gd name="T15" fmla="*/ 0 h 91"/>
                      <a:gd name="T16" fmla="*/ 0 w 36"/>
                      <a:gd name="T17" fmla="*/ 0 h 91"/>
                      <a:gd name="T18" fmla="*/ 0 w 36"/>
                      <a:gd name="T19" fmla="*/ 0 h 91"/>
                      <a:gd name="T20" fmla="*/ 0 w 36"/>
                      <a:gd name="T21" fmla="*/ 0 h 91"/>
                      <a:gd name="T22" fmla="*/ 0 w 36"/>
                      <a:gd name="T23" fmla="*/ 0 h 91"/>
                      <a:gd name="T24" fmla="*/ 0 w 36"/>
                      <a:gd name="T25" fmla="*/ 0 h 91"/>
                      <a:gd name="T26" fmla="*/ 0 w 36"/>
                      <a:gd name="T27" fmla="*/ 0 h 91"/>
                      <a:gd name="T28" fmla="*/ 0 w 36"/>
                      <a:gd name="T29" fmla="*/ 0 h 91"/>
                      <a:gd name="T30" fmla="*/ 0 w 36"/>
                      <a:gd name="T31" fmla="*/ 0 h 91"/>
                      <a:gd name="T32" fmla="*/ 0 w 36"/>
                      <a:gd name="T33" fmla="*/ 0 h 91"/>
                      <a:gd name="T34" fmla="*/ 0 w 36"/>
                      <a:gd name="T35" fmla="*/ 0 h 91"/>
                      <a:gd name="T36" fmla="*/ 0 w 36"/>
                      <a:gd name="T37" fmla="*/ 0 h 91"/>
                      <a:gd name="T38" fmla="*/ 0 w 36"/>
                      <a:gd name="T39" fmla="*/ 0 h 91"/>
                      <a:gd name="T40" fmla="*/ 0 w 36"/>
                      <a:gd name="T41" fmla="*/ 0 h 91"/>
                      <a:gd name="T42" fmla="*/ 0 w 36"/>
                      <a:gd name="T43" fmla="*/ 0 h 91"/>
                      <a:gd name="T44" fmla="*/ 0 w 36"/>
                      <a:gd name="T45" fmla="*/ 0 h 91"/>
                      <a:gd name="T46" fmla="*/ 0 w 36"/>
                      <a:gd name="T47" fmla="*/ 0 h 91"/>
                      <a:gd name="T48" fmla="*/ 0 w 36"/>
                      <a:gd name="T49" fmla="*/ 0 h 91"/>
                      <a:gd name="T50" fmla="*/ 0 w 36"/>
                      <a:gd name="T51" fmla="*/ 0 h 91"/>
                      <a:gd name="T52" fmla="*/ 0 w 36"/>
                      <a:gd name="T53" fmla="*/ 0 h 91"/>
                      <a:gd name="T54" fmla="*/ 0 w 36"/>
                      <a:gd name="T55" fmla="*/ 0 h 91"/>
                      <a:gd name="T56" fmla="*/ 0 w 36"/>
                      <a:gd name="T57" fmla="*/ 0 h 91"/>
                      <a:gd name="T58" fmla="*/ 0 w 36"/>
                      <a:gd name="T59" fmla="*/ 0 h 91"/>
                      <a:gd name="T60" fmla="*/ 0 w 36"/>
                      <a:gd name="T61" fmla="*/ 0 h 91"/>
                      <a:gd name="T62" fmla="*/ 0 w 36"/>
                      <a:gd name="T63" fmla="*/ 0 h 91"/>
                      <a:gd name="T64" fmla="*/ 0 w 36"/>
                      <a:gd name="T65" fmla="*/ 0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
                      <a:gd name="T100" fmla="*/ 0 h 91"/>
                      <a:gd name="T101" fmla="*/ 36 w 36"/>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 h="91">
                        <a:moveTo>
                          <a:pt x="36" y="91"/>
                        </a:moveTo>
                        <a:lnTo>
                          <a:pt x="33" y="91"/>
                        </a:lnTo>
                        <a:lnTo>
                          <a:pt x="29" y="91"/>
                        </a:lnTo>
                        <a:lnTo>
                          <a:pt x="27" y="89"/>
                        </a:lnTo>
                        <a:lnTo>
                          <a:pt x="23" y="89"/>
                        </a:lnTo>
                        <a:lnTo>
                          <a:pt x="17" y="88"/>
                        </a:lnTo>
                        <a:lnTo>
                          <a:pt x="15" y="87"/>
                        </a:lnTo>
                        <a:lnTo>
                          <a:pt x="10" y="85"/>
                        </a:lnTo>
                        <a:lnTo>
                          <a:pt x="8" y="83"/>
                        </a:lnTo>
                        <a:lnTo>
                          <a:pt x="4" y="81"/>
                        </a:lnTo>
                        <a:lnTo>
                          <a:pt x="3" y="80"/>
                        </a:lnTo>
                        <a:lnTo>
                          <a:pt x="0" y="75"/>
                        </a:lnTo>
                        <a:lnTo>
                          <a:pt x="0" y="70"/>
                        </a:lnTo>
                        <a:lnTo>
                          <a:pt x="0" y="67"/>
                        </a:lnTo>
                        <a:lnTo>
                          <a:pt x="0" y="64"/>
                        </a:lnTo>
                        <a:lnTo>
                          <a:pt x="1" y="61"/>
                        </a:lnTo>
                        <a:lnTo>
                          <a:pt x="3" y="58"/>
                        </a:lnTo>
                        <a:lnTo>
                          <a:pt x="3" y="55"/>
                        </a:lnTo>
                        <a:lnTo>
                          <a:pt x="6" y="51"/>
                        </a:lnTo>
                        <a:lnTo>
                          <a:pt x="7" y="48"/>
                        </a:lnTo>
                        <a:lnTo>
                          <a:pt x="9" y="45"/>
                        </a:lnTo>
                        <a:lnTo>
                          <a:pt x="11" y="41"/>
                        </a:lnTo>
                        <a:lnTo>
                          <a:pt x="13" y="37"/>
                        </a:lnTo>
                        <a:lnTo>
                          <a:pt x="15" y="34"/>
                        </a:lnTo>
                        <a:lnTo>
                          <a:pt x="19" y="30"/>
                        </a:lnTo>
                        <a:lnTo>
                          <a:pt x="20" y="26"/>
                        </a:lnTo>
                        <a:lnTo>
                          <a:pt x="23" y="23"/>
                        </a:lnTo>
                        <a:lnTo>
                          <a:pt x="26" y="19"/>
                        </a:lnTo>
                        <a:lnTo>
                          <a:pt x="28" y="15"/>
                        </a:lnTo>
                        <a:lnTo>
                          <a:pt x="30" y="12"/>
                        </a:lnTo>
                        <a:lnTo>
                          <a:pt x="32" y="7"/>
                        </a:lnTo>
                        <a:lnTo>
                          <a:pt x="33" y="4"/>
                        </a:lnTo>
                        <a:lnTo>
                          <a:pt x="35" y="0"/>
                        </a:lnTo>
                        <a:lnTo>
                          <a:pt x="35" y="4"/>
                        </a:lnTo>
                        <a:lnTo>
                          <a:pt x="35" y="6"/>
                        </a:lnTo>
                        <a:lnTo>
                          <a:pt x="35" y="10"/>
                        </a:lnTo>
                        <a:lnTo>
                          <a:pt x="35" y="12"/>
                        </a:lnTo>
                        <a:lnTo>
                          <a:pt x="35" y="15"/>
                        </a:lnTo>
                        <a:lnTo>
                          <a:pt x="35" y="17"/>
                        </a:lnTo>
                        <a:lnTo>
                          <a:pt x="35" y="20"/>
                        </a:lnTo>
                        <a:lnTo>
                          <a:pt x="35" y="23"/>
                        </a:lnTo>
                        <a:lnTo>
                          <a:pt x="35" y="26"/>
                        </a:lnTo>
                        <a:lnTo>
                          <a:pt x="35" y="30"/>
                        </a:lnTo>
                        <a:lnTo>
                          <a:pt x="35" y="32"/>
                        </a:lnTo>
                        <a:lnTo>
                          <a:pt x="35" y="35"/>
                        </a:lnTo>
                        <a:lnTo>
                          <a:pt x="35" y="37"/>
                        </a:lnTo>
                        <a:lnTo>
                          <a:pt x="35" y="41"/>
                        </a:lnTo>
                        <a:lnTo>
                          <a:pt x="35" y="43"/>
                        </a:lnTo>
                        <a:lnTo>
                          <a:pt x="35" y="47"/>
                        </a:lnTo>
                        <a:lnTo>
                          <a:pt x="35" y="49"/>
                        </a:lnTo>
                        <a:lnTo>
                          <a:pt x="35" y="53"/>
                        </a:lnTo>
                        <a:lnTo>
                          <a:pt x="35" y="55"/>
                        </a:lnTo>
                        <a:lnTo>
                          <a:pt x="35" y="57"/>
                        </a:lnTo>
                        <a:lnTo>
                          <a:pt x="35" y="61"/>
                        </a:lnTo>
                        <a:lnTo>
                          <a:pt x="35" y="63"/>
                        </a:lnTo>
                        <a:lnTo>
                          <a:pt x="35" y="67"/>
                        </a:lnTo>
                        <a:lnTo>
                          <a:pt x="35" y="69"/>
                        </a:lnTo>
                        <a:lnTo>
                          <a:pt x="35" y="72"/>
                        </a:lnTo>
                        <a:lnTo>
                          <a:pt x="35" y="75"/>
                        </a:lnTo>
                        <a:lnTo>
                          <a:pt x="35" y="77"/>
                        </a:lnTo>
                        <a:lnTo>
                          <a:pt x="35" y="80"/>
                        </a:lnTo>
                        <a:lnTo>
                          <a:pt x="35" y="82"/>
                        </a:lnTo>
                        <a:lnTo>
                          <a:pt x="35" y="86"/>
                        </a:lnTo>
                        <a:lnTo>
                          <a:pt x="35" y="88"/>
                        </a:lnTo>
                        <a:lnTo>
                          <a:pt x="36" y="91"/>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600" name="Freeform 51"/>
                  <p:cNvSpPr/>
                  <p:nvPr/>
                </p:nvSpPr>
                <p:spPr bwMode="auto">
                  <a:xfrm>
                    <a:off x="5402" y="1599"/>
                    <a:ext cx="223" cy="177"/>
                  </a:xfrm>
                  <a:custGeom>
                    <a:avLst/>
                    <a:gdLst>
                      <a:gd name="T0" fmla="*/ 0 w 667"/>
                      <a:gd name="T1" fmla="*/ 0 h 531"/>
                      <a:gd name="T2" fmla="*/ 0 w 667"/>
                      <a:gd name="T3" fmla="*/ 0 h 531"/>
                      <a:gd name="T4" fmla="*/ 0 w 667"/>
                      <a:gd name="T5" fmla="*/ 0 h 531"/>
                      <a:gd name="T6" fmla="*/ 0 w 667"/>
                      <a:gd name="T7" fmla="*/ 0 h 531"/>
                      <a:gd name="T8" fmla="*/ 0 w 667"/>
                      <a:gd name="T9" fmla="*/ 0 h 531"/>
                      <a:gd name="T10" fmla="*/ 0 w 667"/>
                      <a:gd name="T11" fmla="*/ 0 h 531"/>
                      <a:gd name="T12" fmla="*/ 0 w 667"/>
                      <a:gd name="T13" fmla="*/ 0 h 531"/>
                      <a:gd name="T14" fmla="*/ 0 w 667"/>
                      <a:gd name="T15" fmla="*/ 0 h 531"/>
                      <a:gd name="T16" fmla="*/ 0 w 667"/>
                      <a:gd name="T17" fmla="*/ 0 h 531"/>
                      <a:gd name="T18" fmla="*/ 0 w 667"/>
                      <a:gd name="T19" fmla="*/ 0 h 531"/>
                      <a:gd name="T20" fmla="*/ 0 w 667"/>
                      <a:gd name="T21" fmla="*/ 0 h 531"/>
                      <a:gd name="T22" fmla="*/ 0 w 667"/>
                      <a:gd name="T23" fmla="*/ 0 h 531"/>
                      <a:gd name="T24" fmla="*/ 0 w 667"/>
                      <a:gd name="T25" fmla="*/ 0 h 531"/>
                      <a:gd name="T26" fmla="*/ 0 w 667"/>
                      <a:gd name="T27" fmla="*/ 0 h 531"/>
                      <a:gd name="T28" fmla="*/ 0 w 667"/>
                      <a:gd name="T29" fmla="*/ 0 h 531"/>
                      <a:gd name="T30" fmla="*/ 0 w 667"/>
                      <a:gd name="T31" fmla="*/ 0 h 531"/>
                      <a:gd name="T32" fmla="*/ 0 w 667"/>
                      <a:gd name="T33" fmla="*/ 0 h 531"/>
                      <a:gd name="T34" fmla="*/ 0 w 667"/>
                      <a:gd name="T35" fmla="*/ 0 h 531"/>
                      <a:gd name="T36" fmla="*/ 0 w 667"/>
                      <a:gd name="T37" fmla="*/ 0 h 531"/>
                      <a:gd name="T38" fmla="*/ 0 w 667"/>
                      <a:gd name="T39" fmla="*/ 0 h 531"/>
                      <a:gd name="T40" fmla="*/ 0 w 667"/>
                      <a:gd name="T41" fmla="*/ 0 h 531"/>
                      <a:gd name="T42" fmla="*/ 0 w 667"/>
                      <a:gd name="T43" fmla="*/ 0 h 531"/>
                      <a:gd name="T44" fmla="*/ 0 w 667"/>
                      <a:gd name="T45" fmla="*/ 0 h 531"/>
                      <a:gd name="T46" fmla="*/ 0 w 667"/>
                      <a:gd name="T47" fmla="*/ 0 h 531"/>
                      <a:gd name="T48" fmla="*/ 0 w 667"/>
                      <a:gd name="T49" fmla="*/ 0 h 531"/>
                      <a:gd name="T50" fmla="*/ 0 w 667"/>
                      <a:gd name="T51" fmla="*/ 0 h 531"/>
                      <a:gd name="T52" fmla="*/ 0 w 667"/>
                      <a:gd name="T53" fmla="*/ 0 h 531"/>
                      <a:gd name="T54" fmla="*/ 0 w 667"/>
                      <a:gd name="T55" fmla="*/ 0 h 531"/>
                      <a:gd name="T56" fmla="*/ 0 w 667"/>
                      <a:gd name="T57" fmla="*/ 0 h 531"/>
                      <a:gd name="T58" fmla="*/ 0 w 667"/>
                      <a:gd name="T59" fmla="*/ 0 h 531"/>
                      <a:gd name="T60" fmla="*/ 0 w 667"/>
                      <a:gd name="T61" fmla="*/ 0 h 531"/>
                      <a:gd name="T62" fmla="*/ 0 w 667"/>
                      <a:gd name="T63" fmla="*/ 0 h 531"/>
                      <a:gd name="T64" fmla="*/ 0 w 667"/>
                      <a:gd name="T65" fmla="*/ 0 h 531"/>
                      <a:gd name="T66" fmla="*/ 0 w 667"/>
                      <a:gd name="T67" fmla="*/ 0 h 531"/>
                      <a:gd name="T68" fmla="*/ 0 w 667"/>
                      <a:gd name="T69" fmla="*/ 0 h 531"/>
                      <a:gd name="T70" fmla="*/ 0 w 667"/>
                      <a:gd name="T71" fmla="*/ 0 h 531"/>
                      <a:gd name="T72" fmla="*/ 0 w 667"/>
                      <a:gd name="T73" fmla="*/ 0 h 531"/>
                      <a:gd name="T74" fmla="*/ 0 w 667"/>
                      <a:gd name="T75" fmla="*/ 0 h 531"/>
                      <a:gd name="T76" fmla="*/ 0 w 667"/>
                      <a:gd name="T77" fmla="*/ 0 h 531"/>
                      <a:gd name="T78" fmla="*/ 0 w 667"/>
                      <a:gd name="T79" fmla="*/ 0 h 531"/>
                      <a:gd name="T80" fmla="*/ 0 w 667"/>
                      <a:gd name="T81" fmla="*/ 0 h 531"/>
                      <a:gd name="T82" fmla="*/ 0 w 667"/>
                      <a:gd name="T83" fmla="*/ 0 h 531"/>
                      <a:gd name="T84" fmla="*/ 0 w 667"/>
                      <a:gd name="T85" fmla="*/ 0 h 531"/>
                      <a:gd name="T86" fmla="*/ 0 w 667"/>
                      <a:gd name="T87" fmla="*/ 0 h 531"/>
                      <a:gd name="T88" fmla="*/ 0 w 667"/>
                      <a:gd name="T89" fmla="*/ 0 h 531"/>
                      <a:gd name="T90" fmla="*/ 0 w 667"/>
                      <a:gd name="T91" fmla="*/ 0 h 531"/>
                      <a:gd name="T92" fmla="*/ 0 w 667"/>
                      <a:gd name="T93" fmla="*/ 0 h 531"/>
                      <a:gd name="T94" fmla="*/ 0 w 667"/>
                      <a:gd name="T95" fmla="*/ 0 h 531"/>
                      <a:gd name="T96" fmla="*/ 0 w 667"/>
                      <a:gd name="T97" fmla="*/ 0 h 531"/>
                      <a:gd name="T98" fmla="*/ 0 w 667"/>
                      <a:gd name="T99" fmla="*/ 0 h 531"/>
                      <a:gd name="T100" fmla="*/ 0 w 667"/>
                      <a:gd name="T101" fmla="*/ 0 h 531"/>
                      <a:gd name="T102" fmla="*/ 0 w 667"/>
                      <a:gd name="T103" fmla="*/ 0 h 531"/>
                      <a:gd name="T104" fmla="*/ 0 w 667"/>
                      <a:gd name="T105" fmla="*/ 0 h 531"/>
                      <a:gd name="T106" fmla="*/ 0 w 667"/>
                      <a:gd name="T107" fmla="*/ 0 h 531"/>
                      <a:gd name="T108" fmla="*/ 0 w 667"/>
                      <a:gd name="T109" fmla="*/ 0 h 531"/>
                      <a:gd name="T110" fmla="*/ 0 w 667"/>
                      <a:gd name="T111" fmla="*/ 0 h 531"/>
                      <a:gd name="T112" fmla="*/ 0 w 667"/>
                      <a:gd name="T113" fmla="*/ 0 h 531"/>
                      <a:gd name="T114" fmla="*/ 0 w 667"/>
                      <a:gd name="T115" fmla="*/ 0 h 531"/>
                      <a:gd name="T116" fmla="*/ 0 w 667"/>
                      <a:gd name="T117" fmla="*/ 0 h 531"/>
                      <a:gd name="T118" fmla="*/ 0 w 667"/>
                      <a:gd name="T119" fmla="*/ 0 h 531"/>
                      <a:gd name="T120" fmla="*/ 0 w 667"/>
                      <a:gd name="T121" fmla="*/ 0 h 531"/>
                      <a:gd name="T122" fmla="*/ 0 w 667"/>
                      <a:gd name="T123" fmla="*/ 0 h 53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67"/>
                      <a:gd name="T187" fmla="*/ 0 h 531"/>
                      <a:gd name="T188" fmla="*/ 667 w 667"/>
                      <a:gd name="T189" fmla="*/ 531 h 53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67" h="531">
                        <a:moveTo>
                          <a:pt x="22" y="4"/>
                        </a:moveTo>
                        <a:lnTo>
                          <a:pt x="105" y="26"/>
                        </a:lnTo>
                        <a:lnTo>
                          <a:pt x="105" y="27"/>
                        </a:lnTo>
                        <a:lnTo>
                          <a:pt x="105" y="29"/>
                        </a:lnTo>
                        <a:lnTo>
                          <a:pt x="104" y="30"/>
                        </a:lnTo>
                        <a:lnTo>
                          <a:pt x="104" y="33"/>
                        </a:lnTo>
                        <a:lnTo>
                          <a:pt x="104" y="35"/>
                        </a:lnTo>
                        <a:lnTo>
                          <a:pt x="104" y="38"/>
                        </a:lnTo>
                        <a:lnTo>
                          <a:pt x="104" y="41"/>
                        </a:lnTo>
                        <a:lnTo>
                          <a:pt x="104" y="45"/>
                        </a:lnTo>
                        <a:lnTo>
                          <a:pt x="102" y="48"/>
                        </a:lnTo>
                        <a:lnTo>
                          <a:pt x="101" y="53"/>
                        </a:lnTo>
                        <a:lnTo>
                          <a:pt x="101" y="54"/>
                        </a:lnTo>
                        <a:lnTo>
                          <a:pt x="101" y="57"/>
                        </a:lnTo>
                        <a:lnTo>
                          <a:pt x="101" y="59"/>
                        </a:lnTo>
                        <a:lnTo>
                          <a:pt x="101" y="62"/>
                        </a:lnTo>
                        <a:lnTo>
                          <a:pt x="101" y="65"/>
                        </a:lnTo>
                        <a:lnTo>
                          <a:pt x="101" y="67"/>
                        </a:lnTo>
                        <a:lnTo>
                          <a:pt x="101" y="71"/>
                        </a:lnTo>
                        <a:lnTo>
                          <a:pt x="101" y="73"/>
                        </a:lnTo>
                        <a:lnTo>
                          <a:pt x="100" y="76"/>
                        </a:lnTo>
                        <a:lnTo>
                          <a:pt x="99" y="79"/>
                        </a:lnTo>
                        <a:lnTo>
                          <a:pt x="99" y="81"/>
                        </a:lnTo>
                        <a:lnTo>
                          <a:pt x="99" y="85"/>
                        </a:lnTo>
                        <a:lnTo>
                          <a:pt x="99" y="87"/>
                        </a:lnTo>
                        <a:lnTo>
                          <a:pt x="99" y="90"/>
                        </a:lnTo>
                        <a:lnTo>
                          <a:pt x="99" y="95"/>
                        </a:lnTo>
                        <a:lnTo>
                          <a:pt x="99" y="97"/>
                        </a:lnTo>
                        <a:lnTo>
                          <a:pt x="98" y="100"/>
                        </a:lnTo>
                        <a:lnTo>
                          <a:pt x="97" y="105"/>
                        </a:lnTo>
                        <a:lnTo>
                          <a:pt x="97" y="108"/>
                        </a:lnTo>
                        <a:lnTo>
                          <a:pt x="97" y="112"/>
                        </a:lnTo>
                        <a:lnTo>
                          <a:pt x="97" y="115"/>
                        </a:lnTo>
                        <a:lnTo>
                          <a:pt x="97" y="119"/>
                        </a:lnTo>
                        <a:lnTo>
                          <a:pt x="97" y="123"/>
                        </a:lnTo>
                        <a:lnTo>
                          <a:pt x="97" y="128"/>
                        </a:lnTo>
                        <a:lnTo>
                          <a:pt x="95" y="131"/>
                        </a:lnTo>
                        <a:lnTo>
                          <a:pt x="94" y="135"/>
                        </a:lnTo>
                        <a:lnTo>
                          <a:pt x="94" y="138"/>
                        </a:lnTo>
                        <a:lnTo>
                          <a:pt x="94" y="143"/>
                        </a:lnTo>
                        <a:lnTo>
                          <a:pt x="94" y="148"/>
                        </a:lnTo>
                        <a:lnTo>
                          <a:pt x="94" y="152"/>
                        </a:lnTo>
                        <a:lnTo>
                          <a:pt x="93" y="156"/>
                        </a:lnTo>
                        <a:lnTo>
                          <a:pt x="93" y="161"/>
                        </a:lnTo>
                        <a:lnTo>
                          <a:pt x="92" y="165"/>
                        </a:lnTo>
                        <a:lnTo>
                          <a:pt x="92" y="169"/>
                        </a:lnTo>
                        <a:lnTo>
                          <a:pt x="91" y="173"/>
                        </a:lnTo>
                        <a:lnTo>
                          <a:pt x="91" y="179"/>
                        </a:lnTo>
                        <a:lnTo>
                          <a:pt x="91" y="182"/>
                        </a:lnTo>
                        <a:lnTo>
                          <a:pt x="91" y="187"/>
                        </a:lnTo>
                        <a:lnTo>
                          <a:pt x="91" y="192"/>
                        </a:lnTo>
                        <a:lnTo>
                          <a:pt x="91" y="198"/>
                        </a:lnTo>
                        <a:lnTo>
                          <a:pt x="89" y="201"/>
                        </a:lnTo>
                        <a:lnTo>
                          <a:pt x="89" y="207"/>
                        </a:lnTo>
                        <a:lnTo>
                          <a:pt x="89" y="211"/>
                        </a:lnTo>
                        <a:lnTo>
                          <a:pt x="89" y="217"/>
                        </a:lnTo>
                        <a:lnTo>
                          <a:pt x="88" y="214"/>
                        </a:lnTo>
                        <a:lnTo>
                          <a:pt x="86" y="211"/>
                        </a:lnTo>
                        <a:lnTo>
                          <a:pt x="83" y="207"/>
                        </a:lnTo>
                        <a:lnTo>
                          <a:pt x="80" y="205"/>
                        </a:lnTo>
                        <a:lnTo>
                          <a:pt x="76" y="201"/>
                        </a:lnTo>
                        <a:lnTo>
                          <a:pt x="70" y="199"/>
                        </a:lnTo>
                        <a:lnTo>
                          <a:pt x="68" y="198"/>
                        </a:lnTo>
                        <a:lnTo>
                          <a:pt x="66" y="197"/>
                        </a:lnTo>
                        <a:lnTo>
                          <a:pt x="63" y="197"/>
                        </a:lnTo>
                        <a:lnTo>
                          <a:pt x="61" y="195"/>
                        </a:lnTo>
                        <a:lnTo>
                          <a:pt x="60" y="197"/>
                        </a:lnTo>
                        <a:lnTo>
                          <a:pt x="59" y="199"/>
                        </a:lnTo>
                        <a:lnTo>
                          <a:pt x="59" y="201"/>
                        </a:lnTo>
                        <a:lnTo>
                          <a:pt x="57" y="206"/>
                        </a:lnTo>
                        <a:lnTo>
                          <a:pt x="56" y="208"/>
                        </a:lnTo>
                        <a:lnTo>
                          <a:pt x="55" y="213"/>
                        </a:lnTo>
                        <a:lnTo>
                          <a:pt x="54" y="218"/>
                        </a:lnTo>
                        <a:lnTo>
                          <a:pt x="54" y="222"/>
                        </a:lnTo>
                        <a:lnTo>
                          <a:pt x="53" y="226"/>
                        </a:lnTo>
                        <a:lnTo>
                          <a:pt x="53" y="231"/>
                        </a:lnTo>
                        <a:lnTo>
                          <a:pt x="53" y="235"/>
                        </a:lnTo>
                        <a:lnTo>
                          <a:pt x="53" y="239"/>
                        </a:lnTo>
                        <a:lnTo>
                          <a:pt x="53" y="243"/>
                        </a:lnTo>
                        <a:lnTo>
                          <a:pt x="53" y="246"/>
                        </a:lnTo>
                        <a:lnTo>
                          <a:pt x="54" y="250"/>
                        </a:lnTo>
                        <a:lnTo>
                          <a:pt x="56" y="254"/>
                        </a:lnTo>
                        <a:lnTo>
                          <a:pt x="51" y="255"/>
                        </a:lnTo>
                        <a:lnTo>
                          <a:pt x="48" y="257"/>
                        </a:lnTo>
                        <a:lnTo>
                          <a:pt x="44" y="257"/>
                        </a:lnTo>
                        <a:lnTo>
                          <a:pt x="41" y="260"/>
                        </a:lnTo>
                        <a:lnTo>
                          <a:pt x="38" y="262"/>
                        </a:lnTo>
                        <a:lnTo>
                          <a:pt x="35" y="263"/>
                        </a:lnTo>
                        <a:lnTo>
                          <a:pt x="32" y="264"/>
                        </a:lnTo>
                        <a:lnTo>
                          <a:pt x="30" y="267"/>
                        </a:lnTo>
                        <a:lnTo>
                          <a:pt x="25" y="271"/>
                        </a:lnTo>
                        <a:lnTo>
                          <a:pt x="22" y="275"/>
                        </a:lnTo>
                        <a:lnTo>
                          <a:pt x="19" y="280"/>
                        </a:lnTo>
                        <a:lnTo>
                          <a:pt x="17" y="284"/>
                        </a:lnTo>
                        <a:lnTo>
                          <a:pt x="15" y="289"/>
                        </a:lnTo>
                        <a:lnTo>
                          <a:pt x="13" y="294"/>
                        </a:lnTo>
                        <a:lnTo>
                          <a:pt x="12" y="299"/>
                        </a:lnTo>
                        <a:lnTo>
                          <a:pt x="12" y="303"/>
                        </a:lnTo>
                        <a:lnTo>
                          <a:pt x="12" y="306"/>
                        </a:lnTo>
                        <a:lnTo>
                          <a:pt x="12" y="308"/>
                        </a:lnTo>
                        <a:lnTo>
                          <a:pt x="12" y="312"/>
                        </a:lnTo>
                        <a:lnTo>
                          <a:pt x="13" y="314"/>
                        </a:lnTo>
                        <a:lnTo>
                          <a:pt x="13" y="317"/>
                        </a:lnTo>
                        <a:lnTo>
                          <a:pt x="15" y="319"/>
                        </a:lnTo>
                        <a:lnTo>
                          <a:pt x="15" y="322"/>
                        </a:lnTo>
                        <a:lnTo>
                          <a:pt x="17" y="325"/>
                        </a:lnTo>
                        <a:lnTo>
                          <a:pt x="18" y="330"/>
                        </a:lnTo>
                        <a:lnTo>
                          <a:pt x="21" y="336"/>
                        </a:lnTo>
                        <a:lnTo>
                          <a:pt x="21" y="338"/>
                        </a:lnTo>
                        <a:lnTo>
                          <a:pt x="23" y="340"/>
                        </a:lnTo>
                        <a:lnTo>
                          <a:pt x="24" y="343"/>
                        </a:lnTo>
                        <a:lnTo>
                          <a:pt x="25" y="345"/>
                        </a:lnTo>
                        <a:lnTo>
                          <a:pt x="28" y="351"/>
                        </a:lnTo>
                        <a:lnTo>
                          <a:pt x="31" y="356"/>
                        </a:lnTo>
                        <a:lnTo>
                          <a:pt x="32" y="358"/>
                        </a:lnTo>
                        <a:lnTo>
                          <a:pt x="35" y="360"/>
                        </a:lnTo>
                        <a:lnTo>
                          <a:pt x="36" y="364"/>
                        </a:lnTo>
                        <a:lnTo>
                          <a:pt x="38" y="368"/>
                        </a:lnTo>
                        <a:lnTo>
                          <a:pt x="42" y="372"/>
                        </a:lnTo>
                        <a:lnTo>
                          <a:pt x="45" y="376"/>
                        </a:lnTo>
                        <a:lnTo>
                          <a:pt x="49" y="381"/>
                        </a:lnTo>
                        <a:lnTo>
                          <a:pt x="53" y="387"/>
                        </a:lnTo>
                        <a:lnTo>
                          <a:pt x="56" y="391"/>
                        </a:lnTo>
                        <a:lnTo>
                          <a:pt x="60" y="396"/>
                        </a:lnTo>
                        <a:lnTo>
                          <a:pt x="63" y="400"/>
                        </a:lnTo>
                        <a:lnTo>
                          <a:pt x="67" y="404"/>
                        </a:lnTo>
                        <a:lnTo>
                          <a:pt x="68" y="401"/>
                        </a:lnTo>
                        <a:lnTo>
                          <a:pt x="70" y="396"/>
                        </a:lnTo>
                        <a:lnTo>
                          <a:pt x="73" y="394"/>
                        </a:lnTo>
                        <a:lnTo>
                          <a:pt x="74" y="391"/>
                        </a:lnTo>
                        <a:lnTo>
                          <a:pt x="76" y="388"/>
                        </a:lnTo>
                        <a:lnTo>
                          <a:pt x="78" y="384"/>
                        </a:lnTo>
                        <a:lnTo>
                          <a:pt x="79" y="381"/>
                        </a:lnTo>
                        <a:lnTo>
                          <a:pt x="81" y="378"/>
                        </a:lnTo>
                        <a:lnTo>
                          <a:pt x="81" y="374"/>
                        </a:lnTo>
                        <a:lnTo>
                          <a:pt x="83" y="371"/>
                        </a:lnTo>
                        <a:lnTo>
                          <a:pt x="86" y="366"/>
                        </a:lnTo>
                        <a:lnTo>
                          <a:pt x="87" y="363"/>
                        </a:lnTo>
                        <a:lnTo>
                          <a:pt x="88" y="358"/>
                        </a:lnTo>
                        <a:lnTo>
                          <a:pt x="91" y="356"/>
                        </a:lnTo>
                        <a:lnTo>
                          <a:pt x="91" y="359"/>
                        </a:lnTo>
                        <a:lnTo>
                          <a:pt x="91" y="363"/>
                        </a:lnTo>
                        <a:lnTo>
                          <a:pt x="91" y="366"/>
                        </a:lnTo>
                        <a:lnTo>
                          <a:pt x="91" y="370"/>
                        </a:lnTo>
                        <a:lnTo>
                          <a:pt x="91" y="374"/>
                        </a:lnTo>
                        <a:lnTo>
                          <a:pt x="91" y="376"/>
                        </a:lnTo>
                        <a:lnTo>
                          <a:pt x="92" y="379"/>
                        </a:lnTo>
                        <a:lnTo>
                          <a:pt x="92" y="383"/>
                        </a:lnTo>
                        <a:lnTo>
                          <a:pt x="92" y="387"/>
                        </a:lnTo>
                        <a:lnTo>
                          <a:pt x="93" y="389"/>
                        </a:lnTo>
                        <a:lnTo>
                          <a:pt x="94" y="391"/>
                        </a:lnTo>
                        <a:lnTo>
                          <a:pt x="94" y="396"/>
                        </a:lnTo>
                        <a:lnTo>
                          <a:pt x="94" y="398"/>
                        </a:lnTo>
                        <a:lnTo>
                          <a:pt x="94" y="401"/>
                        </a:lnTo>
                        <a:lnTo>
                          <a:pt x="94" y="404"/>
                        </a:lnTo>
                        <a:lnTo>
                          <a:pt x="95" y="407"/>
                        </a:lnTo>
                        <a:lnTo>
                          <a:pt x="92" y="408"/>
                        </a:lnTo>
                        <a:lnTo>
                          <a:pt x="88" y="409"/>
                        </a:lnTo>
                        <a:lnTo>
                          <a:pt x="83" y="411"/>
                        </a:lnTo>
                        <a:lnTo>
                          <a:pt x="81" y="414"/>
                        </a:lnTo>
                        <a:lnTo>
                          <a:pt x="76" y="416"/>
                        </a:lnTo>
                        <a:lnTo>
                          <a:pt x="70" y="419"/>
                        </a:lnTo>
                        <a:lnTo>
                          <a:pt x="66" y="421"/>
                        </a:lnTo>
                        <a:lnTo>
                          <a:pt x="62" y="425"/>
                        </a:lnTo>
                        <a:lnTo>
                          <a:pt x="57" y="427"/>
                        </a:lnTo>
                        <a:lnTo>
                          <a:pt x="53" y="429"/>
                        </a:lnTo>
                        <a:lnTo>
                          <a:pt x="48" y="432"/>
                        </a:lnTo>
                        <a:lnTo>
                          <a:pt x="44" y="435"/>
                        </a:lnTo>
                        <a:lnTo>
                          <a:pt x="40" y="438"/>
                        </a:lnTo>
                        <a:lnTo>
                          <a:pt x="37" y="440"/>
                        </a:lnTo>
                        <a:lnTo>
                          <a:pt x="34" y="442"/>
                        </a:lnTo>
                        <a:lnTo>
                          <a:pt x="32" y="445"/>
                        </a:lnTo>
                        <a:lnTo>
                          <a:pt x="36" y="445"/>
                        </a:lnTo>
                        <a:lnTo>
                          <a:pt x="41" y="445"/>
                        </a:lnTo>
                        <a:lnTo>
                          <a:pt x="44" y="445"/>
                        </a:lnTo>
                        <a:lnTo>
                          <a:pt x="48" y="445"/>
                        </a:lnTo>
                        <a:lnTo>
                          <a:pt x="53" y="445"/>
                        </a:lnTo>
                        <a:lnTo>
                          <a:pt x="56" y="445"/>
                        </a:lnTo>
                        <a:lnTo>
                          <a:pt x="61" y="445"/>
                        </a:lnTo>
                        <a:lnTo>
                          <a:pt x="66" y="445"/>
                        </a:lnTo>
                        <a:lnTo>
                          <a:pt x="66" y="447"/>
                        </a:lnTo>
                        <a:lnTo>
                          <a:pt x="68" y="449"/>
                        </a:lnTo>
                        <a:lnTo>
                          <a:pt x="69" y="452"/>
                        </a:lnTo>
                        <a:lnTo>
                          <a:pt x="70" y="454"/>
                        </a:lnTo>
                        <a:lnTo>
                          <a:pt x="74" y="457"/>
                        </a:lnTo>
                        <a:lnTo>
                          <a:pt x="78" y="460"/>
                        </a:lnTo>
                        <a:lnTo>
                          <a:pt x="81" y="461"/>
                        </a:lnTo>
                        <a:lnTo>
                          <a:pt x="85" y="463"/>
                        </a:lnTo>
                        <a:lnTo>
                          <a:pt x="88" y="463"/>
                        </a:lnTo>
                        <a:lnTo>
                          <a:pt x="92" y="463"/>
                        </a:lnTo>
                        <a:lnTo>
                          <a:pt x="94" y="461"/>
                        </a:lnTo>
                        <a:lnTo>
                          <a:pt x="99" y="459"/>
                        </a:lnTo>
                        <a:lnTo>
                          <a:pt x="101" y="458"/>
                        </a:lnTo>
                        <a:lnTo>
                          <a:pt x="104" y="455"/>
                        </a:lnTo>
                        <a:lnTo>
                          <a:pt x="107" y="452"/>
                        </a:lnTo>
                        <a:lnTo>
                          <a:pt x="110" y="449"/>
                        </a:lnTo>
                        <a:lnTo>
                          <a:pt x="112" y="446"/>
                        </a:lnTo>
                        <a:lnTo>
                          <a:pt x="114" y="442"/>
                        </a:lnTo>
                        <a:lnTo>
                          <a:pt x="117" y="442"/>
                        </a:lnTo>
                        <a:lnTo>
                          <a:pt x="121" y="444"/>
                        </a:lnTo>
                        <a:lnTo>
                          <a:pt x="125" y="445"/>
                        </a:lnTo>
                        <a:lnTo>
                          <a:pt x="130" y="446"/>
                        </a:lnTo>
                        <a:lnTo>
                          <a:pt x="133" y="446"/>
                        </a:lnTo>
                        <a:lnTo>
                          <a:pt x="138" y="446"/>
                        </a:lnTo>
                        <a:lnTo>
                          <a:pt x="142" y="446"/>
                        </a:lnTo>
                        <a:lnTo>
                          <a:pt x="146" y="447"/>
                        </a:lnTo>
                        <a:lnTo>
                          <a:pt x="149" y="446"/>
                        </a:lnTo>
                        <a:lnTo>
                          <a:pt x="152" y="446"/>
                        </a:lnTo>
                        <a:lnTo>
                          <a:pt x="156" y="446"/>
                        </a:lnTo>
                        <a:lnTo>
                          <a:pt x="158" y="446"/>
                        </a:lnTo>
                        <a:lnTo>
                          <a:pt x="162" y="446"/>
                        </a:lnTo>
                        <a:lnTo>
                          <a:pt x="164" y="446"/>
                        </a:lnTo>
                        <a:lnTo>
                          <a:pt x="175" y="446"/>
                        </a:lnTo>
                        <a:lnTo>
                          <a:pt x="184" y="447"/>
                        </a:lnTo>
                        <a:lnTo>
                          <a:pt x="195" y="447"/>
                        </a:lnTo>
                        <a:lnTo>
                          <a:pt x="204" y="447"/>
                        </a:lnTo>
                        <a:lnTo>
                          <a:pt x="215" y="447"/>
                        </a:lnTo>
                        <a:lnTo>
                          <a:pt x="225" y="447"/>
                        </a:lnTo>
                        <a:lnTo>
                          <a:pt x="235" y="447"/>
                        </a:lnTo>
                        <a:lnTo>
                          <a:pt x="246" y="447"/>
                        </a:lnTo>
                        <a:lnTo>
                          <a:pt x="255" y="447"/>
                        </a:lnTo>
                        <a:lnTo>
                          <a:pt x="265" y="447"/>
                        </a:lnTo>
                        <a:lnTo>
                          <a:pt x="274" y="447"/>
                        </a:lnTo>
                        <a:lnTo>
                          <a:pt x="285" y="447"/>
                        </a:lnTo>
                        <a:lnTo>
                          <a:pt x="293" y="447"/>
                        </a:lnTo>
                        <a:lnTo>
                          <a:pt x="304" y="447"/>
                        </a:lnTo>
                        <a:lnTo>
                          <a:pt x="314" y="447"/>
                        </a:lnTo>
                        <a:lnTo>
                          <a:pt x="323" y="447"/>
                        </a:lnTo>
                        <a:lnTo>
                          <a:pt x="331" y="447"/>
                        </a:lnTo>
                        <a:lnTo>
                          <a:pt x="341" y="446"/>
                        </a:lnTo>
                        <a:lnTo>
                          <a:pt x="349" y="446"/>
                        </a:lnTo>
                        <a:lnTo>
                          <a:pt x="359" y="446"/>
                        </a:lnTo>
                        <a:lnTo>
                          <a:pt x="367" y="445"/>
                        </a:lnTo>
                        <a:lnTo>
                          <a:pt x="377" y="445"/>
                        </a:lnTo>
                        <a:lnTo>
                          <a:pt x="385" y="445"/>
                        </a:lnTo>
                        <a:lnTo>
                          <a:pt x="393" y="445"/>
                        </a:lnTo>
                        <a:lnTo>
                          <a:pt x="401" y="445"/>
                        </a:lnTo>
                        <a:lnTo>
                          <a:pt x="410" y="444"/>
                        </a:lnTo>
                        <a:lnTo>
                          <a:pt x="417" y="444"/>
                        </a:lnTo>
                        <a:lnTo>
                          <a:pt x="425" y="444"/>
                        </a:lnTo>
                        <a:lnTo>
                          <a:pt x="432" y="442"/>
                        </a:lnTo>
                        <a:lnTo>
                          <a:pt x="441" y="442"/>
                        </a:lnTo>
                        <a:lnTo>
                          <a:pt x="448" y="442"/>
                        </a:lnTo>
                        <a:lnTo>
                          <a:pt x="455" y="442"/>
                        </a:lnTo>
                        <a:lnTo>
                          <a:pt x="462" y="441"/>
                        </a:lnTo>
                        <a:lnTo>
                          <a:pt x="468" y="441"/>
                        </a:lnTo>
                        <a:lnTo>
                          <a:pt x="475" y="440"/>
                        </a:lnTo>
                        <a:lnTo>
                          <a:pt x="482" y="440"/>
                        </a:lnTo>
                        <a:lnTo>
                          <a:pt x="488" y="439"/>
                        </a:lnTo>
                        <a:lnTo>
                          <a:pt x="494" y="439"/>
                        </a:lnTo>
                        <a:lnTo>
                          <a:pt x="500" y="439"/>
                        </a:lnTo>
                        <a:lnTo>
                          <a:pt x="506" y="439"/>
                        </a:lnTo>
                        <a:lnTo>
                          <a:pt x="512" y="438"/>
                        </a:lnTo>
                        <a:lnTo>
                          <a:pt x="517" y="438"/>
                        </a:lnTo>
                        <a:lnTo>
                          <a:pt x="521" y="436"/>
                        </a:lnTo>
                        <a:lnTo>
                          <a:pt x="526" y="436"/>
                        </a:lnTo>
                        <a:lnTo>
                          <a:pt x="532" y="436"/>
                        </a:lnTo>
                        <a:lnTo>
                          <a:pt x="537" y="436"/>
                        </a:lnTo>
                        <a:lnTo>
                          <a:pt x="540" y="435"/>
                        </a:lnTo>
                        <a:lnTo>
                          <a:pt x="545" y="435"/>
                        </a:lnTo>
                        <a:lnTo>
                          <a:pt x="549" y="435"/>
                        </a:lnTo>
                        <a:lnTo>
                          <a:pt x="552" y="434"/>
                        </a:lnTo>
                        <a:lnTo>
                          <a:pt x="556" y="434"/>
                        </a:lnTo>
                        <a:lnTo>
                          <a:pt x="559" y="434"/>
                        </a:lnTo>
                        <a:lnTo>
                          <a:pt x="562" y="434"/>
                        </a:lnTo>
                        <a:lnTo>
                          <a:pt x="564" y="433"/>
                        </a:lnTo>
                        <a:lnTo>
                          <a:pt x="566" y="433"/>
                        </a:lnTo>
                        <a:lnTo>
                          <a:pt x="570" y="433"/>
                        </a:lnTo>
                        <a:lnTo>
                          <a:pt x="572" y="433"/>
                        </a:lnTo>
                        <a:lnTo>
                          <a:pt x="576" y="433"/>
                        </a:lnTo>
                        <a:lnTo>
                          <a:pt x="577" y="433"/>
                        </a:lnTo>
                        <a:lnTo>
                          <a:pt x="578" y="433"/>
                        </a:lnTo>
                        <a:lnTo>
                          <a:pt x="578" y="432"/>
                        </a:lnTo>
                        <a:lnTo>
                          <a:pt x="578" y="428"/>
                        </a:lnTo>
                        <a:lnTo>
                          <a:pt x="578" y="425"/>
                        </a:lnTo>
                        <a:lnTo>
                          <a:pt x="578" y="422"/>
                        </a:lnTo>
                        <a:lnTo>
                          <a:pt x="578" y="419"/>
                        </a:lnTo>
                        <a:lnTo>
                          <a:pt x="578" y="415"/>
                        </a:lnTo>
                        <a:lnTo>
                          <a:pt x="578" y="410"/>
                        </a:lnTo>
                        <a:lnTo>
                          <a:pt x="578" y="406"/>
                        </a:lnTo>
                        <a:lnTo>
                          <a:pt x="578" y="402"/>
                        </a:lnTo>
                        <a:lnTo>
                          <a:pt x="578" y="400"/>
                        </a:lnTo>
                        <a:lnTo>
                          <a:pt x="578" y="397"/>
                        </a:lnTo>
                        <a:lnTo>
                          <a:pt x="578" y="395"/>
                        </a:lnTo>
                        <a:lnTo>
                          <a:pt x="578" y="391"/>
                        </a:lnTo>
                        <a:lnTo>
                          <a:pt x="578" y="389"/>
                        </a:lnTo>
                        <a:lnTo>
                          <a:pt x="578" y="385"/>
                        </a:lnTo>
                        <a:lnTo>
                          <a:pt x="578" y="383"/>
                        </a:lnTo>
                        <a:lnTo>
                          <a:pt x="578" y="378"/>
                        </a:lnTo>
                        <a:lnTo>
                          <a:pt x="578" y="376"/>
                        </a:lnTo>
                        <a:lnTo>
                          <a:pt x="578" y="372"/>
                        </a:lnTo>
                        <a:lnTo>
                          <a:pt x="579" y="369"/>
                        </a:lnTo>
                        <a:lnTo>
                          <a:pt x="578" y="364"/>
                        </a:lnTo>
                        <a:lnTo>
                          <a:pt x="578" y="360"/>
                        </a:lnTo>
                        <a:lnTo>
                          <a:pt x="578" y="357"/>
                        </a:lnTo>
                        <a:lnTo>
                          <a:pt x="578" y="353"/>
                        </a:lnTo>
                        <a:lnTo>
                          <a:pt x="578" y="349"/>
                        </a:lnTo>
                        <a:lnTo>
                          <a:pt x="578" y="344"/>
                        </a:lnTo>
                        <a:lnTo>
                          <a:pt x="578" y="340"/>
                        </a:lnTo>
                        <a:lnTo>
                          <a:pt x="578" y="336"/>
                        </a:lnTo>
                        <a:lnTo>
                          <a:pt x="578" y="331"/>
                        </a:lnTo>
                        <a:lnTo>
                          <a:pt x="578" y="327"/>
                        </a:lnTo>
                        <a:lnTo>
                          <a:pt x="578" y="322"/>
                        </a:lnTo>
                        <a:lnTo>
                          <a:pt x="578" y="318"/>
                        </a:lnTo>
                        <a:lnTo>
                          <a:pt x="578" y="313"/>
                        </a:lnTo>
                        <a:lnTo>
                          <a:pt x="578" y="308"/>
                        </a:lnTo>
                        <a:lnTo>
                          <a:pt x="578" y="303"/>
                        </a:lnTo>
                        <a:lnTo>
                          <a:pt x="578" y="300"/>
                        </a:lnTo>
                        <a:lnTo>
                          <a:pt x="578" y="294"/>
                        </a:lnTo>
                        <a:lnTo>
                          <a:pt x="578" y="290"/>
                        </a:lnTo>
                        <a:lnTo>
                          <a:pt x="578" y="284"/>
                        </a:lnTo>
                        <a:lnTo>
                          <a:pt x="578" y="280"/>
                        </a:lnTo>
                        <a:lnTo>
                          <a:pt x="578" y="275"/>
                        </a:lnTo>
                        <a:lnTo>
                          <a:pt x="578" y="269"/>
                        </a:lnTo>
                        <a:lnTo>
                          <a:pt x="578" y="264"/>
                        </a:lnTo>
                        <a:lnTo>
                          <a:pt x="578" y="260"/>
                        </a:lnTo>
                        <a:lnTo>
                          <a:pt x="578" y="254"/>
                        </a:lnTo>
                        <a:lnTo>
                          <a:pt x="578" y="249"/>
                        </a:lnTo>
                        <a:lnTo>
                          <a:pt x="578" y="243"/>
                        </a:lnTo>
                        <a:lnTo>
                          <a:pt x="578" y="237"/>
                        </a:lnTo>
                        <a:lnTo>
                          <a:pt x="578" y="232"/>
                        </a:lnTo>
                        <a:lnTo>
                          <a:pt x="578" y="226"/>
                        </a:lnTo>
                        <a:lnTo>
                          <a:pt x="578" y="222"/>
                        </a:lnTo>
                        <a:lnTo>
                          <a:pt x="578" y="217"/>
                        </a:lnTo>
                        <a:lnTo>
                          <a:pt x="578" y="211"/>
                        </a:lnTo>
                        <a:lnTo>
                          <a:pt x="578" y="205"/>
                        </a:lnTo>
                        <a:lnTo>
                          <a:pt x="577" y="200"/>
                        </a:lnTo>
                        <a:lnTo>
                          <a:pt x="577" y="195"/>
                        </a:lnTo>
                        <a:lnTo>
                          <a:pt x="577" y="190"/>
                        </a:lnTo>
                        <a:lnTo>
                          <a:pt x="577" y="185"/>
                        </a:lnTo>
                        <a:lnTo>
                          <a:pt x="577" y="180"/>
                        </a:lnTo>
                        <a:lnTo>
                          <a:pt x="577" y="176"/>
                        </a:lnTo>
                        <a:lnTo>
                          <a:pt x="576" y="171"/>
                        </a:lnTo>
                        <a:lnTo>
                          <a:pt x="576" y="166"/>
                        </a:lnTo>
                        <a:lnTo>
                          <a:pt x="575" y="162"/>
                        </a:lnTo>
                        <a:lnTo>
                          <a:pt x="575" y="159"/>
                        </a:lnTo>
                        <a:lnTo>
                          <a:pt x="575" y="154"/>
                        </a:lnTo>
                        <a:lnTo>
                          <a:pt x="575" y="150"/>
                        </a:lnTo>
                        <a:lnTo>
                          <a:pt x="575" y="146"/>
                        </a:lnTo>
                        <a:lnTo>
                          <a:pt x="575" y="143"/>
                        </a:lnTo>
                        <a:lnTo>
                          <a:pt x="573" y="138"/>
                        </a:lnTo>
                        <a:lnTo>
                          <a:pt x="573" y="135"/>
                        </a:lnTo>
                        <a:lnTo>
                          <a:pt x="572" y="131"/>
                        </a:lnTo>
                        <a:lnTo>
                          <a:pt x="572" y="128"/>
                        </a:lnTo>
                        <a:lnTo>
                          <a:pt x="571" y="125"/>
                        </a:lnTo>
                        <a:lnTo>
                          <a:pt x="571" y="122"/>
                        </a:lnTo>
                        <a:lnTo>
                          <a:pt x="570" y="118"/>
                        </a:lnTo>
                        <a:lnTo>
                          <a:pt x="570" y="116"/>
                        </a:lnTo>
                        <a:lnTo>
                          <a:pt x="570" y="112"/>
                        </a:lnTo>
                        <a:lnTo>
                          <a:pt x="570" y="110"/>
                        </a:lnTo>
                        <a:lnTo>
                          <a:pt x="569" y="108"/>
                        </a:lnTo>
                        <a:lnTo>
                          <a:pt x="569" y="105"/>
                        </a:lnTo>
                        <a:lnTo>
                          <a:pt x="568" y="100"/>
                        </a:lnTo>
                        <a:lnTo>
                          <a:pt x="566" y="95"/>
                        </a:lnTo>
                        <a:lnTo>
                          <a:pt x="565" y="90"/>
                        </a:lnTo>
                        <a:lnTo>
                          <a:pt x="565" y="87"/>
                        </a:lnTo>
                        <a:lnTo>
                          <a:pt x="564" y="83"/>
                        </a:lnTo>
                        <a:lnTo>
                          <a:pt x="563" y="79"/>
                        </a:lnTo>
                        <a:lnTo>
                          <a:pt x="562" y="77"/>
                        </a:lnTo>
                        <a:lnTo>
                          <a:pt x="562" y="74"/>
                        </a:lnTo>
                        <a:lnTo>
                          <a:pt x="560" y="71"/>
                        </a:lnTo>
                        <a:lnTo>
                          <a:pt x="560" y="70"/>
                        </a:lnTo>
                        <a:lnTo>
                          <a:pt x="559" y="66"/>
                        </a:lnTo>
                        <a:lnTo>
                          <a:pt x="558" y="64"/>
                        </a:lnTo>
                        <a:lnTo>
                          <a:pt x="557" y="62"/>
                        </a:lnTo>
                        <a:lnTo>
                          <a:pt x="626" y="0"/>
                        </a:lnTo>
                        <a:lnTo>
                          <a:pt x="628" y="3"/>
                        </a:lnTo>
                        <a:lnTo>
                          <a:pt x="633" y="8"/>
                        </a:lnTo>
                        <a:lnTo>
                          <a:pt x="634" y="10"/>
                        </a:lnTo>
                        <a:lnTo>
                          <a:pt x="635" y="13"/>
                        </a:lnTo>
                        <a:lnTo>
                          <a:pt x="638" y="16"/>
                        </a:lnTo>
                        <a:lnTo>
                          <a:pt x="640" y="19"/>
                        </a:lnTo>
                        <a:lnTo>
                          <a:pt x="640" y="21"/>
                        </a:lnTo>
                        <a:lnTo>
                          <a:pt x="642" y="24"/>
                        </a:lnTo>
                        <a:lnTo>
                          <a:pt x="643" y="28"/>
                        </a:lnTo>
                        <a:lnTo>
                          <a:pt x="646" y="32"/>
                        </a:lnTo>
                        <a:lnTo>
                          <a:pt x="646" y="34"/>
                        </a:lnTo>
                        <a:lnTo>
                          <a:pt x="648" y="39"/>
                        </a:lnTo>
                        <a:lnTo>
                          <a:pt x="648" y="41"/>
                        </a:lnTo>
                        <a:lnTo>
                          <a:pt x="651" y="46"/>
                        </a:lnTo>
                        <a:lnTo>
                          <a:pt x="651" y="49"/>
                        </a:lnTo>
                        <a:lnTo>
                          <a:pt x="652" y="53"/>
                        </a:lnTo>
                        <a:lnTo>
                          <a:pt x="653" y="58"/>
                        </a:lnTo>
                        <a:lnTo>
                          <a:pt x="653" y="62"/>
                        </a:lnTo>
                        <a:lnTo>
                          <a:pt x="654" y="66"/>
                        </a:lnTo>
                        <a:lnTo>
                          <a:pt x="655" y="71"/>
                        </a:lnTo>
                        <a:lnTo>
                          <a:pt x="655" y="74"/>
                        </a:lnTo>
                        <a:lnTo>
                          <a:pt x="657" y="79"/>
                        </a:lnTo>
                        <a:lnTo>
                          <a:pt x="658" y="83"/>
                        </a:lnTo>
                        <a:lnTo>
                          <a:pt x="658" y="87"/>
                        </a:lnTo>
                        <a:lnTo>
                          <a:pt x="658" y="92"/>
                        </a:lnTo>
                        <a:lnTo>
                          <a:pt x="659" y="97"/>
                        </a:lnTo>
                        <a:lnTo>
                          <a:pt x="660" y="100"/>
                        </a:lnTo>
                        <a:lnTo>
                          <a:pt x="660" y="105"/>
                        </a:lnTo>
                        <a:lnTo>
                          <a:pt x="660" y="110"/>
                        </a:lnTo>
                        <a:lnTo>
                          <a:pt x="661" y="115"/>
                        </a:lnTo>
                        <a:lnTo>
                          <a:pt x="661" y="121"/>
                        </a:lnTo>
                        <a:lnTo>
                          <a:pt x="662" y="124"/>
                        </a:lnTo>
                        <a:lnTo>
                          <a:pt x="662" y="129"/>
                        </a:lnTo>
                        <a:lnTo>
                          <a:pt x="662" y="134"/>
                        </a:lnTo>
                        <a:lnTo>
                          <a:pt x="662" y="138"/>
                        </a:lnTo>
                        <a:lnTo>
                          <a:pt x="664" y="142"/>
                        </a:lnTo>
                        <a:lnTo>
                          <a:pt x="664" y="147"/>
                        </a:lnTo>
                        <a:lnTo>
                          <a:pt x="664" y="152"/>
                        </a:lnTo>
                        <a:lnTo>
                          <a:pt x="664" y="156"/>
                        </a:lnTo>
                        <a:lnTo>
                          <a:pt x="664" y="161"/>
                        </a:lnTo>
                        <a:lnTo>
                          <a:pt x="664" y="165"/>
                        </a:lnTo>
                        <a:lnTo>
                          <a:pt x="664" y="169"/>
                        </a:lnTo>
                        <a:lnTo>
                          <a:pt x="664" y="173"/>
                        </a:lnTo>
                        <a:lnTo>
                          <a:pt x="664" y="178"/>
                        </a:lnTo>
                        <a:lnTo>
                          <a:pt x="664" y="182"/>
                        </a:lnTo>
                        <a:lnTo>
                          <a:pt x="665" y="186"/>
                        </a:lnTo>
                        <a:lnTo>
                          <a:pt x="665" y="191"/>
                        </a:lnTo>
                        <a:lnTo>
                          <a:pt x="665" y="193"/>
                        </a:lnTo>
                        <a:lnTo>
                          <a:pt x="665" y="198"/>
                        </a:lnTo>
                        <a:lnTo>
                          <a:pt x="665" y="201"/>
                        </a:lnTo>
                        <a:lnTo>
                          <a:pt x="665" y="205"/>
                        </a:lnTo>
                        <a:lnTo>
                          <a:pt x="665" y="208"/>
                        </a:lnTo>
                        <a:lnTo>
                          <a:pt x="665" y="212"/>
                        </a:lnTo>
                        <a:lnTo>
                          <a:pt x="665" y="217"/>
                        </a:lnTo>
                        <a:lnTo>
                          <a:pt x="665" y="219"/>
                        </a:lnTo>
                        <a:lnTo>
                          <a:pt x="665" y="222"/>
                        </a:lnTo>
                        <a:lnTo>
                          <a:pt x="665" y="224"/>
                        </a:lnTo>
                        <a:lnTo>
                          <a:pt x="666" y="229"/>
                        </a:lnTo>
                        <a:lnTo>
                          <a:pt x="666" y="231"/>
                        </a:lnTo>
                        <a:lnTo>
                          <a:pt x="666" y="233"/>
                        </a:lnTo>
                        <a:lnTo>
                          <a:pt x="666" y="236"/>
                        </a:lnTo>
                        <a:lnTo>
                          <a:pt x="666" y="239"/>
                        </a:lnTo>
                        <a:lnTo>
                          <a:pt x="666" y="241"/>
                        </a:lnTo>
                        <a:lnTo>
                          <a:pt x="666" y="243"/>
                        </a:lnTo>
                        <a:lnTo>
                          <a:pt x="666" y="246"/>
                        </a:lnTo>
                        <a:lnTo>
                          <a:pt x="666" y="249"/>
                        </a:lnTo>
                        <a:lnTo>
                          <a:pt x="666" y="252"/>
                        </a:lnTo>
                        <a:lnTo>
                          <a:pt x="666" y="256"/>
                        </a:lnTo>
                        <a:lnTo>
                          <a:pt x="666" y="260"/>
                        </a:lnTo>
                        <a:lnTo>
                          <a:pt x="666" y="264"/>
                        </a:lnTo>
                        <a:lnTo>
                          <a:pt x="666" y="267"/>
                        </a:lnTo>
                        <a:lnTo>
                          <a:pt x="666" y="273"/>
                        </a:lnTo>
                        <a:lnTo>
                          <a:pt x="666" y="276"/>
                        </a:lnTo>
                        <a:lnTo>
                          <a:pt x="666" y="281"/>
                        </a:lnTo>
                        <a:lnTo>
                          <a:pt x="666" y="284"/>
                        </a:lnTo>
                        <a:lnTo>
                          <a:pt x="666" y="290"/>
                        </a:lnTo>
                        <a:lnTo>
                          <a:pt x="666" y="295"/>
                        </a:lnTo>
                        <a:lnTo>
                          <a:pt x="667" y="301"/>
                        </a:lnTo>
                        <a:lnTo>
                          <a:pt x="666" y="306"/>
                        </a:lnTo>
                        <a:lnTo>
                          <a:pt x="666" y="311"/>
                        </a:lnTo>
                        <a:lnTo>
                          <a:pt x="666" y="317"/>
                        </a:lnTo>
                        <a:lnTo>
                          <a:pt x="666" y="322"/>
                        </a:lnTo>
                        <a:lnTo>
                          <a:pt x="666" y="328"/>
                        </a:lnTo>
                        <a:lnTo>
                          <a:pt x="666" y="334"/>
                        </a:lnTo>
                        <a:lnTo>
                          <a:pt x="666" y="340"/>
                        </a:lnTo>
                        <a:lnTo>
                          <a:pt x="666" y="345"/>
                        </a:lnTo>
                        <a:lnTo>
                          <a:pt x="666" y="351"/>
                        </a:lnTo>
                        <a:lnTo>
                          <a:pt x="666" y="357"/>
                        </a:lnTo>
                        <a:lnTo>
                          <a:pt x="666" y="363"/>
                        </a:lnTo>
                        <a:lnTo>
                          <a:pt x="666" y="370"/>
                        </a:lnTo>
                        <a:lnTo>
                          <a:pt x="666" y="376"/>
                        </a:lnTo>
                        <a:lnTo>
                          <a:pt x="666" y="381"/>
                        </a:lnTo>
                        <a:lnTo>
                          <a:pt x="666" y="387"/>
                        </a:lnTo>
                        <a:lnTo>
                          <a:pt x="666" y="394"/>
                        </a:lnTo>
                        <a:lnTo>
                          <a:pt x="665" y="398"/>
                        </a:lnTo>
                        <a:lnTo>
                          <a:pt x="665" y="404"/>
                        </a:lnTo>
                        <a:lnTo>
                          <a:pt x="665" y="411"/>
                        </a:lnTo>
                        <a:lnTo>
                          <a:pt x="665" y="416"/>
                        </a:lnTo>
                        <a:lnTo>
                          <a:pt x="665" y="421"/>
                        </a:lnTo>
                        <a:lnTo>
                          <a:pt x="665" y="427"/>
                        </a:lnTo>
                        <a:lnTo>
                          <a:pt x="665" y="433"/>
                        </a:lnTo>
                        <a:lnTo>
                          <a:pt x="665" y="439"/>
                        </a:lnTo>
                        <a:lnTo>
                          <a:pt x="664" y="444"/>
                        </a:lnTo>
                        <a:lnTo>
                          <a:pt x="664" y="448"/>
                        </a:lnTo>
                        <a:lnTo>
                          <a:pt x="664" y="453"/>
                        </a:lnTo>
                        <a:lnTo>
                          <a:pt x="664" y="459"/>
                        </a:lnTo>
                        <a:lnTo>
                          <a:pt x="664" y="464"/>
                        </a:lnTo>
                        <a:lnTo>
                          <a:pt x="664" y="468"/>
                        </a:lnTo>
                        <a:lnTo>
                          <a:pt x="664" y="472"/>
                        </a:lnTo>
                        <a:lnTo>
                          <a:pt x="664" y="477"/>
                        </a:lnTo>
                        <a:lnTo>
                          <a:pt x="664" y="482"/>
                        </a:lnTo>
                        <a:lnTo>
                          <a:pt x="664" y="485"/>
                        </a:lnTo>
                        <a:lnTo>
                          <a:pt x="664" y="489"/>
                        </a:lnTo>
                        <a:lnTo>
                          <a:pt x="664" y="492"/>
                        </a:lnTo>
                        <a:lnTo>
                          <a:pt x="664" y="495"/>
                        </a:lnTo>
                        <a:lnTo>
                          <a:pt x="664" y="498"/>
                        </a:lnTo>
                        <a:lnTo>
                          <a:pt x="664" y="501"/>
                        </a:lnTo>
                        <a:lnTo>
                          <a:pt x="664" y="504"/>
                        </a:lnTo>
                        <a:lnTo>
                          <a:pt x="664" y="508"/>
                        </a:lnTo>
                        <a:lnTo>
                          <a:pt x="664" y="510"/>
                        </a:lnTo>
                        <a:lnTo>
                          <a:pt x="664" y="512"/>
                        </a:lnTo>
                        <a:lnTo>
                          <a:pt x="664" y="514"/>
                        </a:lnTo>
                        <a:lnTo>
                          <a:pt x="659" y="515"/>
                        </a:lnTo>
                        <a:lnTo>
                          <a:pt x="655" y="515"/>
                        </a:lnTo>
                        <a:lnTo>
                          <a:pt x="652" y="515"/>
                        </a:lnTo>
                        <a:lnTo>
                          <a:pt x="649" y="516"/>
                        </a:lnTo>
                        <a:lnTo>
                          <a:pt x="647" y="517"/>
                        </a:lnTo>
                        <a:lnTo>
                          <a:pt x="645" y="518"/>
                        </a:lnTo>
                        <a:lnTo>
                          <a:pt x="641" y="518"/>
                        </a:lnTo>
                        <a:lnTo>
                          <a:pt x="638" y="518"/>
                        </a:lnTo>
                        <a:lnTo>
                          <a:pt x="635" y="518"/>
                        </a:lnTo>
                        <a:lnTo>
                          <a:pt x="632" y="520"/>
                        </a:lnTo>
                        <a:lnTo>
                          <a:pt x="628" y="520"/>
                        </a:lnTo>
                        <a:lnTo>
                          <a:pt x="624" y="521"/>
                        </a:lnTo>
                        <a:lnTo>
                          <a:pt x="620" y="521"/>
                        </a:lnTo>
                        <a:lnTo>
                          <a:pt x="617" y="521"/>
                        </a:lnTo>
                        <a:lnTo>
                          <a:pt x="613" y="521"/>
                        </a:lnTo>
                        <a:lnTo>
                          <a:pt x="608" y="522"/>
                        </a:lnTo>
                        <a:lnTo>
                          <a:pt x="604" y="522"/>
                        </a:lnTo>
                        <a:lnTo>
                          <a:pt x="600" y="523"/>
                        </a:lnTo>
                        <a:lnTo>
                          <a:pt x="596" y="523"/>
                        </a:lnTo>
                        <a:lnTo>
                          <a:pt x="591" y="523"/>
                        </a:lnTo>
                        <a:lnTo>
                          <a:pt x="588" y="523"/>
                        </a:lnTo>
                        <a:lnTo>
                          <a:pt x="583" y="524"/>
                        </a:lnTo>
                        <a:lnTo>
                          <a:pt x="578" y="524"/>
                        </a:lnTo>
                        <a:lnTo>
                          <a:pt x="575" y="524"/>
                        </a:lnTo>
                        <a:lnTo>
                          <a:pt x="570" y="524"/>
                        </a:lnTo>
                        <a:lnTo>
                          <a:pt x="565" y="525"/>
                        </a:lnTo>
                        <a:lnTo>
                          <a:pt x="560" y="525"/>
                        </a:lnTo>
                        <a:lnTo>
                          <a:pt x="556" y="525"/>
                        </a:lnTo>
                        <a:lnTo>
                          <a:pt x="552" y="525"/>
                        </a:lnTo>
                        <a:lnTo>
                          <a:pt x="547" y="525"/>
                        </a:lnTo>
                        <a:lnTo>
                          <a:pt x="543" y="525"/>
                        </a:lnTo>
                        <a:lnTo>
                          <a:pt x="538" y="525"/>
                        </a:lnTo>
                        <a:lnTo>
                          <a:pt x="534" y="525"/>
                        </a:lnTo>
                        <a:lnTo>
                          <a:pt x="528" y="527"/>
                        </a:lnTo>
                        <a:lnTo>
                          <a:pt x="525" y="527"/>
                        </a:lnTo>
                        <a:lnTo>
                          <a:pt x="521" y="527"/>
                        </a:lnTo>
                        <a:lnTo>
                          <a:pt x="517" y="527"/>
                        </a:lnTo>
                        <a:lnTo>
                          <a:pt x="513" y="528"/>
                        </a:lnTo>
                        <a:lnTo>
                          <a:pt x="508" y="528"/>
                        </a:lnTo>
                        <a:lnTo>
                          <a:pt x="503" y="528"/>
                        </a:lnTo>
                        <a:lnTo>
                          <a:pt x="501" y="528"/>
                        </a:lnTo>
                        <a:lnTo>
                          <a:pt x="498" y="528"/>
                        </a:lnTo>
                        <a:lnTo>
                          <a:pt x="494" y="528"/>
                        </a:lnTo>
                        <a:lnTo>
                          <a:pt x="490" y="528"/>
                        </a:lnTo>
                        <a:lnTo>
                          <a:pt x="486" y="528"/>
                        </a:lnTo>
                        <a:lnTo>
                          <a:pt x="483" y="528"/>
                        </a:lnTo>
                        <a:lnTo>
                          <a:pt x="481" y="528"/>
                        </a:lnTo>
                        <a:lnTo>
                          <a:pt x="477" y="528"/>
                        </a:lnTo>
                        <a:lnTo>
                          <a:pt x="475" y="528"/>
                        </a:lnTo>
                        <a:lnTo>
                          <a:pt x="473" y="529"/>
                        </a:lnTo>
                        <a:lnTo>
                          <a:pt x="468" y="529"/>
                        </a:lnTo>
                        <a:lnTo>
                          <a:pt x="463" y="530"/>
                        </a:lnTo>
                        <a:lnTo>
                          <a:pt x="461" y="530"/>
                        </a:lnTo>
                        <a:lnTo>
                          <a:pt x="458" y="530"/>
                        </a:lnTo>
                        <a:lnTo>
                          <a:pt x="456" y="530"/>
                        </a:lnTo>
                        <a:lnTo>
                          <a:pt x="445" y="530"/>
                        </a:lnTo>
                        <a:lnTo>
                          <a:pt x="436" y="530"/>
                        </a:lnTo>
                        <a:lnTo>
                          <a:pt x="425" y="530"/>
                        </a:lnTo>
                        <a:lnTo>
                          <a:pt x="414" y="530"/>
                        </a:lnTo>
                        <a:lnTo>
                          <a:pt x="405" y="530"/>
                        </a:lnTo>
                        <a:lnTo>
                          <a:pt x="394" y="530"/>
                        </a:lnTo>
                        <a:lnTo>
                          <a:pt x="385" y="530"/>
                        </a:lnTo>
                        <a:lnTo>
                          <a:pt x="374" y="531"/>
                        </a:lnTo>
                        <a:lnTo>
                          <a:pt x="365" y="530"/>
                        </a:lnTo>
                        <a:lnTo>
                          <a:pt x="354" y="530"/>
                        </a:lnTo>
                        <a:lnTo>
                          <a:pt x="344" y="530"/>
                        </a:lnTo>
                        <a:lnTo>
                          <a:pt x="336" y="530"/>
                        </a:lnTo>
                        <a:lnTo>
                          <a:pt x="327" y="530"/>
                        </a:lnTo>
                        <a:lnTo>
                          <a:pt x="317" y="530"/>
                        </a:lnTo>
                        <a:lnTo>
                          <a:pt x="309" y="530"/>
                        </a:lnTo>
                        <a:lnTo>
                          <a:pt x="299" y="530"/>
                        </a:lnTo>
                        <a:lnTo>
                          <a:pt x="291" y="530"/>
                        </a:lnTo>
                        <a:lnTo>
                          <a:pt x="280" y="530"/>
                        </a:lnTo>
                        <a:lnTo>
                          <a:pt x="273" y="529"/>
                        </a:lnTo>
                        <a:lnTo>
                          <a:pt x="264" y="529"/>
                        </a:lnTo>
                        <a:lnTo>
                          <a:pt x="255" y="528"/>
                        </a:lnTo>
                        <a:lnTo>
                          <a:pt x="247" y="528"/>
                        </a:lnTo>
                        <a:lnTo>
                          <a:pt x="239" y="528"/>
                        </a:lnTo>
                        <a:lnTo>
                          <a:pt x="232" y="528"/>
                        </a:lnTo>
                        <a:lnTo>
                          <a:pt x="223" y="527"/>
                        </a:lnTo>
                        <a:lnTo>
                          <a:pt x="215" y="527"/>
                        </a:lnTo>
                        <a:lnTo>
                          <a:pt x="208" y="525"/>
                        </a:lnTo>
                        <a:lnTo>
                          <a:pt x="201" y="525"/>
                        </a:lnTo>
                        <a:lnTo>
                          <a:pt x="194" y="525"/>
                        </a:lnTo>
                        <a:lnTo>
                          <a:pt x="187" y="525"/>
                        </a:lnTo>
                        <a:lnTo>
                          <a:pt x="180" y="524"/>
                        </a:lnTo>
                        <a:lnTo>
                          <a:pt x="174" y="524"/>
                        </a:lnTo>
                        <a:lnTo>
                          <a:pt x="167" y="523"/>
                        </a:lnTo>
                        <a:lnTo>
                          <a:pt x="161" y="523"/>
                        </a:lnTo>
                        <a:lnTo>
                          <a:pt x="155" y="522"/>
                        </a:lnTo>
                        <a:lnTo>
                          <a:pt x="149" y="522"/>
                        </a:lnTo>
                        <a:lnTo>
                          <a:pt x="142" y="521"/>
                        </a:lnTo>
                        <a:lnTo>
                          <a:pt x="137" y="521"/>
                        </a:lnTo>
                        <a:lnTo>
                          <a:pt x="131" y="520"/>
                        </a:lnTo>
                        <a:lnTo>
                          <a:pt x="126" y="520"/>
                        </a:lnTo>
                        <a:lnTo>
                          <a:pt x="120" y="518"/>
                        </a:lnTo>
                        <a:lnTo>
                          <a:pt x="115" y="518"/>
                        </a:lnTo>
                        <a:lnTo>
                          <a:pt x="110" y="518"/>
                        </a:lnTo>
                        <a:lnTo>
                          <a:pt x="106" y="518"/>
                        </a:lnTo>
                        <a:lnTo>
                          <a:pt x="101" y="517"/>
                        </a:lnTo>
                        <a:lnTo>
                          <a:pt x="97" y="517"/>
                        </a:lnTo>
                        <a:lnTo>
                          <a:pt x="94" y="516"/>
                        </a:lnTo>
                        <a:lnTo>
                          <a:pt x="89" y="516"/>
                        </a:lnTo>
                        <a:lnTo>
                          <a:pt x="86" y="515"/>
                        </a:lnTo>
                        <a:lnTo>
                          <a:pt x="82" y="515"/>
                        </a:lnTo>
                        <a:lnTo>
                          <a:pt x="80" y="515"/>
                        </a:lnTo>
                        <a:lnTo>
                          <a:pt x="76" y="515"/>
                        </a:lnTo>
                        <a:lnTo>
                          <a:pt x="73" y="514"/>
                        </a:lnTo>
                        <a:lnTo>
                          <a:pt x="70" y="512"/>
                        </a:lnTo>
                        <a:lnTo>
                          <a:pt x="68" y="512"/>
                        </a:lnTo>
                        <a:lnTo>
                          <a:pt x="63" y="512"/>
                        </a:lnTo>
                        <a:lnTo>
                          <a:pt x="61" y="512"/>
                        </a:lnTo>
                        <a:lnTo>
                          <a:pt x="60" y="512"/>
                        </a:lnTo>
                        <a:lnTo>
                          <a:pt x="56" y="509"/>
                        </a:lnTo>
                        <a:lnTo>
                          <a:pt x="51" y="506"/>
                        </a:lnTo>
                        <a:lnTo>
                          <a:pt x="48" y="503"/>
                        </a:lnTo>
                        <a:lnTo>
                          <a:pt x="44" y="499"/>
                        </a:lnTo>
                        <a:lnTo>
                          <a:pt x="41" y="495"/>
                        </a:lnTo>
                        <a:lnTo>
                          <a:pt x="37" y="490"/>
                        </a:lnTo>
                        <a:lnTo>
                          <a:pt x="34" y="485"/>
                        </a:lnTo>
                        <a:lnTo>
                          <a:pt x="31" y="480"/>
                        </a:lnTo>
                        <a:lnTo>
                          <a:pt x="30" y="477"/>
                        </a:lnTo>
                        <a:lnTo>
                          <a:pt x="28" y="473"/>
                        </a:lnTo>
                        <a:lnTo>
                          <a:pt x="26" y="470"/>
                        </a:lnTo>
                        <a:lnTo>
                          <a:pt x="25" y="467"/>
                        </a:lnTo>
                        <a:lnTo>
                          <a:pt x="24" y="464"/>
                        </a:lnTo>
                        <a:lnTo>
                          <a:pt x="23" y="460"/>
                        </a:lnTo>
                        <a:lnTo>
                          <a:pt x="22" y="457"/>
                        </a:lnTo>
                        <a:lnTo>
                          <a:pt x="21" y="454"/>
                        </a:lnTo>
                        <a:lnTo>
                          <a:pt x="19" y="451"/>
                        </a:lnTo>
                        <a:lnTo>
                          <a:pt x="18" y="447"/>
                        </a:lnTo>
                        <a:lnTo>
                          <a:pt x="17" y="444"/>
                        </a:lnTo>
                        <a:lnTo>
                          <a:pt x="16" y="440"/>
                        </a:lnTo>
                        <a:lnTo>
                          <a:pt x="15" y="436"/>
                        </a:lnTo>
                        <a:lnTo>
                          <a:pt x="15" y="433"/>
                        </a:lnTo>
                        <a:lnTo>
                          <a:pt x="13" y="429"/>
                        </a:lnTo>
                        <a:lnTo>
                          <a:pt x="12" y="426"/>
                        </a:lnTo>
                        <a:lnTo>
                          <a:pt x="11" y="421"/>
                        </a:lnTo>
                        <a:lnTo>
                          <a:pt x="11" y="417"/>
                        </a:lnTo>
                        <a:lnTo>
                          <a:pt x="10" y="414"/>
                        </a:lnTo>
                        <a:lnTo>
                          <a:pt x="9" y="409"/>
                        </a:lnTo>
                        <a:lnTo>
                          <a:pt x="8" y="404"/>
                        </a:lnTo>
                        <a:lnTo>
                          <a:pt x="8" y="401"/>
                        </a:lnTo>
                        <a:lnTo>
                          <a:pt x="6" y="397"/>
                        </a:lnTo>
                        <a:lnTo>
                          <a:pt x="6" y="394"/>
                        </a:lnTo>
                        <a:lnTo>
                          <a:pt x="5" y="389"/>
                        </a:lnTo>
                        <a:lnTo>
                          <a:pt x="5" y="384"/>
                        </a:lnTo>
                        <a:lnTo>
                          <a:pt x="5" y="381"/>
                        </a:lnTo>
                        <a:lnTo>
                          <a:pt x="5" y="376"/>
                        </a:lnTo>
                        <a:lnTo>
                          <a:pt x="4" y="372"/>
                        </a:lnTo>
                        <a:lnTo>
                          <a:pt x="3" y="369"/>
                        </a:lnTo>
                        <a:lnTo>
                          <a:pt x="3" y="363"/>
                        </a:lnTo>
                        <a:lnTo>
                          <a:pt x="3" y="360"/>
                        </a:lnTo>
                        <a:lnTo>
                          <a:pt x="3" y="356"/>
                        </a:lnTo>
                        <a:lnTo>
                          <a:pt x="2" y="351"/>
                        </a:lnTo>
                        <a:lnTo>
                          <a:pt x="0" y="347"/>
                        </a:lnTo>
                        <a:lnTo>
                          <a:pt x="0" y="343"/>
                        </a:lnTo>
                        <a:lnTo>
                          <a:pt x="0" y="338"/>
                        </a:lnTo>
                        <a:lnTo>
                          <a:pt x="0" y="334"/>
                        </a:lnTo>
                        <a:lnTo>
                          <a:pt x="0" y="330"/>
                        </a:lnTo>
                        <a:lnTo>
                          <a:pt x="0" y="325"/>
                        </a:lnTo>
                        <a:lnTo>
                          <a:pt x="0" y="321"/>
                        </a:lnTo>
                        <a:lnTo>
                          <a:pt x="0" y="317"/>
                        </a:lnTo>
                        <a:lnTo>
                          <a:pt x="0" y="313"/>
                        </a:lnTo>
                        <a:lnTo>
                          <a:pt x="0" y="308"/>
                        </a:lnTo>
                        <a:lnTo>
                          <a:pt x="0" y="303"/>
                        </a:lnTo>
                        <a:lnTo>
                          <a:pt x="0" y="300"/>
                        </a:lnTo>
                        <a:lnTo>
                          <a:pt x="0" y="295"/>
                        </a:lnTo>
                        <a:lnTo>
                          <a:pt x="0" y="292"/>
                        </a:lnTo>
                        <a:lnTo>
                          <a:pt x="0" y="287"/>
                        </a:lnTo>
                        <a:lnTo>
                          <a:pt x="0" y="282"/>
                        </a:lnTo>
                        <a:lnTo>
                          <a:pt x="3" y="281"/>
                        </a:lnTo>
                        <a:lnTo>
                          <a:pt x="6" y="280"/>
                        </a:lnTo>
                        <a:lnTo>
                          <a:pt x="10" y="277"/>
                        </a:lnTo>
                        <a:lnTo>
                          <a:pt x="15" y="275"/>
                        </a:lnTo>
                        <a:lnTo>
                          <a:pt x="18" y="271"/>
                        </a:lnTo>
                        <a:lnTo>
                          <a:pt x="22" y="268"/>
                        </a:lnTo>
                        <a:lnTo>
                          <a:pt x="24" y="264"/>
                        </a:lnTo>
                        <a:lnTo>
                          <a:pt x="28" y="260"/>
                        </a:lnTo>
                        <a:lnTo>
                          <a:pt x="30" y="255"/>
                        </a:lnTo>
                        <a:lnTo>
                          <a:pt x="31" y="250"/>
                        </a:lnTo>
                        <a:lnTo>
                          <a:pt x="32" y="246"/>
                        </a:lnTo>
                        <a:lnTo>
                          <a:pt x="32" y="242"/>
                        </a:lnTo>
                        <a:lnTo>
                          <a:pt x="31" y="238"/>
                        </a:lnTo>
                        <a:lnTo>
                          <a:pt x="29" y="235"/>
                        </a:lnTo>
                        <a:lnTo>
                          <a:pt x="26" y="233"/>
                        </a:lnTo>
                        <a:lnTo>
                          <a:pt x="25" y="231"/>
                        </a:lnTo>
                        <a:lnTo>
                          <a:pt x="23" y="231"/>
                        </a:lnTo>
                        <a:lnTo>
                          <a:pt x="21" y="230"/>
                        </a:lnTo>
                        <a:lnTo>
                          <a:pt x="16" y="235"/>
                        </a:lnTo>
                        <a:lnTo>
                          <a:pt x="11" y="239"/>
                        </a:lnTo>
                        <a:lnTo>
                          <a:pt x="8" y="242"/>
                        </a:lnTo>
                        <a:lnTo>
                          <a:pt x="5" y="244"/>
                        </a:lnTo>
                        <a:lnTo>
                          <a:pt x="3" y="246"/>
                        </a:lnTo>
                        <a:lnTo>
                          <a:pt x="0" y="249"/>
                        </a:lnTo>
                        <a:lnTo>
                          <a:pt x="0" y="246"/>
                        </a:lnTo>
                        <a:lnTo>
                          <a:pt x="0" y="244"/>
                        </a:lnTo>
                        <a:lnTo>
                          <a:pt x="0" y="242"/>
                        </a:lnTo>
                        <a:lnTo>
                          <a:pt x="0" y="239"/>
                        </a:lnTo>
                        <a:lnTo>
                          <a:pt x="0" y="236"/>
                        </a:lnTo>
                        <a:lnTo>
                          <a:pt x="0" y="233"/>
                        </a:lnTo>
                        <a:lnTo>
                          <a:pt x="0" y="231"/>
                        </a:lnTo>
                        <a:lnTo>
                          <a:pt x="2" y="229"/>
                        </a:lnTo>
                        <a:lnTo>
                          <a:pt x="2" y="225"/>
                        </a:lnTo>
                        <a:lnTo>
                          <a:pt x="2" y="223"/>
                        </a:lnTo>
                        <a:lnTo>
                          <a:pt x="2" y="219"/>
                        </a:lnTo>
                        <a:lnTo>
                          <a:pt x="3" y="217"/>
                        </a:lnTo>
                        <a:lnTo>
                          <a:pt x="3" y="214"/>
                        </a:lnTo>
                        <a:lnTo>
                          <a:pt x="3" y="211"/>
                        </a:lnTo>
                        <a:lnTo>
                          <a:pt x="3" y="208"/>
                        </a:lnTo>
                        <a:lnTo>
                          <a:pt x="3" y="206"/>
                        </a:lnTo>
                        <a:lnTo>
                          <a:pt x="3" y="204"/>
                        </a:lnTo>
                        <a:lnTo>
                          <a:pt x="3" y="201"/>
                        </a:lnTo>
                        <a:lnTo>
                          <a:pt x="3" y="198"/>
                        </a:lnTo>
                        <a:lnTo>
                          <a:pt x="3" y="195"/>
                        </a:lnTo>
                        <a:lnTo>
                          <a:pt x="3" y="192"/>
                        </a:lnTo>
                        <a:lnTo>
                          <a:pt x="4" y="190"/>
                        </a:lnTo>
                        <a:lnTo>
                          <a:pt x="5" y="186"/>
                        </a:lnTo>
                        <a:lnTo>
                          <a:pt x="5" y="184"/>
                        </a:lnTo>
                        <a:lnTo>
                          <a:pt x="5" y="181"/>
                        </a:lnTo>
                        <a:lnTo>
                          <a:pt x="5" y="178"/>
                        </a:lnTo>
                        <a:lnTo>
                          <a:pt x="5" y="175"/>
                        </a:lnTo>
                        <a:lnTo>
                          <a:pt x="5" y="172"/>
                        </a:lnTo>
                        <a:lnTo>
                          <a:pt x="5" y="169"/>
                        </a:lnTo>
                        <a:lnTo>
                          <a:pt x="5" y="166"/>
                        </a:lnTo>
                        <a:lnTo>
                          <a:pt x="6" y="163"/>
                        </a:lnTo>
                        <a:lnTo>
                          <a:pt x="6" y="161"/>
                        </a:lnTo>
                        <a:lnTo>
                          <a:pt x="8" y="165"/>
                        </a:lnTo>
                        <a:lnTo>
                          <a:pt x="11" y="167"/>
                        </a:lnTo>
                        <a:lnTo>
                          <a:pt x="13" y="167"/>
                        </a:lnTo>
                        <a:lnTo>
                          <a:pt x="16" y="168"/>
                        </a:lnTo>
                        <a:lnTo>
                          <a:pt x="19" y="168"/>
                        </a:lnTo>
                        <a:lnTo>
                          <a:pt x="23" y="168"/>
                        </a:lnTo>
                        <a:lnTo>
                          <a:pt x="25" y="166"/>
                        </a:lnTo>
                        <a:lnTo>
                          <a:pt x="29" y="166"/>
                        </a:lnTo>
                        <a:lnTo>
                          <a:pt x="32" y="163"/>
                        </a:lnTo>
                        <a:lnTo>
                          <a:pt x="36" y="162"/>
                        </a:lnTo>
                        <a:lnTo>
                          <a:pt x="40" y="160"/>
                        </a:lnTo>
                        <a:lnTo>
                          <a:pt x="43" y="159"/>
                        </a:lnTo>
                        <a:lnTo>
                          <a:pt x="47" y="155"/>
                        </a:lnTo>
                        <a:lnTo>
                          <a:pt x="50" y="153"/>
                        </a:lnTo>
                        <a:lnTo>
                          <a:pt x="53" y="150"/>
                        </a:lnTo>
                        <a:lnTo>
                          <a:pt x="56" y="147"/>
                        </a:lnTo>
                        <a:lnTo>
                          <a:pt x="59" y="143"/>
                        </a:lnTo>
                        <a:lnTo>
                          <a:pt x="61" y="141"/>
                        </a:lnTo>
                        <a:lnTo>
                          <a:pt x="62" y="136"/>
                        </a:lnTo>
                        <a:lnTo>
                          <a:pt x="64" y="133"/>
                        </a:lnTo>
                        <a:lnTo>
                          <a:pt x="66" y="129"/>
                        </a:lnTo>
                        <a:lnTo>
                          <a:pt x="66" y="125"/>
                        </a:lnTo>
                        <a:lnTo>
                          <a:pt x="66" y="122"/>
                        </a:lnTo>
                        <a:lnTo>
                          <a:pt x="66" y="117"/>
                        </a:lnTo>
                        <a:lnTo>
                          <a:pt x="63" y="114"/>
                        </a:lnTo>
                        <a:lnTo>
                          <a:pt x="62" y="110"/>
                        </a:lnTo>
                        <a:lnTo>
                          <a:pt x="59" y="105"/>
                        </a:lnTo>
                        <a:lnTo>
                          <a:pt x="56" y="102"/>
                        </a:lnTo>
                        <a:lnTo>
                          <a:pt x="51" y="97"/>
                        </a:lnTo>
                        <a:lnTo>
                          <a:pt x="47" y="95"/>
                        </a:lnTo>
                        <a:lnTo>
                          <a:pt x="44" y="97"/>
                        </a:lnTo>
                        <a:lnTo>
                          <a:pt x="42" y="99"/>
                        </a:lnTo>
                        <a:lnTo>
                          <a:pt x="40" y="103"/>
                        </a:lnTo>
                        <a:lnTo>
                          <a:pt x="38" y="105"/>
                        </a:lnTo>
                        <a:lnTo>
                          <a:pt x="35" y="110"/>
                        </a:lnTo>
                        <a:lnTo>
                          <a:pt x="32" y="112"/>
                        </a:lnTo>
                        <a:lnTo>
                          <a:pt x="30" y="115"/>
                        </a:lnTo>
                        <a:lnTo>
                          <a:pt x="29" y="117"/>
                        </a:lnTo>
                        <a:lnTo>
                          <a:pt x="25" y="121"/>
                        </a:lnTo>
                        <a:lnTo>
                          <a:pt x="24" y="123"/>
                        </a:lnTo>
                        <a:lnTo>
                          <a:pt x="22" y="125"/>
                        </a:lnTo>
                        <a:lnTo>
                          <a:pt x="19" y="129"/>
                        </a:lnTo>
                        <a:lnTo>
                          <a:pt x="16" y="134"/>
                        </a:lnTo>
                        <a:lnTo>
                          <a:pt x="13" y="138"/>
                        </a:lnTo>
                        <a:lnTo>
                          <a:pt x="10" y="142"/>
                        </a:lnTo>
                        <a:lnTo>
                          <a:pt x="9" y="147"/>
                        </a:lnTo>
                        <a:lnTo>
                          <a:pt x="8" y="150"/>
                        </a:lnTo>
                        <a:lnTo>
                          <a:pt x="8" y="154"/>
                        </a:lnTo>
                        <a:lnTo>
                          <a:pt x="8" y="150"/>
                        </a:lnTo>
                        <a:lnTo>
                          <a:pt x="8" y="147"/>
                        </a:lnTo>
                        <a:lnTo>
                          <a:pt x="8" y="143"/>
                        </a:lnTo>
                        <a:lnTo>
                          <a:pt x="8" y="140"/>
                        </a:lnTo>
                        <a:lnTo>
                          <a:pt x="8" y="135"/>
                        </a:lnTo>
                        <a:lnTo>
                          <a:pt x="9" y="133"/>
                        </a:lnTo>
                        <a:lnTo>
                          <a:pt x="9" y="128"/>
                        </a:lnTo>
                        <a:lnTo>
                          <a:pt x="10" y="125"/>
                        </a:lnTo>
                        <a:lnTo>
                          <a:pt x="10" y="121"/>
                        </a:lnTo>
                        <a:lnTo>
                          <a:pt x="10" y="117"/>
                        </a:lnTo>
                        <a:lnTo>
                          <a:pt x="10" y="115"/>
                        </a:lnTo>
                        <a:lnTo>
                          <a:pt x="10" y="110"/>
                        </a:lnTo>
                        <a:lnTo>
                          <a:pt x="10" y="108"/>
                        </a:lnTo>
                        <a:lnTo>
                          <a:pt x="11" y="104"/>
                        </a:lnTo>
                        <a:lnTo>
                          <a:pt x="11" y="100"/>
                        </a:lnTo>
                        <a:lnTo>
                          <a:pt x="12" y="97"/>
                        </a:lnTo>
                        <a:lnTo>
                          <a:pt x="12" y="95"/>
                        </a:lnTo>
                        <a:lnTo>
                          <a:pt x="12" y="91"/>
                        </a:lnTo>
                        <a:lnTo>
                          <a:pt x="12" y="87"/>
                        </a:lnTo>
                        <a:lnTo>
                          <a:pt x="12" y="85"/>
                        </a:lnTo>
                        <a:lnTo>
                          <a:pt x="12" y="81"/>
                        </a:lnTo>
                        <a:lnTo>
                          <a:pt x="13" y="78"/>
                        </a:lnTo>
                        <a:lnTo>
                          <a:pt x="13" y="74"/>
                        </a:lnTo>
                        <a:lnTo>
                          <a:pt x="15" y="72"/>
                        </a:lnTo>
                        <a:lnTo>
                          <a:pt x="15" y="70"/>
                        </a:lnTo>
                        <a:lnTo>
                          <a:pt x="15" y="67"/>
                        </a:lnTo>
                        <a:lnTo>
                          <a:pt x="15" y="64"/>
                        </a:lnTo>
                        <a:lnTo>
                          <a:pt x="15" y="61"/>
                        </a:lnTo>
                        <a:lnTo>
                          <a:pt x="15" y="58"/>
                        </a:lnTo>
                        <a:lnTo>
                          <a:pt x="16" y="55"/>
                        </a:lnTo>
                        <a:lnTo>
                          <a:pt x="16" y="53"/>
                        </a:lnTo>
                        <a:lnTo>
                          <a:pt x="17" y="51"/>
                        </a:lnTo>
                        <a:lnTo>
                          <a:pt x="17" y="47"/>
                        </a:lnTo>
                        <a:lnTo>
                          <a:pt x="17" y="45"/>
                        </a:lnTo>
                        <a:lnTo>
                          <a:pt x="17" y="41"/>
                        </a:lnTo>
                        <a:lnTo>
                          <a:pt x="17" y="40"/>
                        </a:lnTo>
                        <a:lnTo>
                          <a:pt x="18" y="35"/>
                        </a:lnTo>
                        <a:lnTo>
                          <a:pt x="18" y="32"/>
                        </a:lnTo>
                        <a:lnTo>
                          <a:pt x="18" y="27"/>
                        </a:lnTo>
                        <a:lnTo>
                          <a:pt x="19" y="23"/>
                        </a:lnTo>
                        <a:lnTo>
                          <a:pt x="19" y="20"/>
                        </a:lnTo>
                        <a:lnTo>
                          <a:pt x="21" y="16"/>
                        </a:lnTo>
                        <a:lnTo>
                          <a:pt x="21" y="14"/>
                        </a:lnTo>
                        <a:lnTo>
                          <a:pt x="21" y="11"/>
                        </a:lnTo>
                        <a:lnTo>
                          <a:pt x="21" y="9"/>
                        </a:lnTo>
                        <a:lnTo>
                          <a:pt x="21" y="8"/>
                        </a:lnTo>
                        <a:lnTo>
                          <a:pt x="21" y="5"/>
                        </a:lnTo>
                        <a:lnTo>
                          <a:pt x="22" y="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601" name="Freeform 52"/>
                  <p:cNvSpPr/>
                  <p:nvPr/>
                </p:nvSpPr>
                <p:spPr bwMode="auto">
                  <a:xfrm>
                    <a:off x="5458" y="1947"/>
                    <a:ext cx="14" cy="10"/>
                  </a:xfrm>
                  <a:custGeom>
                    <a:avLst/>
                    <a:gdLst>
                      <a:gd name="T0" fmla="*/ 0 w 43"/>
                      <a:gd name="T1" fmla="*/ 0 h 31"/>
                      <a:gd name="T2" fmla="*/ 0 w 43"/>
                      <a:gd name="T3" fmla="*/ 0 h 31"/>
                      <a:gd name="T4" fmla="*/ 0 w 43"/>
                      <a:gd name="T5" fmla="*/ 0 h 31"/>
                      <a:gd name="T6" fmla="*/ 0 w 43"/>
                      <a:gd name="T7" fmla="*/ 0 h 31"/>
                      <a:gd name="T8" fmla="*/ 0 w 43"/>
                      <a:gd name="T9" fmla="*/ 0 h 31"/>
                      <a:gd name="T10" fmla="*/ 0 w 43"/>
                      <a:gd name="T11" fmla="*/ 0 h 31"/>
                      <a:gd name="T12" fmla="*/ 0 w 43"/>
                      <a:gd name="T13" fmla="*/ 0 h 31"/>
                      <a:gd name="T14" fmla="*/ 0 w 43"/>
                      <a:gd name="T15" fmla="*/ 0 h 31"/>
                      <a:gd name="T16" fmla="*/ 0 w 43"/>
                      <a:gd name="T17" fmla="*/ 0 h 31"/>
                      <a:gd name="T18" fmla="*/ 0 w 43"/>
                      <a:gd name="T19" fmla="*/ 0 h 31"/>
                      <a:gd name="T20" fmla="*/ 0 w 43"/>
                      <a:gd name="T21" fmla="*/ 0 h 31"/>
                      <a:gd name="T22" fmla="*/ 0 w 43"/>
                      <a:gd name="T23" fmla="*/ 0 h 31"/>
                      <a:gd name="T24" fmla="*/ 0 w 43"/>
                      <a:gd name="T25" fmla="*/ 0 h 31"/>
                      <a:gd name="T26" fmla="*/ 0 w 43"/>
                      <a:gd name="T27" fmla="*/ 0 h 31"/>
                      <a:gd name="T28" fmla="*/ 0 w 43"/>
                      <a:gd name="T29" fmla="*/ 0 h 31"/>
                      <a:gd name="T30" fmla="*/ 0 w 43"/>
                      <a:gd name="T31" fmla="*/ 0 h 31"/>
                      <a:gd name="T32" fmla="*/ 0 w 43"/>
                      <a:gd name="T33" fmla="*/ 0 h 31"/>
                      <a:gd name="T34" fmla="*/ 0 w 43"/>
                      <a:gd name="T35" fmla="*/ 0 h 31"/>
                      <a:gd name="T36" fmla="*/ 0 w 43"/>
                      <a:gd name="T37" fmla="*/ 0 h 31"/>
                      <a:gd name="T38" fmla="*/ 0 w 43"/>
                      <a:gd name="T39" fmla="*/ 0 h 31"/>
                      <a:gd name="T40" fmla="*/ 0 w 43"/>
                      <a:gd name="T41" fmla="*/ 0 h 31"/>
                      <a:gd name="T42" fmla="*/ 0 w 43"/>
                      <a:gd name="T43" fmla="*/ 0 h 31"/>
                      <a:gd name="T44" fmla="*/ 0 w 43"/>
                      <a:gd name="T45" fmla="*/ 0 h 31"/>
                      <a:gd name="T46" fmla="*/ 0 w 43"/>
                      <a:gd name="T47" fmla="*/ 0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
                      <a:gd name="T73" fmla="*/ 0 h 31"/>
                      <a:gd name="T74" fmla="*/ 43 w 43"/>
                      <a:gd name="T75" fmla="*/ 31 h 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 h="31">
                        <a:moveTo>
                          <a:pt x="0" y="0"/>
                        </a:moveTo>
                        <a:lnTo>
                          <a:pt x="43" y="3"/>
                        </a:lnTo>
                        <a:lnTo>
                          <a:pt x="42" y="6"/>
                        </a:lnTo>
                        <a:lnTo>
                          <a:pt x="41" y="9"/>
                        </a:lnTo>
                        <a:lnTo>
                          <a:pt x="40" y="11"/>
                        </a:lnTo>
                        <a:lnTo>
                          <a:pt x="37" y="13"/>
                        </a:lnTo>
                        <a:lnTo>
                          <a:pt x="37" y="16"/>
                        </a:lnTo>
                        <a:lnTo>
                          <a:pt x="35" y="18"/>
                        </a:lnTo>
                        <a:lnTo>
                          <a:pt x="33" y="20"/>
                        </a:lnTo>
                        <a:lnTo>
                          <a:pt x="32" y="23"/>
                        </a:lnTo>
                        <a:lnTo>
                          <a:pt x="30" y="26"/>
                        </a:lnTo>
                        <a:lnTo>
                          <a:pt x="26" y="29"/>
                        </a:lnTo>
                        <a:lnTo>
                          <a:pt x="20" y="31"/>
                        </a:lnTo>
                        <a:lnTo>
                          <a:pt x="16" y="30"/>
                        </a:lnTo>
                        <a:lnTo>
                          <a:pt x="13" y="28"/>
                        </a:lnTo>
                        <a:lnTo>
                          <a:pt x="13" y="24"/>
                        </a:lnTo>
                        <a:lnTo>
                          <a:pt x="13" y="20"/>
                        </a:lnTo>
                        <a:lnTo>
                          <a:pt x="13" y="17"/>
                        </a:lnTo>
                        <a:lnTo>
                          <a:pt x="13" y="13"/>
                        </a:lnTo>
                        <a:lnTo>
                          <a:pt x="14" y="11"/>
                        </a:lnTo>
                        <a:lnTo>
                          <a:pt x="15" y="11"/>
                        </a:lnTo>
                        <a:lnTo>
                          <a:pt x="0"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602" name="Freeform 53"/>
                  <p:cNvSpPr/>
                  <p:nvPr/>
                </p:nvSpPr>
                <p:spPr bwMode="auto">
                  <a:xfrm>
                    <a:off x="5487" y="1968"/>
                    <a:ext cx="19" cy="7"/>
                  </a:xfrm>
                  <a:custGeom>
                    <a:avLst/>
                    <a:gdLst>
                      <a:gd name="T0" fmla="*/ 0 w 57"/>
                      <a:gd name="T1" fmla="*/ 0 h 22"/>
                      <a:gd name="T2" fmla="*/ 0 w 57"/>
                      <a:gd name="T3" fmla="*/ 0 h 22"/>
                      <a:gd name="T4" fmla="*/ 0 w 57"/>
                      <a:gd name="T5" fmla="*/ 0 h 22"/>
                      <a:gd name="T6" fmla="*/ 0 w 57"/>
                      <a:gd name="T7" fmla="*/ 0 h 22"/>
                      <a:gd name="T8" fmla="*/ 0 w 57"/>
                      <a:gd name="T9" fmla="*/ 0 h 22"/>
                      <a:gd name="T10" fmla="*/ 0 w 57"/>
                      <a:gd name="T11" fmla="*/ 0 h 22"/>
                      <a:gd name="T12" fmla="*/ 0 w 57"/>
                      <a:gd name="T13" fmla="*/ 0 h 22"/>
                      <a:gd name="T14" fmla="*/ 0 w 57"/>
                      <a:gd name="T15" fmla="*/ 0 h 22"/>
                      <a:gd name="T16" fmla="*/ 0 w 57"/>
                      <a:gd name="T17" fmla="*/ 0 h 22"/>
                      <a:gd name="T18" fmla="*/ 0 w 57"/>
                      <a:gd name="T19" fmla="*/ 0 h 22"/>
                      <a:gd name="T20" fmla="*/ 0 w 57"/>
                      <a:gd name="T21" fmla="*/ 0 h 22"/>
                      <a:gd name="T22" fmla="*/ 0 w 57"/>
                      <a:gd name="T23" fmla="*/ 0 h 22"/>
                      <a:gd name="T24" fmla="*/ 0 w 57"/>
                      <a:gd name="T25" fmla="*/ 0 h 22"/>
                      <a:gd name="T26" fmla="*/ 0 w 57"/>
                      <a:gd name="T27" fmla="*/ 0 h 22"/>
                      <a:gd name="T28" fmla="*/ 0 w 57"/>
                      <a:gd name="T29" fmla="*/ 0 h 22"/>
                      <a:gd name="T30" fmla="*/ 0 w 57"/>
                      <a:gd name="T31" fmla="*/ 0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22"/>
                      <a:gd name="T50" fmla="*/ 57 w 57"/>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22">
                        <a:moveTo>
                          <a:pt x="57" y="19"/>
                        </a:moveTo>
                        <a:lnTo>
                          <a:pt x="0" y="22"/>
                        </a:lnTo>
                        <a:lnTo>
                          <a:pt x="20" y="0"/>
                        </a:lnTo>
                        <a:lnTo>
                          <a:pt x="23" y="0"/>
                        </a:lnTo>
                        <a:lnTo>
                          <a:pt x="26" y="3"/>
                        </a:lnTo>
                        <a:lnTo>
                          <a:pt x="29" y="4"/>
                        </a:lnTo>
                        <a:lnTo>
                          <a:pt x="32" y="6"/>
                        </a:lnTo>
                        <a:lnTo>
                          <a:pt x="36" y="7"/>
                        </a:lnTo>
                        <a:lnTo>
                          <a:pt x="39" y="8"/>
                        </a:lnTo>
                        <a:lnTo>
                          <a:pt x="43" y="11"/>
                        </a:lnTo>
                        <a:lnTo>
                          <a:pt x="45" y="13"/>
                        </a:lnTo>
                        <a:lnTo>
                          <a:pt x="49" y="13"/>
                        </a:lnTo>
                        <a:lnTo>
                          <a:pt x="51" y="16"/>
                        </a:lnTo>
                        <a:lnTo>
                          <a:pt x="56" y="18"/>
                        </a:lnTo>
                        <a:lnTo>
                          <a:pt x="57" y="1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grpSp>
          <p:nvGrpSpPr>
            <p:cNvPr id="352" name="Group 54"/>
            <p:cNvGrpSpPr/>
            <p:nvPr/>
          </p:nvGrpSpPr>
          <p:grpSpPr bwMode="auto">
            <a:xfrm>
              <a:off x="1701" y="2493"/>
              <a:ext cx="363" cy="369"/>
              <a:chOff x="1884" y="1812"/>
              <a:chExt cx="363" cy="369"/>
            </a:xfrm>
          </p:grpSpPr>
          <p:sp>
            <p:nvSpPr>
              <p:cNvPr id="564" name="AutoShape 55"/>
              <p:cNvSpPr>
                <a:spLocks noChangeArrowheads="1"/>
              </p:cNvSpPr>
              <p:nvPr/>
            </p:nvSpPr>
            <p:spPr bwMode="auto">
              <a:xfrm>
                <a:off x="1884" y="1812"/>
                <a:ext cx="363" cy="369"/>
              </a:xfrm>
              <a:prstGeom prst="can">
                <a:avLst>
                  <a:gd name="adj" fmla="val 50826"/>
                </a:avLst>
              </a:prstGeom>
              <a:gradFill rotWithShape="0">
                <a:gsLst>
                  <a:gs pos="0">
                    <a:srgbClr val="764801"/>
                  </a:gs>
                  <a:gs pos="100000">
                    <a:srgbClr val="FE9B03"/>
                  </a:gs>
                </a:gsLst>
                <a:lin ang="5400000" scaled="1"/>
              </a:gradFill>
              <a:ln w="12700">
                <a:solidFill>
                  <a:srgbClr val="000000"/>
                </a:solidFill>
                <a:rou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65" name="Group 56"/>
              <p:cNvGrpSpPr/>
              <p:nvPr/>
            </p:nvGrpSpPr>
            <p:grpSpPr bwMode="auto">
              <a:xfrm>
                <a:off x="1932" y="1863"/>
                <a:ext cx="279" cy="81"/>
                <a:chOff x="1470" y="1821"/>
                <a:chExt cx="279" cy="93"/>
              </a:xfrm>
            </p:grpSpPr>
            <p:sp>
              <p:nvSpPr>
                <p:cNvPr id="566" name="Freeform 57"/>
                <p:cNvSpPr/>
                <p:nvPr/>
              </p:nvSpPr>
              <p:spPr bwMode="auto">
                <a:xfrm>
                  <a:off x="1476" y="1821"/>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67" name="Freeform 58"/>
                <p:cNvSpPr/>
                <p:nvPr/>
              </p:nvSpPr>
              <p:spPr bwMode="auto">
                <a:xfrm flipV="1">
                  <a:off x="1470" y="1824"/>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nvGrpSpPr>
            <p:cNvPr id="353" name="Group 59"/>
            <p:cNvGrpSpPr/>
            <p:nvPr/>
          </p:nvGrpSpPr>
          <p:grpSpPr bwMode="auto">
            <a:xfrm>
              <a:off x="1584" y="1584"/>
              <a:ext cx="363" cy="369"/>
              <a:chOff x="1884" y="1812"/>
              <a:chExt cx="363" cy="369"/>
            </a:xfrm>
          </p:grpSpPr>
          <p:sp>
            <p:nvSpPr>
              <p:cNvPr id="560" name="AutoShape 60"/>
              <p:cNvSpPr>
                <a:spLocks noChangeArrowheads="1"/>
              </p:cNvSpPr>
              <p:nvPr/>
            </p:nvSpPr>
            <p:spPr bwMode="auto">
              <a:xfrm>
                <a:off x="1884" y="1812"/>
                <a:ext cx="363" cy="369"/>
              </a:xfrm>
              <a:prstGeom prst="can">
                <a:avLst>
                  <a:gd name="adj" fmla="val 50826"/>
                </a:avLst>
              </a:prstGeom>
              <a:gradFill rotWithShape="0">
                <a:gsLst>
                  <a:gs pos="0">
                    <a:srgbClr val="764801"/>
                  </a:gs>
                  <a:gs pos="100000">
                    <a:srgbClr val="FE9B03"/>
                  </a:gs>
                </a:gsLst>
                <a:lin ang="5400000" scaled="1"/>
              </a:gradFill>
              <a:ln w="12700">
                <a:solidFill>
                  <a:srgbClr val="000000"/>
                </a:solidFill>
                <a:rou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61" name="Group 61"/>
              <p:cNvGrpSpPr/>
              <p:nvPr/>
            </p:nvGrpSpPr>
            <p:grpSpPr bwMode="auto">
              <a:xfrm>
                <a:off x="1932" y="1863"/>
                <a:ext cx="279" cy="81"/>
                <a:chOff x="1470" y="1821"/>
                <a:chExt cx="279" cy="93"/>
              </a:xfrm>
            </p:grpSpPr>
            <p:sp>
              <p:nvSpPr>
                <p:cNvPr id="562" name="Freeform 62"/>
                <p:cNvSpPr/>
                <p:nvPr/>
              </p:nvSpPr>
              <p:spPr bwMode="auto">
                <a:xfrm>
                  <a:off x="1476" y="1821"/>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63" name="Freeform 63"/>
                <p:cNvSpPr/>
                <p:nvPr/>
              </p:nvSpPr>
              <p:spPr bwMode="auto">
                <a:xfrm flipV="1">
                  <a:off x="1470" y="1824"/>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nvGrpSpPr>
            <p:cNvPr id="354" name="Group 64"/>
            <p:cNvGrpSpPr/>
            <p:nvPr/>
          </p:nvGrpSpPr>
          <p:grpSpPr bwMode="auto">
            <a:xfrm>
              <a:off x="3648" y="1725"/>
              <a:ext cx="363" cy="369"/>
              <a:chOff x="1884" y="1812"/>
              <a:chExt cx="363" cy="369"/>
            </a:xfrm>
          </p:grpSpPr>
          <p:sp>
            <p:nvSpPr>
              <p:cNvPr id="556" name="AutoShape 65"/>
              <p:cNvSpPr>
                <a:spLocks noChangeArrowheads="1"/>
              </p:cNvSpPr>
              <p:nvPr/>
            </p:nvSpPr>
            <p:spPr bwMode="auto">
              <a:xfrm>
                <a:off x="1884" y="1812"/>
                <a:ext cx="363" cy="369"/>
              </a:xfrm>
              <a:prstGeom prst="can">
                <a:avLst>
                  <a:gd name="adj" fmla="val 50826"/>
                </a:avLst>
              </a:prstGeom>
              <a:gradFill rotWithShape="0">
                <a:gsLst>
                  <a:gs pos="0">
                    <a:srgbClr val="764801"/>
                  </a:gs>
                  <a:gs pos="100000">
                    <a:srgbClr val="FE9B03"/>
                  </a:gs>
                </a:gsLst>
                <a:lin ang="5400000" scaled="1"/>
              </a:gradFill>
              <a:ln w="12700">
                <a:solidFill>
                  <a:srgbClr val="000000"/>
                </a:solidFill>
                <a:rou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57" name="Group 66"/>
              <p:cNvGrpSpPr/>
              <p:nvPr/>
            </p:nvGrpSpPr>
            <p:grpSpPr bwMode="auto">
              <a:xfrm>
                <a:off x="1932" y="1863"/>
                <a:ext cx="279" cy="81"/>
                <a:chOff x="1470" y="1821"/>
                <a:chExt cx="279" cy="93"/>
              </a:xfrm>
            </p:grpSpPr>
            <p:sp>
              <p:nvSpPr>
                <p:cNvPr id="558" name="Freeform 67"/>
                <p:cNvSpPr/>
                <p:nvPr/>
              </p:nvSpPr>
              <p:spPr bwMode="auto">
                <a:xfrm>
                  <a:off x="1476" y="1821"/>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59" name="Freeform 68"/>
                <p:cNvSpPr/>
                <p:nvPr/>
              </p:nvSpPr>
              <p:spPr bwMode="auto">
                <a:xfrm flipV="1">
                  <a:off x="1470" y="1824"/>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nvGrpSpPr>
            <p:cNvPr id="355" name="Group 69"/>
            <p:cNvGrpSpPr/>
            <p:nvPr/>
          </p:nvGrpSpPr>
          <p:grpSpPr bwMode="auto">
            <a:xfrm>
              <a:off x="3648" y="2733"/>
              <a:ext cx="363" cy="369"/>
              <a:chOff x="1884" y="1812"/>
              <a:chExt cx="363" cy="369"/>
            </a:xfrm>
          </p:grpSpPr>
          <p:sp>
            <p:nvSpPr>
              <p:cNvPr id="552" name="AutoShape 70"/>
              <p:cNvSpPr>
                <a:spLocks noChangeArrowheads="1"/>
              </p:cNvSpPr>
              <p:nvPr/>
            </p:nvSpPr>
            <p:spPr bwMode="auto">
              <a:xfrm>
                <a:off x="1884" y="1812"/>
                <a:ext cx="363" cy="369"/>
              </a:xfrm>
              <a:prstGeom prst="can">
                <a:avLst>
                  <a:gd name="adj" fmla="val 50826"/>
                </a:avLst>
              </a:prstGeom>
              <a:gradFill rotWithShape="0">
                <a:gsLst>
                  <a:gs pos="0">
                    <a:srgbClr val="764801"/>
                  </a:gs>
                  <a:gs pos="100000">
                    <a:srgbClr val="FE9B03"/>
                  </a:gs>
                </a:gsLst>
                <a:lin ang="5400000" scaled="1"/>
              </a:gradFill>
              <a:ln w="12700">
                <a:solidFill>
                  <a:srgbClr val="000000"/>
                </a:solidFill>
                <a:rou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53" name="Group 71"/>
              <p:cNvGrpSpPr/>
              <p:nvPr/>
            </p:nvGrpSpPr>
            <p:grpSpPr bwMode="auto">
              <a:xfrm>
                <a:off x="1932" y="1863"/>
                <a:ext cx="279" cy="81"/>
                <a:chOff x="1470" y="1821"/>
                <a:chExt cx="279" cy="93"/>
              </a:xfrm>
            </p:grpSpPr>
            <p:sp>
              <p:nvSpPr>
                <p:cNvPr id="554" name="Freeform 72"/>
                <p:cNvSpPr/>
                <p:nvPr/>
              </p:nvSpPr>
              <p:spPr bwMode="auto">
                <a:xfrm>
                  <a:off x="1476" y="1821"/>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55" name="Freeform 73"/>
                <p:cNvSpPr/>
                <p:nvPr/>
              </p:nvSpPr>
              <p:spPr bwMode="auto">
                <a:xfrm flipV="1">
                  <a:off x="1470" y="1824"/>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nvGrpSpPr>
            <p:cNvPr id="356" name="Group 74"/>
            <p:cNvGrpSpPr/>
            <p:nvPr/>
          </p:nvGrpSpPr>
          <p:grpSpPr bwMode="auto">
            <a:xfrm>
              <a:off x="287" y="2253"/>
              <a:ext cx="475" cy="442"/>
              <a:chOff x="287" y="2253"/>
              <a:chExt cx="475" cy="442"/>
            </a:xfrm>
          </p:grpSpPr>
          <p:sp>
            <p:nvSpPr>
              <p:cNvPr id="517" name="Rectangle 75"/>
              <p:cNvSpPr>
                <a:spLocks noChangeArrowheads="1"/>
              </p:cNvSpPr>
              <p:nvPr/>
            </p:nvSpPr>
            <p:spPr bwMode="auto">
              <a:xfrm>
                <a:off x="373" y="2275"/>
                <a:ext cx="288" cy="240"/>
              </a:xfrm>
              <a:prstGeom prst="rect">
                <a:avLst/>
              </a:prstGeom>
              <a:solidFill>
                <a:srgbClr val="B2B2B2"/>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518" name="Rectangle 76"/>
              <p:cNvSpPr>
                <a:spLocks noChangeArrowheads="1"/>
              </p:cNvSpPr>
              <p:nvPr/>
            </p:nvSpPr>
            <p:spPr bwMode="auto">
              <a:xfrm>
                <a:off x="315" y="2577"/>
                <a:ext cx="418" cy="96"/>
              </a:xfrm>
              <a:prstGeom prst="rect">
                <a:avLst/>
              </a:prstGeom>
              <a:solidFill>
                <a:srgbClr val="B2B2B2"/>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19" name="Group 77"/>
              <p:cNvGrpSpPr/>
              <p:nvPr/>
            </p:nvGrpSpPr>
            <p:grpSpPr bwMode="auto">
              <a:xfrm>
                <a:off x="287" y="2253"/>
                <a:ext cx="475" cy="442"/>
                <a:chOff x="287" y="2253"/>
                <a:chExt cx="475" cy="442"/>
              </a:xfrm>
            </p:grpSpPr>
            <p:sp>
              <p:nvSpPr>
                <p:cNvPr id="520" name="Rectangle 78"/>
                <p:cNvSpPr>
                  <a:spLocks noChangeArrowheads="1"/>
                </p:cNvSpPr>
                <p:nvPr/>
              </p:nvSpPr>
              <p:spPr bwMode="auto">
                <a:xfrm>
                  <a:off x="426" y="2329"/>
                  <a:ext cx="192" cy="144"/>
                </a:xfrm>
                <a:prstGeom prst="rect">
                  <a:avLst/>
                </a:prstGeom>
                <a:solidFill>
                  <a:srgbClr val="FF0000"/>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21" name="Group 79"/>
                <p:cNvGrpSpPr/>
                <p:nvPr/>
              </p:nvGrpSpPr>
              <p:grpSpPr bwMode="auto">
                <a:xfrm>
                  <a:off x="287" y="2253"/>
                  <a:ext cx="475" cy="442"/>
                  <a:chOff x="5285" y="1536"/>
                  <a:chExt cx="475" cy="442"/>
                </a:xfrm>
              </p:grpSpPr>
              <p:sp>
                <p:nvSpPr>
                  <p:cNvPr id="522" name="Freeform 80"/>
                  <p:cNvSpPr/>
                  <p:nvPr/>
                </p:nvSpPr>
                <p:spPr bwMode="auto">
                  <a:xfrm>
                    <a:off x="5365" y="1943"/>
                    <a:ext cx="369" cy="35"/>
                  </a:xfrm>
                  <a:custGeom>
                    <a:avLst/>
                    <a:gdLst>
                      <a:gd name="T0" fmla="*/ 0 w 1105"/>
                      <a:gd name="T1" fmla="*/ 0 h 104"/>
                      <a:gd name="T2" fmla="*/ 0 w 1105"/>
                      <a:gd name="T3" fmla="*/ 0 h 104"/>
                      <a:gd name="T4" fmla="*/ 0 w 1105"/>
                      <a:gd name="T5" fmla="*/ 0 h 104"/>
                      <a:gd name="T6" fmla="*/ 0 w 1105"/>
                      <a:gd name="T7" fmla="*/ 0 h 104"/>
                      <a:gd name="T8" fmla="*/ 0 w 1105"/>
                      <a:gd name="T9" fmla="*/ 0 h 104"/>
                      <a:gd name="T10" fmla="*/ 0 w 1105"/>
                      <a:gd name="T11" fmla="*/ 0 h 104"/>
                      <a:gd name="T12" fmla="*/ 0 w 1105"/>
                      <a:gd name="T13" fmla="*/ 0 h 104"/>
                      <a:gd name="T14" fmla="*/ 0 w 1105"/>
                      <a:gd name="T15" fmla="*/ 0 h 104"/>
                      <a:gd name="T16" fmla="*/ 0 w 1105"/>
                      <a:gd name="T17" fmla="*/ 0 h 104"/>
                      <a:gd name="T18" fmla="*/ 0 w 1105"/>
                      <a:gd name="T19" fmla="*/ 0 h 104"/>
                      <a:gd name="T20" fmla="*/ 0 w 1105"/>
                      <a:gd name="T21" fmla="*/ 0 h 104"/>
                      <a:gd name="T22" fmla="*/ 0 w 1105"/>
                      <a:gd name="T23" fmla="*/ 0 h 104"/>
                      <a:gd name="T24" fmla="*/ 0 w 1105"/>
                      <a:gd name="T25" fmla="*/ 0 h 104"/>
                      <a:gd name="T26" fmla="*/ 0 w 1105"/>
                      <a:gd name="T27" fmla="*/ 0 h 104"/>
                      <a:gd name="T28" fmla="*/ 0 w 1105"/>
                      <a:gd name="T29" fmla="*/ 0 h 104"/>
                      <a:gd name="T30" fmla="*/ 0 w 1105"/>
                      <a:gd name="T31" fmla="*/ 0 h 104"/>
                      <a:gd name="T32" fmla="*/ 0 w 1105"/>
                      <a:gd name="T33" fmla="*/ 0 h 104"/>
                      <a:gd name="T34" fmla="*/ 0 w 1105"/>
                      <a:gd name="T35" fmla="*/ 0 h 104"/>
                      <a:gd name="T36" fmla="*/ 0 w 1105"/>
                      <a:gd name="T37" fmla="*/ 0 h 104"/>
                      <a:gd name="T38" fmla="*/ 0 w 1105"/>
                      <a:gd name="T39" fmla="*/ 0 h 104"/>
                      <a:gd name="T40" fmla="*/ 0 w 1105"/>
                      <a:gd name="T41" fmla="*/ 0 h 104"/>
                      <a:gd name="T42" fmla="*/ 0 w 1105"/>
                      <a:gd name="T43" fmla="*/ 0 h 104"/>
                      <a:gd name="T44" fmla="*/ 0 w 1105"/>
                      <a:gd name="T45" fmla="*/ 0 h 104"/>
                      <a:gd name="T46" fmla="*/ 0 w 1105"/>
                      <a:gd name="T47" fmla="*/ 0 h 104"/>
                      <a:gd name="T48" fmla="*/ 0 w 1105"/>
                      <a:gd name="T49" fmla="*/ 0 h 104"/>
                      <a:gd name="T50" fmla="*/ 0 w 1105"/>
                      <a:gd name="T51" fmla="*/ 0 h 104"/>
                      <a:gd name="T52" fmla="*/ 0 w 1105"/>
                      <a:gd name="T53" fmla="*/ 0 h 104"/>
                      <a:gd name="T54" fmla="*/ 0 w 1105"/>
                      <a:gd name="T55" fmla="*/ 0 h 104"/>
                      <a:gd name="T56" fmla="*/ 0 w 1105"/>
                      <a:gd name="T57" fmla="*/ 0 h 104"/>
                      <a:gd name="T58" fmla="*/ 0 w 1105"/>
                      <a:gd name="T59" fmla="*/ 0 h 104"/>
                      <a:gd name="T60" fmla="*/ 0 w 1105"/>
                      <a:gd name="T61" fmla="*/ 0 h 104"/>
                      <a:gd name="T62" fmla="*/ 0 w 1105"/>
                      <a:gd name="T63" fmla="*/ 0 h 104"/>
                      <a:gd name="T64" fmla="*/ 0 w 1105"/>
                      <a:gd name="T65" fmla="*/ 0 h 104"/>
                      <a:gd name="T66" fmla="*/ 0 w 1105"/>
                      <a:gd name="T67" fmla="*/ 0 h 104"/>
                      <a:gd name="T68" fmla="*/ 0 w 1105"/>
                      <a:gd name="T69" fmla="*/ 0 h 104"/>
                      <a:gd name="T70" fmla="*/ 0 w 1105"/>
                      <a:gd name="T71" fmla="*/ 0 h 104"/>
                      <a:gd name="T72" fmla="*/ 0 w 1105"/>
                      <a:gd name="T73" fmla="*/ 0 h 104"/>
                      <a:gd name="T74" fmla="*/ 0 w 1105"/>
                      <a:gd name="T75" fmla="*/ 0 h 104"/>
                      <a:gd name="T76" fmla="*/ 0 w 1105"/>
                      <a:gd name="T77" fmla="*/ 0 h 104"/>
                      <a:gd name="T78" fmla="*/ 0 w 1105"/>
                      <a:gd name="T79" fmla="*/ 0 h 104"/>
                      <a:gd name="T80" fmla="*/ 0 w 1105"/>
                      <a:gd name="T81" fmla="*/ 0 h 104"/>
                      <a:gd name="T82" fmla="*/ 0 w 1105"/>
                      <a:gd name="T83" fmla="*/ 0 h 104"/>
                      <a:gd name="T84" fmla="*/ 0 w 1105"/>
                      <a:gd name="T85" fmla="*/ 0 h 104"/>
                      <a:gd name="T86" fmla="*/ 0 w 1105"/>
                      <a:gd name="T87" fmla="*/ 0 h 104"/>
                      <a:gd name="T88" fmla="*/ 0 w 1105"/>
                      <a:gd name="T89" fmla="*/ 0 h 104"/>
                      <a:gd name="T90" fmla="*/ 0 w 1105"/>
                      <a:gd name="T91" fmla="*/ 0 h 104"/>
                      <a:gd name="T92" fmla="*/ 0 w 1105"/>
                      <a:gd name="T93" fmla="*/ 0 h 104"/>
                      <a:gd name="T94" fmla="*/ 0 w 1105"/>
                      <a:gd name="T95" fmla="*/ 0 h 104"/>
                      <a:gd name="T96" fmla="*/ 0 w 1105"/>
                      <a:gd name="T97" fmla="*/ 0 h 104"/>
                      <a:gd name="T98" fmla="*/ 0 w 1105"/>
                      <a:gd name="T99" fmla="*/ 0 h 104"/>
                      <a:gd name="T100" fmla="*/ 0 w 1105"/>
                      <a:gd name="T101" fmla="*/ 0 h 104"/>
                      <a:gd name="T102" fmla="*/ 0 w 1105"/>
                      <a:gd name="T103" fmla="*/ 0 h 104"/>
                      <a:gd name="T104" fmla="*/ 0 w 1105"/>
                      <a:gd name="T105" fmla="*/ 0 h 104"/>
                      <a:gd name="T106" fmla="*/ 0 w 1105"/>
                      <a:gd name="T107" fmla="*/ 0 h 104"/>
                      <a:gd name="T108" fmla="*/ 0 w 1105"/>
                      <a:gd name="T109" fmla="*/ 0 h 104"/>
                      <a:gd name="T110" fmla="*/ 0 w 1105"/>
                      <a:gd name="T111" fmla="*/ 0 h 104"/>
                      <a:gd name="T112" fmla="*/ 0 w 1105"/>
                      <a:gd name="T113" fmla="*/ 0 h 1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05"/>
                      <a:gd name="T172" fmla="*/ 0 h 104"/>
                      <a:gd name="T173" fmla="*/ 1105 w 1105"/>
                      <a:gd name="T174" fmla="*/ 104 h 1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05" h="104">
                        <a:moveTo>
                          <a:pt x="872" y="13"/>
                        </a:moveTo>
                        <a:lnTo>
                          <a:pt x="876" y="13"/>
                        </a:lnTo>
                        <a:lnTo>
                          <a:pt x="879" y="13"/>
                        </a:lnTo>
                        <a:lnTo>
                          <a:pt x="883" y="13"/>
                        </a:lnTo>
                        <a:lnTo>
                          <a:pt x="886" y="13"/>
                        </a:lnTo>
                        <a:lnTo>
                          <a:pt x="890" y="13"/>
                        </a:lnTo>
                        <a:lnTo>
                          <a:pt x="893" y="13"/>
                        </a:lnTo>
                        <a:lnTo>
                          <a:pt x="897" y="13"/>
                        </a:lnTo>
                        <a:lnTo>
                          <a:pt x="900" y="13"/>
                        </a:lnTo>
                        <a:lnTo>
                          <a:pt x="904" y="13"/>
                        </a:lnTo>
                        <a:lnTo>
                          <a:pt x="909" y="13"/>
                        </a:lnTo>
                        <a:lnTo>
                          <a:pt x="911" y="13"/>
                        </a:lnTo>
                        <a:lnTo>
                          <a:pt x="916" y="13"/>
                        </a:lnTo>
                        <a:lnTo>
                          <a:pt x="918" y="11"/>
                        </a:lnTo>
                        <a:lnTo>
                          <a:pt x="923" y="11"/>
                        </a:lnTo>
                        <a:lnTo>
                          <a:pt x="927" y="11"/>
                        </a:lnTo>
                        <a:lnTo>
                          <a:pt x="930" y="11"/>
                        </a:lnTo>
                        <a:lnTo>
                          <a:pt x="932" y="10"/>
                        </a:lnTo>
                        <a:lnTo>
                          <a:pt x="936" y="10"/>
                        </a:lnTo>
                        <a:lnTo>
                          <a:pt x="940" y="10"/>
                        </a:lnTo>
                        <a:lnTo>
                          <a:pt x="943" y="10"/>
                        </a:lnTo>
                        <a:lnTo>
                          <a:pt x="947" y="9"/>
                        </a:lnTo>
                        <a:lnTo>
                          <a:pt x="950" y="9"/>
                        </a:lnTo>
                        <a:lnTo>
                          <a:pt x="954" y="8"/>
                        </a:lnTo>
                        <a:lnTo>
                          <a:pt x="957" y="8"/>
                        </a:lnTo>
                        <a:lnTo>
                          <a:pt x="960" y="8"/>
                        </a:lnTo>
                        <a:lnTo>
                          <a:pt x="964" y="8"/>
                        </a:lnTo>
                        <a:lnTo>
                          <a:pt x="967" y="7"/>
                        </a:lnTo>
                        <a:lnTo>
                          <a:pt x="972" y="7"/>
                        </a:lnTo>
                        <a:lnTo>
                          <a:pt x="974" y="5"/>
                        </a:lnTo>
                        <a:lnTo>
                          <a:pt x="978" y="5"/>
                        </a:lnTo>
                        <a:lnTo>
                          <a:pt x="981" y="5"/>
                        </a:lnTo>
                        <a:lnTo>
                          <a:pt x="985" y="5"/>
                        </a:lnTo>
                        <a:lnTo>
                          <a:pt x="988" y="4"/>
                        </a:lnTo>
                        <a:lnTo>
                          <a:pt x="992" y="3"/>
                        </a:lnTo>
                        <a:lnTo>
                          <a:pt x="994" y="3"/>
                        </a:lnTo>
                        <a:lnTo>
                          <a:pt x="998" y="3"/>
                        </a:lnTo>
                        <a:lnTo>
                          <a:pt x="1001" y="3"/>
                        </a:lnTo>
                        <a:lnTo>
                          <a:pt x="1005" y="2"/>
                        </a:lnTo>
                        <a:lnTo>
                          <a:pt x="1007" y="2"/>
                        </a:lnTo>
                        <a:lnTo>
                          <a:pt x="1012" y="2"/>
                        </a:lnTo>
                        <a:lnTo>
                          <a:pt x="1014" y="1"/>
                        </a:lnTo>
                        <a:lnTo>
                          <a:pt x="1018" y="1"/>
                        </a:lnTo>
                        <a:lnTo>
                          <a:pt x="1021" y="1"/>
                        </a:lnTo>
                        <a:lnTo>
                          <a:pt x="1025" y="1"/>
                        </a:lnTo>
                        <a:lnTo>
                          <a:pt x="1029" y="1"/>
                        </a:lnTo>
                        <a:lnTo>
                          <a:pt x="1032" y="1"/>
                        </a:lnTo>
                        <a:lnTo>
                          <a:pt x="1034" y="1"/>
                        </a:lnTo>
                        <a:lnTo>
                          <a:pt x="1039" y="1"/>
                        </a:lnTo>
                        <a:lnTo>
                          <a:pt x="1042" y="0"/>
                        </a:lnTo>
                        <a:lnTo>
                          <a:pt x="1045" y="0"/>
                        </a:lnTo>
                        <a:lnTo>
                          <a:pt x="1048" y="0"/>
                        </a:lnTo>
                        <a:lnTo>
                          <a:pt x="1052" y="0"/>
                        </a:lnTo>
                        <a:lnTo>
                          <a:pt x="1055" y="0"/>
                        </a:lnTo>
                        <a:lnTo>
                          <a:pt x="1058" y="1"/>
                        </a:lnTo>
                        <a:lnTo>
                          <a:pt x="1062" y="1"/>
                        </a:lnTo>
                        <a:lnTo>
                          <a:pt x="1065" y="1"/>
                        </a:lnTo>
                        <a:lnTo>
                          <a:pt x="1068" y="1"/>
                        </a:lnTo>
                        <a:lnTo>
                          <a:pt x="1072" y="2"/>
                        </a:lnTo>
                        <a:lnTo>
                          <a:pt x="1075" y="2"/>
                        </a:lnTo>
                        <a:lnTo>
                          <a:pt x="1078" y="3"/>
                        </a:lnTo>
                        <a:lnTo>
                          <a:pt x="1082" y="3"/>
                        </a:lnTo>
                        <a:lnTo>
                          <a:pt x="1086" y="4"/>
                        </a:lnTo>
                        <a:lnTo>
                          <a:pt x="1089" y="5"/>
                        </a:lnTo>
                        <a:lnTo>
                          <a:pt x="1093" y="7"/>
                        </a:lnTo>
                        <a:lnTo>
                          <a:pt x="1093" y="9"/>
                        </a:lnTo>
                        <a:lnTo>
                          <a:pt x="1094" y="11"/>
                        </a:lnTo>
                        <a:lnTo>
                          <a:pt x="1095" y="14"/>
                        </a:lnTo>
                        <a:lnTo>
                          <a:pt x="1095" y="17"/>
                        </a:lnTo>
                        <a:lnTo>
                          <a:pt x="1096" y="20"/>
                        </a:lnTo>
                        <a:lnTo>
                          <a:pt x="1097" y="22"/>
                        </a:lnTo>
                        <a:lnTo>
                          <a:pt x="1097" y="24"/>
                        </a:lnTo>
                        <a:lnTo>
                          <a:pt x="1099" y="28"/>
                        </a:lnTo>
                        <a:lnTo>
                          <a:pt x="1099" y="30"/>
                        </a:lnTo>
                        <a:lnTo>
                          <a:pt x="1100" y="33"/>
                        </a:lnTo>
                        <a:lnTo>
                          <a:pt x="1101" y="35"/>
                        </a:lnTo>
                        <a:lnTo>
                          <a:pt x="1101" y="39"/>
                        </a:lnTo>
                        <a:lnTo>
                          <a:pt x="1102" y="41"/>
                        </a:lnTo>
                        <a:lnTo>
                          <a:pt x="1103" y="43"/>
                        </a:lnTo>
                        <a:lnTo>
                          <a:pt x="1103" y="46"/>
                        </a:lnTo>
                        <a:lnTo>
                          <a:pt x="1105" y="49"/>
                        </a:lnTo>
                        <a:lnTo>
                          <a:pt x="1099" y="53"/>
                        </a:lnTo>
                        <a:lnTo>
                          <a:pt x="1093" y="57"/>
                        </a:lnTo>
                        <a:lnTo>
                          <a:pt x="1086" y="60"/>
                        </a:lnTo>
                        <a:lnTo>
                          <a:pt x="1077" y="64"/>
                        </a:lnTo>
                        <a:lnTo>
                          <a:pt x="1068" y="66"/>
                        </a:lnTo>
                        <a:lnTo>
                          <a:pt x="1057" y="68"/>
                        </a:lnTo>
                        <a:lnTo>
                          <a:pt x="1048" y="72"/>
                        </a:lnTo>
                        <a:lnTo>
                          <a:pt x="1036" y="76"/>
                        </a:lnTo>
                        <a:lnTo>
                          <a:pt x="1024" y="78"/>
                        </a:lnTo>
                        <a:lnTo>
                          <a:pt x="1011" y="80"/>
                        </a:lnTo>
                        <a:lnTo>
                          <a:pt x="997" y="81"/>
                        </a:lnTo>
                        <a:lnTo>
                          <a:pt x="982" y="84"/>
                        </a:lnTo>
                        <a:lnTo>
                          <a:pt x="968" y="86"/>
                        </a:lnTo>
                        <a:lnTo>
                          <a:pt x="953" y="89"/>
                        </a:lnTo>
                        <a:lnTo>
                          <a:pt x="936" y="90"/>
                        </a:lnTo>
                        <a:lnTo>
                          <a:pt x="921" y="92"/>
                        </a:lnTo>
                        <a:lnTo>
                          <a:pt x="903" y="92"/>
                        </a:lnTo>
                        <a:lnTo>
                          <a:pt x="885" y="95"/>
                        </a:lnTo>
                        <a:lnTo>
                          <a:pt x="866" y="96"/>
                        </a:lnTo>
                        <a:lnTo>
                          <a:pt x="847" y="97"/>
                        </a:lnTo>
                        <a:lnTo>
                          <a:pt x="829" y="98"/>
                        </a:lnTo>
                        <a:lnTo>
                          <a:pt x="809" y="99"/>
                        </a:lnTo>
                        <a:lnTo>
                          <a:pt x="790" y="99"/>
                        </a:lnTo>
                        <a:lnTo>
                          <a:pt x="770" y="102"/>
                        </a:lnTo>
                        <a:lnTo>
                          <a:pt x="750" y="102"/>
                        </a:lnTo>
                        <a:lnTo>
                          <a:pt x="728" y="102"/>
                        </a:lnTo>
                        <a:lnTo>
                          <a:pt x="708" y="102"/>
                        </a:lnTo>
                        <a:lnTo>
                          <a:pt x="688" y="104"/>
                        </a:lnTo>
                        <a:lnTo>
                          <a:pt x="665" y="104"/>
                        </a:lnTo>
                        <a:lnTo>
                          <a:pt x="645" y="104"/>
                        </a:lnTo>
                        <a:lnTo>
                          <a:pt x="623" y="104"/>
                        </a:lnTo>
                        <a:lnTo>
                          <a:pt x="601" y="104"/>
                        </a:lnTo>
                        <a:lnTo>
                          <a:pt x="580" y="104"/>
                        </a:lnTo>
                        <a:lnTo>
                          <a:pt x="558" y="104"/>
                        </a:lnTo>
                        <a:lnTo>
                          <a:pt x="536" y="104"/>
                        </a:lnTo>
                        <a:lnTo>
                          <a:pt x="514" y="104"/>
                        </a:lnTo>
                        <a:lnTo>
                          <a:pt x="492" y="104"/>
                        </a:lnTo>
                        <a:lnTo>
                          <a:pt x="471" y="104"/>
                        </a:lnTo>
                        <a:lnTo>
                          <a:pt x="450" y="104"/>
                        </a:lnTo>
                        <a:lnTo>
                          <a:pt x="427" y="104"/>
                        </a:lnTo>
                        <a:lnTo>
                          <a:pt x="407" y="104"/>
                        </a:lnTo>
                        <a:lnTo>
                          <a:pt x="384" y="104"/>
                        </a:lnTo>
                        <a:lnTo>
                          <a:pt x="363" y="103"/>
                        </a:lnTo>
                        <a:lnTo>
                          <a:pt x="343" y="103"/>
                        </a:lnTo>
                        <a:lnTo>
                          <a:pt x="321" y="102"/>
                        </a:lnTo>
                        <a:lnTo>
                          <a:pt x="301" y="102"/>
                        </a:lnTo>
                        <a:lnTo>
                          <a:pt x="282" y="102"/>
                        </a:lnTo>
                        <a:lnTo>
                          <a:pt x="263" y="102"/>
                        </a:lnTo>
                        <a:lnTo>
                          <a:pt x="243" y="102"/>
                        </a:lnTo>
                        <a:lnTo>
                          <a:pt x="224" y="102"/>
                        </a:lnTo>
                        <a:lnTo>
                          <a:pt x="205" y="100"/>
                        </a:lnTo>
                        <a:lnTo>
                          <a:pt x="187" y="100"/>
                        </a:lnTo>
                        <a:lnTo>
                          <a:pt x="170" y="99"/>
                        </a:lnTo>
                        <a:lnTo>
                          <a:pt x="153" y="99"/>
                        </a:lnTo>
                        <a:lnTo>
                          <a:pt x="136" y="99"/>
                        </a:lnTo>
                        <a:lnTo>
                          <a:pt x="120" y="99"/>
                        </a:lnTo>
                        <a:lnTo>
                          <a:pt x="104" y="99"/>
                        </a:lnTo>
                        <a:lnTo>
                          <a:pt x="89" y="99"/>
                        </a:lnTo>
                        <a:lnTo>
                          <a:pt x="76" y="99"/>
                        </a:lnTo>
                        <a:lnTo>
                          <a:pt x="63" y="99"/>
                        </a:lnTo>
                        <a:lnTo>
                          <a:pt x="49" y="99"/>
                        </a:lnTo>
                        <a:lnTo>
                          <a:pt x="37" y="99"/>
                        </a:lnTo>
                        <a:lnTo>
                          <a:pt x="25" y="99"/>
                        </a:lnTo>
                        <a:lnTo>
                          <a:pt x="15" y="99"/>
                        </a:lnTo>
                        <a:lnTo>
                          <a:pt x="14" y="97"/>
                        </a:lnTo>
                        <a:lnTo>
                          <a:pt x="12" y="93"/>
                        </a:lnTo>
                        <a:lnTo>
                          <a:pt x="11" y="91"/>
                        </a:lnTo>
                        <a:lnTo>
                          <a:pt x="9" y="89"/>
                        </a:lnTo>
                        <a:lnTo>
                          <a:pt x="7" y="83"/>
                        </a:lnTo>
                        <a:lnTo>
                          <a:pt x="6" y="78"/>
                        </a:lnTo>
                        <a:lnTo>
                          <a:pt x="5" y="76"/>
                        </a:lnTo>
                        <a:lnTo>
                          <a:pt x="5" y="73"/>
                        </a:lnTo>
                        <a:lnTo>
                          <a:pt x="3" y="70"/>
                        </a:lnTo>
                        <a:lnTo>
                          <a:pt x="2" y="67"/>
                        </a:lnTo>
                        <a:lnTo>
                          <a:pt x="2" y="65"/>
                        </a:lnTo>
                        <a:lnTo>
                          <a:pt x="2" y="62"/>
                        </a:lnTo>
                        <a:lnTo>
                          <a:pt x="0" y="59"/>
                        </a:lnTo>
                        <a:lnTo>
                          <a:pt x="0" y="57"/>
                        </a:lnTo>
                        <a:lnTo>
                          <a:pt x="2" y="54"/>
                        </a:lnTo>
                        <a:lnTo>
                          <a:pt x="7" y="51"/>
                        </a:lnTo>
                        <a:lnTo>
                          <a:pt x="9" y="48"/>
                        </a:lnTo>
                        <a:lnTo>
                          <a:pt x="14" y="46"/>
                        </a:lnTo>
                        <a:lnTo>
                          <a:pt x="18" y="42"/>
                        </a:lnTo>
                        <a:lnTo>
                          <a:pt x="21" y="41"/>
                        </a:lnTo>
                        <a:lnTo>
                          <a:pt x="25" y="39"/>
                        </a:lnTo>
                        <a:lnTo>
                          <a:pt x="28" y="36"/>
                        </a:lnTo>
                        <a:lnTo>
                          <a:pt x="32" y="35"/>
                        </a:lnTo>
                        <a:lnTo>
                          <a:pt x="35" y="33"/>
                        </a:lnTo>
                        <a:lnTo>
                          <a:pt x="40" y="32"/>
                        </a:lnTo>
                        <a:lnTo>
                          <a:pt x="44" y="30"/>
                        </a:lnTo>
                        <a:lnTo>
                          <a:pt x="47" y="29"/>
                        </a:lnTo>
                        <a:lnTo>
                          <a:pt x="52" y="28"/>
                        </a:lnTo>
                        <a:lnTo>
                          <a:pt x="57" y="27"/>
                        </a:lnTo>
                        <a:lnTo>
                          <a:pt x="60" y="26"/>
                        </a:lnTo>
                        <a:lnTo>
                          <a:pt x="65" y="24"/>
                        </a:lnTo>
                        <a:lnTo>
                          <a:pt x="69" y="23"/>
                        </a:lnTo>
                        <a:lnTo>
                          <a:pt x="73" y="23"/>
                        </a:lnTo>
                        <a:lnTo>
                          <a:pt x="78" y="23"/>
                        </a:lnTo>
                        <a:lnTo>
                          <a:pt x="82" y="22"/>
                        </a:lnTo>
                        <a:lnTo>
                          <a:pt x="85" y="21"/>
                        </a:lnTo>
                        <a:lnTo>
                          <a:pt x="91" y="21"/>
                        </a:lnTo>
                        <a:lnTo>
                          <a:pt x="95" y="21"/>
                        </a:lnTo>
                        <a:lnTo>
                          <a:pt x="98" y="21"/>
                        </a:lnTo>
                        <a:lnTo>
                          <a:pt x="103" y="21"/>
                        </a:lnTo>
                        <a:lnTo>
                          <a:pt x="108" y="21"/>
                        </a:lnTo>
                        <a:lnTo>
                          <a:pt x="113" y="21"/>
                        </a:lnTo>
                        <a:lnTo>
                          <a:pt x="116" y="21"/>
                        </a:lnTo>
                        <a:lnTo>
                          <a:pt x="121" y="21"/>
                        </a:lnTo>
                        <a:lnTo>
                          <a:pt x="126" y="21"/>
                        </a:lnTo>
                        <a:lnTo>
                          <a:pt x="130" y="21"/>
                        </a:lnTo>
                        <a:lnTo>
                          <a:pt x="135" y="21"/>
                        </a:lnTo>
                        <a:lnTo>
                          <a:pt x="139" y="21"/>
                        </a:lnTo>
                        <a:lnTo>
                          <a:pt x="143" y="21"/>
                        </a:lnTo>
                        <a:lnTo>
                          <a:pt x="148" y="21"/>
                        </a:lnTo>
                        <a:lnTo>
                          <a:pt x="153" y="21"/>
                        </a:lnTo>
                        <a:lnTo>
                          <a:pt x="158" y="22"/>
                        </a:lnTo>
                        <a:lnTo>
                          <a:pt x="161" y="22"/>
                        </a:lnTo>
                        <a:lnTo>
                          <a:pt x="167" y="23"/>
                        </a:lnTo>
                        <a:lnTo>
                          <a:pt x="171" y="23"/>
                        </a:lnTo>
                        <a:lnTo>
                          <a:pt x="175" y="23"/>
                        </a:lnTo>
                        <a:lnTo>
                          <a:pt x="179" y="23"/>
                        </a:lnTo>
                        <a:lnTo>
                          <a:pt x="184" y="23"/>
                        </a:lnTo>
                        <a:lnTo>
                          <a:pt x="190" y="23"/>
                        </a:lnTo>
                        <a:lnTo>
                          <a:pt x="194" y="23"/>
                        </a:lnTo>
                        <a:lnTo>
                          <a:pt x="199" y="23"/>
                        </a:lnTo>
                        <a:lnTo>
                          <a:pt x="203" y="24"/>
                        </a:lnTo>
                        <a:lnTo>
                          <a:pt x="208" y="23"/>
                        </a:lnTo>
                        <a:lnTo>
                          <a:pt x="212" y="23"/>
                        </a:lnTo>
                        <a:lnTo>
                          <a:pt x="216" y="23"/>
                        </a:lnTo>
                        <a:lnTo>
                          <a:pt x="221" y="23"/>
                        </a:lnTo>
                        <a:lnTo>
                          <a:pt x="225" y="23"/>
                        </a:lnTo>
                        <a:lnTo>
                          <a:pt x="230" y="23"/>
                        </a:lnTo>
                        <a:lnTo>
                          <a:pt x="234" y="23"/>
                        </a:lnTo>
                        <a:lnTo>
                          <a:pt x="238" y="23"/>
                        </a:lnTo>
                        <a:lnTo>
                          <a:pt x="243" y="22"/>
                        </a:lnTo>
                        <a:lnTo>
                          <a:pt x="248" y="22"/>
                        </a:lnTo>
                        <a:lnTo>
                          <a:pt x="251" y="21"/>
                        </a:lnTo>
                        <a:lnTo>
                          <a:pt x="256" y="21"/>
                        </a:lnTo>
                        <a:lnTo>
                          <a:pt x="260" y="21"/>
                        </a:lnTo>
                        <a:lnTo>
                          <a:pt x="264" y="20"/>
                        </a:lnTo>
                        <a:lnTo>
                          <a:pt x="269" y="19"/>
                        </a:lnTo>
                        <a:lnTo>
                          <a:pt x="273" y="19"/>
                        </a:lnTo>
                        <a:lnTo>
                          <a:pt x="282" y="17"/>
                        </a:lnTo>
                        <a:lnTo>
                          <a:pt x="291" y="17"/>
                        </a:lnTo>
                        <a:lnTo>
                          <a:pt x="300" y="17"/>
                        </a:lnTo>
                        <a:lnTo>
                          <a:pt x="310" y="17"/>
                        </a:lnTo>
                        <a:lnTo>
                          <a:pt x="319" y="16"/>
                        </a:lnTo>
                        <a:lnTo>
                          <a:pt x="329" y="16"/>
                        </a:lnTo>
                        <a:lnTo>
                          <a:pt x="337" y="16"/>
                        </a:lnTo>
                        <a:lnTo>
                          <a:pt x="346" y="16"/>
                        </a:lnTo>
                        <a:lnTo>
                          <a:pt x="356" y="16"/>
                        </a:lnTo>
                        <a:lnTo>
                          <a:pt x="365" y="16"/>
                        </a:lnTo>
                        <a:lnTo>
                          <a:pt x="374" y="16"/>
                        </a:lnTo>
                        <a:lnTo>
                          <a:pt x="384" y="16"/>
                        </a:lnTo>
                        <a:lnTo>
                          <a:pt x="394" y="16"/>
                        </a:lnTo>
                        <a:lnTo>
                          <a:pt x="402" y="16"/>
                        </a:lnTo>
                        <a:lnTo>
                          <a:pt x="412" y="16"/>
                        </a:lnTo>
                        <a:lnTo>
                          <a:pt x="422" y="17"/>
                        </a:lnTo>
                        <a:lnTo>
                          <a:pt x="431" y="17"/>
                        </a:lnTo>
                        <a:lnTo>
                          <a:pt x="440" y="17"/>
                        </a:lnTo>
                        <a:lnTo>
                          <a:pt x="450" y="17"/>
                        </a:lnTo>
                        <a:lnTo>
                          <a:pt x="459" y="17"/>
                        </a:lnTo>
                        <a:lnTo>
                          <a:pt x="469" y="17"/>
                        </a:lnTo>
                        <a:lnTo>
                          <a:pt x="478" y="17"/>
                        </a:lnTo>
                        <a:lnTo>
                          <a:pt x="488" y="17"/>
                        </a:lnTo>
                        <a:lnTo>
                          <a:pt x="498" y="17"/>
                        </a:lnTo>
                        <a:lnTo>
                          <a:pt x="507" y="17"/>
                        </a:lnTo>
                        <a:lnTo>
                          <a:pt x="516" y="17"/>
                        </a:lnTo>
                        <a:lnTo>
                          <a:pt x="525" y="17"/>
                        </a:lnTo>
                        <a:lnTo>
                          <a:pt x="536" y="17"/>
                        </a:lnTo>
                        <a:lnTo>
                          <a:pt x="544" y="17"/>
                        </a:lnTo>
                        <a:lnTo>
                          <a:pt x="554" y="17"/>
                        </a:lnTo>
                        <a:lnTo>
                          <a:pt x="563" y="17"/>
                        </a:lnTo>
                        <a:lnTo>
                          <a:pt x="574" y="19"/>
                        </a:lnTo>
                        <a:lnTo>
                          <a:pt x="582" y="17"/>
                        </a:lnTo>
                        <a:lnTo>
                          <a:pt x="592" y="17"/>
                        </a:lnTo>
                        <a:lnTo>
                          <a:pt x="601" y="17"/>
                        </a:lnTo>
                        <a:lnTo>
                          <a:pt x="611" y="17"/>
                        </a:lnTo>
                        <a:lnTo>
                          <a:pt x="619" y="17"/>
                        </a:lnTo>
                        <a:lnTo>
                          <a:pt x="630" y="17"/>
                        </a:lnTo>
                        <a:lnTo>
                          <a:pt x="639" y="17"/>
                        </a:lnTo>
                        <a:lnTo>
                          <a:pt x="649" y="17"/>
                        </a:lnTo>
                        <a:lnTo>
                          <a:pt x="657" y="17"/>
                        </a:lnTo>
                        <a:lnTo>
                          <a:pt x="668" y="17"/>
                        </a:lnTo>
                        <a:lnTo>
                          <a:pt x="677" y="17"/>
                        </a:lnTo>
                        <a:lnTo>
                          <a:pt x="687" y="17"/>
                        </a:lnTo>
                        <a:lnTo>
                          <a:pt x="695" y="17"/>
                        </a:lnTo>
                        <a:lnTo>
                          <a:pt x="706" y="17"/>
                        </a:lnTo>
                        <a:lnTo>
                          <a:pt x="715" y="17"/>
                        </a:lnTo>
                        <a:lnTo>
                          <a:pt x="724" y="17"/>
                        </a:lnTo>
                        <a:lnTo>
                          <a:pt x="733" y="16"/>
                        </a:lnTo>
                        <a:lnTo>
                          <a:pt x="743" y="16"/>
                        </a:lnTo>
                        <a:lnTo>
                          <a:pt x="751" y="16"/>
                        </a:lnTo>
                        <a:lnTo>
                          <a:pt x="762" y="16"/>
                        </a:lnTo>
                        <a:lnTo>
                          <a:pt x="770" y="16"/>
                        </a:lnTo>
                        <a:lnTo>
                          <a:pt x="779" y="16"/>
                        </a:lnTo>
                        <a:lnTo>
                          <a:pt x="789" y="15"/>
                        </a:lnTo>
                        <a:lnTo>
                          <a:pt x="798" y="15"/>
                        </a:lnTo>
                        <a:lnTo>
                          <a:pt x="807" y="15"/>
                        </a:lnTo>
                        <a:lnTo>
                          <a:pt x="817" y="14"/>
                        </a:lnTo>
                        <a:lnTo>
                          <a:pt x="824" y="14"/>
                        </a:lnTo>
                        <a:lnTo>
                          <a:pt x="835" y="14"/>
                        </a:lnTo>
                        <a:lnTo>
                          <a:pt x="843" y="13"/>
                        </a:lnTo>
                        <a:lnTo>
                          <a:pt x="853" y="13"/>
                        </a:lnTo>
                        <a:lnTo>
                          <a:pt x="862" y="13"/>
                        </a:lnTo>
                        <a:lnTo>
                          <a:pt x="872" y="13"/>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23" name="Freeform 81"/>
                  <p:cNvSpPr/>
                  <p:nvPr/>
                </p:nvSpPr>
                <p:spPr bwMode="auto">
                  <a:xfrm>
                    <a:off x="5365" y="1536"/>
                    <a:ext cx="315" cy="39"/>
                  </a:xfrm>
                  <a:custGeom>
                    <a:avLst/>
                    <a:gdLst>
                      <a:gd name="T0" fmla="*/ 0 w 943"/>
                      <a:gd name="T1" fmla="*/ 0 h 116"/>
                      <a:gd name="T2" fmla="*/ 0 w 943"/>
                      <a:gd name="T3" fmla="*/ 0 h 116"/>
                      <a:gd name="T4" fmla="*/ 0 w 943"/>
                      <a:gd name="T5" fmla="*/ 0 h 116"/>
                      <a:gd name="T6" fmla="*/ 0 w 943"/>
                      <a:gd name="T7" fmla="*/ 0 h 116"/>
                      <a:gd name="T8" fmla="*/ 0 w 943"/>
                      <a:gd name="T9" fmla="*/ 0 h 116"/>
                      <a:gd name="T10" fmla="*/ 0 w 943"/>
                      <a:gd name="T11" fmla="*/ 0 h 116"/>
                      <a:gd name="T12" fmla="*/ 0 w 943"/>
                      <a:gd name="T13" fmla="*/ 0 h 116"/>
                      <a:gd name="T14" fmla="*/ 0 w 943"/>
                      <a:gd name="T15" fmla="*/ 0 h 116"/>
                      <a:gd name="T16" fmla="*/ 0 w 943"/>
                      <a:gd name="T17" fmla="*/ 0 h 116"/>
                      <a:gd name="T18" fmla="*/ 0 w 943"/>
                      <a:gd name="T19" fmla="*/ 0 h 116"/>
                      <a:gd name="T20" fmla="*/ 0 w 943"/>
                      <a:gd name="T21" fmla="*/ 0 h 116"/>
                      <a:gd name="T22" fmla="*/ 0 w 943"/>
                      <a:gd name="T23" fmla="*/ 0 h 116"/>
                      <a:gd name="T24" fmla="*/ 0 w 943"/>
                      <a:gd name="T25" fmla="*/ 0 h 116"/>
                      <a:gd name="T26" fmla="*/ 0 w 943"/>
                      <a:gd name="T27" fmla="*/ 0 h 116"/>
                      <a:gd name="T28" fmla="*/ 0 w 943"/>
                      <a:gd name="T29" fmla="*/ 0 h 116"/>
                      <a:gd name="T30" fmla="*/ 0 w 943"/>
                      <a:gd name="T31" fmla="*/ 0 h 116"/>
                      <a:gd name="T32" fmla="*/ 0 w 943"/>
                      <a:gd name="T33" fmla="*/ 0 h 116"/>
                      <a:gd name="T34" fmla="*/ 0 w 943"/>
                      <a:gd name="T35" fmla="*/ 0 h 116"/>
                      <a:gd name="T36" fmla="*/ 0 w 943"/>
                      <a:gd name="T37" fmla="*/ 0 h 116"/>
                      <a:gd name="T38" fmla="*/ 0 w 943"/>
                      <a:gd name="T39" fmla="*/ 0 h 116"/>
                      <a:gd name="T40" fmla="*/ 0 w 943"/>
                      <a:gd name="T41" fmla="*/ 0 h 116"/>
                      <a:gd name="T42" fmla="*/ 0 w 943"/>
                      <a:gd name="T43" fmla="*/ 0 h 116"/>
                      <a:gd name="T44" fmla="*/ 0 w 943"/>
                      <a:gd name="T45" fmla="*/ 0 h 116"/>
                      <a:gd name="T46" fmla="*/ 0 w 943"/>
                      <a:gd name="T47" fmla="*/ 0 h 116"/>
                      <a:gd name="T48" fmla="*/ 0 w 943"/>
                      <a:gd name="T49" fmla="*/ 0 h 116"/>
                      <a:gd name="T50" fmla="*/ 0 w 943"/>
                      <a:gd name="T51" fmla="*/ 0 h 116"/>
                      <a:gd name="T52" fmla="*/ 0 w 943"/>
                      <a:gd name="T53" fmla="*/ 0 h 116"/>
                      <a:gd name="T54" fmla="*/ 0 w 943"/>
                      <a:gd name="T55" fmla="*/ 0 h 116"/>
                      <a:gd name="T56" fmla="*/ 0 w 943"/>
                      <a:gd name="T57" fmla="*/ 0 h 116"/>
                      <a:gd name="T58" fmla="*/ 0 w 943"/>
                      <a:gd name="T59" fmla="*/ 0 h 116"/>
                      <a:gd name="T60" fmla="*/ 0 w 943"/>
                      <a:gd name="T61" fmla="*/ 0 h 116"/>
                      <a:gd name="T62" fmla="*/ 0 w 943"/>
                      <a:gd name="T63" fmla="*/ 0 h 116"/>
                      <a:gd name="T64" fmla="*/ 0 w 943"/>
                      <a:gd name="T65" fmla="*/ 0 h 116"/>
                      <a:gd name="T66" fmla="*/ 0 w 943"/>
                      <a:gd name="T67" fmla="*/ 0 h 116"/>
                      <a:gd name="T68" fmla="*/ 0 w 943"/>
                      <a:gd name="T69" fmla="*/ 0 h 116"/>
                      <a:gd name="T70" fmla="*/ 0 w 943"/>
                      <a:gd name="T71" fmla="*/ 0 h 116"/>
                      <a:gd name="T72" fmla="*/ 0 w 943"/>
                      <a:gd name="T73" fmla="*/ 0 h 116"/>
                      <a:gd name="T74" fmla="*/ 0 w 943"/>
                      <a:gd name="T75" fmla="*/ 0 h 116"/>
                      <a:gd name="T76" fmla="*/ 0 w 943"/>
                      <a:gd name="T77" fmla="*/ 0 h 116"/>
                      <a:gd name="T78" fmla="*/ 0 w 943"/>
                      <a:gd name="T79" fmla="*/ 0 h 116"/>
                      <a:gd name="T80" fmla="*/ 0 w 943"/>
                      <a:gd name="T81" fmla="*/ 0 h 116"/>
                      <a:gd name="T82" fmla="*/ 0 w 943"/>
                      <a:gd name="T83" fmla="*/ 0 h 116"/>
                      <a:gd name="T84" fmla="*/ 0 w 943"/>
                      <a:gd name="T85" fmla="*/ 0 h 116"/>
                      <a:gd name="T86" fmla="*/ 0 w 943"/>
                      <a:gd name="T87" fmla="*/ 0 h 116"/>
                      <a:gd name="T88" fmla="*/ 0 w 943"/>
                      <a:gd name="T89" fmla="*/ 0 h 116"/>
                      <a:gd name="T90" fmla="*/ 0 w 943"/>
                      <a:gd name="T91" fmla="*/ 0 h 116"/>
                      <a:gd name="T92" fmla="*/ 0 w 943"/>
                      <a:gd name="T93" fmla="*/ 0 h 116"/>
                      <a:gd name="T94" fmla="*/ 0 w 943"/>
                      <a:gd name="T95" fmla="*/ 0 h 116"/>
                      <a:gd name="T96" fmla="*/ 0 w 943"/>
                      <a:gd name="T97" fmla="*/ 0 h 116"/>
                      <a:gd name="T98" fmla="*/ 0 w 943"/>
                      <a:gd name="T99" fmla="*/ 0 h 116"/>
                      <a:gd name="T100" fmla="*/ 0 w 943"/>
                      <a:gd name="T101" fmla="*/ 0 h 116"/>
                      <a:gd name="T102" fmla="*/ 0 w 943"/>
                      <a:gd name="T103" fmla="*/ 0 h 116"/>
                      <a:gd name="T104" fmla="*/ 0 w 943"/>
                      <a:gd name="T105" fmla="*/ 0 h 116"/>
                      <a:gd name="T106" fmla="*/ 0 w 943"/>
                      <a:gd name="T107" fmla="*/ 0 h 116"/>
                      <a:gd name="T108" fmla="*/ 0 w 943"/>
                      <a:gd name="T109" fmla="*/ 0 h 116"/>
                      <a:gd name="T110" fmla="*/ 0 w 943"/>
                      <a:gd name="T111" fmla="*/ 0 h 1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43"/>
                      <a:gd name="T169" fmla="*/ 0 h 116"/>
                      <a:gd name="T170" fmla="*/ 943 w 943"/>
                      <a:gd name="T171" fmla="*/ 116 h 1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43" h="116">
                        <a:moveTo>
                          <a:pt x="435" y="0"/>
                        </a:moveTo>
                        <a:lnTo>
                          <a:pt x="442" y="0"/>
                        </a:lnTo>
                        <a:lnTo>
                          <a:pt x="450" y="1"/>
                        </a:lnTo>
                        <a:lnTo>
                          <a:pt x="458" y="1"/>
                        </a:lnTo>
                        <a:lnTo>
                          <a:pt x="465" y="1"/>
                        </a:lnTo>
                        <a:lnTo>
                          <a:pt x="472" y="1"/>
                        </a:lnTo>
                        <a:lnTo>
                          <a:pt x="480" y="1"/>
                        </a:lnTo>
                        <a:lnTo>
                          <a:pt x="488" y="1"/>
                        </a:lnTo>
                        <a:lnTo>
                          <a:pt x="496" y="2"/>
                        </a:lnTo>
                        <a:lnTo>
                          <a:pt x="503" y="2"/>
                        </a:lnTo>
                        <a:lnTo>
                          <a:pt x="510" y="2"/>
                        </a:lnTo>
                        <a:lnTo>
                          <a:pt x="518" y="2"/>
                        </a:lnTo>
                        <a:lnTo>
                          <a:pt x="525" y="4"/>
                        </a:lnTo>
                        <a:lnTo>
                          <a:pt x="533" y="4"/>
                        </a:lnTo>
                        <a:lnTo>
                          <a:pt x="540" y="5"/>
                        </a:lnTo>
                        <a:lnTo>
                          <a:pt x="548" y="5"/>
                        </a:lnTo>
                        <a:lnTo>
                          <a:pt x="555" y="5"/>
                        </a:lnTo>
                        <a:lnTo>
                          <a:pt x="562" y="5"/>
                        </a:lnTo>
                        <a:lnTo>
                          <a:pt x="571" y="5"/>
                        </a:lnTo>
                        <a:lnTo>
                          <a:pt x="578" y="5"/>
                        </a:lnTo>
                        <a:lnTo>
                          <a:pt x="586" y="5"/>
                        </a:lnTo>
                        <a:lnTo>
                          <a:pt x="593" y="5"/>
                        </a:lnTo>
                        <a:lnTo>
                          <a:pt x="600" y="6"/>
                        </a:lnTo>
                        <a:lnTo>
                          <a:pt x="609" y="6"/>
                        </a:lnTo>
                        <a:lnTo>
                          <a:pt x="616" y="7"/>
                        </a:lnTo>
                        <a:lnTo>
                          <a:pt x="623" y="7"/>
                        </a:lnTo>
                        <a:lnTo>
                          <a:pt x="630" y="7"/>
                        </a:lnTo>
                        <a:lnTo>
                          <a:pt x="638" y="7"/>
                        </a:lnTo>
                        <a:lnTo>
                          <a:pt x="645" y="7"/>
                        </a:lnTo>
                        <a:lnTo>
                          <a:pt x="652" y="7"/>
                        </a:lnTo>
                        <a:lnTo>
                          <a:pt x="661" y="8"/>
                        </a:lnTo>
                        <a:lnTo>
                          <a:pt x="668" y="9"/>
                        </a:lnTo>
                        <a:lnTo>
                          <a:pt x="676" y="9"/>
                        </a:lnTo>
                        <a:lnTo>
                          <a:pt x="683" y="9"/>
                        </a:lnTo>
                        <a:lnTo>
                          <a:pt x="690" y="9"/>
                        </a:lnTo>
                        <a:lnTo>
                          <a:pt x="699" y="9"/>
                        </a:lnTo>
                        <a:lnTo>
                          <a:pt x="706" y="11"/>
                        </a:lnTo>
                        <a:lnTo>
                          <a:pt x="713" y="11"/>
                        </a:lnTo>
                        <a:lnTo>
                          <a:pt x="720" y="12"/>
                        </a:lnTo>
                        <a:lnTo>
                          <a:pt x="728" y="12"/>
                        </a:lnTo>
                        <a:lnTo>
                          <a:pt x="735" y="12"/>
                        </a:lnTo>
                        <a:lnTo>
                          <a:pt x="743" y="12"/>
                        </a:lnTo>
                        <a:lnTo>
                          <a:pt x="750" y="13"/>
                        </a:lnTo>
                        <a:lnTo>
                          <a:pt x="757" y="14"/>
                        </a:lnTo>
                        <a:lnTo>
                          <a:pt x="765" y="14"/>
                        </a:lnTo>
                        <a:lnTo>
                          <a:pt x="772" y="15"/>
                        </a:lnTo>
                        <a:lnTo>
                          <a:pt x="779" y="17"/>
                        </a:lnTo>
                        <a:lnTo>
                          <a:pt x="787" y="17"/>
                        </a:lnTo>
                        <a:lnTo>
                          <a:pt x="795" y="18"/>
                        </a:lnTo>
                        <a:lnTo>
                          <a:pt x="802" y="18"/>
                        </a:lnTo>
                        <a:lnTo>
                          <a:pt x="809" y="19"/>
                        </a:lnTo>
                        <a:lnTo>
                          <a:pt x="816" y="19"/>
                        </a:lnTo>
                        <a:lnTo>
                          <a:pt x="824" y="20"/>
                        </a:lnTo>
                        <a:lnTo>
                          <a:pt x="832" y="23"/>
                        </a:lnTo>
                        <a:lnTo>
                          <a:pt x="839" y="23"/>
                        </a:lnTo>
                        <a:lnTo>
                          <a:pt x="846" y="24"/>
                        </a:lnTo>
                        <a:lnTo>
                          <a:pt x="853" y="25"/>
                        </a:lnTo>
                        <a:lnTo>
                          <a:pt x="860" y="26"/>
                        </a:lnTo>
                        <a:lnTo>
                          <a:pt x="867" y="27"/>
                        </a:lnTo>
                        <a:lnTo>
                          <a:pt x="876" y="28"/>
                        </a:lnTo>
                        <a:lnTo>
                          <a:pt x="883" y="30"/>
                        </a:lnTo>
                        <a:lnTo>
                          <a:pt x="890" y="31"/>
                        </a:lnTo>
                        <a:lnTo>
                          <a:pt x="897" y="32"/>
                        </a:lnTo>
                        <a:lnTo>
                          <a:pt x="904" y="34"/>
                        </a:lnTo>
                        <a:lnTo>
                          <a:pt x="912" y="36"/>
                        </a:lnTo>
                        <a:lnTo>
                          <a:pt x="916" y="39"/>
                        </a:lnTo>
                        <a:lnTo>
                          <a:pt x="919" y="44"/>
                        </a:lnTo>
                        <a:lnTo>
                          <a:pt x="923" y="49"/>
                        </a:lnTo>
                        <a:lnTo>
                          <a:pt x="928" y="52"/>
                        </a:lnTo>
                        <a:lnTo>
                          <a:pt x="931" y="57"/>
                        </a:lnTo>
                        <a:lnTo>
                          <a:pt x="934" y="62"/>
                        </a:lnTo>
                        <a:lnTo>
                          <a:pt x="938" y="65"/>
                        </a:lnTo>
                        <a:lnTo>
                          <a:pt x="943" y="70"/>
                        </a:lnTo>
                        <a:lnTo>
                          <a:pt x="940" y="75"/>
                        </a:lnTo>
                        <a:lnTo>
                          <a:pt x="936" y="78"/>
                        </a:lnTo>
                        <a:lnTo>
                          <a:pt x="934" y="83"/>
                        </a:lnTo>
                        <a:lnTo>
                          <a:pt x="931" y="88"/>
                        </a:lnTo>
                        <a:lnTo>
                          <a:pt x="929" y="91"/>
                        </a:lnTo>
                        <a:lnTo>
                          <a:pt x="927" y="95"/>
                        </a:lnTo>
                        <a:lnTo>
                          <a:pt x="925" y="101"/>
                        </a:lnTo>
                        <a:lnTo>
                          <a:pt x="923" y="106"/>
                        </a:lnTo>
                        <a:lnTo>
                          <a:pt x="918" y="106"/>
                        </a:lnTo>
                        <a:lnTo>
                          <a:pt x="915" y="106"/>
                        </a:lnTo>
                        <a:lnTo>
                          <a:pt x="911" y="106"/>
                        </a:lnTo>
                        <a:lnTo>
                          <a:pt x="906" y="106"/>
                        </a:lnTo>
                        <a:lnTo>
                          <a:pt x="902" y="106"/>
                        </a:lnTo>
                        <a:lnTo>
                          <a:pt x="898" y="106"/>
                        </a:lnTo>
                        <a:lnTo>
                          <a:pt x="893" y="106"/>
                        </a:lnTo>
                        <a:lnTo>
                          <a:pt x="889" y="106"/>
                        </a:lnTo>
                        <a:lnTo>
                          <a:pt x="885" y="106"/>
                        </a:lnTo>
                        <a:lnTo>
                          <a:pt x="880" y="106"/>
                        </a:lnTo>
                        <a:lnTo>
                          <a:pt x="876" y="106"/>
                        </a:lnTo>
                        <a:lnTo>
                          <a:pt x="872" y="106"/>
                        </a:lnTo>
                        <a:lnTo>
                          <a:pt x="867" y="106"/>
                        </a:lnTo>
                        <a:lnTo>
                          <a:pt x="864" y="106"/>
                        </a:lnTo>
                        <a:lnTo>
                          <a:pt x="859" y="106"/>
                        </a:lnTo>
                        <a:lnTo>
                          <a:pt x="855" y="106"/>
                        </a:lnTo>
                        <a:lnTo>
                          <a:pt x="851" y="104"/>
                        </a:lnTo>
                        <a:lnTo>
                          <a:pt x="847" y="104"/>
                        </a:lnTo>
                        <a:lnTo>
                          <a:pt x="842" y="103"/>
                        </a:lnTo>
                        <a:lnTo>
                          <a:pt x="838" y="103"/>
                        </a:lnTo>
                        <a:lnTo>
                          <a:pt x="834" y="103"/>
                        </a:lnTo>
                        <a:lnTo>
                          <a:pt x="829" y="102"/>
                        </a:lnTo>
                        <a:lnTo>
                          <a:pt x="826" y="102"/>
                        </a:lnTo>
                        <a:lnTo>
                          <a:pt x="822" y="102"/>
                        </a:lnTo>
                        <a:lnTo>
                          <a:pt x="817" y="101"/>
                        </a:lnTo>
                        <a:lnTo>
                          <a:pt x="814" y="101"/>
                        </a:lnTo>
                        <a:lnTo>
                          <a:pt x="809" y="100"/>
                        </a:lnTo>
                        <a:lnTo>
                          <a:pt x="806" y="100"/>
                        </a:lnTo>
                        <a:lnTo>
                          <a:pt x="801" y="100"/>
                        </a:lnTo>
                        <a:lnTo>
                          <a:pt x="797" y="99"/>
                        </a:lnTo>
                        <a:lnTo>
                          <a:pt x="792" y="99"/>
                        </a:lnTo>
                        <a:lnTo>
                          <a:pt x="789" y="99"/>
                        </a:lnTo>
                        <a:lnTo>
                          <a:pt x="784" y="97"/>
                        </a:lnTo>
                        <a:lnTo>
                          <a:pt x="781" y="97"/>
                        </a:lnTo>
                        <a:lnTo>
                          <a:pt x="776" y="96"/>
                        </a:lnTo>
                        <a:lnTo>
                          <a:pt x="772" y="95"/>
                        </a:lnTo>
                        <a:lnTo>
                          <a:pt x="768" y="95"/>
                        </a:lnTo>
                        <a:lnTo>
                          <a:pt x="764" y="95"/>
                        </a:lnTo>
                        <a:lnTo>
                          <a:pt x="759" y="94"/>
                        </a:lnTo>
                        <a:lnTo>
                          <a:pt x="756" y="94"/>
                        </a:lnTo>
                        <a:lnTo>
                          <a:pt x="751" y="93"/>
                        </a:lnTo>
                        <a:lnTo>
                          <a:pt x="746" y="93"/>
                        </a:lnTo>
                        <a:lnTo>
                          <a:pt x="743" y="93"/>
                        </a:lnTo>
                        <a:lnTo>
                          <a:pt x="739" y="93"/>
                        </a:lnTo>
                        <a:lnTo>
                          <a:pt x="734" y="91"/>
                        </a:lnTo>
                        <a:lnTo>
                          <a:pt x="731" y="91"/>
                        </a:lnTo>
                        <a:lnTo>
                          <a:pt x="726" y="91"/>
                        </a:lnTo>
                        <a:lnTo>
                          <a:pt x="722" y="91"/>
                        </a:lnTo>
                        <a:lnTo>
                          <a:pt x="719" y="90"/>
                        </a:lnTo>
                        <a:lnTo>
                          <a:pt x="713" y="90"/>
                        </a:lnTo>
                        <a:lnTo>
                          <a:pt x="709" y="90"/>
                        </a:lnTo>
                        <a:lnTo>
                          <a:pt x="706" y="90"/>
                        </a:lnTo>
                        <a:lnTo>
                          <a:pt x="701" y="89"/>
                        </a:lnTo>
                        <a:lnTo>
                          <a:pt x="696" y="89"/>
                        </a:lnTo>
                        <a:lnTo>
                          <a:pt x="693" y="89"/>
                        </a:lnTo>
                        <a:lnTo>
                          <a:pt x="688" y="89"/>
                        </a:lnTo>
                        <a:lnTo>
                          <a:pt x="684" y="89"/>
                        </a:lnTo>
                        <a:lnTo>
                          <a:pt x="680" y="89"/>
                        </a:lnTo>
                        <a:lnTo>
                          <a:pt x="675" y="89"/>
                        </a:lnTo>
                        <a:lnTo>
                          <a:pt x="671" y="89"/>
                        </a:lnTo>
                        <a:lnTo>
                          <a:pt x="667" y="89"/>
                        </a:lnTo>
                        <a:lnTo>
                          <a:pt x="663" y="89"/>
                        </a:lnTo>
                        <a:lnTo>
                          <a:pt x="658" y="89"/>
                        </a:lnTo>
                        <a:lnTo>
                          <a:pt x="655" y="90"/>
                        </a:lnTo>
                        <a:lnTo>
                          <a:pt x="650" y="89"/>
                        </a:lnTo>
                        <a:lnTo>
                          <a:pt x="645" y="88"/>
                        </a:lnTo>
                        <a:lnTo>
                          <a:pt x="641" y="88"/>
                        </a:lnTo>
                        <a:lnTo>
                          <a:pt x="636" y="88"/>
                        </a:lnTo>
                        <a:lnTo>
                          <a:pt x="632" y="87"/>
                        </a:lnTo>
                        <a:lnTo>
                          <a:pt x="628" y="87"/>
                        </a:lnTo>
                        <a:lnTo>
                          <a:pt x="623" y="85"/>
                        </a:lnTo>
                        <a:lnTo>
                          <a:pt x="619" y="85"/>
                        </a:lnTo>
                        <a:lnTo>
                          <a:pt x="614" y="85"/>
                        </a:lnTo>
                        <a:lnTo>
                          <a:pt x="610" y="84"/>
                        </a:lnTo>
                        <a:lnTo>
                          <a:pt x="605" y="84"/>
                        </a:lnTo>
                        <a:lnTo>
                          <a:pt x="600" y="84"/>
                        </a:lnTo>
                        <a:lnTo>
                          <a:pt x="595" y="83"/>
                        </a:lnTo>
                        <a:lnTo>
                          <a:pt x="592" y="83"/>
                        </a:lnTo>
                        <a:lnTo>
                          <a:pt x="587" y="83"/>
                        </a:lnTo>
                        <a:lnTo>
                          <a:pt x="582" y="83"/>
                        </a:lnTo>
                        <a:lnTo>
                          <a:pt x="578" y="82"/>
                        </a:lnTo>
                        <a:lnTo>
                          <a:pt x="573" y="82"/>
                        </a:lnTo>
                        <a:lnTo>
                          <a:pt x="568" y="81"/>
                        </a:lnTo>
                        <a:lnTo>
                          <a:pt x="563" y="81"/>
                        </a:lnTo>
                        <a:lnTo>
                          <a:pt x="559" y="81"/>
                        </a:lnTo>
                        <a:lnTo>
                          <a:pt x="554" y="81"/>
                        </a:lnTo>
                        <a:lnTo>
                          <a:pt x="549" y="81"/>
                        </a:lnTo>
                        <a:lnTo>
                          <a:pt x="544" y="81"/>
                        </a:lnTo>
                        <a:lnTo>
                          <a:pt x="540" y="81"/>
                        </a:lnTo>
                        <a:lnTo>
                          <a:pt x="536" y="81"/>
                        </a:lnTo>
                        <a:lnTo>
                          <a:pt x="531" y="81"/>
                        </a:lnTo>
                        <a:lnTo>
                          <a:pt x="525" y="81"/>
                        </a:lnTo>
                        <a:lnTo>
                          <a:pt x="521" y="81"/>
                        </a:lnTo>
                        <a:lnTo>
                          <a:pt x="516" y="81"/>
                        </a:lnTo>
                        <a:lnTo>
                          <a:pt x="512" y="81"/>
                        </a:lnTo>
                        <a:lnTo>
                          <a:pt x="508" y="82"/>
                        </a:lnTo>
                        <a:lnTo>
                          <a:pt x="501" y="81"/>
                        </a:lnTo>
                        <a:lnTo>
                          <a:pt x="493" y="81"/>
                        </a:lnTo>
                        <a:lnTo>
                          <a:pt x="485" y="81"/>
                        </a:lnTo>
                        <a:lnTo>
                          <a:pt x="479" y="81"/>
                        </a:lnTo>
                        <a:lnTo>
                          <a:pt x="472" y="80"/>
                        </a:lnTo>
                        <a:lnTo>
                          <a:pt x="465" y="80"/>
                        </a:lnTo>
                        <a:lnTo>
                          <a:pt x="458" y="80"/>
                        </a:lnTo>
                        <a:lnTo>
                          <a:pt x="451" y="80"/>
                        </a:lnTo>
                        <a:lnTo>
                          <a:pt x="444" y="78"/>
                        </a:lnTo>
                        <a:lnTo>
                          <a:pt x="438" y="78"/>
                        </a:lnTo>
                        <a:lnTo>
                          <a:pt x="429" y="78"/>
                        </a:lnTo>
                        <a:lnTo>
                          <a:pt x="422" y="78"/>
                        </a:lnTo>
                        <a:lnTo>
                          <a:pt x="415" y="78"/>
                        </a:lnTo>
                        <a:lnTo>
                          <a:pt x="409" y="78"/>
                        </a:lnTo>
                        <a:lnTo>
                          <a:pt x="402" y="78"/>
                        </a:lnTo>
                        <a:lnTo>
                          <a:pt x="395" y="78"/>
                        </a:lnTo>
                        <a:lnTo>
                          <a:pt x="387" y="78"/>
                        </a:lnTo>
                        <a:lnTo>
                          <a:pt x="381" y="78"/>
                        </a:lnTo>
                        <a:lnTo>
                          <a:pt x="374" y="78"/>
                        </a:lnTo>
                        <a:lnTo>
                          <a:pt x="366" y="78"/>
                        </a:lnTo>
                        <a:lnTo>
                          <a:pt x="359" y="78"/>
                        </a:lnTo>
                        <a:lnTo>
                          <a:pt x="352" y="78"/>
                        </a:lnTo>
                        <a:lnTo>
                          <a:pt x="345" y="80"/>
                        </a:lnTo>
                        <a:lnTo>
                          <a:pt x="339" y="80"/>
                        </a:lnTo>
                        <a:lnTo>
                          <a:pt x="331" y="80"/>
                        </a:lnTo>
                        <a:lnTo>
                          <a:pt x="325" y="80"/>
                        </a:lnTo>
                        <a:lnTo>
                          <a:pt x="318" y="81"/>
                        </a:lnTo>
                        <a:lnTo>
                          <a:pt x="311" y="81"/>
                        </a:lnTo>
                        <a:lnTo>
                          <a:pt x="304" y="81"/>
                        </a:lnTo>
                        <a:lnTo>
                          <a:pt x="298" y="82"/>
                        </a:lnTo>
                        <a:lnTo>
                          <a:pt x="291" y="82"/>
                        </a:lnTo>
                        <a:lnTo>
                          <a:pt x="283" y="83"/>
                        </a:lnTo>
                        <a:lnTo>
                          <a:pt x="276" y="83"/>
                        </a:lnTo>
                        <a:lnTo>
                          <a:pt x="269" y="83"/>
                        </a:lnTo>
                        <a:lnTo>
                          <a:pt x="263" y="84"/>
                        </a:lnTo>
                        <a:lnTo>
                          <a:pt x="256" y="84"/>
                        </a:lnTo>
                        <a:lnTo>
                          <a:pt x="249" y="85"/>
                        </a:lnTo>
                        <a:lnTo>
                          <a:pt x="242" y="85"/>
                        </a:lnTo>
                        <a:lnTo>
                          <a:pt x="235" y="87"/>
                        </a:lnTo>
                        <a:lnTo>
                          <a:pt x="229" y="88"/>
                        </a:lnTo>
                        <a:lnTo>
                          <a:pt x="222" y="88"/>
                        </a:lnTo>
                        <a:lnTo>
                          <a:pt x="215" y="89"/>
                        </a:lnTo>
                        <a:lnTo>
                          <a:pt x="208" y="90"/>
                        </a:lnTo>
                        <a:lnTo>
                          <a:pt x="202" y="90"/>
                        </a:lnTo>
                        <a:lnTo>
                          <a:pt x="194" y="91"/>
                        </a:lnTo>
                        <a:lnTo>
                          <a:pt x="187" y="93"/>
                        </a:lnTo>
                        <a:lnTo>
                          <a:pt x="181" y="94"/>
                        </a:lnTo>
                        <a:lnTo>
                          <a:pt x="174" y="95"/>
                        </a:lnTo>
                        <a:lnTo>
                          <a:pt x="167" y="95"/>
                        </a:lnTo>
                        <a:lnTo>
                          <a:pt x="161" y="96"/>
                        </a:lnTo>
                        <a:lnTo>
                          <a:pt x="154" y="97"/>
                        </a:lnTo>
                        <a:lnTo>
                          <a:pt x="147" y="99"/>
                        </a:lnTo>
                        <a:lnTo>
                          <a:pt x="141" y="100"/>
                        </a:lnTo>
                        <a:lnTo>
                          <a:pt x="134" y="101"/>
                        </a:lnTo>
                        <a:lnTo>
                          <a:pt x="127" y="103"/>
                        </a:lnTo>
                        <a:lnTo>
                          <a:pt x="121" y="104"/>
                        </a:lnTo>
                        <a:lnTo>
                          <a:pt x="114" y="106"/>
                        </a:lnTo>
                        <a:lnTo>
                          <a:pt x="108" y="107"/>
                        </a:lnTo>
                        <a:lnTo>
                          <a:pt x="101" y="108"/>
                        </a:lnTo>
                        <a:lnTo>
                          <a:pt x="95" y="110"/>
                        </a:lnTo>
                        <a:lnTo>
                          <a:pt x="88" y="112"/>
                        </a:lnTo>
                        <a:lnTo>
                          <a:pt x="82" y="113"/>
                        </a:lnTo>
                        <a:lnTo>
                          <a:pt x="76" y="115"/>
                        </a:lnTo>
                        <a:lnTo>
                          <a:pt x="69" y="116"/>
                        </a:lnTo>
                        <a:lnTo>
                          <a:pt x="65" y="115"/>
                        </a:lnTo>
                        <a:lnTo>
                          <a:pt x="62" y="115"/>
                        </a:lnTo>
                        <a:lnTo>
                          <a:pt x="58" y="114"/>
                        </a:lnTo>
                        <a:lnTo>
                          <a:pt x="56" y="114"/>
                        </a:lnTo>
                        <a:lnTo>
                          <a:pt x="52" y="113"/>
                        </a:lnTo>
                        <a:lnTo>
                          <a:pt x="49" y="113"/>
                        </a:lnTo>
                        <a:lnTo>
                          <a:pt x="45" y="113"/>
                        </a:lnTo>
                        <a:lnTo>
                          <a:pt x="43" y="113"/>
                        </a:lnTo>
                        <a:lnTo>
                          <a:pt x="39" y="113"/>
                        </a:lnTo>
                        <a:lnTo>
                          <a:pt x="37" y="113"/>
                        </a:lnTo>
                        <a:lnTo>
                          <a:pt x="33" y="113"/>
                        </a:lnTo>
                        <a:lnTo>
                          <a:pt x="31" y="113"/>
                        </a:lnTo>
                        <a:lnTo>
                          <a:pt x="27" y="113"/>
                        </a:lnTo>
                        <a:lnTo>
                          <a:pt x="25" y="113"/>
                        </a:lnTo>
                        <a:lnTo>
                          <a:pt x="22" y="113"/>
                        </a:lnTo>
                        <a:lnTo>
                          <a:pt x="19" y="113"/>
                        </a:lnTo>
                        <a:lnTo>
                          <a:pt x="18" y="109"/>
                        </a:lnTo>
                        <a:lnTo>
                          <a:pt x="16" y="107"/>
                        </a:lnTo>
                        <a:lnTo>
                          <a:pt x="15" y="103"/>
                        </a:lnTo>
                        <a:lnTo>
                          <a:pt x="14" y="101"/>
                        </a:lnTo>
                        <a:lnTo>
                          <a:pt x="12" y="95"/>
                        </a:lnTo>
                        <a:lnTo>
                          <a:pt x="9" y="91"/>
                        </a:lnTo>
                        <a:lnTo>
                          <a:pt x="7" y="87"/>
                        </a:lnTo>
                        <a:lnTo>
                          <a:pt x="5" y="83"/>
                        </a:lnTo>
                        <a:lnTo>
                          <a:pt x="2" y="78"/>
                        </a:lnTo>
                        <a:lnTo>
                          <a:pt x="0" y="75"/>
                        </a:lnTo>
                        <a:lnTo>
                          <a:pt x="2" y="70"/>
                        </a:lnTo>
                        <a:lnTo>
                          <a:pt x="6" y="68"/>
                        </a:lnTo>
                        <a:lnTo>
                          <a:pt x="8" y="64"/>
                        </a:lnTo>
                        <a:lnTo>
                          <a:pt x="12" y="61"/>
                        </a:lnTo>
                        <a:lnTo>
                          <a:pt x="14" y="58"/>
                        </a:lnTo>
                        <a:lnTo>
                          <a:pt x="18" y="55"/>
                        </a:lnTo>
                        <a:lnTo>
                          <a:pt x="21" y="52"/>
                        </a:lnTo>
                        <a:lnTo>
                          <a:pt x="25" y="51"/>
                        </a:lnTo>
                        <a:lnTo>
                          <a:pt x="27" y="49"/>
                        </a:lnTo>
                        <a:lnTo>
                          <a:pt x="31" y="46"/>
                        </a:lnTo>
                        <a:lnTo>
                          <a:pt x="34" y="44"/>
                        </a:lnTo>
                        <a:lnTo>
                          <a:pt x="38" y="43"/>
                        </a:lnTo>
                        <a:lnTo>
                          <a:pt x="41" y="40"/>
                        </a:lnTo>
                        <a:lnTo>
                          <a:pt x="45" y="39"/>
                        </a:lnTo>
                        <a:lnTo>
                          <a:pt x="49" y="38"/>
                        </a:lnTo>
                        <a:lnTo>
                          <a:pt x="53" y="37"/>
                        </a:lnTo>
                        <a:lnTo>
                          <a:pt x="56" y="34"/>
                        </a:lnTo>
                        <a:lnTo>
                          <a:pt x="60" y="33"/>
                        </a:lnTo>
                        <a:lnTo>
                          <a:pt x="64" y="32"/>
                        </a:lnTo>
                        <a:lnTo>
                          <a:pt x="67" y="31"/>
                        </a:lnTo>
                        <a:lnTo>
                          <a:pt x="71" y="30"/>
                        </a:lnTo>
                        <a:lnTo>
                          <a:pt x="76" y="30"/>
                        </a:lnTo>
                        <a:lnTo>
                          <a:pt x="79" y="28"/>
                        </a:lnTo>
                        <a:lnTo>
                          <a:pt x="83" y="27"/>
                        </a:lnTo>
                        <a:lnTo>
                          <a:pt x="88" y="27"/>
                        </a:lnTo>
                        <a:lnTo>
                          <a:pt x="91" y="26"/>
                        </a:lnTo>
                        <a:lnTo>
                          <a:pt x="95" y="25"/>
                        </a:lnTo>
                        <a:lnTo>
                          <a:pt x="98" y="25"/>
                        </a:lnTo>
                        <a:lnTo>
                          <a:pt x="103" y="25"/>
                        </a:lnTo>
                        <a:lnTo>
                          <a:pt x="107" y="25"/>
                        </a:lnTo>
                        <a:lnTo>
                          <a:pt x="111" y="24"/>
                        </a:lnTo>
                        <a:lnTo>
                          <a:pt x="116" y="24"/>
                        </a:lnTo>
                        <a:lnTo>
                          <a:pt x="120" y="23"/>
                        </a:lnTo>
                        <a:lnTo>
                          <a:pt x="123" y="23"/>
                        </a:lnTo>
                        <a:lnTo>
                          <a:pt x="127" y="23"/>
                        </a:lnTo>
                        <a:lnTo>
                          <a:pt x="132" y="23"/>
                        </a:lnTo>
                        <a:lnTo>
                          <a:pt x="135" y="23"/>
                        </a:lnTo>
                        <a:lnTo>
                          <a:pt x="140" y="21"/>
                        </a:lnTo>
                        <a:lnTo>
                          <a:pt x="143" y="21"/>
                        </a:lnTo>
                        <a:lnTo>
                          <a:pt x="148" y="21"/>
                        </a:lnTo>
                        <a:lnTo>
                          <a:pt x="152" y="20"/>
                        </a:lnTo>
                        <a:lnTo>
                          <a:pt x="156" y="20"/>
                        </a:lnTo>
                        <a:lnTo>
                          <a:pt x="161" y="20"/>
                        </a:lnTo>
                        <a:lnTo>
                          <a:pt x="165" y="20"/>
                        </a:lnTo>
                        <a:lnTo>
                          <a:pt x="170" y="19"/>
                        </a:lnTo>
                        <a:lnTo>
                          <a:pt x="173" y="19"/>
                        </a:lnTo>
                        <a:lnTo>
                          <a:pt x="177" y="19"/>
                        </a:lnTo>
                        <a:lnTo>
                          <a:pt x="181" y="19"/>
                        </a:lnTo>
                        <a:lnTo>
                          <a:pt x="186" y="19"/>
                        </a:lnTo>
                        <a:lnTo>
                          <a:pt x="190" y="19"/>
                        </a:lnTo>
                        <a:lnTo>
                          <a:pt x="194" y="18"/>
                        </a:lnTo>
                        <a:lnTo>
                          <a:pt x="198" y="18"/>
                        </a:lnTo>
                        <a:lnTo>
                          <a:pt x="202" y="17"/>
                        </a:lnTo>
                        <a:lnTo>
                          <a:pt x="206" y="17"/>
                        </a:lnTo>
                        <a:lnTo>
                          <a:pt x="210" y="15"/>
                        </a:lnTo>
                        <a:lnTo>
                          <a:pt x="215" y="15"/>
                        </a:lnTo>
                        <a:lnTo>
                          <a:pt x="218" y="14"/>
                        </a:lnTo>
                        <a:lnTo>
                          <a:pt x="222" y="14"/>
                        </a:lnTo>
                        <a:lnTo>
                          <a:pt x="225" y="13"/>
                        </a:lnTo>
                        <a:lnTo>
                          <a:pt x="230" y="12"/>
                        </a:lnTo>
                        <a:lnTo>
                          <a:pt x="234" y="12"/>
                        </a:lnTo>
                        <a:lnTo>
                          <a:pt x="237" y="11"/>
                        </a:lnTo>
                        <a:lnTo>
                          <a:pt x="242" y="9"/>
                        </a:lnTo>
                        <a:lnTo>
                          <a:pt x="245" y="9"/>
                        </a:lnTo>
                        <a:lnTo>
                          <a:pt x="249" y="7"/>
                        </a:lnTo>
                        <a:lnTo>
                          <a:pt x="251" y="7"/>
                        </a:lnTo>
                        <a:lnTo>
                          <a:pt x="255" y="7"/>
                        </a:lnTo>
                        <a:lnTo>
                          <a:pt x="257" y="7"/>
                        </a:lnTo>
                        <a:lnTo>
                          <a:pt x="260" y="7"/>
                        </a:lnTo>
                        <a:lnTo>
                          <a:pt x="263" y="6"/>
                        </a:lnTo>
                        <a:lnTo>
                          <a:pt x="266" y="6"/>
                        </a:lnTo>
                        <a:lnTo>
                          <a:pt x="269" y="6"/>
                        </a:lnTo>
                        <a:lnTo>
                          <a:pt x="272" y="5"/>
                        </a:lnTo>
                        <a:lnTo>
                          <a:pt x="275" y="5"/>
                        </a:lnTo>
                        <a:lnTo>
                          <a:pt x="278" y="5"/>
                        </a:lnTo>
                        <a:lnTo>
                          <a:pt x="281" y="5"/>
                        </a:lnTo>
                        <a:lnTo>
                          <a:pt x="283" y="5"/>
                        </a:lnTo>
                        <a:lnTo>
                          <a:pt x="287" y="5"/>
                        </a:lnTo>
                        <a:lnTo>
                          <a:pt x="289" y="5"/>
                        </a:lnTo>
                        <a:lnTo>
                          <a:pt x="293" y="5"/>
                        </a:lnTo>
                        <a:lnTo>
                          <a:pt x="295" y="5"/>
                        </a:lnTo>
                        <a:lnTo>
                          <a:pt x="298" y="5"/>
                        </a:lnTo>
                        <a:lnTo>
                          <a:pt x="301" y="5"/>
                        </a:lnTo>
                        <a:lnTo>
                          <a:pt x="304" y="5"/>
                        </a:lnTo>
                        <a:lnTo>
                          <a:pt x="307" y="5"/>
                        </a:lnTo>
                        <a:lnTo>
                          <a:pt x="311" y="5"/>
                        </a:lnTo>
                        <a:lnTo>
                          <a:pt x="313" y="5"/>
                        </a:lnTo>
                        <a:lnTo>
                          <a:pt x="315" y="5"/>
                        </a:lnTo>
                        <a:lnTo>
                          <a:pt x="319" y="5"/>
                        </a:lnTo>
                        <a:lnTo>
                          <a:pt x="321" y="5"/>
                        </a:lnTo>
                        <a:lnTo>
                          <a:pt x="325" y="5"/>
                        </a:lnTo>
                        <a:lnTo>
                          <a:pt x="329" y="5"/>
                        </a:lnTo>
                        <a:lnTo>
                          <a:pt x="331" y="5"/>
                        </a:lnTo>
                        <a:lnTo>
                          <a:pt x="333" y="5"/>
                        </a:lnTo>
                        <a:lnTo>
                          <a:pt x="337" y="5"/>
                        </a:lnTo>
                        <a:lnTo>
                          <a:pt x="340" y="6"/>
                        </a:lnTo>
                        <a:lnTo>
                          <a:pt x="343" y="5"/>
                        </a:lnTo>
                        <a:lnTo>
                          <a:pt x="346" y="5"/>
                        </a:lnTo>
                        <a:lnTo>
                          <a:pt x="349" y="5"/>
                        </a:lnTo>
                        <a:lnTo>
                          <a:pt x="351" y="5"/>
                        </a:lnTo>
                        <a:lnTo>
                          <a:pt x="355" y="5"/>
                        </a:lnTo>
                        <a:lnTo>
                          <a:pt x="357" y="5"/>
                        </a:lnTo>
                        <a:lnTo>
                          <a:pt x="361" y="5"/>
                        </a:lnTo>
                        <a:lnTo>
                          <a:pt x="364" y="5"/>
                        </a:lnTo>
                        <a:lnTo>
                          <a:pt x="366" y="5"/>
                        </a:lnTo>
                        <a:lnTo>
                          <a:pt x="369" y="5"/>
                        </a:lnTo>
                        <a:lnTo>
                          <a:pt x="371" y="5"/>
                        </a:lnTo>
                        <a:lnTo>
                          <a:pt x="376" y="5"/>
                        </a:lnTo>
                        <a:lnTo>
                          <a:pt x="378" y="5"/>
                        </a:lnTo>
                        <a:lnTo>
                          <a:pt x="382" y="5"/>
                        </a:lnTo>
                        <a:lnTo>
                          <a:pt x="384" y="5"/>
                        </a:lnTo>
                        <a:lnTo>
                          <a:pt x="387" y="5"/>
                        </a:lnTo>
                        <a:lnTo>
                          <a:pt x="390" y="5"/>
                        </a:lnTo>
                        <a:lnTo>
                          <a:pt x="394" y="5"/>
                        </a:lnTo>
                        <a:lnTo>
                          <a:pt x="396" y="5"/>
                        </a:lnTo>
                        <a:lnTo>
                          <a:pt x="400" y="5"/>
                        </a:lnTo>
                        <a:lnTo>
                          <a:pt x="402" y="5"/>
                        </a:lnTo>
                        <a:lnTo>
                          <a:pt x="404" y="5"/>
                        </a:lnTo>
                        <a:lnTo>
                          <a:pt x="407" y="4"/>
                        </a:lnTo>
                        <a:lnTo>
                          <a:pt x="410" y="4"/>
                        </a:lnTo>
                        <a:lnTo>
                          <a:pt x="414" y="2"/>
                        </a:lnTo>
                        <a:lnTo>
                          <a:pt x="418" y="2"/>
                        </a:lnTo>
                        <a:lnTo>
                          <a:pt x="420" y="1"/>
                        </a:lnTo>
                        <a:lnTo>
                          <a:pt x="422" y="1"/>
                        </a:lnTo>
                        <a:lnTo>
                          <a:pt x="426" y="1"/>
                        </a:lnTo>
                        <a:lnTo>
                          <a:pt x="428" y="1"/>
                        </a:lnTo>
                        <a:lnTo>
                          <a:pt x="432" y="0"/>
                        </a:lnTo>
                        <a:lnTo>
                          <a:pt x="435"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24" name="Freeform 82"/>
                  <p:cNvSpPr/>
                  <p:nvPr/>
                </p:nvSpPr>
                <p:spPr bwMode="auto">
                  <a:xfrm>
                    <a:off x="5406" y="1602"/>
                    <a:ext cx="36" cy="166"/>
                  </a:xfrm>
                  <a:custGeom>
                    <a:avLst/>
                    <a:gdLst>
                      <a:gd name="T0" fmla="*/ 0 w 107"/>
                      <a:gd name="T1" fmla="*/ 0 h 499"/>
                      <a:gd name="T2" fmla="*/ 0 w 107"/>
                      <a:gd name="T3" fmla="*/ 0 h 499"/>
                      <a:gd name="T4" fmla="*/ 0 w 107"/>
                      <a:gd name="T5" fmla="*/ 0 h 499"/>
                      <a:gd name="T6" fmla="*/ 0 w 107"/>
                      <a:gd name="T7" fmla="*/ 0 h 499"/>
                      <a:gd name="T8" fmla="*/ 0 w 107"/>
                      <a:gd name="T9" fmla="*/ 0 h 499"/>
                      <a:gd name="T10" fmla="*/ 0 w 107"/>
                      <a:gd name="T11" fmla="*/ 0 h 499"/>
                      <a:gd name="T12" fmla="*/ 0 w 107"/>
                      <a:gd name="T13" fmla="*/ 0 h 499"/>
                      <a:gd name="T14" fmla="*/ 0 w 107"/>
                      <a:gd name="T15" fmla="*/ 0 h 499"/>
                      <a:gd name="T16" fmla="*/ 0 w 107"/>
                      <a:gd name="T17" fmla="*/ 0 h 499"/>
                      <a:gd name="T18" fmla="*/ 0 w 107"/>
                      <a:gd name="T19" fmla="*/ 0 h 499"/>
                      <a:gd name="T20" fmla="*/ 0 w 107"/>
                      <a:gd name="T21" fmla="*/ 0 h 499"/>
                      <a:gd name="T22" fmla="*/ 0 w 107"/>
                      <a:gd name="T23" fmla="*/ 0 h 499"/>
                      <a:gd name="T24" fmla="*/ 0 w 107"/>
                      <a:gd name="T25" fmla="*/ 0 h 499"/>
                      <a:gd name="T26" fmla="*/ 0 w 107"/>
                      <a:gd name="T27" fmla="*/ 0 h 499"/>
                      <a:gd name="T28" fmla="*/ 0 w 107"/>
                      <a:gd name="T29" fmla="*/ 0 h 499"/>
                      <a:gd name="T30" fmla="*/ 0 w 107"/>
                      <a:gd name="T31" fmla="*/ 0 h 499"/>
                      <a:gd name="T32" fmla="*/ 0 w 107"/>
                      <a:gd name="T33" fmla="*/ 0 h 499"/>
                      <a:gd name="T34" fmla="*/ 0 w 107"/>
                      <a:gd name="T35" fmla="*/ 0 h 499"/>
                      <a:gd name="T36" fmla="*/ 0 w 107"/>
                      <a:gd name="T37" fmla="*/ 0 h 499"/>
                      <a:gd name="T38" fmla="*/ 0 w 107"/>
                      <a:gd name="T39" fmla="*/ 0 h 499"/>
                      <a:gd name="T40" fmla="*/ 0 w 107"/>
                      <a:gd name="T41" fmla="*/ 0 h 499"/>
                      <a:gd name="T42" fmla="*/ 0 w 107"/>
                      <a:gd name="T43" fmla="*/ 0 h 499"/>
                      <a:gd name="T44" fmla="*/ 0 w 107"/>
                      <a:gd name="T45" fmla="*/ 0 h 499"/>
                      <a:gd name="T46" fmla="*/ 0 w 107"/>
                      <a:gd name="T47" fmla="*/ 0 h 499"/>
                      <a:gd name="T48" fmla="*/ 0 w 107"/>
                      <a:gd name="T49" fmla="*/ 0 h 499"/>
                      <a:gd name="T50" fmla="*/ 0 w 107"/>
                      <a:gd name="T51" fmla="*/ 0 h 499"/>
                      <a:gd name="T52" fmla="*/ 0 w 107"/>
                      <a:gd name="T53" fmla="*/ 0 h 499"/>
                      <a:gd name="T54" fmla="*/ 0 w 107"/>
                      <a:gd name="T55" fmla="*/ 0 h 499"/>
                      <a:gd name="T56" fmla="*/ 0 w 107"/>
                      <a:gd name="T57" fmla="*/ 0 h 499"/>
                      <a:gd name="T58" fmla="*/ 0 w 107"/>
                      <a:gd name="T59" fmla="*/ 0 h 499"/>
                      <a:gd name="T60" fmla="*/ 0 w 107"/>
                      <a:gd name="T61" fmla="*/ 0 h 499"/>
                      <a:gd name="T62" fmla="*/ 0 w 107"/>
                      <a:gd name="T63" fmla="*/ 0 h 499"/>
                      <a:gd name="T64" fmla="*/ 0 w 107"/>
                      <a:gd name="T65" fmla="*/ 0 h 499"/>
                      <a:gd name="T66" fmla="*/ 0 w 107"/>
                      <a:gd name="T67" fmla="*/ 0 h 499"/>
                      <a:gd name="T68" fmla="*/ 0 w 107"/>
                      <a:gd name="T69" fmla="*/ 0 h 499"/>
                      <a:gd name="T70" fmla="*/ 0 w 107"/>
                      <a:gd name="T71" fmla="*/ 0 h 499"/>
                      <a:gd name="T72" fmla="*/ 0 w 107"/>
                      <a:gd name="T73" fmla="*/ 0 h 499"/>
                      <a:gd name="T74" fmla="*/ 0 w 107"/>
                      <a:gd name="T75" fmla="*/ 0 h 499"/>
                      <a:gd name="T76" fmla="*/ 0 w 107"/>
                      <a:gd name="T77" fmla="*/ 0 h 499"/>
                      <a:gd name="T78" fmla="*/ 0 w 107"/>
                      <a:gd name="T79" fmla="*/ 0 h 499"/>
                      <a:gd name="T80" fmla="*/ 0 w 107"/>
                      <a:gd name="T81" fmla="*/ 0 h 499"/>
                      <a:gd name="T82" fmla="*/ 0 w 107"/>
                      <a:gd name="T83" fmla="*/ 0 h 499"/>
                      <a:gd name="T84" fmla="*/ 0 w 107"/>
                      <a:gd name="T85" fmla="*/ 0 h 499"/>
                      <a:gd name="T86" fmla="*/ 0 w 107"/>
                      <a:gd name="T87" fmla="*/ 0 h 499"/>
                      <a:gd name="T88" fmla="*/ 0 w 107"/>
                      <a:gd name="T89" fmla="*/ 0 h 499"/>
                      <a:gd name="T90" fmla="*/ 0 w 107"/>
                      <a:gd name="T91" fmla="*/ 0 h 499"/>
                      <a:gd name="T92" fmla="*/ 0 w 107"/>
                      <a:gd name="T93" fmla="*/ 0 h 499"/>
                      <a:gd name="T94" fmla="*/ 0 w 107"/>
                      <a:gd name="T95" fmla="*/ 0 h 499"/>
                      <a:gd name="T96" fmla="*/ 0 w 107"/>
                      <a:gd name="T97" fmla="*/ 0 h 499"/>
                      <a:gd name="T98" fmla="*/ 0 w 107"/>
                      <a:gd name="T99" fmla="*/ 0 h 499"/>
                      <a:gd name="T100" fmla="*/ 0 w 107"/>
                      <a:gd name="T101" fmla="*/ 0 h 499"/>
                      <a:gd name="T102" fmla="*/ 0 w 107"/>
                      <a:gd name="T103" fmla="*/ 0 h 49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7"/>
                      <a:gd name="T157" fmla="*/ 0 h 499"/>
                      <a:gd name="T158" fmla="*/ 107 w 107"/>
                      <a:gd name="T159" fmla="*/ 499 h 49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7" h="499">
                        <a:moveTo>
                          <a:pt x="54" y="0"/>
                        </a:moveTo>
                        <a:lnTo>
                          <a:pt x="57" y="2"/>
                        </a:lnTo>
                        <a:lnTo>
                          <a:pt x="61" y="4"/>
                        </a:lnTo>
                        <a:lnTo>
                          <a:pt x="64" y="5"/>
                        </a:lnTo>
                        <a:lnTo>
                          <a:pt x="69" y="7"/>
                        </a:lnTo>
                        <a:lnTo>
                          <a:pt x="71" y="8"/>
                        </a:lnTo>
                        <a:lnTo>
                          <a:pt x="74" y="11"/>
                        </a:lnTo>
                        <a:lnTo>
                          <a:pt x="76" y="12"/>
                        </a:lnTo>
                        <a:lnTo>
                          <a:pt x="80" y="15"/>
                        </a:lnTo>
                        <a:lnTo>
                          <a:pt x="85" y="19"/>
                        </a:lnTo>
                        <a:lnTo>
                          <a:pt x="88" y="24"/>
                        </a:lnTo>
                        <a:lnTo>
                          <a:pt x="89" y="26"/>
                        </a:lnTo>
                        <a:lnTo>
                          <a:pt x="92" y="30"/>
                        </a:lnTo>
                        <a:lnTo>
                          <a:pt x="92" y="32"/>
                        </a:lnTo>
                        <a:lnTo>
                          <a:pt x="94" y="36"/>
                        </a:lnTo>
                        <a:lnTo>
                          <a:pt x="94" y="38"/>
                        </a:lnTo>
                        <a:lnTo>
                          <a:pt x="95" y="40"/>
                        </a:lnTo>
                        <a:lnTo>
                          <a:pt x="95" y="44"/>
                        </a:lnTo>
                        <a:lnTo>
                          <a:pt x="96" y="46"/>
                        </a:lnTo>
                        <a:lnTo>
                          <a:pt x="96" y="50"/>
                        </a:lnTo>
                        <a:lnTo>
                          <a:pt x="96" y="53"/>
                        </a:lnTo>
                        <a:lnTo>
                          <a:pt x="96" y="56"/>
                        </a:lnTo>
                        <a:lnTo>
                          <a:pt x="98" y="59"/>
                        </a:lnTo>
                        <a:lnTo>
                          <a:pt x="96" y="63"/>
                        </a:lnTo>
                        <a:lnTo>
                          <a:pt x="96" y="65"/>
                        </a:lnTo>
                        <a:lnTo>
                          <a:pt x="96" y="69"/>
                        </a:lnTo>
                        <a:lnTo>
                          <a:pt x="96" y="74"/>
                        </a:lnTo>
                        <a:lnTo>
                          <a:pt x="95" y="76"/>
                        </a:lnTo>
                        <a:lnTo>
                          <a:pt x="95" y="81"/>
                        </a:lnTo>
                        <a:lnTo>
                          <a:pt x="94" y="83"/>
                        </a:lnTo>
                        <a:lnTo>
                          <a:pt x="94" y="88"/>
                        </a:lnTo>
                        <a:lnTo>
                          <a:pt x="93" y="90"/>
                        </a:lnTo>
                        <a:lnTo>
                          <a:pt x="92" y="94"/>
                        </a:lnTo>
                        <a:lnTo>
                          <a:pt x="92" y="97"/>
                        </a:lnTo>
                        <a:lnTo>
                          <a:pt x="90" y="101"/>
                        </a:lnTo>
                        <a:lnTo>
                          <a:pt x="89" y="105"/>
                        </a:lnTo>
                        <a:lnTo>
                          <a:pt x="89" y="108"/>
                        </a:lnTo>
                        <a:lnTo>
                          <a:pt x="87" y="112"/>
                        </a:lnTo>
                        <a:lnTo>
                          <a:pt x="87" y="116"/>
                        </a:lnTo>
                        <a:lnTo>
                          <a:pt x="86" y="119"/>
                        </a:lnTo>
                        <a:lnTo>
                          <a:pt x="85" y="122"/>
                        </a:lnTo>
                        <a:lnTo>
                          <a:pt x="85" y="126"/>
                        </a:lnTo>
                        <a:lnTo>
                          <a:pt x="83" y="129"/>
                        </a:lnTo>
                        <a:lnTo>
                          <a:pt x="82" y="133"/>
                        </a:lnTo>
                        <a:lnTo>
                          <a:pt x="82" y="137"/>
                        </a:lnTo>
                        <a:lnTo>
                          <a:pt x="80" y="140"/>
                        </a:lnTo>
                        <a:lnTo>
                          <a:pt x="80" y="144"/>
                        </a:lnTo>
                        <a:lnTo>
                          <a:pt x="79" y="147"/>
                        </a:lnTo>
                        <a:lnTo>
                          <a:pt x="77" y="151"/>
                        </a:lnTo>
                        <a:lnTo>
                          <a:pt x="76" y="154"/>
                        </a:lnTo>
                        <a:lnTo>
                          <a:pt x="76" y="158"/>
                        </a:lnTo>
                        <a:lnTo>
                          <a:pt x="76" y="162"/>
                        </a:lnTo>
                        <a:lnTo>
                          <a:pt x="76" y="165"/>
                        </a:lnTo>
                        <a:lnTo>
                          <a:pt x="75" y="169"/>
                        </a:lnTo>
                        <a:lnTo>
                          <a:pt x="75" y="172"/>
                        </a:lnTo>
                        <a:lnTo>
                          <a:pt x="74" y="175"/>
                        </a:lnTo>
                        <a:lnTo>
                          <a:pt x="74" y="178"/>
                        </a:lnTo>
                        <a:lnTo>
                          <a:pt x="74" y="182"/>
                        </a:lnTo>
                        <a:lnTo>
                          <a:pt x="75" y="184"/>
                        </a:lnTo>
                        <a:lnTo>
                          <a:pt x="75" y="188"/>
                        </a:lnTo>
                        <a:lnTo>
                          <a:pt x="76" y="191"/>
                        </a:lnTo>
                        <a:lnTo>
                          <a:pt x="76" y="195"/>
                        </a:lnTo>
                        <a:lnTo>
                          <a:pt x="77" y="197"/>
                        </a:lnTo>
                        <a:lnTo>
                          <a:pt x="76" y="202"/>
                        </a:lnTo>
                        <a:lnTo>
                          <a:pt x="76" y="207"/>
                        </a:lnTo>
                        <a:lnTo>
                          <a:pt x="76" y="210"/>
                        </a:lnTo>
                        <a:lnTo>
                          <a:pt x="76" y="215"/>
                        </a:lnTo>
                        <a:lnTo>
                          <a:pt x="75" y="220"/>
                        </a:lnTo>
                        <a:lnTo>
                          <a:pt x="74" y="224"/>
                        </a:lnTo>
                        <a:lnTo>
                          <a:pt x="74" y="228"/>
                        </a:lnTo>
                        <a:lnTo>
                          <a:pt x="74" y="233"/>
                        </a:lnTo>
                        <a:lnTo>
                          <a:pt x="74" y="237"/>
                        </a:lnTo>
                        <a:lnTo>
                          <a:pt x="74" y="241"/>
                        </a:lnTo>
                        <a:lnTo>
                          <a:pt x="74" y="246"/>
                        </a:lnTo>
                        <a:lnTo>
                          <a:pt x="74" y="251"/>
                        </a:lnTo>
                        <a:lnTo>
                          <a:pt x="74" y="255"/>
                        </a:lnTo>
                        <a:lnTo>
                          <a:pt x="74" y="259"/>
                        </a:lnTo>
                        <a:lnTo>
                          <a:pt x="74" y="264"/>
                        </a:lnTo>
                        <a:lnTo>
                          <a:pt x="74" y="268"/>
                        </a:lnTo>
                        <a:lnTo>
                          <a:pt x="74" y="272"/>
                        </a:lnTo>
                        <a:lnTo>
                          <a:pt x="74" y="277"/>
                        </a:lnTo>
                        <a:lnTo>
                          <a:pt x="74" y="281"/>
                        </a:lnTo>
                        <a:lnTo>
                          <a:pt x="74" y="285"/>
                        </a:lnTo>
                        <a:lnTo>
                          <a:pt x="74" y="290"/>
                        </a:lnTo>
                        <a:lnTo>
                          <a:pt x="75" y="293"/>
                        </a:lnTo>
                        <a:lnTo>
                          <a:pt x="76" y="298"/>
                        </a:lnTo>
                        <a:lnTo>
                          <a:pt x="76" y="303"/>
                        </a:lnTo>
                        <a:lnTo>
                          <a:pt x="76" y="306"/>
                        </a:lnTo>
                        <a:lnTo>
                          <a:pt x="76" y="311"/>
                        </a:lnTo>
                        <a:lnTo>
                          <a:pt x="76" y="316"/>
                        </a:lnTo>
                        <a:lnTo>
                          <a:pt x="76" y="319"/>
                        </a:lnTo>
                        <a:lnTo>
                          <a:pt x="77" y="324"/>
                        </a:lnTo>
                        <a:lnTo>
                          <a:pt x="77" y="329"/>
                        </a:lnTo>
                        <a:lnTo>
                          <a:pt x="79" y="332"/>
                        </a:lnTo>
                        <a:lnTo>
                          <a:pt x="79" y="336"/>
                        </a:lnTo>
                        <a:lnTo>
                          <a:pt x="79" y="341"/>
                        </a:lnTo>
                        <a:lnTo>
                          <a:pt x="80" y="346"/>
                        </a:lnTo>
                        <a:lnTo>
                          <a:pt x="80" y="349"/>
                        </a:lnTo>
                        <a:lnTo>
                          <a:pt x="81" y="354"/>
                        </a:lnTo>
                        <a:lnTo>
                          <a:pt x="82" y="357"/>
                        </a:lnTo>
                        <a:lnTo>
                          <a:pt x="82" y="362"/>
                        </a:lnTo>
                        <a:lnTo>
                          <a:pt x="82" y="366"/>
                        </a:lnTo>
                        <a:lnTo>
                          <a:pt x="85" y="369"/>
                        </a:lnTo>
                        <a:lnTo>
                          <a:pt x="85" y="374"/>
                        </a:lnTo>
                        <a:lnTo>
                          <a:pt x="85" y="378"/>
                        </a:lnTo>
                        <a:lnTo>
                          <a:pt x="86" y="382"/>
                        </a:lnTo>
                        <a:lnTo>
                          <a:pt x="87" y="387"/>
                        </a:lnTo>
                        <a:lnTo>
                          <a:pt x="87" y="391"/>
                        </a:lnTo>
                        <a:lnTo>
                          <a:pt x="89" y="395"/>
                        </a:lnTo>
                        <a:lnTo>
                          <a:pt x="89" y="400"/>
                        </a:lnTo>
                        <a:lnTo>
                          <a:pt x="90" y="404"/>
                        </a:lnTo>
                        <a:lnTo>
                          <a:pt x="92" y="407"/>
                        </a:lnTo>
                        <a:lnTo>
                          <a:pt x="92" y="412"/>
                        </a:lnTo>
                        <a:lnTo>
                          <a:pt x="93" y="416"/>
                        </a:lnTo>
                        <a:lnTo>
                          <a:pt x="94" y="420"/>
                        </a:lnTo>
                        <a:lnTo>
                          <a:pt x="94" y="424"/>
                        </a:lnTo>
                        <a:lnTo>
                          <a:pt x="95" y="429"/>
                        </a:lnTo>
                        <a:lnTo>
                          <a:pt x="96" y="433"/>
                        </a:lnTo>
                        <a:lnTo>
                          <a:pt x="98" y="437"/>
                        </a:lnTo>
                        <a:lnTo>
                          <a:pt x="99" y="440"/>
                        </a:lnTo>
                        <a:lnTo>
                          <a:pt x="100" y="445"/>
                        </a:lnTo>
                        <a:lnTo>
                          <a:pt x="101" y="449"/>
                        </a:lnTo>
                        <a:lnTo>
                          <a:pt x="102" y="454"/>
                        </a:lnTo>
                        <a:lnTo>
                          <a:pt x="103" y="458"/>
                        </a:lnTo>
                        <a:lnTo>
                          <a:pt x="105" y="462"/>
                        </a:lnTo>
                        <a:lnTo>
                          <a:pt x="106" y="467"/>
                        </a:lnTo>
                        <a:lnTo>
                          <a:pt x="107" y="471"/>
                        </a:lnTo>
                        <a:lnTo>
                          <a:pt x="103" y="474"/>
                        </a:lnTo>
                        <a:lnTo>
                          <a:pt x="99" y="477"/>
                        </a:lnTo>
                        <a:lnTo>
                          <a:pt x="94" y="481"/>
                        </a:lnTo>
                        <a:lnTo>
                          <a:pt x="90" y="484"/>
                        </a:lnTo>
                        <a:lnTo>
                          <a:pt x="87" y="488"/>
                        </a:lnTo>
                        <a:lnTo>
                          <a:pt x="82" y="492"/>
                        </a:lnTo>
                        <a:lnTo>
                          <a:pt x="77" y="494"/>
                        </a:lnTo>
                        <a:lnTo>
                          <a:pt x="74" y="499"/>
                        </a:lnTo>
                        <a:lnTo>
                          <a:pt x="68" y="495"/>
                        </a:lnTo>
                        <a:lnTo>
                          <a:pt x="64" y="493"/>
                        </a:lnTo>
                        <a:lnTo>
                          <a:pt x="58" y="489"/>
                        </a:lnTo>
                        <a:lnTo>
                          <a:pt x="55" y="487"/>
                        </a:lnTo>
                        <a:lnTo>
                          <a:pt x="51" y="483"/>
                        </a:lnTo>
                        <a:lnTo>
                          <a:pt x="48" y="481"/>
                        </a:lnTo>
                        <a:lnTo>
                          <a:pt x="44" y="477"/>
                        </a:lnTo>
                        <a:lnTo>
                          <a:pt x="41" y="475"/>
                        </a:lnTo>
                        <a:lnTo>
                          <a:pt x="37" y="471"/>
                        </a:lnTo>
                        <a:lnTo>
                          <a:pt x="33" y="467"/>
                        </a:lnTo>
                        <a:lnTo>
                          <a:pt x="31" y="463"/>
                        </a:lnTo>
                        <a:lnTo>
                          <a:pt x="29" y="459"/>
                        </a:lnTo>
                        <a:lnTo>
                          <a:pt x="26" y="456"/>
                        </a:lnTo>
                        <a:lnTo>
                          <a:pt x="23" y="451"/>
                        </a:lnTo>
                        <a:lnTo>
                          <a:pt x="20" y="448"/>
                        </a:lnTo>
                        <a:lnTo>
                          <a:pt x="19" y="444"/>
                        </a:lnTo>
                        <a:lnTo>
                          <a:pt x="17" y="439"/>
                        </a:lnTo>
                        <a:lnTo>
                          <a:pt x="16" y="435"/>
                        </a:lnTo>
                        <a:lnTo>
                          <a:pt x="13" y="430"/>
                        </a:lnTo>
                        <a:lnTo>
                          <a:pt x="12" y="426"/>
                        </a:lnTo>
                        <a:lnTo>
                          <a:pt x="11" y="421"/>
                        </a:lnTo>
                        <a:lnTo>
                          <a:pt x="9" y="417"/>
                        </a:lnTo>
                        <a:lnTo>
                          <a:pt x="9" y="412"/>
                        </a:lnTo>
                        <a:lnTo>
                          <a:pt x="7" y="407"/>
                        </a:lnTo>
                        <a:lnTo>
                          <a:pt x="6" y="402"/>
                        </a:lnTo>
                        <a:lnTo>
                          <a:pt x="5" y="398"/>
                        </a:lnTo>
                        <a:lnTo>
                          <a:pt x="4" y="392"/>
                        </a:lnTo>
                        <a:lnTo>
                          <a:pt x="4" y="387"/>
                        </a:lnTo>
                        <a:lnTo>
                          <a:pt x="3" y="382"/>
                        </a:lnTo>
                        <a:lnTo>
                          <a:pt x="3" y="378"/>
                        </a:lnTo>
                        <a:lnTo>
                          <a:pt x="1" y="372"/>
                        </a:lnTo>
                        <a:lnTo>
                          <a:pt x="1" y="367"/>
                        </a:lnTo>
                        <a:lnTo>
                          <a:pt x="1" y="362"/>
                        </a:lnTo>
                        <a:lnTo>
                          <a:pt x="0" y="357"/>
                        </a:lnTo>
                        <a:lnTo>
                          <a:pt x="0" y="351"/>
                        </a:lnTo>
                        <a:lnTo>
                          <a:pt x="0" y="347"/>
                        </a:lnTo>
                        <a:lnTo>
                          <a:pt x="0" y="341"/>
                        </a:lnTo>
                        <a:lnTo>
                          <a:pt x="0" y="336"/>
                        </a:lnTo>
                        <a:lnTo>
                          <a:pt x="0" y="330"/>
                        </a:lnTo>
                        <a:lnTo>
                          <a:pt x="0" y="325"/>
                        </a:lnTo>
                        <a:lnTo>
                          <a:pt x="0" y="319"/>
                        </a:lnTo>
                        <a:lnTo>
                          <a:pt x="0" y="313"/>
                        </a:lnTo>
                        <a:lnTo>
                          <a:pt x="0" y="309"/>
                        </a:lnTo>
                        <a:lnTo>
                          <a:pt x="0" y="304"/>
                        </a:lnTo>
                        <a:lnTo>
                          <a:pt x="0" y="298"/>
                        </a:lnTo>
                        <a:lnTo>
                          <a:pt x="0" y="292"/>
                        </a:lnTo>
                        <a:lnTo>
                          <a:pt x="0" y="287"/>
                        </a:lnTo>
                        <a:lnTo>
                          <a:pt x="1" y="281"/>
                        </a:lnTo>
                        <a:lnTo>
                          <a:pt x="1" y="275"/>
                        </a:lnTo>
                        <a:lnTo>
                          <a:pt x="1" y="271"/>
                        </a:lnTo>
                        <a:lnTo>
                          <a:pt x="1" y="266"/>
                        </a:lnTo>
                        <a:lnTo>
                          <a:pt x="1" y="260"/>
                        </a:lnTo>
                        <a:lnTo>
                          <a:pt x="1" y="255"/>
                        </a:lnTo>
                        <a:lnTo>
                          <a:pt x="1" y="251"/>
                        </a:lnTo>
                        <a:lnTo>
                          <a:pt x="1" y="245"/>
                        </a:lnTo>
                        <a:lnTo>
                          <a:pt x="1" y="240"/>
                        </a:lnTo>
                        <a:lnTo>
                          <a:pt x="1" y="235"/>
                        </a:lnTo>
                        <a:lnTo>
                          <a:pt x="1" y="230"/>
                        </a:lnTo>
                        <a:lnTo>
                          <a:pt x="1" y="224"/>
                        </a:lnTo>
                        <a:lnTo>
                          <a:pt x="1" y="220"/>
                        </a:lnTo>
                        <a:lnTo>
                          <a:pt x="0" y="215"/>
                        </a:lnTo>
                        <a:lnTo>
                          <a:pt x="0" y="210"/>
                        </a:lnTo>
                        <a:lnTo>
                          <a:pt x="0" y="205"/>
                        </a:lnTo>
                        <a:lnTo>
                          <a:pt x="0" y="201"/>
                        </a:lnTo>
                        <a:lnTo>
                          <a:pt x="0" y="197"/>
                        </a:lnTo>
                        <a:lnTo>
                          <a:pt x="0" y="194"/>
                        </a:lnTo>
                        <a:lnTo>
                          <a:pt x="0" y="190"/>
                        </a:lnTo>
                        <a:lnTo>
                          <a:pt x="0" y="188"/>
                        </a:lnTo>
                        <a:lnTo>
                          <a:pt x="0" y="183"/>
                        </a:lnTo>
                        <a:lnTo>
                          <a:pt x="1" y="181"/>
                        </a:lnTo>
                        <a:lnTo>
                          <a:pt x="1" y="177"/>
                        </a:lnTo>
                        <a:lnTo>
                          <a:pt x="1" y="173"/>
                        </a:lnTo>
                        <a:lnTo>
                          <a:pt x="1" y="170"/>
                        </a:lnTo>
                        <a:lnTo>
                          <a:pt x="1" y="166"/>
                        </a:lnTo>
                        <a:lnTo>
                          <a:pt x="1" y="163"/>
                        </a:lnTo>
                        <a:lnTo>
                          <a:pt x="3" y="159"/>
                        </a:lnTo>
                        <a:lnTo>
                          <a:pt x="3" y="156"/>
                        </a:lnTo>
                        <a:lnTo>
                          <a:pt x="3" y="153"/>
                        </a:lnTo>
                        <a:lnTo>
                          <a:pt x="3" y="150"/>
                        </a:lnTo>
                        <a:lnTo>
                          <a:pt x="3" y="146"/>
                        </a:lnTo>
                        <a:lnTo>
                          <a:pt x="3" y="143"/>
                        </a:lnTo>
                        <a:lnTo>
                          <a:pt x="3" y="139"/>
                        </a:lnTo>
                        <a:lnTo>
                          <a:pt x="3" y="135"/>
                        </a:lnTo>
                        <a:lnTo>
                          <a:pt x="4" y="132"/>
                        </a:lnTo>
                        <a:lnTo>
                          <a:pt x="4" y="129"/>
                        </a:lnTo>
                        <a:lnTo>
                          <a:pt x="4" y="126"/>
                        </a:lnTo>
                        <a:lnTo>
                          <a:pt x="4" y="121"/>
                        </a:lnTo>
                        <a:lnTo>
                          <a:pt x="5" y="119"/>
                        </a:lnTo>
                        <a:lnTo>
                          <a:pt x="5" y="115"/>
                        </a:lnTo>
                        <a:lnTo>
                          <a:pt x="5" y="112"/>
                        </a:lnTo>
                        <a:lnTo>
                          <a:pt x="6" y="108"/>
                        </a:lnTo>
                        <a:lnTo>
                          <a:pt x="6" y="106"/>
                        </a:lnTo>
                        <a:lnTo>
                          <a:pt x="6" y="101"/>
                        </a:lnTo>
                        <a:lnTo>
                          <a:pt x="6" y="99"/>
                        </a:lnTo>
                        <a:lnTo>
                          <a:pt x="7" y="95"/>
                        </a:lnTo>
                        <a:lnTo>
                          <a:pt x="9" y="91"/>
                        </a:lnTo>
                        <a:lnTo>
                          <a:pt x="9" y="88"/>
                        </a:lnTo>
                        <a:lnTo>
                          <a:pt x="9" y="86"/>
                        </a:lnTo>
                        <a:lnTo>
                          <a:pt x="9" y="81"/>
                        </a:lnTo>
                        <a:lnTo>
                          <a:pt x="10" y="78"/>
                        </a:lnTo>
                        <a:lnTo>
                          <a:pt x="11" y="75"/>
                        </a:lnTo>
                        <a:lnTo>
                          <a:pt x="11" y="71"/>
                        </a:lnTo>
                        <a:lnTo>
                          <a:pt x="12" y="68"/>
                        </a:lnTo>
                        <a:lnTo>
                          <a:pt x="13" y="65"/>
                        </a:lnTo>
                        <a:lnTo>
                          <a:pt x="13" y="62"/>
                        </a:lnTo>
                        <a:lnTo>
                          <a:pt x="14" y="59"/>
                        </a:lnTo>
                        <a:lnTo>
                          <a:pt x="16" y="56"/>
                        </a:lnTo>
                        <a:lnTo>
                          <a:pt x="17" y="53"/>
                        </a:lnTo>
                        <a:lnTo>
                          <a:pt x="18" y="50"/>
                        </a:lnTo>
                        <a:lnTo>
                          <a:pt x="19" y="48"/>
                        </a:lnTo>
                        <a:lnTo>
                          <a:pt x="20" y="44"/>
                        </a:lnTo>
                        <a:lnTo>
                          <a:pt x="22" y="42"/>
                        </a:lnTo>
                        <a:lnTo>
                          <a:pt x="23" y="38"/>
                        </a:lnTo>
                        <a:lnTo>
                          <a:pt x="24" y="36"/>
                        </a:lnTo>
                        <a:lnTo>
                          <a:pt x="26" y="32"/>
                        </a:lnTo>
                        <a:lnTo>
                          <a:pt x="28" y="30"/>
                        </a:lnTo>
                        <a:lnTo>
                          <a:pt x="29" y="27"/>
                        </a:lnTo>
                        <a:lnTo>
                          <a:pt x="31" y="24"/>
                        </a:lnTo>
                        <a:lnTo>
                          <a:pt x="32" y="21"/>
                        </a:lnTo>
                        <a:lnTo>
                          <a:pt x="35" y="19"/>
                        </a:lnTo>
                        <a:lnTo>
                          <a:pt x="38" y="14"/>
                        </a:lnTo>
                        <a:lnTo>
                          <a:pt x="44" y="10"/>
                        </a:lnTo>
                        <a:lnTo>
                          <a:pt x="45" y="7"/>
                        </a:lnTo>
                        <a:lnTo>
                          <a:pt x="48" y="5"/>
                        </a:lnTo>
                        <a:lnTo>
                          <a:pt x="51" y="2"/>
                        </a:lnTo>
                        <a:lnTo>
                          <a:pt x="5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25" name="Freeform 83"/>
                  <p:cNvSpPr/>
                  <p:nvPr/>
                </p:nvSpPr>
                <p:spPr bwMode="auto">
                  <a:xfrm>
                    <a:off x="5636" y="1551"/>
                    <a:ext cx="53" cy="264"/>
                  </a:xfrm>
                  <a:custGeom>
                    <a:avLst/>
                    <a:gdLst>
                      <a:gd name="T0" fmla="*/ 0 w 159"/>
                      <a:gd name="T1" fmla="*/ 0 h 792"/>
                      <a:gd name="T2" fmla="*/ 0 w 159"/>
                      <a:gd name="T3" fmla="*/ 0 h 792"/>
                      <a:gd name="T4" fmla="*/ 0 w 159"/>
                      <a:gd name="T5" fmla="*/ 0 h 792"/>
                      <a:gd name="T6" fmla="*/ 0 w 159"/>
                      <a:gd name="T7" fmla="*/ 0 h 792"/>
                      <a:gd name="T8" fmla="*/ 0 w 159"/>
                      <a:gd name="T9" fmla="*/ 0 h 792"/>
                      <a:gd name="T10" fmla="*/ 0 w 159"/>
                      <a:gd name="T11" fmla="*/ 0 h 792"/>
                      <a:gd name="T12" fmla="*/ 0 w 159"/>
                      <a:gd name="T13" fmla="*/ 0 h 792"/>
                      <a:gd name="T14" fmla="*/ 0 w 159"/>
                      <a:gd name="T15" fmla="*/ 0 h 792"/>
                      <a:gd name="T16" fmla="*/ 0 w 159"/>
                      <a:gd name="T17" fmla="*/ 0 h 792"/>
                      <a:gd name="T18" fmla="*/ 0 w 159"/>
                      <a:gd name="T19" fmla="*/ 0 h 792"/>
                      <a:gd name="T20" fmla="*/ 0 w 159"/>
                      <a:gd name="T21" fmla="*/ 0 h 792"/>
                      <a:gd name="T22" fmla="*/ 0 w 159"/>
                      <a:gd name="T23" fmla="*/ 0 h 792"/>
                      <a:gd name="T24" fmla="*/ 0 w 159"/>
                      <a:gd name="T25" fmla="*/ 0 h 792"/>
                      <a:gd name="T26" fmla="*/ 0 w 159"/>
                      <a:gd name="T27" fmla="*/ 0 h 792"/>
                      <a:gd name="T28" fmla="*/ 0 w 159"/>
                      <a:gd name="T29" fmla="*/ 0 h 792"/>
                      <a:gd name="T30" fmla="*/ 0 w 159"/>
                      <a:gd name="T31" fmla="*/ 0 h 792"/>
                      <a:gd name="T32" fmla="*/ 0 w 159"/>
                      <a:gd name="T33" fmla="*/ 0 h 792"/>
                      <a:gd name="T34" fmla="*/ 0 w 159"/>
                      <a:gd name="T35" fmla="*/ 0 h 792"/>
                      <a:gd name="T36" fmla="*/ 0 w 159"/>
                      <a:gd name="T37" fmla="*/ 0 h 792"/>
                      <a:gd name="T38" fmla="*/ 0 w 159"/>
                      <a:gd name="T39" fmla="*/ 0 h 792"/>
                      <a:gd name="T40" fmla="*/ 0 w 159"/>
                      <a:gd name="T41" fmla="*/ 0 h 792"/>
                      <a:gd name="T42" fmla="*/ 0 w 159"/>
                      <a:gd name="T43" fmla="*/ 0 h 792"/>
                      <a:gd name="T44" fmla="*/ 0 w 159"/>
                      <a:gd name="T45" fmla="*/ 0 h 792"/>
                      <a:gd name="T46" fmla="*/ 0 w 159"/>
                      <a:gd name="T47" fmla="*/ 0 h 792"/>
                      <a:gd name="T48" fmla="*/ 0 w 159"/>
                      <a:gd name="T49" fmla="*/ 0 h 792"/>
                      <a:gd name="T50" fmla="*/ 0 w 159"/>
                      <a:gd name="T51" fmla="*/ 0 h 792"/>
                      <a:gd name="T52" fmla="*/ 0 w 159"/>
                      <a:gd name="T53" fmla="*/ 0 h 792"/>
                      <a:gd name="T54" fmla="*/ 0 w 159"/>
                      <a:gd name="T55" fmla="*/ 0 h 792"/>
                      <a:gd name="T56" fmla="*/ 0 w 159"/>
                      <a:gd name="T57" fmla="*/ 0 h 792"/>
                      <a:gd name="T58" fmla="*/ 0 w 159"/>
                      <a:gd name="T59" fmla="*/ 0 h 792"/>
                      <a:gd name="T60" fmla="*/ 0 w 159"/>
                      <a:gd name="T61" fmla="*/ 0 h 792"/>
                      <a:gd name="T62" fmla="*/ 0 w 159"/>
                      <a:gd name="T63" fmla="*/ 0 h 792"/>
                      <a:gd name="T64" fmla="*/ 0 w 159"/>
                      <a:gd name="T65" fmla="*/ 0 h 792"/>
                      <a:gd name="T66" fmla="*/ 0 w 159"/>
                      <a:gd name="T67" fmla="*/ 0 h 792"/>
                      <a:gd name="T68" fmla="*/ 0 w 159"/>
                      <a:gd name="T69" fmla="*/ 0 h 792"/>
                      <a:gd name="T70" fmla="*/ 0 w 159"/>
                      <a:gd name="T71" fmla="*/ 0 h 792"/>
                      <a:gd name="T72" fmla="*/ 0 w 159"/>
                      <a:gd name="T73" fmla="*/ 0 h 792"/>
                      <a:gd name="T74" fmla="*/ 0 w 159"/>
                      <a:gd name="T75" fmla="*/ 0 h 792"/>
                      <a:gd name="T76" fmla="*/ 0 w 159"/>
                      <a:gd name="T77" fmla="*/ 0 h 792"/>
                      <a:gd name="T78" fmla="*/ 0 w 159"/>
                      <a:gd name="T79" fmla="*/ 0 h 792"/>
                      <a:gd name="T80" fmla="*/ 0 w 159"/>
                      <a:gd name="T81" fmla="*/ 0 h 792"/>
                      <a:gd name="T82" fmla="*/ 0 w 159"/>
                      <a:gd name="T83" fmla="*/ 0 h 792"/>
                      <a:gd name="T84" fmla="*/ 0 w 159"/>
                      <a:gd name="T85" fmla="*/ 0 h 792"/>
                      <a:gd name="T86" fmla="*/ 0 w 159"/>
                      <a:gd name="T87" fmla="*/ 0 h 79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59"/>
                      <a:gd name="T133" fmla="*/ 0 h 792"/>
                      <a:gd name="T134" fmla="*/ 159 w 159"/>
                      <a:gd name="T135" fmla="*/ 792 h 79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59" h="792">
                        <a:moveTo>
                          <a:pt x="144" y="0"/>
                        </a:moveTo>
                        <a:lnTo>
                          <a:pt x="58" y="8"/>
                        </a:lnTo>
                        <a:lnTo>
                          <a:pt x="60" y="23"/>
                        </a:lnTo>
                        <a:lnTo>
                          <a:pt x="60" y="38"/>
                        </a:lnTo>
                        <a:lnTo>
                          <a:pt x="63" y="52"/>
                        </a:lnTo>
                        <a:lnTo>
                          <a:pt x="64" y="67"/>
                        </a:lnTo>
                        <a:lnTo>
                          <a:pt x="65" y="81"/>
                        </a:lnTo>
                        <a:lnTo>
                          <a:pt x="65" y="95"/>
                        </a:lnTo>
                        <a:lnTo>
                          <a:pt x="66" y="109"/>
                        </a:lnTo>
                        <a:lnTo>
                          <a:pt x="67" y="124"/>
                        </a:lnTo>
                        <a:lnTo>
                          <a:pt x="68" y="137"/>
                        </a:lnTo>
                        <a:lnTo>
                          <a:pt x="70" y="151"/>
                        </a:lnTo>
                        <a:lnTo>
                          <a:pt x="70" y="165"/>
                        </a:lnTo>
                        <a:lnTo>
                          <a:pt x="71" y="179"/>
                        </a:lnTo>
                        <a:lnTo>
                          <a:pt x="71" y="192"/>
                        </a:lnTo>
                        <a:lnTo>
                          <a:pt x="72" y="205"/>
                        </a:lnTo>
                        <a:lnTo>
                          <a:pt x="72" y="219"/>
                        </a:lnTo>
                        <a:lnTo>
                          <a:pt x="73" y="233"/>
                        </a:lnTo>
                        <a:lnTo>
                          <a:pt x="73" y="246"/>
                        </a:lnTo>
                        <a:lnTo>
                          <a:pt x="73" y="258"/>
                        </a:lnTo>
                        <a:lnTo>
                          <a:pt x="73" y="271"/>
                        </a:lnTo>
                        <a:lnTo>
                          <a:pt x="73" y="284"/>
                        </a:lnTo>
                        <a:lnTo>
                          <a:pt x="73" y="297"/>
                        </a:lnTo>
                        <a:lnTo>
                          <a:pt x="73" y="310"/>
                        </a:lnTo>
                        <a:lnTo>
                          <a:pt x="73" y="322"/>
                        </a:lnTo>
                        <a:lnTo>
                          <a:pt x="73" y="335"/>
                        </a:lnTo>
                        <a:lnTo>
                          <a:pt x="72" y="347"/>
                        </a:lnTo>
                        <a:lnTo>
                          <a:pt x="72" y="360"/>
                        </a:lnTo>
                        <a:lnTo>
                          <a:pt x="71" y="372"/>
                        </a:lnTo>
                        <a:lnTo>
                          <a:pt x="71" y="385"/>
                        </a:lnTo>
                        <a:lnTo>
                          <a:pt x="70" y="395"/>
                        </a:lnTo>
                        <a:lnTo>
                          <a:pt x="70" y="407"/>
                        </a:lnTo>
                        <a:lnTo>
                          <a:pt x="68" y="420"/>
                        </a:lnTo>
                        <a:lnTo>
                          <a:pt x="68" y="432"/>
                        </a:lnTo>
                        <a:lnTo>
                          <a:pt x="67" y="443"/>
                        </a:lnTo>
                        <a:lnTo>
                          <a:pt x="66" y="455"/>
                        </a:lnTo>
                        <a:lnTo>
                          <a:pt x="65" y="467"/>
                        </a:lnTo>
                        <a:lnTo>
                          <a:pt x="64" y="479"/>
                        </a:lnTo>
                        <a:lnTo>
                          <a:pt x="63" y="488"/>
                        </a:lnTo>
                        <a:lnTo>
                          <a:pt x="61" y="500"/>
                        </a:lnTo>
                        <a:lnTo>
                          <a:pt x="60" y="512"/>
                        </a:lnTo>
                        <a:lnTo>
                          <a:pt x="58" y="522"/>
                        </a:lnTo>
                        <a:lnTo>
                          <a:pt x="57" y="533"/>
                        </a:lnTo>
                        <a:lnTo>
                          <a:pt x="54" y="544"/>
                        </a:lnTo>
                        <a:lnTo>
                          <a:pt x="53" y="554"/>
                        </a:lnTo>
                        <a:lnTo>
                          <a:pt x="52" y="565"/>
                        </a:lnTo>
                        <a:lnTo>
                          <a:pt x="49" y="576"/>
                        </a:lnTo>
                        <a:lnTo>
                          <a:pt x="47" y="587"/>
                        </a:lnTo>
                        <a:lnTo>
                          <a:pt x="46" y="597"/>
                        </a:lnTo>
                        <a:lnTo>
                          <a:pt x="45" y="608"/>
                        </a:lnTo>
                        <a:lnTo>
                          <a:pt x="42" y="617"/>
                        </a:lnTo>
                        <a:lnTo>
                          <a:pt x="40" y="628"/>
                        </a:lnTo>
                        <a:lnTo>
                          <a:pt x="38" y="638"/>
                        </a:lnTo>
                        <a:lnTo>
                          <a:pt x="34" y="648"/>
                        </a:lnTo>
                        <a:lnTo>
                          <a:pt x="32" y="658"/>
                        </a:lnTo>
                        <a:lnTo>
                          <a:pt x="29" y="667"/>
                        </a:lnTo>
                        <a:lnTo>
                          <a:pt x="27" y="677"/>
                        </a:lnTo>
                        <a:lnTo>
                          <a:pt x="25" y="686"/>
                        </a:lnTo>
                        <a:lnTo>
                          <a:pt x="21" y="696"/>
                        </a:lnTo>
                        <a:lnTo>
                          <a:pt x="19" y="706"/>
                        </a:lnTo>
                        <a:lnTo>
                          <a:pt x="15" y="715"/>
                        </a:lnTo>
                        <a:lnTo>
                          <a:pt x="11" y="724"/>
                        </a:lnTo>
                        <a:lnTo>
                          <a:pt x="9" y="734"/>
                        </a:lnTo>
                        <a:lnTo>
                          <a:pt x="6" y="743"/>
                        </a:lnTo>
                        <a:lnTo>
                          <a:pt x="2" y="752"/>
                        </a:lnTo>
                        <a:lnTo>
                          <a:pt x="0" y="762"/>
                        </a:lnTo>
                        <a:lnTo>
                          <a:pt x="80" y="792"/>
                        </a:lnTo>
                        <a:lnTo>
                          <a:pt x="83" y="782"/>
                        </a:lnTo>
                        <a:lnTo>
                          <a:pt x="86" y="773"/>
                        </a:lnTo>
                        <a:lnTo>
                          <a:pt x="90" y="763"/>
                        </a:lnTo>
                        <a:lnTo>
                          <a:pt x="93" y="754"/>
                        </a:lnTo>
                        <a:lnTo>
                          <a:pt x="96" y="743"/>
                        </a:lnTo>
                        <a:lnTo>
                          <a:pt x="99" y="734"/>
                        </a:lnTo>
                        <a:lnTo>
                          <a:pt x="103" y="723"/>
                        </a:lnTo>
                        <a:lnTo>
                          <a:pt x="105" y="714"/>
                        </a:lnTo>
                        <a:lnTo>
                          <a:pt x="108" y="703"/>
                        </a:lnTo>
                        <a:lnTo>
                          <a:pt x="111" y="692"/>
                        </a:lnTo>
                        <a:lnTo>
                          <a:pt x="115" y="682"/>
                        </a:lnTo>
                        <a:lnTo>
                          <a:pt x="117" y="671"/>
                        </a:lnTo>
                        <a:lnTo>
                          <a:pt x="119" y="661"/>
                        </a:lnTo>
                        <a:lnTo>
                          <a:pt x="122" y="651"/>
                        </a:lnTo>
                        <a:lnTo>
                          <a:pt x="124" y="640"/>
                        </a:lnTo>
                        <a:lnTo>
                          <a:pt x="128" y="629"/>
                        </a:lnTo>
                        <a:lnTo>
                          <a:pt x="129" y="617"/>
                        </a:lnTo>
                        <a:lnTo>
                          <a:pt x="131" y="607"/>
                        </a:lnTo>
                        <a:lnTo>
                          <a:pt x="134" y="595"/>
                        </a:lnTo>
                        <a:lnTo>
                          <a:pt x="136" y="584"/>
                        </a:lnTo>
                        <a:lnTo>
                          <a:pt x="137" y="572"/>
                        </a:lnTo>
                        <a:lnTo>
                          <a:pt x="138" y="562"/>
                        </a:lnTo>
                        <a:lnTo>
                          <a:pt x="141" y="550"/>
                        </a:lnTo>
                        <a:lnTo>
                          <a:pt x="143" y="539"/>
                        </a:lnTo>
                        <a:lnTo>
                          <a:pt x="144" y="526"/>
                        </a:lnTo>
                        <a:lnTo>
                          <a:pt x="146" y="515"/>
                        </a:lnTo>
                        <a:lnTo>
                          <a:pt x="147" y="503"/>
                        </a:lnTo>
                        <a:lnTo>
                          <a:pt x="149" y="492"/>
                        </a:lnTo>
                        <a:lnTo>
                          <a:pt x="150" y="480"/>
                        </a:lnTo>
                        <a:lnTo>
                          <a:pt x="151" y="468"/>
                        </a:lnTo>
                        <a:lnTo>
                          <a:pt x="153" y="456"/>
                        </a:lnTo>
                        <a:lnTo>
                          <a:pt x="154" y="443"/>
                        </a:lnTo>
                        <a:lnTo>
                          <a:pt x="154" y="430"/>
                        </a:lnTo>
                        <a:lnTo>
                          <a:pt x="156" y="418"/>
                        </a:lnTo>
                        <a:lnTo>
                          <a:pt x="156" y="405"/>
                        </a:lnTo>
                        <a:lnTo>
                          <a:pt x="156" y="393"/>
                        </a:lnTo>
                        <a:lnTo>
                          <a:pt x="157" y="380"/>
                        </a:lnTo>
                        <a:lnTo>
                          <a:pt x="157" y="367"/>
                        </a:lnTo>
                        <a:lnTo>
                          <a:pt x="159" y="354"/>
                        </a:lnTo>
                        <a:lnTo>
                          <a:pt x="159" y="342"/>
                        </a:lnTo>
                        <a:lnTo>
                          <a:pt x="159" y="328"/>
                        </a:lnTo>
                        <a:lnTo>
                          <a:pt x="159" y="315"/>
                        </a:lnTo>
                        <a:lnTo>
                          <a:pt x="159" y="302"/>
                        </a:lnTo>
                        <a:lnTo>
                          <a:pt x="159" y="289"/>
                        </a:lnTo>
                        <a:lnTo>
                          <a:pt x="159" y="274"/>
                        </a:lnTo>
                        <a:lnTo>
                          <a:pt x="159" y="260"/>
                        </a:lnTo>
                        <a:lnTo>
                          <a:pt x="159" y="248"/>
                        </a:lnTo>
                        <a:lnTo>
                          <a:pt x="159" y="234"/>
                        </a:lnTo>
                        <a:lnTo>
                          <a:pt x="159" y="220"/>
                        </a:lnTo>
                        <a:lnTo>
                          <a:pt x="159" y="205"/>
                        </a:lnTo>
                        <a:lnTo>
                          <a:pt x="157" y="191"/>
                        </a:lnTo>
                        <a:lnTo>
                          <a:pt x="157" y="177"/>
                        </a:lnTo>
                        <a:lnTo>
                          <a:pt x="156" y="163"/>
                        </a:lnTo>
                        <a:lnTo>
                          <a:pt x="156" y="148"/>
                        </a:lnTo>
                        <a:lnTo>
                          <a:pt x="154" y="134"/>
                        </a:lnTo>
                        <a:lnTo>
                          <a:pt x="154" y="120"/>
                        </a:lnTo>
                        <a:lnTo>
                          <a:pt x="153" y="105"/>
                        </a:lnTo>
                        <a:lnTo>
                          <a:pt x="151" y="90"/>
                        </a:lnTo>
                        <a:lnTo>
                          <a:pt x="151" y="76"/>
                        </a:lnTo>
                        <a:lnTo>
                          <a:pt x="149" y="61"/>
                        </a:lnTo>
                        <a:lnTo>
                          <a:pt x="148" y="45"/>
                        </a:lnTo>
                        <a:lnTo>
                          <a:pt x="147" y="30"/>
                        </a:lnTo>
                        <a:lnTo>
                          <a:pt x="146" y="16"/>
                        </a:lnTo>
                        <a:lnTo>
                          <a:pt x="14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26" name="Freeform 84"/>
                  <p:cNvSpPr/>
                  <p:nvPr/>
                </p:nvSpPr>
                <p:spPr bwMode="auto">
                  <a:xfrm>
                    <a:off x="5345" y="1557"/>
                    <a:ext cx="318" cy="269"/>
                  </a:xfrm>
                  <a:custGeom>
                    <a:avLst/>
                    <a:gdLst>
                      <a:gd name="T0" fmla="*/ 0 w 954"/>
                      <a:gd name="T1" fmla="*/ 0 h 808"/>
                      <a:gd name="T2" fmla="*/ 0 w 954"/>
                      <a:gd name="T3" fmla="*/ 0 h 808"/>
                      <a:gd name="T4" fmla="*/ 0 w 954"/>
                      <a:gd name="T5" fmla="*/ 0 h 808"/>
                      <a:gd name="T6" fmla="*/ 0 w 954"/>
                      <a:gd name="T7" fmla="*/ 0 h 808"/>
                      <a:gd name="T8" fmla="*/ 0 w 954"/>
                      <a:gd name="T9" fmla="*/ 0 h 808"/>
                      <a:gd name="T10" fmla="*/ 0 w 954"/>
                      <a:gd name="T11" fmla="*/ 0 h 808"/>
                      <a:gd name="T12" fmla="*/ 0 w 954"/>
                      <a:gd name="T13" fmla="*/ 0 h 808"/>
                      <a:gd name="T14" fmla="*/ 0 w 954"/>
                      <a:gd name="T15" fmla="*/ 0 h 808"/>
                      <a:gd name="T16" fmla="*/ 0 w 954"/>
                      <a:gd name="T17" fmla="*/ 0 h 808"/>
                      <a:gd name="T18" fmla="*/ 0 w 954"/>
                      <a:gd name="T19" fmla="*/ 0 h 808"/>
                      <a:gd name="T20" fmla="*/ 0 w 954"/>
                      <a:gd name="T21" fmla="*/ 0 h 808"/>
                      <a:gd name="T22" fmla="*/ 0 w 954"/>
                      <a:gd name="T23" fmla="*/ 0 h 808"/>
                      <a:gd name="T24" fmla="*/ 0 w 954"/>
                      <a:gd name="T25" fmla="*/ 0 h 808"/>
                      <a:gd name="T26" fmla="*/ 0 w 954"/>
                      <a:gd name="T27" fmla="*/ 0 h 808"/>
                      <a:gd name="T28" fmla="*/ 0 w 954"/>
                      <a:gd name="T29" fmla="*/ 0 h 808"/>
                      <a:gd name="T30" fmla="*/ 0 w 954"/>
                      <a:gd name="T31" fmla="*/ 0 h 808"/>
                      <a:gd name="T32" fmla="*/ 0 w 954"/>
                      <a:gd name="T33" fmla="*/ 0 h 808"/>
                      <a:gd name="T34" fmla="*/ 0 w 954"/>
                      <a:gd name="T35" fmla="*/ 0 h 808"/>
                      <a:gd name="T36" fmla="*/ 0 w 954"/>
                      <a:gd name="T37" fmla="*/ 0 h 808"/>
                      <a:gd name="T38" fmla="*/ 0 w 954"/>
                      <a:gd name="T39" fmla="*/ 0 h 808"/>
                      <a:gd name="T40" fmla="*/ 0 w 954"/>
                      <a:gd name="T41" fmla="*/ 0 h 808"/>
                      <a:gd name="T42" fmla="*/ 0 w 954"/>
                      <a:gd name="T43" fmla="*/ 0 h 808"/>
                      <a:gd name="T44" fmla="*/ 0 w 954"/>
                      <a:gd name="T45" fmla="*/ 0 h 808"/>
                      <a:gd name="T46" fmla="*/ 0 w 954"/>
                      <a:gd name="T47" fmla="*/ 0 h 808"/>
                      <a:gd name="T48" fmla="*/ 0 w 954"/>
                      <a:gd name="T49" fmla="*/ 0 h 808"/>
                      <a:gd name="T50" fmla="*/ 0 w 954"/>
                      <a:gd name="T51" fmla="*/ 0 h 808"/>
                      <a:gd name="T52" fmla="*/ 0 w 954"/>
                      <a:gd name="T53" fmla="*/ 0 h 808"/>
                      <a:gd name="T54" fmla="*/ 0 w 954"/>
                      <a:gd name="T55" fmla="*/ 0 h 808"/>
                      <a:gd name="T56" fmla="*/ 0 w 954"/>
                      <a:gd name="T57" fmla="*/ 0 h 808"/>
                      <a:gd name="T58" fmla="*/ 0 w 954"/>
                      <a:gd name="T59" fmla="*/ 0 h 808"/>
                      <a:gd name="T60" fmla="*/ 0 w 954"/>
                      <a:gd name="T61" fmla="*/ 0 h 808"/>
                      <a:gd name="T62" fmla="*/ 0 w 954"/>
                      <a:gd name="T63" fmla="*/ 0 h 808"/>
                      <a:gd name="T64" fmla="*/ 0 w 954"/>
                      <a:gd name="T65" fmla="*/ 0 h 808"/>
                      <a:gd name="T66" fmla="*/ 0 w 954"/>
                      <a:gd name="T67" fmla="*/ 0 h 808"/>
                      <a:gd name="T68" fmla="*/ 0 w 954"/>
                      <a:gd name="T69" fmla="*/ 0 h 808"/>
                      <a:gd name="T70" fmla="*/ 0 w 954"/>
                      <a:gd name="T71" fmla="*/ 0 h 808"/>
                      <a:gd name="T72" fmla="*/ 0 w 954"/>
                      <a:gd name="T73" fmla="*/ 0 h 808"/>
                      <a:gd name="T74" fmla="*/ 0 w 954"/>
                      <a:gd name="T75" fmla="*/ 0 h 808"/>
                      <a:gd name="T76" fmla="*/ 0 w 954"/>
                      <a:gd name="T77" fmla="*/ 0 h 808"/>
                      <a:gd name="T78" fmla="*/ 0 w 954"/>
                      <a:gd name="T79" fmla="*/ 0 h 808"/>
                      <a:gd name="T80" fmla="*/ 0 w 954"/>
                      <a:gd name="T81" fmla="*/ 0 h 808"/>
                      <a:gd name="T82" fmla="*/ 0 w 954"/>
                      <a:gd name="T83" fmla="*/ 0 h 808"/>
                      <a:gd name="T84" fmla="*/ 0 w 954"/>
                      <a:gd name="T85" fmla="*/ 0 h 808"/>
                      <a:gd name="T86" fmla="*/ 0 w 954"/>
                      <a:gd name="T87" fmla="*/ 0 h 808"/>
                      <a:gd name="T88" fmla="*/ 0 w 954"/>
                      <a:gd name="T89" fmla="*/ 0 h 808"/>
                      <a:gd name="T90" fmla="*/ 0 w 954"/>
                      <a:gd name="T91" fmla="*/ 0 h 808"/>
                      <a:gd name="T92" fmla="*/ 0 w 954"/>
                      <a:gd name="T93" fmla="*/ 0 h 808"/>
                      <a:gd name="T94" fmla="*/ 0 w 954"/>
                      <a:gd name="T95" fmla="*/ 0 h 808"/>
                      <a:gd name="T96" fmla="*/ 0 w 954"/>
                      <a:gd name="T97" fmla="*/ 0 h 808"/>
                      <a:gd name="T98" fmla="*/ 0 w 954"/>
                      <a:gd name="T99" fmla="*/ 0 h 808"/>
                      <a:gd name="T100" fmla="*/ 0 w 954"/>
                      <a:gd name="T101" fmla="*/ 0 h 808"/>
                      <a:gd name="T102" fmla="*/ 0 w 954"/>
                      <a:gd name="T103" fmla="*/ 0 h 808"/>
                      <a:gd name="T104" fmla="*/ 0 w 954"/>
                      <a:gd name="T105" fmla="*/ 0 h 808"/>
                      <a:gd name="T106" fmla="*/ 0 w 954"/>
                      <a:gd name="T107" fmla="*/ 0 h 808"/>
                      <a:gd name="T108" fmla="*/ 0 w 954"/>
                      <a:gd name="T109" fmla="*/ 0 h 808"/>
                      <a:gd name="T110" fmla="*/ 0 w 954"/>
                      <a:gd name="T111" fmla="*/ 0 h 808"/>
                      <a:gd name="T112" fmla="*/ 0 w 954"/>
                      <a:gd name="T113" fmla="*/ 0 h 808"/>
                      <a:gd name="T114" fmla="*/ 0 w 954"/>
                      <a:gd name="T115" fmla="*/ 0 h 8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54"/>
                      <a:gd name="T175" fmla="*/ 0 h 808"/>
                      <a:gd name="T176" fmla="*/ 954 w 954"/>
                      <a:gd name="T177" fmla="*/ 808 h 80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54" h="808">
                        <a:moveTo>
                          <a:pt x="932" y="710"/>
                        </a:moveTo>
                        <a:lnTo>
                          <a:pt x="916" y="711"/>
                        </a:lnTo>
                        <a:lnTo>
                          <a:pt x="899" y="711"/>
                        </a:lnTo>
                        <a:lnTo>
                          <a:pt x="882" y="712"/>
                        </a:lnTo>
                        <a:lnTo>
                          <a:pt x="865" y="712"/>
                        </a:lnTo>
                        <a:lnTo>
                          <a:pt x="849" y="713"/>
                        </a:lnTo>
                        <a:lnTo>
                          <a:pt x="832" y="714"/>
                        </a:lnTo>
                        <a:lnTo>
                          <a:pt x="814" y="714"/>
                        </a:lnTo>
                        <a:lnTo>
                          <a:pt x="799" y="716"/>
                        </a:lnTo>
                        <a:lnTo>
                          <a:pt x="782" y="716"/>
                        </a:lnTo>
                        <a:lnTo>
                          <a:pt x="764" y="717"/>
                        </a:lnTo>
                        <a:lnTo>
                          <a:pt x="748" y="717"/>
                        </a:lnTo>
                        <a:lnTo>
                          <a:pt x="731" y="717"/>
                        </a:lnTo>
                        <a:lnTo>
                          <a:pt x="715" y="717"/>
                        </a:lnTo>
                        <a:lnTo>
                          <a:pt x="698" y="718"/>
                        </a:lnTo>
                        <a:lnTo>
                          <a:pt x="681" y="718"/>
                        </a:lnTo>
                        <a:lnTo>
                          <a:pt x="666" y="719"/>
                        </a:lnTo>
                        <a:lnTo>
                          <a:pt x="648" y="719"/>
                        </a:lnTo>
                        <a:lnTo>
                          <a:pt x="633" y="720"/>
                        </a:lnTo>
                        <a:lnTo>
                          <a:pt x="615" y="720"/>
                        </a:lnTo>
                        <a:lnTo>
                          <a:pt x="600" y="720"/>
                        </a:lnTo>
                        <a:lnTo>
                          <a:pt x="583" y="720"/>
                        </a:lnTo>
                        <a:lnTo>
                          <a:pt x="566" y="720"/>
                        </a:lnTo>
                        <a:lnTo>
                          <a:pt x="552" y="720"/>
                        </a:lnTo>
                        <a:lnTo>
                          <a:pt x="535" y="721"/>
                        </a:lnTo>
                        <a:lnTo>
                          <a:pt x="520" y="721"/>
                        </a:lnTo>
                        <a:lnTo>
                          <a:pt x="503" y="721"/>
                        </a:lnTo>
                        <a:lnTo>
                          <a:pt x="488" y="721"/>
                        </a:lnTo>
                        <a:lnTo>
                          <a:pt x="474" y="721"/>
                        </a:lnTo>
                        <a:lnTo>
                          <a:pt x="458" y="721"/>
                        </a:lnTo>
                        <a:lnTo>
                          <a:pt x="444" y="721"/>
                        </a:lnTo>
                        <a:lnTo>
                          <a:pt x="430" y="721"/>
                        </a:lnTo>
                        <a:lnTo>
                          <a:pt x="414" y="721"/>
                        </a:lnTo>
                        <a:lnTo>
                          <a:pt x="400" y="721"/>
                        </a:lnTo>
                        <a:lnTo>
                          <a:pt x="387" y="720"/>
                        </a:lnTo>
                        <a:lnTo>
                          <a:pt x="372" y="720"/>
                        </a:lnTo>
                        <a:lnTo>
                          <a:pt x="359" y="720"/>
                        </a:lnTo>
                        <a:lnTo>
                          <a:pt x="346" y="720"/>
                        </a:lnTo>
                        <a:lnTo>
                          <a:pt x="333" y="719"/>
                        </a:lnTo>
                        <a:lnTo>
                          <a:pt x="320" y="719"/>
                        </a:lnTo>
                        <a:lnTo>
                          <a:pt x="308" y="719"/>
                        </a:lnTo>
                        <a:lnTo>
                          <a:pt x="295" y="718"/>
                        </a:lnTo>
                        <a:lnTo>
                          <a:pt x="283" y="717"/>
                        </a:lnTo>
                        <a:lnTo>
                          <a:pt x="271" y="717"/>
                        </a:lnTo>
                        <a:lnTo>
                          <a:pt x="260" y="717"/>
                        </a:lnTo>
                        <a:lnTo>
                          <a:pt x="248" y="716"/>
                        </a:lnTo>
                        <a:lnTo>
                          <a:pt x="238" y="714"/>
                        </a:lnTo>
                        <a:lnTo>
                          <a:pt x="228" y="714"/>
                        </a:lnTo>
                        <a:lnTo>
                          <a:pt x="219" y="714"/>
                        </a:lnTo>
                        <a:lnTo>
                          <a:pt x="208" y="713"/>
                        </a:lnTo>
                        <a:lnTo>
                          <a:pt x="200" y="712"/>
                        </a:lnTo>
                        <a:lnTo>
                          <a:pt x="190" y="711"/>
                        </a:lnTo>
                        <a:lnTo>
                          <a:pt x="182" y="711"/>
                        </a:lnTo>
                        <a:lnTo>
                          <a:pt x="174" y="710"/>
                        </a:lnTo>
                        <a:lnTo>
                          <a:pt x="166" y="708"/>
                        </a:lnTo>
                        <a:lnTo>
                          <a:pt x="159" y="707"/>
                        </a:lnTo>
                        <a:lnTo>
                          <a:pt x="152" y="707"/>
                        </a:lnTo>
                        <a:lnTo>
                          <a:pt x="145" y="705"/>
                        </a:lnTo>
                        <a:lnTo>
                          <a:pt x="139" y="705"/>
                        </a:lnTo>
                        <a:lnTo>
                          <a:pt x="134" y="702"/>
                        </a:lnTo>
                        <a:lnTo>
                          <a:pt x="128" y="702"/>
                        </a:lnTo>
                        <a:lnTo>
                          <a:pt x="125" y="700"/>
                        </a:lnTo>
                        <a:lnTo>
                          <a:pt x="120" y="699"/>
                        </a:lnTo>
                        <a:lnTo>
                          <a:pt x="117" y="698"/>
                        </a:lnTo>
                        <a:lnTo>
                          <a:pt x="114" y="697"/>
                        </a:lnTo>
                        <a:lnTo>
                          <a:pt x="113" y="693"/>
                        </a:lnTo>
                        <a:lnTo>
                          <a:pt x="111" y="689"/>
                        </a:lnTo>
                        <a:lnTo>
                          <a:pt x="110" y="687"/>
                        </a:lnTo>
                        <a:lnTo>
                          <a:pt x="108" y="682"/>
                        </a:lnTo>
                        <a:lnTo>
                          <a:pt x="107" y="678"/>
                        </a:lnTo>
                        <a:lnTo>
                          <a:pt x="106" y="674"/>
                        </a:lnTo>
                        <a:lnTo>
                          <a:pt x="105" y="668"/>
                        </a:lnTo>
                        <a:lnTo>
                          <a:pt x="104" y="663"/>
                        </a:lnTo>
                        <a:lnTo>
                          <a:pt x="102" y="656"/>
                        </a:lnTo>
                        <a:lnTo>
                          <a:pt x="101" y="650"/>
                        </a:lnTo>
                        <a:lnTo>
                          <a:pt x="101" y="644"/>
                        </a:lnTo>
                        <a:lnTo>
                          <a:pt x="100" y="636"/>
                        </a:lnTo>
                        <a:lnTo>
                          <a:pt x="99" y="629"/>
                        </a:lnTo>
                        <a:lnTo>
                          <a:pt x="99" y="622"/>
                        </a:lnTo>
                        <a:lnTo>
                          <a:pt x="98" y="613"/>
                        </a:lnTo>
                        <a:lnTo>
                          <a:pt x="96" y="606"/>
                        </a:lnTo>
                        <a:lnTo>
                          <a:pt x="95" y="597"/>
                        </a:lnTo>
                        <a:lnTo>
                          <a:pt x="95" y="589"/>
                        </a:lnTo>
                        <a:lnTo>
                          <a:pt x="94" y="578"/>
                        </a:lnTo>
                        <a:lnTo>
                          <a:pt x="93" y="570"/>
                        </a:lnTo>
                        <a:lnTo>
                          <a:pt x="93" y="559"/>
                        </a:lnTo>
                        <a:lnTo>
                          <a:pt x="92" y="549"/>
                        </a:lnTo>
                        <a:lnTo>
                          <a:pt x="91" y="540"/>
                        </a:lnTo>
                        <a:lnTo>
                          <a:pt x="91" y="529"/>
                        </a:lnTo>
                        <a:lnTo>
                          <a:pt x="91" y="517"/>
                        </a:lnTo>
                        <a:lnTo>
                          <a:pt x="89" y="507"/>
                        </a:lnTo>
                        <a:lnTo>
                          <a:pt x="89" y="496"/>
                        </a:lnTo>
                        <a:lnTo>
                          <a:pt x="89" y="484"/>
                        </a:lnTo>
                        <a:lnTo>
                          <a:pt x="88" y="473"/>
                        </a:lnTo>
                        <a:lnTo>
                          <a:pt x="88" y="462"/>
                        </a:lnTo>
                        <a:lnTo>
                          <a:pt x="88" y="450"/>
                        </a:lnTo>
                        <a:lnTo>
                          <a:pt x="88" y="438"/>
                        </a:lnTo>
                        <a:lnTo>
                          <a:pt x="87" y="425"/>
                        </a:lnTo>
                        <a:lnTo>
                          <a:pt x="87" y="413"/>
                        </a:lnTo>
                        <a:lnTo>
                          <a:pt x="86" y="400"/>
                        </a:lnTo>
                        <a:lnTo>
                          <a:pt x="86" y="388"/>
                        </a:lnTo>
                        <a:lnTo>
                          <a:pt x="86" y="374"/>
                        </a:lnTo>
                        <a:lnTo>
                          <a:pt x="86" y="361"/>
                        </a:lnTo>
                        <a:lnTo>
                          <a:pt x="86" y="348"/>
                        </a:lnTo>
                        <a:lnTo>
                          <a:pt x="86" y="334"/>
                        </a:lnTo>
                        <a:lnTo>
                          <a:pt x="85" y="320"/>
                        </a:lnTo>
                        <a:lnTo>
                          <a:pt x="85" y="307"/>
                        </a:lnTo>
                        <a:lnTo>
                          <a:pt x="85" y="294"/>
                        </a:lnTo>
                        <a:lnTo>
                          <a:pt x="85" y="280"/>
                        </a:lnTo>
                        <a:lnTo>
                          <a:pt x="85" y="267"/>
                        </a:lnTo>
                        <a:lnTo>
                          <a:pt x="85" y="253"/>
                        </a:lnTo>
                        <a:lnTo>
                          <a:pt x="85" y="238"/>
                        </a:lnTo>
                        <a:lnTo>
                          <a:pt x="86" y="226"/>
                        </a:lnTo>
                        <a:lnTo>
                          <a:pt x="86" y="211"/>
                        </a:lnTo>
                        <a:lnTo>
                          <a:pt x="86" y="198"/>
                        </a:lnTo>
                        <a:lnTo>
                          <a:pt x="86" y="184"/>
                        </a:lnTo>
                        <a:lnTo>
                          <a:pt x="86" y="169"/>
                        </a:lnTo>
                        <a:lnTo>
                          <a:pt x="86" y="155"/>
                        </a:lnTo>
                        <a:lnTo>
                          <a:pt x="86" y="141"/>
                        </a:lnTo>
                        <a:lnTo>
                          <a:pt x="86" y="127"/>
                        </a:lnTo>
                        <a:lnTo>
                          <a:pt x="87" y="114"/>
                        </a:lnTo>
                        <a:lnTo>
                          <a:pt x="87" y="99"/>
                        </a:lnTo>
                        <a:lnTo>
                          <a:pt x="87" y="85"/>
                        </a:lnTo>
                        <a:lnTo>
                          <a:pt x="87" y="71"/>
                        </a:lnTo>
                        <a:lnTo>
                          <a:pt x="88" y="58"/>
                        </a:lnTo>
                        <a:lnTo>
                          <a:pt x="88" y="44"/>
                        </a:lnTo>
                        <a:lnTo>
                          <a:pt x="88" y="31"/>
                        </a:lnTo>
                        <a:lnTo>
                          <a:pt x="89" y="18"/>
                        </a:lnTo>
                        <a:lnTo>
                          <a:pt x="91" y="4"/>
                        </a:lnTo>
                        <a:lnTo>
                          <a:pt x="88" y="2"/>
                        </a:lnTo>
                        <a:lnTo>
                          <a:pt x="86" y="1"/>
                        </a:lnTo>
                        <a:lnTo>
                          <a:pt x="83" y="1"/>
                        </a:lnTo>
                        <a:lnTo>
                          <a:pt x="81" y="1"/>
                        </a:lnTo>
                        <a:lnTo>
                          <a:pt x="79" y="1"/>
                        </a:lnTo>
                        <a:lnTo>
                          <a:pt x="76" y="1"/>
                        </a:lnTo>
                        <a:lnTo>
                          <a:pt x="73" y="0"/>
                        </a:lnTo>
                        <a:lnTo>
                          <a:pt x="69" y="0"/>
                        </a:lnTo>
                        <a:lnTo>
                          <a:pt x="66" y="0"/>
                        </a:lnTo>
                        <a:lnTo>
                          <a:pt x="63" y="0"/>
                        </a:lnTo>
                        <a:lnTo>
                          <a:pt x="58" y="0"/>
                        </a:lnTo>
                        <a:lnTo>
                          <a:pt x="55" y="1"/>
                        </a:lnTo>
                        <a:lnTo>
                          <a:pt x="50" y="1"/>
                        </a:lnTo>
                        <a:lnTo>
                          <a:pt x="48" y="1"/>
                        </a:lnTo>
                        <a:lnTo>
                          <a:pt x="43" y="1"/>
                        </a:lnTo>
                        <a:lnTo>
                          <a:pt x="38" y="1"/>
                        </a:lnTo>
                        <a:lnTo>
                          <a:pt x="35" y="2"/>
                        </a:lnTo>
                        <a:lnTo>
                          <a:pt x="30" y="2"/>
                        </a:lnTo>
                        <a:lnTo>
                          <a:pt x="28" y="2"/>
                        </a:lnTo>
                        <a:lnTo>
                          <a:pt x="24" y="3"/>
                        </a:lnTo>
                        <a:lnTo>
                          <a:pt x="21" y="3"/>
                        </a:lnTo>
                        <a:lnTo>
                          <a:pt x="17" y="4"/>
                        </a:lnTo>
                        <a:lnTo>
                          <a:pt x="15" y="4"/>
                        </a:lnTo>
                        <a:lnTo>
                          <a:pt x="12" y="6"/>
                        </a:lnTo>
                        <a:lnTo>
                          <a:pt x="9" y="6"/>
                        </a:lnTo>
                        <a:lnTo>
                          <a:pt x="7" y="6"/>
                        </a:lnTo>
                        <a:lnTo>
                          <a:pt x="5" y="7"/>
                        </a:lnTo>
                        <a:lnTo>
                          <a:pt x="4" y="8"/>
                        </a:lnTo>
                        <a:lnTo>
                          <a:pt x="4" y="10"/>
                        </a:lnTo>
                        <a:lnTo>
                          <a:pt x="4" y="13"/>
                        </a:lnTo>
                        <a:lnTo>
                          <a:pt x="4" y="16"/>
                        </a:lnTo>
                        <a:lnTo>
                          <a:pt x="3" y="20"/>
                        </a:lnTo>
                        <a:lnTo>
                          <a:pt x="3" y="26"/>
                        </a:lnTo>
                        <a:lnTo>
                          <a:pt x="3" y="28"/>
                        </a:lnTo>
                        <a:lnTo>
                          <a:pt x="3" y="31"/>
                        </a:lnTo>
                        <a:lnTo>
                          <a:pt x="3" y="34"/>
                        </a:lnTo>
                        <a:lnTo>
                          <a:pt x="3" y="39"/>
                        </a:lnTo>
                        <a:lnTo>
                          <a:pt x="3" y="41"/>
                        </a:lnTo>
                        <a:lnTo>
                          <a:pt x="3" y="46"/>
                        </a:lnTo>
                        <a:lnTo>
                          <a:pt x="3" y="50"/>
                        </a:lnTo>
                        <a:lnTo>
                          <a:pt x="3" y="53"/>
                        </a:lnTo>
                        <a:lnTo>
                          <a:pt x="3" y="58"/>
                        </a:lnTo>
                        <a:lnTo>
                          <a:pt x="3" y="61"/>
                        </a:lnTo>
                        <a:lnTo>
                          <a:pt x="3" y="66"/>
                        </a:lnTo>
                        <a:lnTo>
                          <a:pt x="3" y="72"/>
                        </a:lnTo>
                        <a:lnTo>
                          <a:pt x="2" y="77"/>
                        </a:lnTo>
                        <a:lnTo>
                          <a:pt x="2" y="82"/>
                        </a:lnTo>
                        <a:lnTo>
                          <a:pt x="2" y="86"/>
                        </a:lnTo>
                        <a:lnTo>
                          <a:pt x="2" y="92"/>
                        </a:lnTo>
                        <a:lnTo>
                          <a:pt x="2" y="98"/>
                        </a:lnTo>
                        <a:lnTo>
                          <a:pt x="2" y="104"/>
                        </a:lnTo>
                        <a:lnTo>
                          <a:pt x="2" y="110"/>
                        </a:lnTo>
                        <a:lnTo>
                          <a:pt x="2" y="117"/>
                        </a:lnTo>
                        <a:lnTo>
                          <a:pt x="0" y="122"/>
                        </a:lnTo>
                        <a:lnTo>
                          <a:pt x="0" y="128"/>
                        </a:lnTo>
                        <a:lnTo>
                          <a:pt x="0" y="134"/>
                        </a:lnTo>
                        <a:lnTo>
                          <a:pt x="0" y="141"/>
                        </a:lnTo>
                        <a:lnTo>
                          <a:pt x="0" y="147"/>
                        </a:lnTo>
                        <a:lnTo>
                          <a:pt x="0" y="154"/>
                        </a:lnTo>
                        <a:lnTo>
                          <a:pt x="0" y="160"/>
                        </a:lnTo>
                        <a:lnTo>
                          <a:pt x="0" y="167"/>
                        </a:lnTo>
                        <a:lnTo>
                          <a:pt x="0" y="174"/>
                        </a:lnTo>
                        <a:lnTo>
                          <a:pt x="0" y="181"/>
                        </a:lnTo>
                        <a:lnTo>
                          <a:pt x="0" y="188"/>
                        </a:lnTo>
                        <a:lnTo>
                          <a:pt x="0" y="196"/>
                        </a:lnTo>
                        <a:lnTo>
                          <a:pt x="0" y="203"/>
                        </a:lnTo>
                        <a:lnTo>
                          <a:pt x="0" y="210"/>
                        </a:lnTo>
                        <a:lnTo>
                          <a:pt x="0" y="218"/>
                        </a:lnTo>
                        <a:lnTo>
                          <a:pt x="0" y="225"/>
                        </a:lnTo>
                        <a:lnTo>
                          <a:pt x="0" y="232"/>
                        </a:lnTo>
                        <a:lnTo>
                          <a:pt x="0" y="240"/>
                        </a:lnTo>
                        <a:lnTo>
                          <a:pt x="0" y="247"/>
                        </a:lnTo>
                        <a:lnTo>
                          <a:pt x="0" y="255"/>
                        </a:lnTo>
                        <a:lnTo>
                          <a:pt x="0" y="262"/>
                        </a:lnTo>
                        <a:lnTo>
                          <a:pt x="0" y="269"/>
                        </a:lnTo>
                        <a:lnTo>
                          <a:pt x="0" y="278"/>
                        </a:lnTo>
                        <a:lnTo>
                          <a:pt x="0" y="286"/>
                        </a:lnTo>
                        <a:lnTo>
                          <a:pt x="0" y="293"/>
                        </a:lnTo>
                        <a:lnTo>
                          <a:pt x="0" y="301"/>
                        </a:lnTo>
                        <a:lnTo>
                          <a:pt x="0" y="308"/>
                        </a:lnTo>
                        <a:lnTo>
                          <a:pt x="0" y="317"/>
                        </a:lnTo>
                        <a:lnTo>
                          <a:pt x="0" y="325"/>
                        </a:lnTo>
                        <a:lnTo>
                          <a:pt x="0" y="332"/>
                        </a:lnTo>
                        <a:lnTo>
                          <a:pt x="0" y="340"/>
                        </a:lnTo>
                        <a:lnTo>
                          <a:pt x="0" y="349"/>
                        </a:lnTo>
                        <a:lnTo>
                          <a:pt x="0" y="364"/>
                        </a:lnTo>
                        <a:lnTo>
                          <a:pt x="0" y="381"/>
                        </a:lnTo>
                        <a:lnTo>
                          <a:pt x="0" y="395"/>
                        </a:lnTo>
                        <a:lnTo>
                          <a:pt x="0" y="410"/>
                        </a:lnTo>
                        <a:lnTo>
                          <a:pt x="0" y="424"/>
                        </a:lnTo>
                        <a:lnTo>
                          <a:pt x="2" y="439"/>
                        </a:lnTo>
                        <a:lnTo>
                          <a:pt x="2" y="452"/>
                        </a:lnTo>
                        <a:lnTo>
                          <a:pt x="3" y="465"/>
                        </a:lnTo>
                        <a:lnTo>
                          <a:pt x="3" y="478"/>
                        </a:lnTo>
                        <a:lnTo>
                          <a:pt x="3" y="490"/>
                        </a:lnTo>
                        <a:lnTo>
                          <a:pt x="3" y="502"/>
                        </a:lnTo>
                        <a:lnTo>
                          <a:pt x="4" y="514"/>
                        </a:lnTo>
                        <a:lnTo>
                          <a:pt x="4" y="524"/>
                        </a:lnTo>
                        <a:lnTo>
                          <a:pt x="5" y="535"/>
                        </a:lnTo>
                        <a:lnTo>
                          <a:pt x="5" y="546"/>
                        </a:lnTo>
                        <a:lnTo>
                          <a:pt x="6" y="556"/>
                        </a:lnTo>
                        <a:lnTo>
                          <a:pt x="6" y="565"/>
                        </a:lnTo>
                        <a:lnTo>
                          <a:pt x="7" y="575"/>
                        </a:lnTo>
                        <a:lnTo>
                          <a:pt x="7" y="584"/>
                        </a:lnTo>
                        <a:lnTo>
                          <a:pt x="9" y="593"/>
                        </a:lnTo>
                        <a:lnTo>
                          <a:pt x="10" y="600"/>
                        </a:lnTo>
                        <a:lnTo>
                          <a:pt x="10" y="609"/>
                        </a:lnTo>
                        <a:lnTo>
                          <a:pt x="11" y="617"/>
                        </a:lnTo>
                        <a:lnTo>
                          <a:pt x="12" y="625"/>
                        </a:lnTo>
                        <a:lnTo>
                          <a:pt x="12" y="631"/>
                        </a:lnTo>
                        <a:lnTo>
                          <a:pt x="13" y="638"/>
                        </a:lnTo>
                        <a:lnTo>
                          <a:pt x="15" y="646"/>
                        </a:lnTo>
                        <a:lnTo>
                          <a:pt x="15" y="651"/>
                        </a:lnTo>
                        <a:lnTo>
                          <a:pt x="16" y="657"/>
                        </a:lnTo>
                        <a:lnTo>
                          <a:pt x="17" y="663"/>
                        </a:lnTo>
                        <a:lnTo>
                          <a:pt x="17" y="669"/>
                        </a:lnTo>
                        <a:lnTo>
                          <a:pt x="19" y="674"/>
                        </a:lnTo>
                        <a:lnTo>
                          <a:pt x="21" y="679"/>
                        </a:lnTo>
                        <a:lnTo>
                          <a:pt x="21" y="685"/>
                        </a:lnTo>
                        <a:lnTo>
                          <a:pt x="22" y="689"/>
                        </a:lnTo>
                        <a:lnTo>
                          <a:pt x="23" y="693"/>
                        </a:lnTo>
                        <a:lnTo>
                          <a:pt x="23" y="697"/>
                        </a:lnTo>
                        <a:lnTo>
                          <a:pt x="25" y="701"/>
                        </a:lnTo>
                        <a:lnTo>
                          <a:pt x="25" y="705"/>
                        </a:lnTo>
                        <a:lnTo>
                          <a:pt x="26" y="708"/>
                        </a:lnTo>
                        <a:lnTo>
                          <a:pt x="28" y="712"/>
                        </a:lnTo>
                        <a:lnTo>
                          <a:pt x="28" y="714"/>
                        </a:lnTo>
                        <a:lnTo>
                          <a:pt x="29" y="718"/>
                        </a:lnTo>
                        <a:lnTo>
                          <a:pt x="30" y="720"/>
                        </a:lnTo>
                        <a:lnTo>
                          <a:pt x="30" y="723"/>
                        </a:lnTo>
                        <a:lnTo>
                          <a:pt x="32" y="726"/>
                        </a:lnTo>
                        <a:lnTo>
                          <a:pt x="32" y="729"/>
                        </a:lnTo>
                        <a:lnTo>
                          <a:pt x="34" y="731"/>
                        </a:lnTo>
                        <a:lnTo>
                          <a:pt x="35" y="735"/>
                        </a:lnTo>
                        <a:lnTo>
                          <a:pt x="37" y="738"/>
                        </a:lnTo>
                        <a:lnTo>
                          <a:pt x="38" y="740"/>
                        </a:lnTo>
                        <a:lnTo>
                          <a:pt x="41" y="744"/>
                        </a:lnTo>
                        <a:lnTo>
                          <a:pt x="43" y="749"/>
                        </a:lnTo>
                        <a:lnTo>
                          <a:pt x="48" y="752"/>
                        </a:lnTo>
                        <a:lnTo>
                          <a:pt x="50" y="757"/>
                        </a:lnTo>
                        <a:lnTo>
                          <a:pt x="55" y="762"/>
                        </a:lnTo>
                        <a:lnTo>
                          <a:pt x="56" y="763"/>
                        </a:lnTo>
                        <a:lnTo>
                          <a:pt x="61" y="765"/>
                        </a:lnTo>
                        <a:lnTo>
                          <a:pt x="63" y="768"/>
                        </a:lnTo>
                        <a:lnTo>
                          <a:pt x="68" y="771"/>
                        </a:lnTo>
                        <a:lnTo>
                          <a:pt x="70" y="773"/>
                        </a:lnTo>
                        <a:lnTo>
                          <a:pt x="73" y="774"/>
                        </a:lnTo>
                        <a:lnTo>
                          <a:pt x="75" y="775"/>
                        </a:lnTo>
                        <a:lnTo>
                          <a:pt x="79" y="775"/>
                        </a:lnTo>
                        <a:lnTo>
                          <a:pt x="81" y="777"/>
                        </a:lnTo>
                        <a:lnTo>
                          <a:pt x="85" y="778"/>
                        </a:lnTo>
                        <a:lnTo>
                          <a:pt x="88" y="780"/>
                        </a:lnTo>
                        <a:lnTo>
                          <a:pt x="92" y="781"/>
                        </a:lnTo>
                        <a:lnTo>
                          <a:pt x="96" y="782"/>
                        </a:lnTo>
                        <a:lnTo>
                          <a:pt x="100" y="783"/>
                        </a:lnTo>
                        <a:lnTo>
                          <a:pt x="105" y="784"/>
                        </a:lnTo>
                        <a:lnTo>
                          <a:pt x="110" y="786"/>
                        </a:lnTo>
                        <a:lnTo>
                          <a:pt x="114" y="786"/>
                        </a:lnTo>
                        <a:lnTo>
                          <a:pt x="119" y="788"/>
                        </a:lnTo>
                        <a:lnTo>
                          <a:pt x="125" y="788"/>
                        </a:lnTo>
                        <a:lnTo>
                          <a:pt x="131" y="790"/>
                        </a:lnTo>
                        <a:lnTo>
                          <a:pt x="137" y="790"/>
                        </a:lnTo>
                        <a:lnTo>
                          <a:pt x="144" y="793"/>
                        </a:lnTo>
                        <a:lnTo>
                          <a:pt x="150" y="793"/>
                        </a:lnTo>
                        <a:lnTo>
                          <a:pt x="157" y="794"/>
                        </a:lnTo>
                        <a:lnTo>
                          <a:pt x="164" y="795"/>
                        </a:lnTo>
                        <a:lnTo>
                          <a:pt x="172" y="796"/>
                        </a:lnTo>
                        <a:lnTo>
                          <a:pt x="181" y="796"/>
                        </a:lnTo>
                        <a:lnTo>
                          <a:pt x="190" y="799"/>
                        </a:lnTo>
                        <a:lnTo>
                          <a:pt x="198" y="799"/>
                        </a:lnTo>
                        <a:lnTo>
                          <a:pt x="208" y="800"/>
                        </a:lnTo>
                        <a:lnTo>
                          <a:pt x="217" y="800"/>
                        </a:lnTo>
                        <a:lnTo>
                          <a:pt x="228" y="801"/>
                        </a:lnTo>
                        <a:lnTo>
                          <a:pt x="238" y="801"/>
                        </a:lnTo>
                        <a:lnTo>
                          <a:pt x="250" y="802"/>
                        </a:lnTo>
                        <a:lnTo>
                          <a:pt x="260" y="803"/>
                        </a:lnTo>
                        <a:lnTo>
                          <a:pt x="273" y="803"/>
                        </a:lnTo>
                        <a:lnTo>
                          <a:pt x="284" y="803"/>
                        </a:lnTo>
                        <a:lnTo>
                          <a:pt x="297" y="805"/>
                        </a:lnTo>
                        <a:lnTo>
                          <a:pt x="310" y="806"/>
                        </a:lnTo>
                        <a:lnTo>
                          <a:pt x="324" y="806"/>
                        </a:lnTo>
                        <a:lnTo>
                          <a:pt x="339" y="806"/>
                        </a:lnTo>
                        <a:lnTo>
                          <a:pt x="352" y="806"/>
                        </a:lnTo>
                        <a:lnTo>
                          <a:pt x="367" y="807"/>
                        </a:lnTo>
                        <a:lnTo>
                          <a:pt x="384" y="808"/>
                        </a:lnTo>
                        <a:lnTo>
                          <a:pt x="399" y="808"/>
                        </a:lnTo>
                        <a:lnTo>
                          <a:pt x="416" y="808"/>
                        </a:lnTo>
                        <a:lnTo>
                          <a:pt x="432" y="808"/>
                        </a:lnTo>
                        <a:lnTo>
                          <a:pt x="451" y="808"/>
                        </a:lnTo>
                        <a:lnTo>
                          <a:pt x="470" y="808"/>
                        </a:lnTo>
                        <a:lnTo>
                          <a:pt x="488" y="808"/>
                        </a:lnTo>
                        <a:lnTo>
                          <a:pt x="508" y="808"/>
                        </a:lnTo>
                        <a:lnTo>
                          <a:pt x="528" y="808"/>
                        </a:lnTo>
                        <a:lnTo>
                          <a:pt x="538" y="808"/>
                        </a:lnTo>
                        <a:lnTo>
                          <a:pt x="546" y="808"/>
                        </a:lnTo>
                        <a:lnTo>
                          <a:pt x="557" y="807"/>
                        </a:lnTo>
                        <a:lnTo>
                          <a:pt x="566" y="807"/>
                        </a:lnTo>
                        <a:lnTo>
                          <a:pt x="575" y="806"/>
                        </a:lnTo>
                        <a:lnTo>
                          <a:pt x="585" y="806"/>
                        </a:lnTo>
                        <a:lnTo>
                          <a:pt x="595" y="806"/>
                        </a:lnTo>
                        <a:lnTo>
                          <a:pt x="604" y="806"/>
                        </a:lnTo>
                        <a:lnTo>
                          <a:pt x="614" y="806"/>
                        </a:lnTo>
                        <a:lnTo>
                          <a:pt x="622" y="806"/>
                        </a:lnTo>
                        <a:lnTo>
                          <a:pt x="632" y="806"/>
                        </a:lnTo>
                        <a:lnTo>
                          <a:pt x="641" y="806"/>
                        </a:lnTo>
                        <a:lnTo>
                          <a:pt x="651" y="806"/>
                        </a:lnTo>
                        <a:lnTo>
                          <a:pt x="660" y="806"/>
                        </a:lnTo>
                        <a:lnTo>
                          <a:pt x="668" y="806"/>
                        </a:lnTo>
                        <a:lnTo>
                          <a:pt x="678" y="806"/>
                        </a:lnTo>
                        <a:lnTo>
                          <a:pt x="686" y="805"/>
                        </a:lnTo>
                        <a:lnTo>
                          <a:pt x="696" y="803"/>
                        </a:lnTo>
                        <a:lnTo>
                          <a:pt x="704" y="803"/>
                        </a:lnTo>
                        <a:lnTo>
                          <a:pt x="713" y="803"/>
                        </a:lnTo>
                        <a:lnTo>
                          <a:pt x="722" y="803"/>
                        </a:lnTo>
                        <a:lnTo>
                          <a:pt x="730" y="803"/>
                        </a:lnTo>
                        <a:lnTo>
                          <a:pt x="738" y="803"/>
                        </a:lnTo>
                        <a:lnTo>
                          <a:pt x="747" y="803"/>
                        </a:lnTo>
                        <a:lnTo>
                          <a:pt x="755" y="802"/>
                        </a:lnTo>
                        <a:lnTo>
                          <a:pt x="763" y="801"/>
                        </a:lnTo>
                        <a:lnTo>
                          <a:pt x="772" y="801"/>
                        </a:lnTo>
                        <a:lnTo>
                          <a:pt x="780" y="801"/>
                        </a:lnTo>
                        <a:lnTo>
                          <a:pt x="787" y="801"/>
                        </a:lnTo>
                        <a:lnTo>
                          <a:pt x="794" y="801"/>
                        </a:lnTo>
                        <a:lnTo>
                          <a:pt x="802" y="801"/>
                        </a:lnTo>
                        <a:lnTo>
                          <a:pt x="810" y="801"/>
                        </a:lnTo>
                        <a:lnTo>
                          <a:pt x="817" y="801"/>
                        </a:lnTo>
                        <a:lnTo>
                          <a:pt x="824" y="800"/>
                        </a:lnTo>
                        <a:lnTo>
                          <a:pt x="830" y="800"/>
                        </a:lnTo>
                        <a:lnTo>
                          <a:pt x="838" y="800"/>
                        </a:lnTo>
                        <a:lnTo>
                          <a:pt x="844" y="799"/>
                        </a:lnTo>
                        <a:lnTo>
                          <a:pt x="850" y="799"/>
                        </a:lnTo>
                        <a:lnTo>
                          <a:pt x="856" y="799"/>
                        </a:lnTo>
                        <a:lnTo>
                          <a:pt x="863" y="799"/>
                        </a:lnTo>
                        <a:lnTo>
                          <a:pt x="868" y="797"/>
                        </a:lnTo>
                        <a:lnTo>
                          <a:pt x="875" y="797"/>
                        </a:lnTo>
                        <a:lnTo>
                          <a:pt x="881" y="797"/>
                        </a:lnTo>
                        <a:lnTo>
                          <a:pt x="885" y="797"/>
                        </a:lnTo>
                        <a:lnTo>
                          <a:pt x="890" y="796"/>
                        </a:lnTo>
                        <a:lnTo>
                          <a:pt x="896" y="796"/>
                        </a:lnTo>
                        <a:lnTo>
                          <a:pt x="901" y="796"/>
                        </a:lnTo>
                        <a:lnTo>
                          <a:pt x="906" y="796"/>
                        </a:lnTo>
                        <a:lnTo>
                          <a:pt x="909" y="796"/>
                        </a:lnTo>
                        <a:lnTo>
                          <a:pt x="914" y="795"/>
                        </a:lnTo>
                        <a:lnTo>
                          <a:pt x="919" y="795"/>
                        </a:lnTo>
                        <a:lnTo>
                          <a:pt x="921" y="795"/>
                        </a:lnTo>
                        <a:lnTo>
                          <a:pt x="925" y="794"/>
                        </a:lnTo>
                        <a:lnTo>
                          <a:pt x="928" y="794"/>
                        </a:lnTo>
                        <a:lnTo>
                          <a:pt x="932" y="794"/>
                        </a:lnTo>
                        <a:lnTo>
                          <a:pt x="935" y="794"/>
                        </a:lnTo>
                        <a:lnTo>
                          <a:pt x="940" y="794"/>
                        </a:lnTo>
                        <a:lnTo>
                          <a:pt x="944" y="794"/>
                        </a:lnTo>
                        <a:lnTo>
                          <a:pt x="947" y="794"/>
                        </a:lnTo>
                        <a:lnTo>
                          <a:pt x="950" y="794"/>
                        </a:lnTo>
                        <a:lnTo>
                          <a:pt x="952" y="793"/>
                        </a:lnTo>
                        <a:lnTo>
                          <a:pt x="954" y="790"/>
                        </a:lnTo>
                        <a:lnTo>
                          <a:pt x="954" y="788"/>
                        </a:lnTo>
                        <a:lnTo>
                          <a:pt x="954" y="786"/>
                        </a:lnTo>
                        <a:lnTo>
                          <a:pt x="954" y="783"/>
                        </a:lnTo>
                        <a:lnTo>
                          <a:pt x="954" y="781"/>
                        </a:lnTo>
                        <a:lnTo>
                          <a:pt x="954" y="777"/>
                        </a:lnTo>
                        <a:lnTo>
                          <a:pt x="953" y="774"/>
                        </a:lnTo>
                        <a:lnTo>
                          <a:pt x="952" y="770"/>
                        </a:lnTo>
                        <a:lnTo>
                          <a:pt x="952" y="767"/>
                        </a:lnTo>
                        <a:lnTo>
                          <a:pt x="951" y="763"/>
                        </a:lnTo>
                        <a:lnTo>
                          <a:pt x="950" y="759"/>
                        </a:lnTo>
                        <a:lnTo>
                          <a:pt x="950" y="755"/>
                        </a:lnTo>
                        <a:lnTo>
                          <a:pt x="948" y="751"/>
                        </a:lnTo>
                        <a:lnTo>
                          <a:pt x="946" y="748"/>
                        </a:lnTo>
                        <a:lnTo>
                          <a:pt x="945" y="743"/>
                        </a:lnTo>
                        <a:lnTo>
                          <a:pt x="944" y="739"/>
                        </a:lnTo>
                        <a:lnTo>
                          <a:pt x="942" y="736"/>
                        </a:lnTo>
                        <a:lnTo>
                          <a:pt x="941" y="732"/>
                        </a:lnTo>
                        <a:lnTo>
                          <a:pt x="939" y="729"/>
                        </a:lnTo>
                        <a:lnTo>
                          <a:pt x="939" y="725"/>
                        </a:lnTo>
                        <a:lnTo>
                          <a:pt x="938" y="723"/>
                        </a:lnTo>
                        <a:lnTo>
                          <a:pt x="937" y="720"/>
                        </a:lnTo>
                        <a:lnTo>
                          <a:pt x="934" y="717"/>
                        </a:lnTo>
                        <a:lnTo>
                          <a:pt x="934" y="714"/>
                        </a:lnTo>
                        <a:lnTo>
                          <a:pt x="934" y="713"/>
                        </a:lnTo>
                        <a:lnTo>
                          <a:pt x="932" y="711"/>
                        </a:lnTo>
                        <a:lnTo>
                          <a:pt x="932" y="71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27" name="Freeform 85"/>
                  <p:cNvSpPr/>
                  <p:nvPr/>
                </p:nvSpPr>
                <p:spPr bwMode="auto">
                  <a:xfrm>
                    <a:off x="5409" y="1590"/>
                    <a:ext cx="202" cy="39"/>
                  </a:xfrm>
                  <a:custGeom>
                    <a:avLst/>
                    <a:gdLst>
                      <a:gd name="T0" fmla="*/ 0 w 605"/>
                      <a:gd name="T1" fmla="*/ 0 h 119"/>
                      <a:gd name="T2" fmla="*/ 0 w 605"/>
                      <a:gd name="T3" fmla="*/ 0 h 119"/>
                      <a:gd name="T4" fmla="*/ 0 w 605"/>
                      <a:gd name="T5" fmla="*/ 0 h 119"/>
                      <a:gd name="T6" fmla="*/ 0 w 605"/>
                      <a:gd name="T7" fmla="*/ 0 h 119"/>
                      <a:gd name="T8" fmla="*/ 0 w 605"/>
                      <a:gd name="T9" fmla="*/ 0 h 119"/>
                      <a:gd name="T10" fmla="*/ 0 w 605"/>
                      <a:gd name="T11" fmla="*/ 0 h 119"/>
                      <a:gd name="T12" fmla="*/ 0 w 605"/>
                      <a:gd name="T13" fmla="*/ 0 h 119"/>
                      <a:gd name="T14" fmla="*/ 0 w 605"/>
                      <a:gd name="T15" fmla="*/ 0 h 119"/>
                      <a:gd name="T16" fmla="*/ 0 w 605"/>
                      <a:gd name="T17" fmla="*/ 0 h 119"/>
                      <a:gd name="T18" fmla="*/ 0 w 605"/>
                      <a:gd name="T19" fmla="*/ 0 h 119"/>
                      <a:gd name="T20" fmla="*/ 0 w 605"/>
                      <a:gd name="T21" fmla="*/ 0 h 119"/>
                      <a:gd name="T22" fmla="*/ 0 w 605"/>
                      <a:gd name="T23" fmla="*/ 0 h 119"/>
                      <a:gd name="T24" fmla="*/ 0 w 605"/>
                      <a:gd name="T25" fmla="*/ 0 h 119"/>
                      <a:gd name="T26" fmla="*/ 0 w 605"/>
                      <a:gd name="T27" fmla="*/ 0 h 119"/>
                      <a:gd name="T28" fmla="*/ 0 w 605"/>
                      <a:gd name="T29" fmla="*/ 0 h 119"/>
                      <a:gd name="T30" fmla="*/ 0 w 605"/>
                      <a:gd name="T31" fmla="*/ 0 h 119"/>
                      <a:gd name="T32" fmla="*/ 0 w 605"/>
                      <a:gd name="T33" fmla="*/ 0 h 119"/>
                      <a:gd name="T34" fmla="*/ 0 w 605"/>
                      <a:gd name="T35" fmla="*/ 0 h 119"/>
                      <a:gd name="T36" fmla="*/ 0 w 605"/>
                      <a:gd name="T37" fmla="*/ 0 h 119"/>
                      <a:gd name="T38" fmla="*/ 0 w 605"/>
                      <a:gd name="T39" fmla="*/ 0 h 119"/>
                      <a:gd name="T40" fmla="*/ 0 w 605"/>
                      <a:gd name="T41" fmla="*/ 0 h 119"/>
                      <a:gd name="T42" fmla="*/ 0 w 605"/>
                      <a:gd name="T43" fmla="*/ 0 h 119"/>
                      <a:gd name="T44" fmla="*/ 0 w 605"/>
                      <a:gd name="T45" fmla="*/ 0 h 119"/>
                      <a:gd name="T46" fmla="*/ 0 w 605"/>
                      <a:gd name="T47" fmla="*/ 0 h 119"/>
                      <a:gd name="T48" fmla="*/ 0 w 605"/>
                      <a:gd name="T49" fmla="*/ 0 h 119"/>
                      <a:gd name="T50" fmla="*/ 0 w 605"/>
                      <a:gd name="T51" fmla="*/ 0 h 119"/>
                      <a:gd name="T52" fmla="*/ 0 w 605"/>
                      <a:gd name="T53" fmla="*/ 0 h 119"/>
                      <a:gd name="T54" fmla="*/ 0 w 605"/>
                      <a:gd name="T55" fmla="*/ 0 h 119"/>
                      <a:gd name="T56" fmla="*/ 0 w 605"/>
                      <a:gd name="T57" fmla="*/ 0 h 119"/>
                      <a:gd name="T58" fmla="*/ 0 w 605"/>
                      <a:gd name="T59" fmla="*/ 0 h 119"/>
                      <a:gd name="T60" fmla="*/ 0 w 605"/>
                      <a:gd name="T61" fmla="*/ 0 h 119"/>
                      <a:gd name="T62" fmla="*/ 0 w 605"/>
                      <a:gd name="T63" fmla="*/ 0 h 119"/>
                      <a:gd name="T64" fmla="*/ 0 w 605"/>
                      <a:gd name="T65" fmla="*/ 0 h 119"/>
                      <a:gd name="T66" fmla="*/ 0 w 605"/>
                      <a:gd name="T67" fmla="*/ 0 h 119"/>
                      <a:gd name="T68" fmla="*/ 0 w 605"/>
                      <a:gd name="T69" fmla="*/ 0 h 119"/>
                      <a:gd name="T70" fmla="*/ 0 w 605"/>
                      <a:gd name="T71" fmla="*/ 0 h 119"/>
                      <a:gd name="T72" fmla="*/ 0 w 605"/>
                      <a:gd name="T73" fmla="*/ 0 h 119"/>
                      <a:gd name="T74" fmla="*/ 0 w 605"/>
                      <a:gd name="T75" fmla="*/ 0 h 119"/>
                      <a:gd name="T76" fmla="*/ 0 w 605"/>
                      <a:gd name="T77" fmla="*/ 0 h 119"/>
                      <a:gd name="T78" fmla="*/ 0 w 605"/>
                      <a:gd name="T79" fmla="*/ 0 h 119"/>
                      <a:gd name="T80" fmla="*/ 0 w 605"/>
                      <a:gd name="T81" fmla="*/ 0 h 119"/>
                      <a:gd name="T82" fmla="*/ 0 w 605"/>
                      <a:gd name="T83" fmla="*/ 0 h 119"/>
                      <a:gd name="T84" fmla="*/ 0 w 605"/>
                      <a:gd name="T85" fmla="*/ 0 h 119"/>
                      <a:gd name="T86" fmla="*/ 0 w 605"/>
                      <a:gd name="T87" fmla="*/ 0 h 11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05"/>
                      <a:gd name="T133" fmla="*/ 0 h 119"/>
                      <a:gd name="T134" fmla="*/ 605 w 605"/>
                      <a:gd name="T135" fmla="*/ 119 h 11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05" h="119">
                        <a:moveTo>
                          <a:pt x="0" y="34"/>
                        </a:moveTo>
                        <a:lnTo>
                          <a:pt x="14" y="119"/>
                        </a:lnTo>
                        <a:lnTo>
                          <a:pt x="23" y="117"/>
                        </a:lnTo>
                        <a:lnTo>
                          <a:pt x="34" y="114"/>
                        </a:lnTo>
                        <a:lnTo>
                          <a:pt x="42" y="112"/>
                        </a:lnTo>
                        <a:lnTo>
                          <a:pt x="52" y="111"/>
                        </a:lnTo>
                        <a:lnTo>
                          <a:pt x="62" y="110"/>
                        </a:lnTo>
                        <a:lnTo>
                          <a:pt x="72" y="108"/>
                        </a:lnTo>
                        <a:lnTo>
                          <a:pt x="80" y="106"/>
                        </a:lnTo>
                        <a:lnTo>
                          <a:pt x="91" y="105"/>
                        </a:lnTo>
                        <a:lnTo>
                          <a:pt x="100" y="104"/>
                        </a:lnTo>
                        <a:lnTo>
                          <a:pt x="110" y="101"/>
                        </a:lnTo>
                        <a:lnTo>
                          <a:pt x="119" y="101"/>
                        </a:lnTo>
                        <a:lnTo>
                          <a:pt x="129" y="99"/>
                        </a:lnTo>
                        <a:lnTo>
                          <a:pt x="138" y="98"/>
                        </a:lnTo>
                        <a:lnTo>
                          <a:pt x="148" y="97"/>
                        </a:lnTo>
                        <a:lnTo>
                          <a:pt x="156" y="97"/>
                        </a:lnTo>
                        <a:lnTo>
                          <a:pt x="166" y="95"/>
                        </a:lnTo>
                        <a:lnTo>
                          <a:pt x="176" y="94"/>
                        </a:lnTo>
                        <a:lnTo>
                          <a:pt x="185" y="94"/>
                        </a:lnTo>
                        <a:lnTo>
                          <a:pt x="194" y="93"/>
                        </a:lnTo>
                        <a:lnTo>
                          <a:pt x="204" y="92"/>
                        </a:lnTo>
                        <a:lnTo>
                          <a:pt x="212" y="92"/>
                        </a:lnTo>
                        <a:lnTo>
                          <a:pt x="221" y="91"/>
                        </a:lnTo>
                        <a:lnTo>
                          <a:pt x="231" y="89"/>
                        </a:lnTo>
                        <a:lnTo>
                          <a:pt x="239" y="89"/>
                        </a:lnTo>
                        <a:lnTo>
                          <a:pt x="249" y="89"/>
                        </a:lnTo>
                        <a:lnTo>
                          <a:pt x="257" y="88"/>
                        </a:lnTo>
                        <a:lnTo>
                          <a:pt x="268" y="88"/>
                        </a:lnTo>
                        <a:lnTo>
                          <a:pt x="276" y="88"/>
                        </a:lnTo>
                        <a:lnTo>
                          <a:pt x="286" y="87"/>
                        </a:lnTo>
                        <a:lnTo>
                          <a:pt x="294" y="87"/>
                        </a:lnTo>
                        <a:lnTo>
                          <a:pt x="303" y="87"/>
                        </a:lnTo>
                        <a:lnTo>
                          <a:pt x="313" y="87"/>
                        </a:lnTo>
                        <a:lnTo>
                          <a:pt x="321" y="86"/>
                        </a:lnTo>
                        <a:lnTo>
                          <a:pt x="329" y="86"/>
                        </a:lnTo>
                        <a:lnTo>
                          <a:pt x="339" y="86"/>
                        </a:lnTo>
                        <a:lnTo>
                          <a:pt x="347" y="86"/>
                        </a:lnTo>
                        <a:lnTo>
                          <a:pt x="356" y="86"/>
                        </a:lnTo>
                        <a:lnTo>
                          <a:pt x="365" y="86"/>
                        </a:lnTo>
                        <a:lnTo>
                          <a:pt x="373" y="86"/>
                        </a:lnTo>
                        <a:lnTo>
                          <a:pt x="383" y="87"/>
                        </a:lnTo>
                        <a:lnTo>
                          <a:pt x="391" y="87"/>
                        </a:lnTo>
                        <a:lnTo>
                          <a:pt x="399" y="88"/>
                        </a:lnTo>
                        <a:lnTo>
                          <a:pt x="409" y="88"/>
                        </a:lnTo>
                        <a:lnTo>
                          <a:pt x="417" y="89"/>
                        </a:lnTo>
                        <a:lnTo>
                          <a:pt x="427" y="89"/>
                        </a:lnTo>
                        <a:lnTo>
                          <a:pt x="435" y="91"/>
                        </a:lnTo>
                        <a:lnTo>
                          <a:pt x="443" y="91"/>
                        </a:lnTo>
                        <a:lnTo>
                          <a:pt x="453" y="92"/>
                        </a:lnTo>
                        <a:lnTo>
                          <a:pt x="461" y="92"/>
                        </a:lnTo>
                        <a:lnTo>
                          <a:pt x="469" y="93"/>
                        </a:lnTo>
                        <a:lnTo>
                          <a:pt x="478" y="94"/>
                        </a:lnTo>
                        <a:lnTo>
                          <a:pt x="487" y="95"/>
                        </a:lnTo>
                        <a:lnTo>
                          <a:pt x="496" y="97"/>
                        </a:lnTo>
                        <a:lnTo>
                          <a:pt x="503" y="97"/>
                        </a:lnTo>
                        <a:lnTo>
                          <a:pt x="512" y="98"/>
                        </a:lnTo>
                        <a:lnTo>
                          <a:pt x="520" y="99"/>
                        </a:lnTo>
                        <a:lnTo>
                          <a:pt x="529" y="100"/>
                        </a:lnTo>
                        <a:lnTo>
                          <a:pt x="537" y="101"/>
                        </a:lnTo>
                        <a:lnTo>
                          <a:pt x="545" y="104"/>
                        </a:lnTo>
                        <a:lnTo>
                          <a:pt x="555" y="104"/>
                        </a:lnTo>
                        <a:lnTo>
                          <a:pt x="563" y="106"/>
                        </a:lnTo>
                        <a:lnTo>
                          <a:pt x="571" y="107"/>
                        </a:lnTo>
                        <a:lnTo>
                          <a:pt x="580" y="110"/>
                        </a:lnTo>
                        <a:lnTo>
                          <a:pt x="589" y="111"/>
                        </a:lnTo>
                        <a:lnTo>
                          <a:pt x="605" y="25"/>
                        </a:lnTo>
                        <a:lnTo>
                          <a:pt x="594" y="23"/>
                        </a:lnTo>
                        <a:lnTo>
                          <a:pt x="586" y="22"/>
                        </a:lnTo>
                        <a:lnTo>
                          <a:pt x="576" y="21"/>
                        </a:lnTo>
                        <a:lnTo>
                          <a:pt x="568" y="18"/>
                        </a:lnTo>
                        <a:lnTo>
                          <a:pt x="558" y="18"/>
                        </a:lnTo>
                        <a:lnTo>
                          <a:pt x="550" y="16"/>
                        </a:lnTo>
                        <a:lnTo>
                          <a:pt x="541" y="15"/>
                        </a:lnTo>
                        <a:lnTo>
                          <a:pt x="532" y="14"/>
                        </a:lnTo>
                        <a:lnTo>
                          <a:pt x="523" y="12"/>
                        </a:lnTo>
                        <a:lnTo>
                          <a:pt x="513" y="11"/>
                        </a:lnTo>
                        <a:lnTo>
                          <a:pt x="505" y="10"/>
                        </a:lnTo>
                        <a:lnTo>
                          <a:pt x="496" y="9"/>
                        </a:lnTo>
                        <a:lnTo>
                          <a:pt x="487" y="8"/>
                        </a:lnTo>
                        <a:lnTo>
                          <a:pt x="478" y="8"/>
                        </a:lnTo>
                        <a:lnTo>
                          <a:pt x="468" y="6"/>
                        </a:lnTo>
                        <a:lnTo>
                          <a:pt x="460" y="5"/>
                        </a:lnTo>
                        <a:lnTo>
                          <a:pt x="450" y="4"/>
                        </a:lnTo>
                        <a:lnTo>
                          <a:pt x="441" y="4"/>
                        </a:lnTo>
                        <a:lnTo>
                          <a:pt x="431" y="3"/>
                        </a:lnTo>
                        <a:lnTo>
                          <a:pt x="423" y="3"/>
                        </a:lnTo>
                        <a:lnTo>
                          <a:pt x="414" y="2"/>
                        </a:lnTo>
                        <a:lnTo>
                          <a:pt x="404" y="2"/>
                        </a:lnTo>
                        <a:lnTo>
                          <a:pt x="395" y="0"/>
                        </a:lnTo>
                        <a:lnTo>
                          <a:pt x="386" y="0"/>
                        </a:lnTo>
                        <a:lnTo>
                          <a:pt x="377" y="0"/>
                        </a:lnTo>
                        <a:lnTo>
                          <a:pt x="369" y="0"/>
                        </a:lnTo>
                        <a:lnTo>
                          <a:pt x="359" y="0"/>
                        </a:lnTo>
                        <a:lnTo>
                          <a:pt x="350" y="0"/>
                        </a:lnTo>
                        <a:lnTo>
                          <a:pt x="340" y="0"/>
                        </a:lnTo>
                        <a:lnTo>
                          <a:pt x="331" y="0"/>
                        </a:lnTo>
                        <a:lnTo>
                          <a:pt x="321" y="0"/>
                        </a:lnTo>
                        <a:lnTo>
                          <a:pt x="312" y="0"/>
                        </a:lnTo>
                        <a:lnTo>
                          <a:pt x="302" y="0"/>
                        </a:lnTo>
                        <a:lnTo>
                          <a:pt x="293" y="0"/>
                        </a:lnTo>
                        <a:lnTo>
                          <a:pt x="283" y="0"/>
                        </a:lnTo>
                        <a:lnTo>
                          <a:pt x="274" y="0"/>
                        </a:lnTo>
                        <a:lnTo>
                          <a:pt x="264" y="0"/>
                        </a:lnTo>
                        <a:lnTo>
                          <a:pt x="255" y="2"/>
                        </a:lnTo>
                        <a:lnTo>
                          <a:pt x="245" y="2"/>
                        </a:lnTo>
                        <a:lnTo>
                          <a:pt x="236" y="3"/>
                        </a:lnTo>
                        <a:lnTo>
                          <a:pt x="226" y="3"/>
                        </a:lnTo>
                        <a:lnTo>
                          <a:pt x="217" y="4"/>
                        </a:lnTo>
                        <a:lnTo>
                          <a:pt x="207" y="5"/>
                        </a:lnTo>
                        <a:lnTo>
                          <a:pt x="197" y="5"/>
                        </a:lnTo>
                        <a:lnTo>
                          <a:pt x="187" y="6"/>
                        </a:lnTo>
                        <a:lnTo>
                          <a:pt x="178" y="8"/>
                        </a:lnTo>
                        <a:lnTo>
                          <a:pt x="168" y="8"/>
                        </a:lnTo>
                        <a:lnTo>
                          <a:pt x="159" y="10"/>
                        </a:lnTo>
                        <a:lnTo>
                          <a:pt x="149" y="10"/>
                        </a:lnTo>
                        <a:lnTo>
                          <a:pt x="138" y="11"/>
                        </a:lnTo>
                        <a:lnTo>
                          <a:pt x="128" y="14"/>
                        </a:lnTo>
                        <a:lnTo>
                          <a:pt x="118" y="14"/>
                        </a:lnTo>
                        <a:lnTo>
                          <a:pt x="109" y="16"/>
                        </a:lnTo>
                        <a:lnTo>
                          <a:pt x="99" y="17"/>
                        </a:lnTo>
                        <a:lnTo>
                          <a:pt x="89" y="18"/>
                        </a:lnTo>
                        <a:lnTo>
                          <a:pt x="80" y="19"/>
                        </a:lnTo>
                        <a:lnTo>
                          <a:pt x="70" y="21"/>
                        </a:lnTo>
                        <a:lnTo>
                          <a:pt x="60" y="23"/>
                        </a:lnTo>
                        <a:lnTo>
                          <a:pt x="49" y="24"/>
                        </a:lnTo>
                        <a:lnTo>
                          <a:pt x="40" y="25"/>
                        </a:lnTo>
                        <a:lnTo>
                          <a:pt x="29" y="28"/>
                        </a:lnTo>
                        <a:lnTo>
                          <a:pt x="20" y="29"/>
                        </a:lnTo>
                        <a:lnTo>
                          <a:pt x="9" y="31"/>
                        </a:lnTo>
                        <a:lnTo>
                          <a:pt x="0" y="3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28" name="Freeform 86"/>
                  <p:cNvSpPr/>
                  <p:nvPr/>
                </p:nvSpPr>
                <p:spPr bwMode="auto">
                  <a:xfrm>
                    <a:off x="5338" y="1833"/>
                    <a:ext cx="380" cy="33"/>
                  </a:xfrm>
                  <a:custGeom>
                    <a:avLst/>
                    <a:gdLst>
                      <a:gd name="T0" fmla="*/ 0 w 1140"/>
                      <a:gd name="T1" fmla="*/ 0 h 99"/>
                      <a:gd name="T2" fmla="*/ 0 w 1140"/>
                      <a:gd name="T3" fmla="*/ 0 h 99"/>
                      <a:gd name="T4" fmla="*/ 0 w 1140"/>
                      <a:gd name="T5" fmla="*/ 0 h 99"/>
                      <a:gd name="T6" fmla="*/ 0 w 1140"/>
                      <a:gd name="T7" fmla="*/ 0 h 99"/>
                      <a:gd name="T8" fmla="*/ 0 w 1140"/>
                      <a:gd name="T9" fmla="*/ 0 h 99"/>
                      <a:gd name="T10" fmla="*/ 0 w 1140"/>
                      <a:gd name="T11" fmla="*/ 0 h 99"/>
                      <a:gd name="T12" fmla="*/ 0 w 1140"/>
                      <a:gd name="T13" fmla="*/ 0 h 99"/>
                      <a:gd name="T14" fmla="*/ 0 w 1140"/>
                      <a:gd name="T15" fmla="*/ 0 h 99"/>
                      <a:gd name="T16" fmla="*/ 0 w 1140"/>
                      <a:gd name="T17" fmla="*/ 0 h 99"/>
                      <a:gd name="T18" fmla="*/ 0 w 1140"/>
                      <a:gd name="T19" fmla="*/ 0 h 99"/>
                      <a:gd name="T20" fmla="*/ 0 w 1140"/>
                      <a:gd name="T21" fmla="*/ 0 h 99"/>
                      <a:gd name="T22" fmla="*/ 0 w 1140"/>
                      <a:gd name="T23" fmla="*/ 0 h 99"/>
                      <a:gd name="T24" fmla="*/ 0 w 1140"/>
                      <a:gd name="T25" fmla="*/ 0 h 99"/>
                      <a:gd name="T26" fmla="*/ 0 w 1140"/>
                      <a:gd name="T27" fmla="*/ 0 h 99"/>
                      <a:gd name="T28" fmla="*/ 0 w 1140"/>
                      <a:gd name="T29" fmla="*/ 0 h 99"/>
                      <a:gd name="T30" fmla="*/ 0 w 1140"/>
                      <a:gd name="T31" fmla="*/ 0 h 99"/>
                      <a:gd name="T32" fmla="*/ 0 w 1140"/>
                      <a:gd name="T33" fmla="*/ 0 h 99"/>
                      <a:gd name="T34" fmla="*/ 0 w 1140"/>
                      <a:gd name="T35" fmla="*/ 0 h 99"/>
                      <a:gd name="T36" fmla="*/ 0 w 1140"/>
                      <a:gd name="T37" fmla="*/ 0 h 99"/>
                      <a:gd name="T38" fmla="*/ 0 w 1140"/>
                      <a:gd name="T39" fmla="*/ 0 h 99"/>
                      <a:gd name="T40" fmla="*/ 0 w 1140"/>
                      <a:gd name="T41" fmla="*/ 0 h 99"/>
                      <a:gd name="T42" fmla="*/ 0 w 1140"/>
                      <a:gd name="T43" fmla="*/ 0 h 99"/>
                      <a:gd name="T44" fmla="*/ 0 w 1140"/>
                      <a:gd name="T45" fmla="*/ 0 h 99"/>
                      <a:gd name="T46" fmla="*/ 0 w 1140"/>
                      <a:gd name="T47" fmla="*/ 0 h 99"/>
                      <a:gd name="T48" fmla="*/ 0 w 1140"/>
                      <a:gd name="T49" fmla="*/ 0 h 99"/>
                      <a:gd name="T50" fmla="*/ 0 w 1140"/>
                      <a:gd name="T51" fmla="*/ 0 h 99"/>
                      <a:gd name="T52" fmla="*/ 0 w 1140"/>
                      <a:gd name="T53" fmla="*/ 0 h 99"/>
                      <a:gd name="T54" fmla="*/ 0 w 1140"/>
                      <a:gd name="T55" fmla="*/ 0 h 99"/>
                      <a:gd name="T56" fmla="*/ 0 w 1140"/>
                      <a:gd name="T57" fmla="*/ 0 h 99"/>
                      <a:gd name="T58" fmla="*/ 0 w 1140"/>
                      <a:gd name="T59" fmla="*/ 0 h 99"/>
                      <a:gd name="T60" fmla="*/ 0 w 1140"/>
                      <a:gd name="T61" fmla="*/ 0 h 99"/>
                      <a:gd name="T62" fmla="*/ 0 w 1140"/>
                      <a:gd name="T63" fmla="*/ 0 h 99"/>
                      <a:gd name="T64" fmla="*/ 0 w 1140"/>
                      <a:gd name="T65" fmla="*/ 0 h 99"/>
                      <a:gd name="T66" fmla="*/ 0 w 1140"/>
                      <a:gd name="T67" fmla="*/ 0 h 99"/>
                      <a:gd name="T68" fmla="*/ 0 w 1140"/>
                      <a:gd name="T69" fmla="*/ 0 h 99"/>
                      <a:gd name="T70" fmla="*/ 0 w 1140"/>
                      <a:gd name="T71" fmla="*/ 0 h 99"/>
                      <a:gd name="T72" fmla="*/ 0 w 1140"/>
                      <a:gd name="T73" fmla="*/ 0 h 99"/>
                      <a:gd name="T74" fmla="*/ 0 w 1140"/>
                      <a:gd name="T75" fmla="*/ 0 h 99"/>
                      <a:gd name="T76" fmla="*/ 0 w 1140"/>
                      <a:gd name="T77" fmla="*/ 0 h 99"/>
                      <a:gd name="T78" fmla="*/ 0 w 1140"/>
                      <a:gd name="T79" fmla="*/ 0 h 99"/>
                      <a:gd name="T80" fmla="*/ 0 w 1140"/>
                      <a:gd name="T81" fmla="*/ 0 h 99"/>
                      <a:gd name="T82" fmla="*/ 0 w 1140"/>
                      <a:gd name="T83" fmla="*/ 0 h 99"/>
                      <a:gd name="T84" fmla="*/ 0 w 1140"/>
                      <a:gd name="T85" fmla="*/ 0 h 99"/>
                      <a:gd name="T86" fmla="*/ 0 w 1140"/>
                      <a:gd name="T87" fmla="*/ 0 h 9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40"/>
                      <a:gd name="T133" fmla="*/ 0 h 99"/>
                      <a:gd name="T134" fmla="*/ 1140 w 1140"/>
                      <a:gd name="T135" fmla="*/ 99 h 9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40" h="99">
                        <a:moveTo>
                          <a:pt x="0" y="13"/>
                        </a:moveTo>
                        <a:lnTo>
                          <a:pt x="3" y="99"/>
                        </a:lnTo>
                        <a:lnTo>
                          <a:pt x="19" y="97"/>
                        </a:lnTo>
                        <a:lnTo>
                          <a:pt x="35" y="97"/>
                        </a:lnTo>
                        <a:lnTo>
                          <a:pt x="52" y="97"/>
                        </a:lnTo>
                        <a:lnTo>
                          <a:pt x="69" y="96"/>
                        </a:lnTo>
                        <a:lnTo>
                          <a:pt x="86" y="94"/>
                        </a:lnTo>
                        <a:lnTo>
                          <a:pt x="102" y="94"/>
                        </a:lnTo>
                        <a:lnTo>
                          <a:pt x="120" y="94"/>
                        </a:lnTo>
                        <a:lnTo>
                          <a:pt x="137" y="94"/>
                        </a:lnTo>
                        <a:lnTo>
                          <a:pt x="154" y="93"/>
                        </a:lnTo>
                        <a:lnTo>
                          <a:pt x="171" y="92"/>
                        </a:lnTo>
                        <a:lnTo>
                          <a:pt x="188" y="92"/>
                        </a:lnTo>
                        <a:lnTo>
                          <a:pt x="204" y="92"/>
                        </a:lnTo>
                        <a:lnTo>
                          <a:pt x="222" y="92"/>
                        </a:lnTo>
                        <a:lnTo>
                          <a:pt x="240" y="91"/>
                        </a:lnTo>
                        <a:lnTo>
                          <a:pt x="256" y="91"/>
                        </a:lnTo>
                        <a:lnTo>
                          <a:pt x="274" y="91"/>
                        </a:lnTo>
                        <a:lnTo>
                          <a:pt x="291" y="90"/>
                        </a:lnTo>
                        <a:lnTo>
                          <a:pt x="309" y="90"/>
                        </a:lnTo>
                        <a:lnTo>
                          <a:pt x="326" y="90"/>
                        </a:lnTo>
                        <a:lnTo>
                          <a:pt x="343" y="90"/>
                        </a:lnTo>
                        <a:lnTo>
                          <a:pt x="361" y="89"/>
                        </a:lnTo>
                        <a:lnTo>
                          <a:pt x="379" y="89"/>
                        </a:lnTo>
                        <a:lnTo>
                          <a:pt x="395" y="87"/>
                        </a:lnTo>
                        <a:lnTo>
                          <a:pt x="413" y="87"/>
                        </a:lnTo>
                        <a:lnTo>
                          <a:pt x="430" y="87"/>
                        </a:lnTo>
                        <a:lnTo>
                          <a:pt x="447" y="87"/>
                        </a:lnTo>
                        <a:lnTo>
                          <a:pt x="465" y="87"/>
                        </a:lnTo>
                        <a:lnTo>
                          <a:pt x="483" y="87"/>
                        </a:lnTo>
                        <a:lnTo>
                          <a:pt x="501" y="87"/>
                        </a:lnTo>
                        <a:lnTo>
                          <a:pt x="519" y="87"/>
                        </a:lnTo>
                        <a:lnTo>
                          <a:pt x="536" y="87"/>
                        </a:lnTo>
                        <a:lnTo>
                          <a:pt x="554" y="87"/>
                        </a:lnTo>
                        <a:lnTo>
                          <a:pt x="572" y="86"/>
                        </a:lnTo>
                        <a:lnTo>
                          <a:pt x="590" y="86"/>
                        </a:lnTo>
                        <a:lnTo>
                          <a:pt x="606" y="86"/>
                        </a:lnTo>
                        <a:lnTo>
                          <a:pt x="625" y="86"/>
                        </a:lnTo>
                        <a:lnTo>
                          <a:pt x="643" y="86"/>
                        </a:lnTo>
                        <a:lnTo>
                          <a:pt x="661" y="86"/>
                        </a:lnTo>
                        <a:lnTo>
                          <a:pt x="679" y="86"/>
                        </a:lnTo>
                        <a:lnTo>
                          <a:pt x="698" y="87"/>
                        </a:lnTo>
                        <a:lnTo>
                          <a:pt x="714" y="87"/>
                        </a:lnTo>
                        <a:lnTo>
                          <a:pt x="733" y="87"/>
                        </a:lnTo>
                        <a:lnTo>
                          <a:pt x="751" y="87"/>
                        </a:lnTo>
                        <a:lnTo>
                          <a:pt x="769" y="87"/>
                        </a:lnTo>
                        <a:lnTo>
                          <a:pt x="787" y="87"/>
                        </a:lnTo>
                        <a:lnTo>
                          <a:pt x="805" y="87"/>
                        </a:lnTo>
                        <a:lnTo>
                          <a:pt x="824" y="87"/>
                        </a:lnTo>
                        <a:lnTo>
                          <a:pt x="843" y="89"/>
                        </a:lnTo>
                        <a:lnTo>
                          <a:pt x="860" y="89"/>
                        </a:lnTo>
                        <a:lnTo>
                          <a:pt x="878" y="89"/>
                        </a:lnTo>
                        <a:lnTo>
                          <a:pt x="896" y="90"/>
                        </a:lnTo>
                        <a:lnTo>
                          <a:pt x="915" y="90"/>
                        </a:lnTo>
                        <a:lnTo>
                          <a:pt x="934" y="90"/>
                        </a:lnTo>
                        <a:lnTo>
                          <a:pt x="952" y="91"/>
                        </a:lnTo>
                        <a:lnTo>
                          <a:pt x="970" y="91"/>
                        </a:lnTo>
                        <a:lnTo>
                          <a:pt x="989" y="92"/>
                        </a:lnTo>
                        <a:lnTo>
                          <a:pt x="1006" y="92"/>
                        </a:lnTo>
                        <a:lnTo>
                          <a:pt x="1024" y="93"/>
                        </a:lnTo>
                        <a:lnTo>
                          <a:pt x="1043" y="94"/>
                        </a:lnTo>
                        <a:lnTo>
                          <a:pt x="1062" y="94"/>
                        </a:lnTo>
                        <a:lnTo>
                          <a:pt x="1080" y="96"/>
                        </a:lnTo>
                        <a:lnTo>
                          <a:pt x="1099" y="97"/>
                        </a:lnTo>
                        <a:lnTo>
                          <a:pt x="1118" y="97"/>
                        </a:lnTo>
                        <a:lnTo>
                          <a:pt x="1136" y="99"/>
                        </a:lnTo>
                        <a:lnTo>
                          <a:pt x="1140" y="13"/>
                        </a:lnTo>
                        <a:lnTo>
                          <a:pt x="1121" y="11"/>
                        </a:lnTo>
                        <a:lnTo>
                          <a:pt x="1102" y="10"/>
                        </a:lnTo>
                        <a:lnTo>
                          <a:pt x="1083" y="9"/>
                        </a:lnTo>
                        <a:lnTo>
                          <a:pt x="1066" y="9"/>
                        </a:lnTo>
                        <a:lnTo>
                          <a:pt x="1047" y="8"/>
                        </a:lnTo>
                        <a:lnTo>
                          <a:pt x="1028" y="7"/>
                        </a:lnTo>
                        <a:lnTo>
                          <a:pt x="1010" y="7"/>
                        </a:lnTo>
                        <a:lnTo>
                          <a:pt x="991" y="7"/>
                        </a:lnTo>
                        <a:lnTo>
                          <a:pt x="972" y="4"/>
                        </a:lnTo>
                        <a:lnTo>
                          <a:pt x="954" y="4"/>
                        </a:lnTo>
                        <a:lnTo>
                          <a:pt x="936" y="4"/>
                        </a:lnTo>
                        <a:lnTo>
                          <a:pt x="917" y="4"/>
                        </a:lnTo>
                        <a:lnTo>
                          <a:pt x="898" y="3"/>
                        </a:lnTo>
                        <a:lnTo>
                          <a:pt x="881" y="2"/>
                        </a:lnTo>
                        <a:lnTo>
                          <a:pt x="863" y="2"/>
                        </a:lnTo>
                        <a:lnTo>
                          <a:pt x="844" y="2"/>
                        </a:lnTo>
                        <a:lnTo>
                          <a:pt x="825" y="1"/>
                        </a:lnTo>
                        <a:lnTo>
                          <a:pt x="807" y="1"/>
                        </a:lnTo>
                        <a:lnTo>
                          <a:pt x="789" y="1"/>
                        </a:lnTo>
                        <a:lnTo>
                          <a:pt x="771" y="1"/>
                        </a:lnTo>
                        <a:lnTo>
                          <a:pt x="752" y="1"/>
                        </a:lnTo>
                        <a:lnTo>
                          <a:pt x="733" y="1"/>
                        </a:lnTo>
                        <a:lnTo>
                          <a:pt x="716" y="1"/>
                        </a:lnTo>
                        <a:lnTo>
                          <a:pt x="698" y="1"/>
                        </a:lnTo>
                        <a:lnTo>
                          <a:pt x="680" y="0"/>
                        </a:lnTo>
                        <a:lnTo>
                          <a:pt x="662" y="0"/>
                        </a:lnTo>
                        <a:lnTo>
                          <a:pt x="643" y="0"/>
                        </a:lnTo>
                        <a:lnTo>
                          <a:pt x="625" y="0"/>
                        </a:lnTo>
                        <a:lnTo>
                          <a:pt x="608" y="0"/>
                        </a:lnTo>
                        <a:lnTo>
                          <a:pt x="590" y="0"/>
                        </a:lnTo>
                        <a:lnTo>
                          <a:pt x="572" y="0"/>
                        </a:lnTo>
                        <a:lnTo>
                          <a:pt x="554" y="1"/>
                        </a:lnTo>
                        <a:lnTo>
                          <a:pt x="536" y="1"/>
                        </a:lnTo>
                        <a:lnTo>
                          <a:pt x="519" y="1"/>
                        </a:lnTo>
                        <a:lnTo>
                          <a:pt x="501" y="1"/>
                        </a:lnTo>
                        <a:lnTo>
                          <a:pt x="483" y="1"/>
                        </a:lnTo>
                        <a:lnTo>
                          <a:pt x="465" y="1"/>
                        </a:lnTo>
                        <a:lnTo>
                          <a:pt x="447" y="1"/>
                        </a:lnTo>
                        <a:lnTo>
                          <a:pt x="430" y="1"/>
                        </a:lnTo>
                        <a:lnTo>
                          <a:pt x="412" y="1"/>
                        </a:lnTo>
                        <a:lnTo>
                          <a:pt x="394" y="1"/>
                        </a:lnTo>
                        <a:lnTo>
                          <a:pt x="376" y="2"/>
                        </a:lnTo>
                        <a:lnTo>
                          <a:pt x="359" y="2"/>
                        </a:lnTo>
                        <a:lnTo>
                          <a:pt x="342" y="3"/>
                        </a:lnTo>
                        <a:lnTo>
                          <a:pt x="324" y="3"/>
                        </a:lnTo>
                        <a:lnTo>
                          <a:pt x="307" y="4"/>
                        </a:lnTo>
                        <a:lnTo>
                          <a:pt x="291" y="4"/>
                        </a:lnTo>
                        <a:lnTo>
                          <a:pt x="273" y="4"/>
                        </a:lnTo>
                        <a:lnTo>
                          <a:pt x="255" y="4"/>
                        </a:lnTo>
                        <a:lnTo>
                          <a:pt x="237" y="4"/>
                        </a:lnTo>
                        <a:lnTo>
                          <a:pt x="221" y="5"/>
                        </a:lnTo>
                        <a:lnTo>
                          <a:pt x="203" y="7"/>
                        </a:lnTo>
                        <a:lnTo>
                          <a:pt x="186" y="7"/>
                        </a:lnTo>
                        <a:lnTo>
                          <a:pt x="169" y="7"/>
                        </a:lnTo>
                        <a:lnTo>
                          <a:pt x="151" y="7"/>
                        </a:lnTo>
                        <a:lnTo>
                          <a:pt x="135" y="8"/>
                        </a:lnTo>
                        <a:lnTo>
                          <a:pt x="118" y="8"/>
                        </a:lnTo>
                        <a:lnTo>
                          <a:pt x="101" y="9"/>
                        </a:lnTo>
                        <a:lnTo>
                          <a:pt x="83" y="9"/>
                        </a:lnTo>
                        <a:lnTo>
                          <a:pt x="68" y="9"/>
                        </a:lnTo>
                        <a:lnTo>
                          <a:pt x="50" y="10"/>
                        </a:lnTo>
                        <a:lnTo>
                          <a:pt x="33" y="11"/>
                        </a:lnTo>
                        <a:lnTo>
                          <a:pt x="17" y="11"/>
                        </a:lnTo>
                        <a:lnTo>
                          <a:pt x="0" y="13"/>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29" name="Freeform 87"/>
                  <p:cNvSpPr/>
                  <p:nvPr/>
                </p:nvSpPr>
                <p:spPr bwMode="auto">
                  <a:xfrm>
                    <a:off x="5285" y="1836"/>
                    <a:ext cx="67" cy="128"/>
                  </a:xfrm>
                  <a:custGeom>
                    <a:avLst/>
                    <a:gdLst>
                      <a:gd name="T0" fmla="*/ 0 w 202"/>
                      <a:gd name="T1" fmla="*/ 0 h 383"/>
                      <a:gd name="T2" fmla="*/ 0 w 202"/>
                      <a:gd name="T3" fmla="*/ 0 h 383"/>
                      <a:gd name="T4" fmla="*/ 0 w 202"/>
                      <a:gd name="T5" fmla="*/ 0 h 383"/>
                      <a:gd name="T6" fmla="*/ 0 w 202"/>
                      <a:gd name="T7" fmla="*/ 0 h 383"/>
                      <a:gd name="T8" fmla="*/ 0 w 202"/>
                      <a:gd name="T9" fmla="*/ 0 h 383"/>
                      <a:gd name="T10" fmla="*/ 0 w 202"/>
                      <a:gd name="T11" fmla="*/ 0 h 383"/>
                      <a:gd name="T12" fmla="*/ 0 w 202"/>
                      <a:gd name="T13" fmla="*/ 0 h 383"/>
                      <a:gd name="T14" fmla="*/ 0 w 202"/>
                      <a:gd name="T15" fmla="*/ 0 h 383"/>
                      <a:gd name="T16" fmla="*/ 0 w 202"/>
                      <a:gd name="T17" fmla="*/ 0 h 383"/>
                      <a:gd name="T18" fmla="*/ 0 w 202"/>
                      <a:gd name="T19" fmla="*/ 0 h 383"/>
                      <a:gd name="T20" fmla="*/ 0 w 202"/>
                      <a:gd name="T21" fmla="*/ 0 h 383"/>
                      <a:gd name="T22" fmla="*/ 0 w 202"/>
                      <a:gd name="T23" fmla="*/ 0 h 383"/>
                      <a:gd name="T24" fmla="*/ 0 w 202"/>
                      <a:gd name="T25" fmla="*/ 0 h 383"/>
                      <a:gd name="T26" fmla="*/ 0 w 202"/>
                      <a:gd name="T27" fmla="*/ 0 h 383"/>
                      <a:gd name="T28" fmla="*/ 0 w 202"/>
                      <a:gd name="T29" fmla="*/ 0 h 383"/>
                      <a:gd name="T30" fmla="*/ 0 w 202"/>
                      <a:gd name="T31" fmla="*/ 0 h 383"/>
                      <a:gd name="T32" fmla="*/ 0 w 202"/>
                      <a:gd name="T33" fmla="*/ 0 h 383"/>
                      <a:gd name="T34" fmla="*/ 0 w 202"/>
                      <a:gd name="T35" fmla="*/ 0 h 383"/>
                      <a:gd name="T36" fmla="*/ 0 w 202"/>
                      <a:gd name="T37" fmla="*/ 0 h 383"/>
                      <a:gd name="T38" fmla="*/ 0 w 202"/>
                      <a:gd name="T39" fmla="*/ 0 h 383"/>
                      <a:gd name="T40" fmla="*/ 0 w 202"/>
                      <a:gd name="T41" fmla="*/ 0 h 383"/>
                      <a:gd name="T42" fmla="*/ 0 w 202"/>
                      <a:gd name="T43" fmla="*/ 0 h 383"/>
                      <a:gd name="T44" fmla="*/ 0 w 202"/>
                      <a:gd name="T45" fmla="*/ 0 h 383"/>
                      <a:gd name="T46" fmla="*/ 0 w 202"/>
                      <a:gd name="T47" fmla="*/ 0 h 383"/>
                      <a:gd name="T48" fmla="*/ 0 w 202"/>
                      <a:gd name="T49" fmla="*/ 0 h 383"/>
                      <a:gd name="T50" fmla="*/ 0 w 202"/>
                      <a:gd name="T51" fmla="*/ 0 h 383"/>
                      <a:gd name="T52" fmla="*/ 0 w 202"/>
                      <a:gd name="T53" fmla="*/ 0 h 383"/>
                      <a:gd name="T54" fmla="*/ 0 w 202"/>
                      <a:gd name="T55" fmla="*/ 0 h 383"/>
                      <a:gd name="T56" fmla="*/ 0 w 202"/>
                      <a:gd name="T57" fmla="*/ 0 h 383"/>
                      <a:gd name="T58" fmla="*/ 0 w 202"/>
                      <a:gd name="T59" fmla="*/ 0 h 383"/>
                      <a:gd name="T60" fmla="*/ 0 w 202"/>
                      <a:gd name="T61" fmla="*/ 0 h 383"/>
                      <a:gd name="T62" fmla="*/ 0 w 202"/>
                      <a:gd name="T63" fmla="*/ 0 h 383"/>
                      <a:gd name="T64" fmla="*/ 0 w 202"/>
                      <a:gd name="T65" fmla="*/ 0 h 383"/>
                      <a:gd name="T66" fmla="*/ 0 w 202"/>
                      <a:gd name="T67" fmla="*/ 0 h 383"/>
                      <a:gd name="T68" fmla="*/ 0 w 202"/>
                      <a:gd name="T69" fmla="*/ 0 h 383"/>
                      <a:gd name="T70" fmla="*/ 0 w 202"/>
                      <a:gd name="T71" fmla="*/ 0 h 383"/>
                      <a:gd name="T72" fmla="*/ 0 w 202"/>
                      <a:gd name="T73" fmla="*/ 0 h 383"/>
                      <a:gd name="T74" fmla="*/ 0 w 202"/>
                      <a:gd name="T75" fmla="*/ 0 h 383"/>
                      <a:gd name="T76" fmla="*/ 0 w 202"/>
                      <a:gd name="T77" fmla="*/ 0 h 383"/>
                      <a:gd name="T78" fmla="*/ 0 w 202"/>
                      <a:gd name="T79" fmla="*/ 0 h 383"/>
                      <a:gd name="T80" fmla="*/ 0 w 202"/>
                      <a:gd name="T81" fmla="*/ 0 h 383"/>
                      <a:gd name="T82" fmla="*/ 0 w 202"/>
                      <a:gd name="T83" fmla="*/ 0 h 383"/>
                      <a:gd name="T84" fmla="*/ 0 w 202"/>
                      <a:gd name="T85" fmla="*/ 0 h 383"/>
                      <a:gd name="T86" fmla="*/ 0 w 202"/>
                      <a:gd name="T87" fmla="*/ 0 h 38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2"/>
                      <a:gd name="T133" fmla="*/ 0 h 383"/>
                      <a:gd name="T134" fmla="*/ 202 w 202"/>
                      <a:gd name="T135" fmla="*/ 383 h 38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2" h="383">
                        <a:moveTo>
                          <a:pt x="109" y="6"/>
                        </a:moveTo>
                        <a:lnTo>
                          <a:pt x="104" y="13"/>
                        </a:lnTo>
                        <a:lnTo>
                          <a:pt x="101" y="20"/>
                        </a:lnTo>
                        <a:lnTo>
                          <a:pt x="98" y="27"/>
                        </a:lnTo>
                        <a:lnTo>
                          <a:pt x="96" y="34"/>
                        </a:lnTo>
                        <a:lnTo>
                          <a:pt x="94" y="42"/>
                        </a:lnTo>
                        <a:lnTo>
                          <a:pt x="90" y="49"/>
                        </a:lnTo>
                        <a:lnTo>
                          <a:pt x="88" y="56"/>
                        </a:lnTo>
                        <a:lnTo>
                          <a:pt x="85" y="63"/>
                        </a:lnTo>
                        <a:lnTo>
                          <a:pt x="82" y="69"/>
                        </a:lnTo>
                        <a:lnTo>
                          <a:pt x="79" y="76"/>
                        </a:lnTo>
                        <a:lnTo>
                          <a:pt x="77" y="82"/>
                        </a:lnTo>
                        <a:lnTo>
                          <a:pt x="75" y="88"/>
                        </a:lnTo>
                        <a:lnTo>
                          <a:pt x="72" y="95"/>
                        </a:lnTo>
                        <a:lnTo>
                          <a:pt x="70" y="101"/>
                        </a:lnTo>
                        <a:lnTo>
                          <a:pt x="68" y="108"/>
                        </a:lnTo>
                        <a:lnTo>
                          <a:pt x="65" y="114"/>
                        </a:lnTo>
                        <a:lnTo>
                          <a:pt x="63" y="121"/>
                        </a:lnTo>
                        <a:lnTo>
                          <a:pt x="61" y="126"/>
                        </a:lnTo>
                        <a:lnTo>
                          <a:pt x="58" y="133"/>
                        </a:lnTo>
                        <a:lnTo>
                          <a:pt x="56" y="139"/>
                        </a:lnTo>
                        <a:lnTo>
                          <a:pt x="53" y="145"/>
                        </a:lnTo>
                        <a:lnTo>
                          <a:pt x="52" y="152"/>
                        </a:lnTo>
                        <a:lnTo>
                          <a:pt x="50" y="157"/>
                        </a:lnTo>
                        <a:lnTo>
                          <a:pt x="49" y="164"/>
                        </a:lnTo>
                        <a:lnTo>
                          <a:pt x="46" y="170"/>
                        </a:lnTo>
                        <a:lnTo>
                          <a:pt x="45" y="175"/>
                        </a:lnTo>
                        <a:lnTo>
                          <a:pt x="43" y="180"/>
                        </a:lnTo>
                        <a:lnTo>
                          <a:pt x="42" y="186"/>
                        </a:lnTo>
                        <a:lnTo>
                          <a:pt x="39" y="192"/>
                        </a:lnTo>
                        <a:lnTo>
                          <a:pt x="38" y="198"/>
                        </a:lnTo>
                        <a:lnTo>
                          <a:pt x="37" y="204"/>
                        </a:lnTo>
                        <a:lnTo>
                          <a:pt x="36" y="210"/>
                        </a:lnTo>
                        <a:lnTo>
                          <a:pt x="33" y="215"/>
                        </a:lnTo>
                        <a:lnTo>
                          <a:pt x="32" y="221"/>
                        </a:lnTo>
                        <a:lnTo>
                          <a:pt x="31" y="226"/>
                        </a:lnTo>
                        <a:lnTo>
                          <a:pt x="28" y="232"/>
                        </a:lnTo>
                        <a:lnTo>
                          <a:pt x="28" y="237"/>
                        </a:lnTo>
                        <a:lnTo>
                          <a:pt x="26" y="243"/>
                        </a:lnTo>
                        <a:lnTo>
                          <a:pt x="25" y="248"/>
                        </a:lnTo>
                        <a:lnTo>
                          <a:pt x="23" y="253"/>
                        </a:lnTo>
                        <a:lnTo>
                          <a:pt x="21" y="259"/>
                        </a:lnTo>
                        <a:lnTo>
                          <a:pt x="20" y="264"/>
                        </a:lnTo>
                        <a:lnTo>
                          <a:pt x="20" y="269"/>
                        </a:lnTo>
                        <a:lnTo>
                          <a:pt x="18" y="275"/>
                        </a:lnTo>
                        <a:lnTo>
                          <a:pt x="18" y="281"/>
                        </a:lnTo>
                        <a:lnTo>
                          <a:pt x="15" y="286"/>
                        </a:lnTo>
                        <a:lnTo>
                          <a:pt x="15" y="291"/>
                        </a:lnTo>
                        <a:lnTo>
                          <a:pt x="14" y="297"/>
                        </a:lnTo>
                        <a:lnTo>
                          <a:pt x="13" y="302"/>
                        </a:lnTo>
                        <a:lnTo>
                          <a:pt x="12" y="307"/>
                        </a:lnTo>
                        <a:lnTo>
                          <a:pt x="11" y="312"/>
                        </a:lnTo>
                        <a:lnTo>
                          <a:pt x="11" y="319"/>
                        </a:lnTo>
                        <a:lnTo>
                          <a:pt x="8" y="324"/>
                        </a:lnTo>
                        <a:lnTo>
                          <a:pt x="7" y="329"/>
                        </a:lnTo>
                        <a:lnTo>
                          <a:pt x="7" y="334"/>
                        </a:lnTo>
                        <a:lnTo>
                          <a:pt x="7" y="340"/>
                        </a:lnTo>
                        <a:lnTo>
                          <a:pt x="5" y="345"/>
                        </a:lnTo>
                        <a:lnTo>
                          <a:pt x="5" y="350"/>
                        </a:lnTo>
                        <a:lnTo>
                          <a:pt x="5" y="356"/>
                        </a:lnTo>
                        <a:lnTo>
                          <a:pt x="4" y="362"/>
                        </a:lnTo>
                        <a:lnTo>
                          <a:pt x="2" y="367"/>
                        </a:lnTo>
                        <a:lnTo>
                          <a:pt x="2" y="372"/>
                        </a:lnTo>
                        <a:lnTo>
                          <a:pt x="1" y="378"/>
                        </a:lnTo>
                        <a:lnTo>
                          <a:pt x="0" y="383"/>
                        </a:lnTo>
                        <a:lnTo>
                          <a:pt x="93" y="383"/>
                        </a:lnTo>
                        <a:lnTo>
                          <a:pt x="93" y="378"/>
                        </a:lnTo>
                        <a:lnTo>
                          <a:pt x="94" y="372"/>
                        </a:lnTo>
                        <a:lnTo>
                          <a:pt x="94" y="367"/>
                        </a:lnTo>
                        <a:lnTo>
                          <a:pt x="95" y="362"/>
                        </a:lnTo>
                        <a:lnTo>
                          <a:pt x="96" y="357"/>
                        </a:lnTo>
                        <a:lnTo>
                          <a:pt x="96" y="351"/>
                        </a:lnTo>
                        <a:lnTo>
                          <a:pt x="98" y="347"/>
                        </a:lnTo>
                        <a:lnTo>
                          <a:pt x="98" y="342"/>
                        </a:lnTo>
                        <a:lnTo>
                          <a:pt x="100" y="336"/>
                        </a:lnTo>
                        <a:lnTo>
                          <a:pt x="101" y="331"/>
                        </a:lnTo>
                        <a:lnTo>
                          <a:pt x="101" y="325"/>
                        </a:lnTo>
                        <a:lnTo>
                          <a:pt x="103" y="321"/>
                        </a:lnTo>
                        <a:lnTo>
                          <a:pt x="104" y="315"/>
                        </a:lnTo>
                        <a:lnTo>
                          <a:pt x="107" y="310"/>
                        </a:lnTo>
                        <a:lnTo>
                          <a:pt x="107" y="304"/>
                        </a:lnTo>
                        <a:lnTo>
                          <a:pt x="109" y="299"/>
                        </a:lnTo>
                        <a:lnTo>
                          <a:pt x="109" y="293"/>
                        </a:lnTo>
                        <a:lnTo>
                          <a:pt x="112" y="288"/>
                        </a:lnTo>
                        <a:lnTo>
                          <a:pt x="113" y="284"/>
                        </a:lnTo>
                        <a:lnTo>
                          <a:pt x="114" y="278"/>
                        </a:lnTo>
                        <a:lnTo>
                          <a:pt x="116" y="272"/>
                        </a:lnTo>
                        <a:lnTo>
                          <a:pt x="117" y="266"/>
                        </a:lnTo>
                        <a:lnTo>
                          <a:pt x="119" y="261"/>
                        </a:lnTo>
                        <a:lnTo>
                          <a:pt x="121" y="255"/>
                        </a:lnTo>
                        <a:lnTo>
                          <a:pt x="122" y="249"/>
                        </a:lnTo>
                        <a:lnTo>
                          <a:pt x="125" y="243"/>
                        </a:lnTo>
                        <a:lnTo>
                          <a:pt x="126" y="237"/>
                        </a:lnTo>
                        <a:lnTo>
                          <a:pt x="127" y="233"/>
                        </a:lnTo>
                        <a:lnTo>
                          <a:pt x="129" y="227"/>
                        </a:lnTo>
                        <a:lnTo>
                          <a:pt x="132" y="221"/>
                        </a:lnTo>
                        <a:lnTo>
                          <a:pt x="133" y="215"/>
                        </a:lnTo>
                        <a:lnTo>
                          <a:pt x="134" y="209"/>
                        </a:lnTo>
                        <a:lnTo>
                          <a:pt x="136" y="203"/>
                        </a:lnTo>
                        <a:lnTo>
                          <a:pt x="138" y="197"/>
                        </a:lnTo>
                        <a:lnTo>
                          <a:pt x="140" y="190"/>
                        </a:lnTo>
                        <a:lnTo>
                          <a:pt x="142" y="185"/>
                        </a:lnTo>
                        <a:lnTo>
                          <a:pt x="144" y="178"/>
                        </a:lnTo>
                        <a:lnTo>
                          <a:pt x="145" y="172"/>
                        </a:lnTo>
                        <a:lnTo>
                          <a:pt x="147" y="166"/>
                        </a:lnTo>
                        <a:lnTo>
                          <a:pt x="150" y="160"/>
                        </a:lnTo>
                        <a:lnTo>
                          <a:pt x="152" y="154"/>
                        </a:lnTo>
                        <a:lnTo>
                          <a:pt x="153" y="147"/>
                        </a:lnTo>
                        <a:lnTo>
                          <a:pt x="155" y="141"/>
                        </a:lnTo>
                        <a:lnTo>
                          <a:pt x="158" y="134"/>
                        </a:lnTo>
                        <a:lnTo>
                          <a:pt x="159" y="128"/>
                        </a:lnTo>
                        <a:lnTo>
                          <a:pt x="163" y="121"/>
                        </a:lnTo>
                        <a:lnTo>
                          <a:pt x="164" y="116"/>
                        </a:lnTo>
                        <a:lnTo>
                          <a:pt x="166" y="109"/>
                        </a:lnTo>
                        <a:lnTo>
                          <a:pt x="168" y="103"/>
                        </a:lnTo>
                        <a:lnTo>
                          <a:pt x="171" y="96"/>
                        </a:lnTo>
                        <a:lnTo>
                          <a:pt x="172" y="89"/>
                        </a:lnTo>
                        <a:lnTo>
                          <a:pt x="174" y="83"/>
                        </a:lnTo>
                        <a:lnTo>
                          <a:pt x="177" y="76"/>
                        </a:lnTo>
                        <a:lnTo>
                          <a:pt x="179" y="70"/>
                        </a:lnTo>
                        <a:lnTo>
                          <a:pt x="182" y="63"/>
                        </a:lnTo>
                        <a:lnTo>
                          <a:pt x="184" y="56"/>
                        </a:lnTo>
                        <a:lnTo>
                          <a:pt x="185" y="49"/>
                        </a:lnTo>
                        <a:lnTo>
                          <a:pt x="187" y="43"/>
                        </a:lnTo>
                        <a:lnTo>
                          <a:pt x="190" y="36"/>
                        </a:lnTo>
                        <a:lnTo>
                          <a:pt x="192" y="29"/>
                        </a:lnTo>
                        <a:lnTo>
                          <a:pt x="195" y="21"/>
                        </a:lnTo>
                        <a:lnTo>
                          <a:pt x="197" y="15"/>
                        </a:lnTo>
                        <a:lnTo>
                          <a:pt x="198" y="7"/>
                        </a:lnTo>
                        <a:lnTo>
                          <a:pt x="202" y="0"/>
                        </a:lnTo>
                        <a:lnTo>
                          <a:pt x="109" y="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0" name="Freeform 88"/>
                  <p:cNvSpPr/>
                  <p:nvPr/>
                </p:nvSpPr>
                <p:spPr bwMode="auto">
                  <a:xfrm>
                    <a:off x="5695" y="1837"/>
                    <a:ext cx="64" cy="124"/>
                  </a:xfrm>
                  <a:custGeom>
                    <a:avLst/>
                    <a:gdLst>
                      <a:gd name="T0" fmla="*/ 0 w 193"/>
                      <a:gd name="T1" fmla="*/ 0 h 372"/>
                      <a:gd name="T2" fmla="*/ 0 w 193"/>
                      <a:gd name="T3" fmla="*/ 0 h 372"/>
                      <a:gd name="T4" fmla="*/ 0 w 193"/>
                      <a:gd name="T5" fmla="*/ 0 h 372"/>
                      <a:gd name="T6" fmla="*/ 0 w 193"/>
                      <a:gd name="T7" fmla="*/ 0 h 372"/>
                      <a:gd name="T8" fmla="*/ 0 w 193"/>
                      <a:gd name="T9" fmla="*/ 0 h 372"/>
                      <a:gd name="T10" fmla="*/ 0 w 193"/>
                      <a:gd name="T11" fmla="*/ 0 h 372"/>
                      <a:gd name="T12" fmla="*/ 0 w 193"/>
                      <a:gd name="T13" fmla="*/ 0 h 372"/>
                      <a:gd name="T14" fmla="*/ 0 w 193"/>
                      <a:gd name="T15" fmla="*/ 0 h 372"/>
                      <a:gd name="T16" fmla="*/ 0 w 193"/>
                      <a:gd name="T17" fmla="*/ 0 h 372"/>
                      <a:gd name="T18" fmla="*/ 0 w 193"/>
                      <a:gd name="T19" fmla="*/ 0 h 372"/>
                      <a:gd name="T20" fmla="*/ 0 w 193"/>
                      <a:gd name="T21" fmla="*/ 0 h 372"/>
                      <a:gd name="T22" fmla="*/ 0 w 193"/>
                      <a:gd name="T23" fmla="*/ 0 h 372"/>
                      <a:gd name="T24" fmla="*/ 0 w 193"/>
                      <a:gd name="T25" fmla="*/ 0 h 372"/>
                      <a:gd name="T26" fmla="*/ 0 w 193"/>
                      <a:gd name="T27" fmla="*/ 0 h 372"/>
                      <a:gd name="T28" fmla="*/ 0 w 193"/>
                      <a:gd name="T29" fmla="*/ 0 h 372"/>
                      <a:gd name="T30" fmla="*/ 0 w 193"/>
                      <a:gd name="T31" fmla="*/ 0 h 372"/>
                      <a:gd name="T32" fmla="*/ 0 w 193"/>
                      <a:gd name="T33" fmla="*/ 0 h 372"/>
                      <a:gd name="T34" fmla="*/ 0 w 193"/>
                      <a:gd name="T35" fmla="*/ 0 h 372"/>
                      <a:gd name="T36" fmla="*/ 0 w 193"/>
                      <a:gd name="T37" fmla="*/ 0 h 372"/>
                      <a:gd name="T38" fmla="*/ 0 w 193"/>
                      <a:gd name="T39" fmla="*/ 0 h 372"/>
                      <a:gd name="T40" fmla="*/ 0 w 193"/>
                      <a:gd name="T41" fmla="*/ 0 h 372"/>
                      <a:gd name="T42" fmla="*/ 0 w 193"/>
                      <a:gd name="T43" fmla="*/ 0 h 372"/>
                      <a:gd name="T44" fmla="*/ 0 w 193"/>
                      <a:gd name="T45" fmla="*/ 0 h 372"/>
                      <a:gd name="T46" fmla="*/ 0 w 193"/>
                      <a:gd name="T47" fmla="*/ 0 h 372"/>
                      <a:gd name="T48" fmla="*/ 0 w 193"/>
                      <a:gd name="T49" fmla="*/ 0 h 372"/>
                      <a:gd name="T50" fmla="*/ 0 w 193"/>
                      <a:gd name="T51" fmla="*/ 0 h 372"/>
                      <a:gd name="T52" fmla="*/ 0 w 193"/>
                      <a:gd name="T53" fmla="*/ 0 h 372"/>
                      <a:gd name="T54" fmla="*/ 0 w 193"/>
                      <a:gd name="T55" fmla="*/ 0 h 372"/>
                      <a:gd name="T56" fmla="*/ 0 w 193"/>
                      <a:gd name="T57" fmla="*/ 0 h 372"/>
                      <a:gd name="T58" fmla="*/ 0 w 193"/>
                      <a:gd name="T59" fmla="*/ 0 h 372"/>
                      <a:gd name="T60" fmla="*/ 0 w 193"/>
                      <a:gd name="T61" fmla="*/ 0 h 372"/>
                      <a:gd name="T62" fmla="*/ 0 w 193"/>
                      <a:gd name="T63" fmla="*/ 0 h 372"/>
                      <a:gd name="T64" fmla="*/ 0 w 193"/>
                      <a:gd name="T65" fmla="*/ 0 h 372"/>
                      <a:gd name="T66" fmla="*/ 0 w 193"/>
                      <a:gd name="T67" fmla="*/ 0 h 372"/>
                      <a:gd name="T68" fmla="*/ 0 w 193"/>
                      <a:gd name="T69" fmla="*/ 0 h 372"/>
                      <a:gd name="T70" fmla="*/ 0 w 193"/>
                      <a:gd name="T71" fmla="*/ 0 h 372"/>
                      <a:gd name="T72" fmla="*/ 0 w 193"/>
                      <a:gd name="T73" fmla="*/ 0 h 372"/>
                      <a:gd name="T74" fmla="*/ 0 w 193"/>
                      <a:gd name="T75" fmla="*/ 0 h 372"/>
                      <a:gd name="T76" fmla="*/ 0 w 193"/>
                      <a:gd name="T77" fmla="*/ 0 h 372"/>
                      <a:gd name="T78" fmla="*/ 0 w 193"/>
                      <a:gd name="T79" fmla="*/ 0 h 372"/>
                      <a:gd name="T80" fmla="*/ 0 w 193"/>
                      <a:gd name="T81" fmla="*/ 0 h 372"/>
                      <a:gd name="T82" fmla="*/ 0 w 193"/>
                      <a:gd name="T83" fmla="*/ 0 h 372"/>
                      <a:gd name="T84" fmla="*/ 0 w 193"/>
                      <a:gd name="T85" fmla="*/ 0 h 372"/>
                      <a:gd name="T86" fmla="*/ 0 w 193"/>
                      <a:gd name="T87" fmla="*/ 0 h 3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
                      <a:gd name="T133" fmla="*/ 0 h 372"/>
                      <a:gd name="T134" fmla="*/ 193 w 193"/>
                      <a:gd name="T135" fmla="*/ 372 h 3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 h="372">
                        <a:moveTo>
                          <a:pt x="74" y="0"/>
                        </a:moveTo>
                        <a:lnTo>
                          <a:pt x="0" y="49"/>
                        </a:lnTo>
                        <a:lnTo>
                          <a:pt x="3" y="54"/>
                        </a:lnTo>
                        <a:lnTo>
                          <a:pt x="5" y="60"/>
                        </a:lnTo>
                        <a:lnTo>
                          <a:pt x="9" y="66"/>
                        </a:lnTo>
                        <a:lnTo>
                          <a:pt x="11" y="72"/>
                        </a:lnTo>
                        <a:lnTo>
                          <a:pt x="15" y="76"/>
                        </a:lnTo>
                        <a:lnTo>
                          <a:pt x="17" y="82"/>
                        </a:lnTo>
                        <a:lnTo>
                          <a:pt x="21" y="88"/>
                        </a:lnTo>
                        <a:lnTo>
                          <a:pt x="23" y="94"/>
                        </a:lnTo>
                        <a:lnTo>
                          <a:pt x="25" y="99"/>
                        </a:lnTo>
                        <a:lnTo>
                          <a:pt x="28" y="104"/>
                        </a:lnTo>
                        <a:lnTo>
                          <a:pt x="30" y="110"/>
                        </a:lnTo>
                        <a:lnTo>
                          <a:pt x="34" y="114"/>
                        </a:lnTo>
                        <a:lnTo>
                          <a:pt x="36" y="120"/>
                        </a:lnTo>
                        <a:lnTo>
                          <a:pt x="38" y="126"/>
                        </a:lnTo>
                        <a:lnTo>
                          <a:pt x="41" y="131"/>
                        </a:lnTo>
                        <a:lnTo>
                          <a:pt x="43" y="137"/>
                        </a:lnTo>
                        <a:lnTo>
                          <a:pt x="45" y="142"/>
                        </a:lnTo>
                        <a:lnTo>
                          <a:pt x="48" y="148"/>
                        </a:lnTo>
                        <a:lnTo>
                          <a:pt x="50" y="152"/>
                        </a:lnTo>
                        <a:lnTo>
                          <a:pt x="53" y="157"/>
                        </a:lnTo>
                        <a:lnTo>
                          <a:pt x="54" y="162"/>
                        </a:lnTo>
                        <a:lnTo>
                          <a:pt x="56" y="168"/>
                        </a:lnTo>
                        <a:lnTo>
                          <a:pt x="59" y="173"/>
                        </a:lnTo>
                        <a:lnTo>
                          <a:pt x="61" y="178"/>
                        </a:lnTo>
                        <a:lnTo>
                          <a:pt x="63" y="183"/>
                        </a:lnTo>
                        <a:lnTo>
                          <a:pt x="64" y="188"/>
                        </a:lnTo>
                        <a:lnTo>
                          <a:pt x="66" y="194"/>
                        </a:lnTo>
                        <a:lnTo>
                          <a:pt x="68" y="199"/>
                        </a:lnTo>
                        <a:lnTo>
                          <a:pt x="70" y="203"/>
                        </a:lnTo>
                        <a:lnTo>
                          <a:pt x="72" y="209"/>
                        </a:lnTo>
                        <a:lnTo>
                          <a:pt x="74" y="214"/>
                        </a:lnTo>
                        <a:lnTo>
                          <a:pt x="76" y="220"/>
                        </a:lnTo>
                        <a:lnTo>
                          <a:pt x="78" y="225"/>
                        </a:lnTo>
                        <a:lnTo>
                          <a:pt x="79" y="230"/>
                        </a:lnTo>
                        <a:lnTo>
                          <a:pt x="80" y="234"/>
                        </a:lnTo>
                        <a:lnTo>
                          <a:pt x="81" y="239"/>
                        </a:lnTo>
                        <a:lnTo>
                          <a:pt x="83" y="244"/>
                        </a:lnTo>
                        <a:lnTo>
                          <a:pt x="85" y="248"/>
                        </a:lnTo>
                        <a:lnTo>
                          <a:pt x="86" y="253"/>
                        </a:lnTo>
                        <a:lnTo>
                          <a:pt x="87" y="259"/>
                        </a:lnTo>
                        <a:lnTo>
                          <a:pt x="89" y="264"/>
                        </a:lnTo>
                        <a:lnTo>
                          <a:pt x="89" y="269"/>
                        </a:lnTo>
                        <a:lnTo>
                          <a:pt x="92" y="273"/>
                        </a:lnTo>
                        <a:lnTo>
                          <a:pt x="92" y="278"/>
                        </a:lnTo>
                        <a:lnTo>
                          <a:pt x="93" y="283"/>
                        </a:lnTo>
                        <a:lnTo>
                          <a:pt x="94" y="288"/>
                        </a:lnTo>
                        <a:lnTo>
                          <a:pt x="95" y="292"/>
                        </a:lnTo>
                        <a:lnTo>
                          <a:pt x="97" y="297"/>
                        </a:lnTo>
                        <a:lnTo>
                          <a:pt x="97" y="302"/>
                        </a:lnTo>
                        <a:lnTo>
                          <a:pt x="98" y="307"/>
                        </a:lnTo>
                        <a:lnTo>
                          <a:pt x="99" y="311"/>
                        </a:lnTo>
                        <a:lnTo>
                          <a:pt x="99" y="316"/>
                        </a:lnTo>
                        <a:lnTo>
                          <a:pt x="100" y="320"/>
                        </a:lnTo>
                        <a:lnTo>
                          <a:pt x="101" y="324"/>
                        </a:lnTo>
                        <a:lnTo>
                          <a:pt x="101" y="329"/>
                        </a:lnTo>
                        <a:lnTo>
                          <a:pt x="102" y="335"/>
                        </a:lnTo>
                        <a:lnTo>
                          <a:pt x="102" y="339"/>
                        </a:lnTo>
                        <a:lnTo>
                          <a:pt x="104" y="343"/>
                        </a:lnTo>
                        <a:lnTo>
                          <a:pt x="104" y="348"/>
                        </a:lnTo>
                        <a:lnTo>
                          <a:pt x="104" y="353"/>
                        </a:lnTo>
                        <a:lnTo>
                          <a:pt x="105" y="358"/>
                        </a:lnTo>
                        <a:lnTo>
                          <a:pt x="105" y="362"/>
                        </a:lnTo>
                        <a:lnTo>
                          <a:pt x="106" y="367"/>
                        </a:lnTo>
                        <a:lnTo>
                          <a:pt x="106" y="372"/>
                        </a:lnTo>
                        <a:lnTo>
                          <a:pt x="193" y="366"/>
                        </a:lnTo>
                        <a:lnTo>
                          <a:pt x="191" y="360"/>
                        </a:lnTo>
                        <a:lnTo>
                          <a:pt x="191" y="355"/>
                        </a:lnTo>
                        <a:lnTo>
                          <a:pt x="190" y="349"/>
                        </a:lnTo>
                        <a:lnTo>
                          <a:pt x="190" y="345"/>
                        </a:lnTo>
                        <a:lnTo>
                          <a:pt x="190" y="340"/>
                        </a:lnTo>
                        <a:lnTo>
                          <a:pt x="189" y="334"/>
                        </a:lnTo>
                        <a:lnTo>
                          <a:pt x="188" y="329"/>
                        </a:lnTo>
                        <a:lnTo>
                          <a:pt x="188" y="323"/>
                        </a:lnTo>
                        <a:lnTo>
                          <a:pt x="188" y="317"/>
                        </a:lnTo>
                        <a:lnTo>
                          <a:pt x="186" y="313"/>
                        </a:lnTo>
                        <a:lnTo>
                          <a:pt x="186" y="307"/>
                        </a:lnTo>
                        <a:lnTo>
                          <a:pt x="186" y="302"/>
                        </a:lnTo>
                        <a:lnTo>
                          <a:pt x="183" y="297"/>
                        </a:lnTo>
                        <a:lnTo>
                          <a:pt x="182" y="291"/>
                        </a:lnTo>
                        <a:lnTo>
                          <a:pt x="182" y="286"/>
                        </a:lnTo>
                        <a:lnTo>
                          <a:pt x="182" y="282"/>
                        </a:lnTo>
                        <a:lnTo>
                          <a:pt x="180" y="276"/>
                        </a:lnTo>
                        <a:lnTo>
                          <a:pt x="180" y="269"/>
                        </a:lnTo>
                        <a:lnTo>
                          <a:pt x="177" y="264"/>
                        </a:lnTo>
                        <a:lnTo>
                          <a:pt x="177" y="259"/>
                        </a:lnTo>
                        <a:lnTo>
                          <a:pt x="175" y="253"/>
                        </a:lnTo>
                        <a:lnTo>
                          <a:pt x="174" y="247"/>
                        </a:lnTo>
                        <a:lnTo>
                          <a:pt x="172" y="241"/>
                        </a:lnTo>
                        <a:lnTo>
                          <a:pt x="171" y="235"/>
                        </a:lnTo>
                        <a:lnTo>
                          <a:pt x="170" y="231"/>
                        </a:lnTo>
                        <a:lnTo>
                          <a:pt x="168" y="225"/>
                        </a:lnTo>
                        <a:lnTo>
                          <a:pt x="167" y="219"/>
                        </a:lnTo>
                        <a:lnTo>
                          <a:pt x="165" y="214"/>
                        </a:lnTo>
                        <a:lnTo>
                          <a:pt x="163" y="208"/>
                        </a:lnTo>
                        <a:lnTo>
                          <a:pt x="162" y="203"/>
                        </a:lnTo>
                        <a:lnTo>
                          <a:pt x="159" y="197"/>
                        </a:lnTo>
                        <a:lnTo>
                          <a:pt x="158" y="192"/>
                        </a:lnTo>
                        <a:lnTo>
                          <a:pt x="156" y="186"/>
                        </a:lnTo>
                        <a:lnTo>
                          <a:pt x="155" y="180"/>
                        </a:lnTo>
                        <a:lnTo>
                          <a:pt x="152" y="175"/>
                        </a:lnTo>
                        <a:lnTo>
                          <a:pt x="150" y="169"/>
                        </a:lnTo>
                        <a:lnTo>
                          <a:pt x="148" y="163"/>
                        </a:lnTo>
                        <a:lnTo>
                          <a:pt x="146" y="157"/>
                        </a:lnTo>
                        <a:lnTo>
                          <a:pt x="144" y="152"/>
                        </a:lnTo>
                        <a:lnTo>
                          <a:pt x="142" y="145"/>
                        </a:lnTo>
                        <a:lnTo>
                          <a:pt x="139" y="139"/>
                        </a:lnTo>
                        <a:lnTo>
                          <a:pt x="137" y="135"/>
                        </a:lnTo>
                        <a:lnTo>
                          <a:pt x="134" y="127"/>
                        </a:lnTo>
                        <a:lnTo>
                          <a:pt x="132" y="121"/>
                        </a:lnTo>
                        <a:lnTo>
                          <a:pt x="130" y="116"/>
                        </a:lnTo>
                        <a:lnTo>
                          <a:pt x="127" y="110"/>
                        </a:lnTo>
                        <a:lnTo>
                          <a:pt x="125" y="104"/>
                        </a:lnTo>
                        <a:lnTo>
                          <a:pt x="123" y="99"/>
                        </a:lnTo>
                        <a:lnTo>
                          <a:pt x="119" y="92"/>
                        </a:lnTo>
                        <a:lnTo>
                          <a:pt x="117" y="86"/>
                        </a:lnTo>
                        <a:lnTo>
                          <a:pt x="114" y="80"/>
                        </a:lnTo>
                        <a:lnTo>
                          <a:pt x="111" y="74"/>
                        </a:lnTo>
                        <a:lnTo>
                          <a:pt x="108" y="68"/>
                        </a:lnTo>
                        <a:lnTo>
                          <a:pt x="105" y="62"/>
                        </a:lnTo>
                        <a:lnTo>
                          <a:pt x="102" y="56"/>
                        </a:lnTo>
                        <a:lnTo>
                          <a:pt x="99" y="50"/>
                        </a:lnTo>
                        <a:lnTo>
                          <a:pt x="97" y="43"/>
                        </a:lnTo>
                        <a:lnTo>
                          <a:pt x="93" y="37"/>
                        </a:lnTo>
                        <a:lnTo>
                          <a:pt x="89" y="31"/>
                        </a:lnTo>
                        <a:lnTo>
                          <a:pt x="86" y="25"/>
                        </a:lnTo>
                        <a:lnTo>
                          <a:pt x="83" y="18"/>
                        </a:lnTo>
                        <a:lnTo>
                          <a:pt x="80" y="12"/>
                        </a:lnTo>
                        <a:lnTo>
                          <a:pt x="76" y="5"/>
                        </a:lnTo>
                        <a:lnTo>
                          <a:pt x="7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1" name="Freeform 89"/>
                  <p:cNvSpPr/>
                  <p:nvPr/>
                </p:nvSpPr>
                <p:spPr bwMode="auto">
                  <a:xfrm>
                    <a:off x="5361" y="1875"/>
                    <a:ext cx="25" cy="26"/>
                  </a:xfrm>
                  <a:custGeom>
                    <a:avLst/>
                    <a:gdLst>
                      <a:gd name="T0" fmla="*/ 0 w 77"/>
                      <a:gd name="T1" fmla="*/ 0 h 79"/>
                      <a:gd name="T2" fmla="*/ 0 w 77"/>
                      <a:gd name="T3" fmla="*/ 0 h 79"/>
                      <a:gd name="T4" fmla="*/ 0 w 77"/>
                      <a:gd name="T5" fmla="*/ 0 h 79"/>
                      <a:gd name="T6" fmla="*/ 0 w 77"/>
                      <a:gd name="T7" fmla="*/ 0 h 79"/>
                      <a:gd name="T8" fmla="*/ 0 w 77"/>
                      <a:gd name="T9" fmla="*/ 0 h 79"/>
                      <a:gd name="T10" fmla="*/ 0 w 77"/>
                      <a:gd name="T11" fmla="*/ 0 h 79"/>
                      <a:gd name="T12" fmla="*/ 0 w 77"/>
                      <a:gd name="T13" fmla="*/ 0 h 79"/>
                      <a:gd name="T14" fmla="*/ 0 w 77"/>
                      <a:gd name="T15" fmla="*/ 0 h 79"/>
                      <a:gd name="T16" fmla="*/ 0 w 77"/>
                      <a:gd name="T17" fmla="*/ 0 h 79"/>
                      <a:gd name="T18" fmla="*/ 0 w 77"/>
                      <a:gd name="T19" fmla="*/ 0 h 79"/>
                      <a:gd name="T20" fmla="*/ 0 w 77"/>
                      <a:gd name="T21" fmla="*/ 0 h 79"/>
                      <a:gd name="T22" fmla="*/ 0 w 77"/>
                      <a:gd name="T23" fmla="*/ 0 h 79"/>
                      <a:gd name="T24" fmla="*/ 0 w 77"/>
                      <a:gd name="T25" fmla="*/ 0 h 79"/>
                      <a:gd name="T26" fmla="*/ 0 w 77"/>
                      <a:gd name="T27" fmla="*/ 0 h 79"/>
                      <a:gd name="T28" fmla="*/ 0 w 77"/>
                      <a:gd name="T29" fmla="*/ 0 h 79"/>
                      <a:gd name="T30" fmla="*/ 0 w 77"/>
                      <a:gd name="T31" fmla="*/ 0 h 79"/>
                      <a:gd name="T32" fmla="*/ 0 w 77"/>
                      <a:gd name="T33" fmla="*/ 0 h 79"/>
                      <a:gd name="T34" fmla="*/ 0 w 77"/>
                      <a:gd name="T35" fmla="*/ 0 h 79"/>
                      <a:gd name="T36" fmla="*/ 0 w 77"/>
                      <a:gd name="T37" fmla="*/ 0 h 79"/>
                      <a:gd name="T38" fmla="*/ 0 w 77"/>
                      <a:gd name="T39" fmla="*/ 0 h 79"/>
                      <a:gd name="T40" fmla="*/ 0 w 77"/>
                      <a:gd name="T41" fmla="*/ 0 h 79"/>
                      <a:gd name="T42" fmla="*/ 0 w 77"/>
                      <a:gd name="T43" fmla="*/ 0 h 79"/>
                      <a:gd name="T44" fmla="*/ 0 w 77"/>
                      <a:gd name="T45" fmla="*/ 0 h 79"/>
                      <a:gd name="T46" fmla="*/ 0 w 77"/>
                      <a:gd name="T47" fmla="*/ 0 h 79"/>
                      <a:gd name="T48" fmla="*/ 0 w 77"/>
                      <a:gd name="T49" fmla="*/ 0 h 79"/>
                      <a:gd name="T50" fmla="*/ 0 w 77"/>
                      <a:gd name="T51" fmla="*/ 0 h 79"/>
                      <a:gd name="T52" fmla="*/ 0 w 77"/>
                      <a:gd name="T53" fmla="*/ 0 h 79"/>
                      <a:gd name="T54" fmla="*/ 0 w 77"/>
                      <a:gd name="T55" fmla="*/ 0 h 79"/>
                      <a:gd name="T56" fmla="*/ 0 w 77"/>
                      <a:gd name="T57" fmla="*/ 0 h 79"/>
                      <a:gd name="T58" fmla="*/ 0 w 77"/>
                      <a:gd name="T59" fmla="*/ 0 h 79"/>
                      <a:gd name="T60" fmla="*/ 0 w 77"/>
                      <a:gd name="T61" fmla="*/ 0 h 79"/>
                      <a:gd name="T62" fmla="*/ 0 w 77"/>
                      <a:gd name="T63" fmla="*/ 0 h 79"/>
                      <a:gd name="T64" fmla="*/ 0 w 77"/>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9"/>
                      <a:gd name="T101" fmla="*/ 77 w 77"/>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9">
                        <a:moveTo>
                          <a:pt x="38" y="79"/>
                        </a:moveTo>
                        <a:lnTo>
                          <a:pt x="41" y="78"/>
                        </a:lnTo>
                        <a:lnTo>
                          <a:pt x="45" y="78"/>
                        </a:lnTo>
                        <a:lnTo>
                          <a:pt x="49" y="76"/>
                        </a:lnTo>
                        <a:lnTo>
                          <a:pt x="53" y="75"/>
                        </a:lnTo>
                        <a:lnTo>
                          <a:pt x="57" y="73"/>
                        </a:lnTo>
                        <a:lnTo>
                          <a:pt x="59" y="72"/>
                        </a:lnTo>
                        <a:lnTo>
                          <a:pt x="63" y="69"/>
                        </a:lnTo>
                        <a:lnTo>
                          <a:pt x="65" y="67"/>
                        </a:lnTo>
                        <a:lnTo>
                          <a:pt x="67" y="63"/>
                        </a:lnTo>
                        <a:lnTo>
                          <a:pt x="70" y="61"/>
                        </a:lnTo>
                        <a:lnTo>
                          <a:pt x="72" y="57"/>
                        </a:lnTo>
                        <a:lnTo>
                          <a:pt x="74" y="55"/>
                        </a:lnTo>
                        <a:lnTo>
                          <a:pt x="74" y="51"/>
                        </a:lnTo>
                        <a:lnTo>
                          <a:pt x="77" y="47"/>
                        </a:lnTo>
                        <a:lnTo>
                          <a:pt x="77" y="43"/>
                        </a:lnTo>
                        <a:lnTo>
                          <a:pt x="77" y="40"/>
                        </a:lnTo>
                        <a:lnTo>
                          <a:pt x="77" y="36"/>
                        </a:lnTo>
                        <a:lnTo>
                          <a:pt x="77" y="31"/>
                        </a:lnTo>
                        <a:lnTo>
                          <a:pt x="74" y="28"/>
                        </a:lnTo>
                        <a:lnTo>
                          <a:pt x="74" y="24"/>
                        </a:lnTo>
                        <a:lnTo>
                          <a:pt x="72" y="21"/>
                        </a:lnTo>
                        <a:lnTo>
                          <a:pt x="70" y="18"/>
                        </a:lnTo>
                        <a:lnTo>
                          <a:pt x="67" y="15"/>
                        </a:lnTo>
                        <a:lnTo>
                          <a:pt x="65" y="12"/>
                        </a:lnTo>
                        <a:lnTo>
                          <a:pt x="63" y="10"/>
                        </a:lnTo>
                        <a:lnTo>
                          <a:pt x="59" y="7"/>
                        </a:lnTo>
                        <a:lnTo>
                          <a:pt x="57" y="5"/>
                        </a:lnTo>
                        <a:lnTo>
                          <a:pt x="53" y="3"/>
                        </a:lnTo>
                        <a:lnTo>
                          <a:pt x="49" y="3"/>
                        </a:lnTo>
                        <a:lnTo>
                          <a:pt x="45" y="0"/>
                        </a:lnTo>
                        <a:lnTo>
                          <a:pt x="41" y="0"/>
                        </a:lnTo>
                        <a:lnTo>
                          <a:pt x="38" y="0"/>
                        </a:lnTo>
                        <a:lnTo>
                          <a:pt x="34" y="0"/>
                        </a:lnTo>
                        <a:lnTo>
                          <a:pt x="29" y="0"/>
                        </a:lnTo>
                        <a:lnTo>
                          <a:pt x="26" y="3"/>
                        </a:lnTo>
                        <a:lnTo>
                          <a:pt x="22" y="3"/>
                        </a:lnTo>
                        <a:lnTo>
                          <a:pt x="19" y="5"/>
                        </a:lnTo>
                        <a:lnTo>
                          <a:pt x="16" y="7"/>
                        </a:lnTo>
                        <a:lnTo>
                          <a:pt x="14" y="10"/>
                        </a:lnTo>
                        <a:lnTo>
                          <a:pt x="11" y="12"/>
                        </a:lnTo>
                        <a:lnTo>
                          <a:pt x="8" y="15"/>
                        </a:lnTo>
                        <a:lnTo>
                          <a:pt x="6" y="18"/>
                        </a:lnTo>
                        <a:lnTo>
                          <a:pt x="3" y="21"/>
                        </a:lnTo>
                        <a:lnTo>
                          <a:pt x="3" y="24"/>
                        </a:lnTo>
                        <a:lnTo>
                          <a:pt x="1" y="28"/>
                        </a:lnTo>
                        <a:lnTo>
                          <a:pt x="1" y="31"/>
                        </a:lnTo>
                        <a:lnTo>
                          <a:pt x="0" y="36"/>
                        </a:lnTo>
                        <a:lnTo>
                          <a:pt x="0" y="40"/>
                        </a:lnTo>
                        <a:lnTo>
                          <a:pt x="0" y="43"/>
                        </a:lnTo>
                        <a:lnTo>
                          <a:pt x="1" y="47"/>
                        </a:lnTo>
                        <a:lnTo>
                          <a:pt x="1" y="51"/>
                        </a:lnTo>
                        <a:lnTo>
                          <a:pt x="3" y="55"/>
                        </a:lnTo>
                        <a:lnTo>
                          <a:pt x="3" y="57"/>
                        </a:lnTo>
                        <a:lnTo>
                          <a:pt x="6" y="61"/>
                        </a:lnTo>
                        <a:lnTo>
                          <a:pt x="8" y="63"/>
                        </a:lnTo>
                        <a:lnTo>
                          <a:pt x="11" y="67"/>
                        </a:lnTo>
                        <a:lnTo>
                          <a:pt x="14" y="69"/>
                        </a:lnTo>
                        <a:lnTo>
                          <a:pt x="16" y="72"/>
                        </a:lnTo>
                        <a:lnTo>
                          <a:pt x="19" y="73"/>
                        </a:lnTo>
                        <a:lnTo>
                          <a:pt x="22" y="75"/>
                        </a:lnTo>
                        <a:lnTo>
                          <a:pt x="26" y="76"/>
                        </a:lnTo>
                        <a:lnTo>
                          <a:pt x="29" y="78"/>
                        </a:lnTo>
                        <a:lnTo>
                          <a:pt x="34" y="78"/>
                        </a:lnTo>
                        <a:lnTo>
                          <a:pt x="38" y="7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2" name="Freeform 90"/>
                  <p:cNvSpPr/>
                  <p:nvPr/>
                </p:nvSpPr>
                <p:spPr bwMode="auto">
                  <a:xfrm>
                    <a:off x="5412" y="1877"/>
                    <a:ext cx="26"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3" y="76"/>
                        </a:lnTo>
                        <a:lnTo>
                          <a:pt x="46" y="76"/>
                        </a:lnTo>
                        <a:lnTo>
                          <a:pt x="50" y="75"/>
                        </a:lnTo>
                        <a:lnTo>
                          <a:pt x="53" y="74"/>
                        </a:lnTo>
                        <a:lnTo>
                          <a:pt x="56" y="71"/>
                        </a:lnTo>
                        <a:lnTo>
                          <a:pt x="59" y="70"/>
                        </a:lnTo>
                        <a:lnTo>
                          <a:pt x="63" y="68"/>
                        </a:lnTo>
                        <a:lnTo>
                          <a:pt x="67" y="65"/>
                        </a:lnTo>
                        <a:lnTo>
                          <a:pt x="69" y="62"/>
                        </a:lnTo>
                        <a:lnTo>
                          <a:pt x="71" y="59"/>
                        </a:lnTo>
                        <a:lnTo>
                          <a:pt x="72" y="56"/>
                        </a:lnTo>
                        <a:lnTo>
                          <a:pt x="74" y="54"/>
                        </a:lnTo>
                        <a:lnTo>
                          <a:pt x="75" y="49"/>
                        </a:lnTo>
                        <a:lnTo>
                          <a:pt x="76" y="46"/>
                        </a:lnTo>
                        <a:lnTo>
                          <a:pt x="77" y="42"/>
                        </a:lnTo>
                        <a:lnTo>
                          <a:pt x="77" y="38"/>
                        </a:lnTo>
                        <a:lnTo>
                          <a:pt x="77" y="33"/>
                        </a:lnTo>
                        <a:lnTo>
                          <a:pt x="76" y="31"/>
                        </a:lnTo>
                        <a:lnTo>
                          <a:pt x="75" y="26"/>
                        </a:lnTo>
                        <a:lnTo>
                          <a:pt x="74" y="23"/>
                        </a:lnTo>
                        <a:lnTo>
                          <a:pt x="72" y="19"/>
                        </a:lnTo>
                        <a:lnTo>
                          <a:pt x="71" y="16"/>
                        </a:lnTo>
                        <a:lnTo>
                          <a:pt x="69" y="13"/>
                        </a:lnTo>
                        <a:lnTo>
                          <a:pt x="67" y="11"/>
                        </a:lnTo>
                        <a:lnTo>
                          <a:pt x="63" y="8"/>
                        </a:lnTo>
                        <a:lnTo>
                          <a:pt x="59" y="6"/>
                        </a:lnTo>
                        <a:lnTo>
                          <a:pt x="56" y="5"/>
                        </a:lnTo>
                        <a:lnTo>
                          <a:pt x="53" y="2"/>
                        </a:lnTo>
                        <a:lnTo>
                          <a:pt x="50" y="1"/>
                        </a:lnTo>
                        <a:lnTo>
                          <a:pt x="46" y="0"/>
                        </a:lnTo>
                        <a:lnTo>
                          <a:pt x="43" y="0"/>
                        </a:lnTo>
                        <a:lnTo>
                          <a:pt x="38" y="0"/>
                        </a:lnTo>
                        <a:lnTo>
                          <a:pt x="34" y="0"/>
                        </a:lnTo>
                        <a:lnTo>
                          <a:pt x="31" y="0"/>
                        </a:lnTo>
                        <a:lnTo>
                          <a:pt x="26" y="1"/>
                        </a:lnTo>
                        <a:lnTo>
                          <a:pt x="23" y="2"/>
                        </a:lnTo>
                        <a:lnTo>
                          <a:pt x="20" y="5"/>
                        </a:lnTo>
                        <a:lnTo>
                          <a:pt x="17" y="6"/>
                        </a:lnTo>
                        <a:lnTo>
                          <a:pt x="13" y="8"/>
                        </a:lnTo>
                        <a:lnTo>
                          <a:pt x="11" y="11"/>
                        </a:lnTo>
                        <a:lnTo>
                          <a:pt x="8" y="13"/>
                        </a:lnTo>
                        <a:lnTo>
                          <a:pt x="6" y="16"/>
                        </a:lnTo>
                        <a:lnTo>
                          <a:pt x="5" y="19"/>
                        </a:lnTo>
                        <a:lnTo>
                          <a:pt x="2" y="23"/>
                        </a:lnTo>
                        <a:lnTo>
                          <a:pt x="1" y="26"/>
                        </a:lnTo>
                        <a:lnTo>
                          <a:pt x="0" y="31"/>
                        </a:lnTo>
                        <a:lnTo>
                          <a:pt x="0" y="33"/>
                        </a:lnTo>
                        <a:lnTo>
                          <a:pt x="0" y="38"/>
                        </a:lnTo>
                        <a:lnTo>
                          <a:pt x="0" y="42"/>
                        </a:lnTo>
                        <a:lnTo>
                          <a:pt x="0" y="46"/>
                        </a:lnTo>
                        <a:lnTo>
                          <a:pt x="1" y="49"/>
                        </a:lnTo>
                        <a:lnTo>
                          <a:pt x="2" y="54"/>
                        </a:lnTo>
                        <a:lnTo>
                          <a:pt x="5" y="56"/>
                        </a:lnTo>
                        <a:lnTo>
                          <a:pt x="6" y="59"/>
                        </a:lnTo>
                        <a:lnTo>
                          <a:pt x="8" y="62"/>
                        </a:lnTo>
                        <a:lnTo>
                          <a:pt x="11" y="65"/>
                        </a:lnTo>
                        <a:lnTo>
                          <a:pt x="13" y="68"/>
                        </a:lnTo>
                        <a:lnTo>
                          <a:pt x="17" y="70"/>
                        </a:lnTo>
                        <a:lnTo>
                          <a:pt x="20" y="71"/>
                        </a:lnTo>
                        <a:lnTo>
                          <a:pt x="23" y="74"/>
                        </a:lnTo>
                        <a:lnTo>
                          <a:pt x="26" y="75"/>
                        </a:lnTo>
                        <a:lnTo>
                          <a:pt x="31" y="76"/>
                        </a:lnTo>
                        <a:lnTo>
                          <a:pt x="34" y="76"/>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3" name="Freeform 91"/>
                  <p:cNvSpPr/>
                  <p:nvPr/>
                </p:nvSpPr>
                <p:spPr bwMode="auto">
                  <a:xfrm>
                    <a:off x="5461" y="187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41" y="77"/>
                        </a:moveTo>
                        <a:lnTo>
                          <a:pt x="43" y="76"/>
                        </a:lnTo>
                        <a:lnTo>
                          <a:pt x="48" y="76"/>
                        </a:lnTo>
                        <a:lnTo>
                          <a:pt x="51" y="75"/>
                        </a:lnTo>
                        <a:lnTo>
                          <a:pt x="55" y="73"/>
                        </a:lnTo>
                        <a:lnTo>
                          <a:pt x="57" y="71"/>
                        </a:lnTo>
                        <a:lnTo>
                          <a:pt x="61" y="70"/>
                        </a:lnTo>
                        <a:lnTo>
                          <a:pt x="63" y="67"/>
                        </a:lnTo>
                        <a:lnTo>
                          <a:pt x="67" y="65"/>
                        </a:lnTo>
                        <a:lnTo>
                          <a:pt x="69" y="61"/>
                        </a:lnTo>
                        <a:lnTo>
                          <a:pt x="71" y="59"/>
                        </a:lnTo>
                        <a:lnTo>
                          <a:pt x="74" y="56"/>
                        </a:lnTo>
                        <a:lnTo>
                          <a:pt x="75" y="53"/>
                        </a:lnTo>
                        <a:lnTo>
                          <a:pt x="76" y="48"/>
                        </a:lnTo>
                        <a:lnTo>
                          <a:pt x="77" y="45"/>
                        </a:lnTo>
                        <a:lnTo>
                          <a:pt x="78" y="41"/>
                        </a:lnTo>
                        <a:lnTo>
                          <a:pt x="78" y="38"/>
                        </a:lnTo>
                        <a:lnTo>
                          <a:pt x="78" y="34"/>
                        </a:lnTo>
                        <a:lnTo>
                          <a:pt x="77" y="31"/>
                        </a:lnTo>
                        <a:lnTo>
                          <a:pt x="76" y="26"/>
                        </a:lnTo>
                        <a:lnTo>
                          <a:pt x="75" y="22"/>
                        </a:lnTo>
                        <a:lnTo>
                          <a:pt x="74" y="19"/>
                        </a:lnTo>
                        <a:lnTo>
                          <a:pt x="71" y="15"/>
                        </a:lnTo>
                        <a:lnTo>
                          <a:pt x="69" y="13"/>
                        </a:lnTo>
                        <a:lnTo>
                          <a:pt x="67" y="10"/>
                        </a:lnTo>
                        <a:lnTo>
                          <a:pt x="63" y="7"/>
                        </a:lnTo>
                        <a:lnTo>
                          <a:pt x="61" y="4"/>
                        </a:lnTo>
                        <a:lnTo>
                          <a:pt x="57" y="3"/>
                        </a:lnTo>
                        <a:lnTo>
                          <a:pt x="55" y="2"/>
                        </a:lnTo>
                        <a:lnTo>
                          <a:pt x="51" y="0"/>
                        </a:lnTo>
                        <a:lnTo>
                          <a:pt x="48" y="0"/>
                        </a:lnTo>
                        <a:lnTo>
                          <a:pt x="43" y="0"/>
                        </a:lnTo>
                        <a:lnTo>
                          <a:pt x="41" y="0"/>
                        </a:lnTo>
                        <a:lnTo>
                          <a:pt x="36" y="0"/>
                        </a:lnTo>
                        <a:lnTo>
                          <a:pt x="31" y="0"/>
                        </a:lnTo>
                        <a:lnTo>
                          <a:pt x="27" y="0"/>
                        </a:lnTo>
                        <a:lnTo>
                          <a:pt x="25" y="2"/>
                        </a:lnTo>
                        <a:lnTo>
                          <a:pt x="20" y="3"/>
                        </a:lnTo>
                        <a:lnTo>
                          <a:pt x="18" y="4"/>
                        </a:lnTo>
                        <a:lnTo>
                          <a:pt x="16" y="7"/>
                        </a:lnTo>
                        <a:lnTo>
                          <a:pt x="13" y="10"/>
                        </a:lnTo>
                        <a:lnTo>
                          <a:pt x="10" y="13"/>
                        </a:lnTo>
                        <a:lnTo>
                          <a:pt x="7" y="15"/>
                        </a:lnTo>
                        <a:lnTo>
                          <a:pt x="5" y="19"/>
                        </a:lnTo>
                        <a:lnTo>
                          <a:pt x="4" y="22"/>
                        </a:lnTo>
                        <a:lnTo>
                          <a:pt x="3" y="26"/>
                        </a:lnTo>
                        <a:lnTo>
                          <a:pt x="1" y="31"/>
                        </a:lnTo>
                        <a:lnTo>
                          <a:pt x="0" y="34"/>
                        </a:lnTo>
                        <a:lnTo>
                          <a:pt x="0" y="38"/>
                        </a:lnTo>
                        <a:lnTo>
                          <a:pt x="0" y="41"/>
                        </a:lnTo>
                        <a:lnTo>
                          <a:pt x="1" y="45"/>
                        </a:lnTo>
                        <a:lnTo>
                          <a:pt x="3" y="48"/>
                        </a:lnTo>
                        <a:lnTo>
                          <a:pt x="4" y="53"/>
                        </a:lnTo>
                        <a:lnTo>
                          <a:pt x="5" y="56"/>
                        </a:lnTo>
                        <a:lnTo>
                          <a:pt x="7" y="59"/>
                        </a:lnTo>
                        <a:lnTo>
                          <a:pt x="10" y="61"/>
                        </a:lnTo>
                        <a:lnTo>
                          <a:pt x="13" y="65"/>
                        </a:lnTo>
                        <a:lnTo>
                          <a:pt x="16" y="67"/>
                        </a:lnTo>
                        <a:lnTo>
                          <a:pt x="18" y="70"/>
                        </a:lnTo>
                        <a:lnTo>
                          <a:pt x="20" y="71"/>
                        </a:lnTo>
                        <a:lnTo>
                          <a:pt x="25" y="73"/>
                        </a:lnTo>
                        <a:lnTo>
                          <a:pt x="27" y="75"/>
                        </a:lnTo>
                        <a:lnTo>
                          <a:pt x="31" y="76"/>
                        </a:lnTo>
                        <a:lnTo>
                          <a:pt x="36" y="76"/>
                        </a:lnTo>
                        <a:lnTo>
                          <a:pt x="41"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4" name="Freeform 92"/>
                  <p:cNvSpPr/>
                  <p:nvPr/>
                </p:nvSpPr>
                <p:spPr bwMode="auto">
                  <a:xfrm>
                    <a:off x="5511" y="1877"/>
                    <a:ext cx="26" cy="26"/>
                  </a:xfrm>
                  <a:custGeom>
                    <a:avLst/>
                    <a:gdLst>
                      <a:gd name="T0" fmla="*/ 0 w 76"/>
                      <a:gd name="T1" fmla="*/ 0 h 78"/>
                      <a:gd name="T2" fmla="*/ 0 w 76"/>
                      <a:gd name="T3" fmla="*/ 0 h 78"/>
                      <a:gd name="T4" fmla="*/ 0 w 76"/>
                      <a:gd name="T5" fmla="*/ 0 h 78"/>
                      <a:gd name="T6" fmla="*/ 0 w 76"/>
                      <a:gd name="T7" fmla="*/ 0 h 78"/>
                      <a:gd name="T8" fmla="*/ 0 w 76"/>
                      <a:gd name="T9" fmla="*/ 0 h 78"/>
                      <a:gd name="T10" fmla="*/ 0 w 76"/>
                      <a:gd name="T11" fmla="*/ 0 h 78"/>
                      <a:gd name="T12" fmla="*/ 0 w 76"/>
                      <a:gd name="T13" fmla="*/ 0 h 78"/>
                      <a:gd name="T14" fmla="*/ 0 w 76"/>
                      <a:gd name="T15" fmla="*/ 0 h 78"/>
                      <a:gd name="T16" fmla="*/ 0 w 76"/>
                      <a:gd name="T17" fmla="*/ 0 h 78"/>
                      <a:gd name="T18" fmla="*/ 0 w 76"/>
                      <a:gd name="T19" fmla="*/ 0 h 78"/>
                      <a:gd name="T20" fmla="*/ 0 w 76"/>
                      <a:gd name="T21" fmla="*/ 0 h 78"/>
                      <a:gd name="T22" fmla="*/ 0 w 76"/>
                      <a:gd name="T23" fmla="*/ 0 h 78"/>
                      <a:gd name="T24" fmla="*/ 0 w 76"/>
                      <a:gd name="T25" fmla="*/ 0 h 78"/>
                      <a:gd name="T26" fmla="*/ 0 w 76"/>
                      <a:gd name="T27" fmla="*/ 0 h 78"/>
                      <a:gd name="T28" fmla="*/ 0 w 76"/>
                      <a:gd name="T29" fmla="*/ 0 h 78"/>
                      <a:gd name="T30" fmla="*/ 0 w 76"/>
                      <a:gd name="T31" fmla="*/ 0 h 78"/>
                      <a:gd name="T32" fmla="*/ 0 w 76"/>
                      <a:gd name="T33" fmla="*/ 0 h 78"/>
                      <a:gd name="T34" fmla="*/ 0 w 76"/>
                      <a:gd name="T35" fmla="*/ 0 h 78"/>
                      <a:gd name="T36" fmla="*/ 0 w 76"/>
                      <a:gd name="T37" fmla="*/ 0 h 78"/>
                      <a:gd name="T38" fmla="*/ 0 w 76"/>
                      <a:gd name="T39" fmla="*/ 0 h 78"/>
                      <a:gd name="T40" fmla="*/ 0 w 76"/>
                      <a:gd name="T41" fmla="*/ 0 h 78"/>
                      <a:gd name="T42" fmla="*/ 0 w 76"/>
                      <a:gd name="T43" fmla="*/ 0 h 78"/>
                      <a:gd name="T44" fmla="*/ 0 w 76"/>
                      <a:gd name="T45" fmla="*/ 0 h 78"/>
                      <a:gd name="T46" fmla="*/ 0 w 76"/>
                      <a:gd name="T47" fmla="*/ 0 h 78"/>
                      <a:gd name="T48" fmla="*/ 0 w 76"/>
                      <a:gd name="T49" fmla="*/ 0 h 78"/>
                      <a:gd name="T50" fmla="*/ 0 w 76"/>
                      <a:gd name="T51" fmla="*/ 0 h 78"/>
                      <a:gd name="T52" fmla="*/ 0 w 76"/>
                      <a:gd name="T53" fmla="*/ 0 h 78"/>
                      <a:gd name="T54" fmla="*/ 0 w 76"/>
                      <a:gd name="T55" fmla="*/ 0 h 78"/>
                      <a:gd name="T56" fmla="*/ 0 w 76"/>
                      <a:gd name="T57" fmla="*/ 0 h 78"/>
                      <a:gd name="T58" fmla="*/ 0 w 76"/>
                      <a:gd name="T59" fmla="*/ 0 h 78"/>
                      <a:gd name="T60" fmla="*/ 0 w 76"/>
                      <a:gd name="T61" fmla="*/ 0 h 78"/>
                      <a:gd name="T62" fmla="*/ 0 w 76"/>
                      <a:gd name="T63" fmla="*/ 0 h 78"/>
                      <a:gd name="T64" fmla="*/ 0 w 76"/>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6"/>
                      <a:gd name="T100" fmla="*/ 0 h 78"/>
                      <a:gd name="T101" fmla="*/ 76 w 76"/>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6" h="78">
                        <a:moveTo>
                          <a:pt x="38" y="78"/>
                        </a:moveTo>
                        <a:lnTo>
                          <a:pt x="41" y="77"/>
                        </a:lnTo>
                        <a:lnTo>
                          <a:pt x="45" y="77"/>
                        </a:lnTo>
                        <a:lnTo>
                          <a:pt x="50" y="76"/>
                        </a:lnTo>
                        <a:lnTo>
                          <a:pt x="53" y="75"/>
                        </a:lnTo>
                        <a:lnTo>
                          <a:pt x="55" y="73"/>
                        </a:lnTo>
                        <a:lnTo>
                          <a:pt x="59" y="71"/>
                        </a:lnTo>
                        <a:lnTo>
                          <a:pt x="63" y="69"/>
                        </a:lnTo>
                        <a:lnTo>
                          <a:pt x="65" y="67"/>
                        </a:lnTo>
                        <a:lnTo>
                          <a:pt x="67" y="64"/>
                        </a:lnTo>
                        <a:lnTo>
                          <a:pt x="70" y="61"/>
                        </a:lnTo>
                        <a:lnTo>
                          <a:pt x="71" y="57"/>
                        </a:lnTo>
                        <a:lnTo>
                          <a:pt x="73" y="55"/>
                        </a:lnTo>
                        <a:lnTo>
                          <a:pt x="74" y="51"/>
                        </a:lnTo>
                        <a:lnTo>
                          <a:pt x="76" y="46"/>
                        </a:lnTo>
                        <a:lnTo>
                          <a:pt x="76" y="43"/>
                        </a:lnTo>
                        <a:lnTo>
                          <a:pt x="76" y="39"/>
                        </a:lnTo>
                        <a:lnTo>
                          <a:pt x="76" y="36"/>
                        </a:lnTo>
                        <a:lnTo>
                          <a:pt x="76" y="31"/>
                        </a:lnTo>
                        <a:lnTo>
                          <a:pt x="74" y="27"/>
                        </a:lnTo>
                        <a:lnTo>
                          <a:pt x="73" y="24"/>
                        </a:lnTo>
                        <a:lnTo>
                          <a:pt x="71" y="20"/>
                        </a:lnTo>
                        <a:lnTo>
                          <a:pt x="70" y="17"/>
                        </a:lnTo>
                        <a:lnTo>
                          <a:pt x="67" y="14"/>
                        </a:lnTo>
                        <a:lnTo>
                          <a:pt x="65" y="12"/>
                        </a:lnTo>
                        <a:lnTo>
                          <a:pt x="63" y="8"/>
                        </a:lnTo>
                        <a:lnTo>
                          <a:pt x="59" y="7"/>
                        </a:lnTo>
                        <a:lnTo>
                          <a:pt x="55" y="5"/>
                        </a:lnTo>
                        <a:lnTo>
                          <a:pt x="53" y="2"/>
                        </a:lnTo>
                        <a:lnTo>
                          <a:pt x="50" y="2"/>
                        </a:lnTo>
                        <a:lnTo>
                          <a:pt x="45" y="0"/>
                        </a:lnTo>
                        <a:lnTo>
                          <a:pt x="41" y="0"/>
                        </a:lnTo>
                        <a:lnTo>
                          <a:pt x="38" y="0"/>
                        </a:lnTo>
                        <a:lnTo>
                          <a:pt x="34" y="0"/>
                        </a:lnTo>
                        <a:lnTo>
                          <a:pt x="29" y="0"/>
                        </a:lnTo>
                        <a:lnTo>
                          <a:pt x="26" y="2"/>
                        </a:lnTo>
                        <a:lnTo>
                          <a:pt x="22" y="2"/>
                        </a:lnTo>
                        <a:lnTo>
                          <a:pt x="19" y="5"/>
                        </a:lnTo>
                        <a:lnTo>
                          <a:pt x="15" y="7"/>
                        </a:lnTo>
                        <a:lnTo>
                          <a:pt x="13" y="8"/>
                        </a:lnTo>
                        <a:lnTo>
                          <a:pt x="10" y="12"/>
                        </a:lnTo>
                        <a:lnTo>
                          <a:pt x="7" y="14"/>
                        </a:lnTo>
                        <a:lnTo>
                          <a:pt x="6" y="17"/>
                        </a:lnTo>
                        <a:lnTo>
                          <a:pt x="3" y="20"/>
                        </a:lnTo>
                        <a:lnTo>
                          <a:pt x="2" y="24"/>
                        </a:lnTo>
                        <a:lnTo>
                          <a:pt x="1" y="27"/>
                        </a:lnTo>
                        <a:lnTo>
                          <a:pt x="0" y="31"/>
                        </a:lnTo>
                        <a:lnTo>
                          <a:pt x="0" y="36"/>
                        </a:lnTo>
                        <a:lnTo>
                          <a:pt x="0" y="39"/>
                        </a:lnTo>
                        <a:lnTo>
                          <a:pt x="0" y="43"/>
                        </a:lnTo>
                        <a:lnTo>
                          <a:pt x="0" y="46"/>
                        </a:lnTo>
                        <a:lnTo>
                          <a:pt x="1" y="51"/>
                        </a:lnTo>
                        <a:lnTo>
                          <a:pt x="2" y="55"/>
                        </a:lnTo>
                        <a:lnTo>
                          <a:pt x="3" y="57"/>
                        </a:lnTo>
                        <a:lnTo>
                          <a:pt x="6" y="61"/>
                        </a:lnTo>
                        <a:lnTo>
                          <a:pt x="7" y="64"/>
                        </a:lnTo>
                        <a:lnTo>
                          <a:pt x="10" y="67"/>
                        </a:lnTo>
                        <a:lnTo>
                          <a:pt x="13" y="69"/>
                        </a:lnTo>
                        <a:lnTo>
                          <a:pt x="15" y="71"/>
                        </a:lnTo>
                        <a:lnTo>
                          <a:pt x="19" y="73"/>
                        </a:lnTo>
                        <a:lnTo>
                          <a:pt x="22" y="75"/>
                        </a:lnTo>
                        <a:lnTo>
                          <a:pt x="26" y="76"/>
                        </a:lnTo>
                        <a:lnTo>
                          <a:pt x="29" y="77"/>
                        </a:lnTo>
                        <a:lnTo>
                          <a:pt x="34" y="77"/>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5" name="Freeform 93"/>
                  <p:cNvSpPr/>
                  <p:nvPr/>
                </p:nvSpPr>
                <p:spPr bwMode="auto">
                  <a:xfrm>
                    <a:off x="5560" y="1876"/>
                    <a:ext cx="26" cy="26"/>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9" y="77"/>
                        </a:moveTo>
                        <a:lnTo>
                          <a:pt x="42" y="76"/>
                        </a:lnTo>
                        <a:lnTo>
                          <a:pt x="46" y="76"/>
                        </a:lnTo>
                        <a:lnTo>
                          <a:pt x="49" y="75"/>
                        </a:lnTo>
                        <a:lnTo>
                          <a:pt x="53" y="73"/>
                        </a:lnTo>
                        <a:lnTo>
                          <a:pt x="55" y="71"/>
                        </a:lnTo>
                        <a:lnTo>
                          <a:pt x="59" y="70"/>
                        </a:lnTo>
                        <a:lnTo>
                          <a:pt x="63" y="67"/>
                        </a:lnTo>
                        <a:lnTo>
                          <a:pt x="66" y="65"/>
                        </a:lnTo>
                        <a:lnTo>
                          <a:pt x="67" y="61"/>
                        </a:lnTo>
                        <a:lnTo>
                          <a:pt x="70" y="59"/>
                        </a:lnTo>
                        <a:lnTo>
                          <a:pt x="72" y="56"/>
                        </a:lnTo>
                        <a:lnTo>
                          <a:pt x="73" y="53"/>
                        </a:lnTo>
                        <a:lnTo>
                          <a:pt x="74" y="48"/>
                        </a:lnTo>
                        <a:lnTo>
                          <a:pt x="77" y="45"/>
                        </a:lnTo>
                        <a:lnTo>
                          <a:pt x="77" y="41"/>
                        </a:lnTo>
                        <a:lnTo>
                          <a:pt x="77" y="38"/>
                        </a:lnTo>
                        <a:lnTo>
                          <a:pt x="77" y="34"/>
                        </a:lnTo>
                        <a:lnTo>
                          <a:pt x="77" y="31"/>
                        </a:lnTo>
                        <a:lnTo>
                          <a:pt x="74" y="26"/>
                        </a:lnTo>
                        <a:lnTo>
                          <a:pt x="73" y="22"/>
                        </a:lnTo>
                        <a:lnTo>
                          <a:pt x="72" y="19"/>
                        </a:lnTo>
                        <a:lnTo>
                          <a:pt x="70" y="15"/>
                        </a:lnTo>
                        <a:lnTo>
                          <a:pt x="67" y="13"/>
                        </a:lnTo>
                        <a:lnTo>
                          <a:pt x="66" y="10"/>
                        </a:lnTo>
                        <a:lnTo>
                          <a:pt x="63" y="7"/>
                        </a:lnTo>
                        <a:lnTo>
                          <a:pt x="59" y="4"/>
                        </a:lnTo>
                        <a:lnTo>
                          <a:pt x="55" y="3"/>
                        </a:lnTo>
                        <a:lnTo>
                          <a:pt x="53" y="2"/>
                        </a:lnTo>
                        <a:lnTo>
                          <a:pt x="49" y="0"/>
                        </a:lnTo>
                        <a:lnTo>
                          <a:pt x="46" y="0"/>
                        </a:lnTo>
                        <a:lnTo>
                          <a:pt x="42" y="0"/>
                        </a:lnTo>
                        <a:lnTo>
                          <a:pt x="39" y="0"/>
                        </a:lnTo>
                        <a:lnTo>
                          <a:pt x="35" y="0"/>
                        </a:lnTo>
                        <a:lnTo>
                          <a:pt x="30" y="0"/>
                        </a:lnTo>
                        <a:lnTo>
                          <a:pt x="27" y="0"/>
                        </a:lnTo>
                        <a:lnTo>
                          <a:pt x="23" y="2"/>
                        </a:lnTo>
                        <a:lnTo>
                          <a:pt x="20" y="3"/>
                        </a:lnTo>
                        <a:lnTo>
                          <a:pt x="16" y="4"/>
                        </a:lnTo>
                        <a:lnTo>
                          <a:pt x="13" y="7"/>
                        </a:lnTo>
                        <a:lnTo>
                          <a:pt x="11" y="10"/>
                        </a:lnTo>
                        <a:lnTo>
                          <a:pt x="8" y="13"/>
                        </a:lnTo>
                        <a:lnTo>
                          <a:pt x="6" y="15"/>
                        </a:lnTo>
                        <a:lnTo>
                          <a:pt x="4" y="19"/>
                        </a:lnTo>
                        <a:lnTo>
                          <a:pt x="3" y="22"/>
                        </a:lnTo>
                        <a:lnTo>
                          <a:pt x="1" y="26"/>
                        </a:lnTo>
                        <a:lnTo>
                          <a:pt x="1" y="31"/>
                        </a:lnTo>
                        <a:lnTo>
                          <a:pt x="0" y="34"/>
                        </a:lnTo>
                        <a:lnTo>
                          <a:pt x="0" y="38"/>
                        </a:lnTo>
                        <a:lnTo>
                          <a:pt x="0" y="41"/>
                        </a:lnTo>
                        <a:lnTo>
                          <a:pt x="1" y="45"/>
                        </a:lnTo>
                        <a:lnTo>
                          <a:pt x="1" y="48"/>
                        </a:lnTo>
                        <a:lnTo>
                          <a:pt x="3" y="53"/>
                        </a:lnTo>
                        <a:lnTo>
                          <a:pt x="4" y="56"/>
                        </a:lnTo>
                        <a:lnTo>
                          <a:pt x="6" y="59"/>
                        </a:lnTo>
                        <a:lnTo>
                          <a:pt x="8" y="61"/>
                        </a:lnTo>
                        <a:lnTo>
                          <a:pt x="11" y="65"/>
                        </a:lnTo>
                        <a:lnTo>
                          <a:pt x="13" y="67"/>
                        </a:lnTo>
                        <a:lnTo>
                          <a:pt x="16" y="70"/>
                        </a:lnTo>
                        <a:lnTo>
                          <a:pt x="20" y="71"/>
                        </a:lnTo>
                        <a:lnTo>
                          <a:pt x="23" y="73"/>
                        </a:lnTo>
                        <a:lnTo>
                          <a:pt x="27" y="75"/>
                        </a:lnTo>
                        <a:lnTo>
                          <a:pt x="30" y="76"/>
                        </a:lnTo>
                        <a:lnTo>
                          <a:pt x="35" y="76"/>
                        </a:lnTo>
                        <a:lnTo>
                          <a:pt x="39"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6" name="Freeform 94"/>
                  <p:cNvSpPr/>
                  <p:nvPr/>
                </p:nvSpPr>
                <p:spPr bwMode="auto">
                  <a:xfrm>
                    <a:off x="5612" y="1877"/>
                    <a:ext cx="26"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w 78"/>
                      <a:gd name="T25" fmla="*/ 0 h 78"/>
                      <a:gd name="T26" fmla="*/ 0 w 78"/>
                      <a:gd name="T27" fmla="*/ 0 h 78"/>
                      <a:gd name="T28" fmla="*/ 0 w 78"/>
                      <a:gd name="T29" fmla="*/ 0 h 78"/>
                      <a:gd name="T30" fmla="*/ 0 w 78"/>
                      <a:gd name="T31" fmla="*/ 0 h 78"/>
                      <a:gd name="T32" fmla="*/ 0 w 78"/>
                      <a:gd name="T33" fmla="*/ 0 h 78"/>
                      <a:gd name="T34" fmla="*/ 0 w 78"/>
                      <a:gd name="T35" fmla="*/ 0 h 78"/>
                      <a:gd name="T36" fmla="*/ 0 w 78"/>
                      <a:gd name="T37" fmla="*/ 0 h 78"/>
                      <a:gd name="T38" fmla="*/ 0 w 78"/>
                      <a:gd name="T39" fmla="*/ 0 h 78"/>
                      <a:gd name="T40" fmla="*/ 0 w 78"/>
                      <a:gd name="T41" fmla="*/ 0 h 78"/>
                      <a:gd name="T42" fmla="*/ 0 w 78"/>
                      <a:gd name="T43" fmla="*/ 0 h 78"/>
                      <a:gd name="T44" fmla="*/ 0 w 78"/>
                      <a:gd name="T45" fmla="*/ 0 h 78"/>
                      <a:gd name="T46" fmla="*/ 0 w 78"/>
                      <a:gd name="T47" fmla="*/ 0 h 78"/>
                      <a:gd name="T48" fmla="*/ 0 w 78"/>
                      <a:gd name="T49" fmla="*/ 0 h 78"/>
                      <a:gd name="T50" fmla="*/ 0 w 78"/>
                      <a:gd name="T51" fmla="*/ 0 h 78"/>
                      <a:gd name="T52" fmla="*/ 0 w 78"/>
                      <a:gd name="T53" fmla="*/ 0 h 78"/>
                      <a:gd name="T54" fmla="*/ 0 w 78"/>
                      <a:gd name="T55" fmla="*/ 0 h 78"/>
                      <a:gd name="T56" fmla="*/ 0 w 78"/>
                      <a:gd name="T57" fmla="*/ 0 h 78"/>
                      <a:gd name="T58" fmla="*/ 0 w 78"/>
                      <a:gd name="T59" fmla="*/ 0 h 78"/>
                      <a:gd name="T60" fmla="*/ 0 w 78"/>
                      <a:gd name="T61" fmla="*/ 0 h 78"/>
                      <a:gd name="T62" fmla="*/ 0 w 78"/>
                      <a:gd name="T63" fmla="*/ 0 h 78"/>
                      <a:gd name="T64" fmla="*/ 0 w 78"/>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8"/>
                      <a:gd name="T101" fmla="*/ 78 w 78"/>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8">
                        <a:moveTo>
                          <a:pt x="39" y="78"/>
                        </a:moveTo>
                        <a:lnTo>
                          <a:pt x="43" y="77"/>
                        </a:lnTo>
                        <a:lnTo>
                          <a:pt x="46" y="77"/>
                        </a:lnTo>
                        <a:lnTo>
                          <a:pt x="50" y="76"/>
                        </a:lnTo>
                        <a:lnTo>
                          <a:pt x="55" y="75"/>
                        </a:lnTo>
                        <a:lnTo>
                          <a:pt x="57" y="73"/>
                        </a:lnTo>
                        <a:lnTo>
                          <a:pt x="61" y="71"/>
                        </a:lnTo>
                        <a:lnTo>
                          <a:pt x="63" y="69"/>
                        </a:lnTo>
                        <a:lnTo>
                          <a:pt x="67" y="67"/>
                        </a:lnTo>
                        <a:lnTo>
                          <a:pt x="68" y="64"/>
                        </a:lnTo>
                        <a:lnTo>
                          <a:pt x="70" y="61"/>
                        </a:lnTo>
                        <a:lnTo>
                          <a:pt x="74" y="57"/>
                        </a:lnTo>
                        <a:lnTo>
                          <a:pt x="75" y="55"/>
                        </a:lnTo>
                        <a:lnTo>
                          <a:pt x="76" y="51"/>
                        </a:lnTo>
                        <a:lnTo>
                          <a:pt x="77" y="46"/>
                        </a:lnTo>
                        <a:lnTo>
                          <a:pt x="78" y="43"/>
                        </a:lnTo>
                        <a:lnTo>
                          <a:pt x="78" y="39"/>
                        </a:lnTo>
                        <a:lnTo>
                          <a:pt x="78" y="36"/>
                        </a:lnTo>
                        <a:lnTo>
                          <a:pt x="77" y="31"/>
                        </a:lnTo>
                        <a:lnTo>
                          <a:pt x="76" y="27"/>
                        </a:lnTo>
                        <a:lnTo>
                          <a:pt x="75" y="24"/>
                        </a:lnTo>
                        <a:lnTo>
                          <a:pt x="74" y="20"/>
                        </a:lnTo>
                        <a:lnTo>
                          <a:pt x="70" y="17"/>
                        </a:lnTo>
                        <a:lnTo>
                          <a:pt x="68" y="14"/>
                        </a:lnTo>
                        <a:lnTo>
                          <a:pt x="67" y="12"/>
                        </a:lnTo>
                        <a:lnTo>
                          <a:pt x="63" y="8"/>
                        </a:lnTo>
                        <a:lnTo>
                          <a:pt x="61" y="7"/>
                        </a:lnTo>
                        <a:lnTo>
                          <a:pt x="57" y="5"/>
                        </a:lnTo>
                        <a:lnTo>
                          <a:pt x="55" y="2"/>
                        </a:lnTo>
                        <a:lnTo>
                          <a:pt x="50" y="2"/>
                        </a:lnTo>
                        <a:lnTo>
                          <a:pt x="46" y="0"/>
                        </a:lnTo>
                        <a:lnTo>
                          <a:pt x="43" y="0"/>
                        </a:lnTo>
                        <a:lnTo>
                          <a:pt x="39" y="0"/>
                        </a:lnTo>
                        <a:lnTo>
                          <a:pt x="36" y="0"/>
                        </a:lnTo>
                        <a:lnTo>
                          <a:pt x="31" y="0"/>
                        </a:lnTo>
                        <a:lnTo>
                          <a:pt x="27" y="2"/>
                        </a:lnTo>
                        <a:lnTo>
                          <a:pt x="24" y="2"/>
                        </a:lnTo>
                        <a:lnTo>
                          <a:pt x="20" y="5"/>
                        </a:lnTo>
                        <a:lnTo>
                          <a:pt x="18" y="7"/>
                        </a:lnTo>
                        <a:lnTo>
                          <a:pt x="14" y="8"/>
                        </a:lnTo>
                        <a:lnTo>
                          <a:pt x="12" y="12"/>
                        </a:lnTo>
                        <a:lnTo>
                          <a:pt x="8" y="14"/>
                        </a:lnTo>
                        <a:lnTo>
                          <a:pt x="7" y="17"/>
                        </a:lnTo>
                        <a:lnTo>
                          <a:pt x="5" y="20"/>
                        </a:lnTo>
                        <a:lnTo>
                          <a:pt x="4" y="24"/>
                        </a:lnTo>
                        <a:lnTo>
                          <a:pt x="2" y="27"/>
                        </a:lnTo>
                        <a:lnTo>
                          <a:pt x="1" y="31"/>
                        </a:lnTo>
                        <a:lnTo>
                          <a:pt x="0" y="36"/>
                        </a:lnTo>
                        <a:lnTo>
                          <a:pt x="0" y="39"/>
                        </a:lnTo>
                        <a:lnTo>
                          <a:pt x="0" y="43"/>
                        </a:lnTo>
                        <a:lnTo>
                          <a:pt x="1" y="46"/>
                        </a:lnTo>
                        <a:lnTo>
                          <a:pt x="2" y="51"/>
                        </a:lnTo>
                        <a:lnTo>
                          <a:pt x="4" y="55"/>
                        </a:lnTo>
                        <a:lnTo>
                          <a:pt x="5" y="57"/>
                        </a:lnTo>
                        <a:lnTo>
                          <a:pt x="7" y="61"/>
                        </a:lnTo>
                        <a:lnTo>
                          <a:pt x="8" y="64"/>
                        </a:lnTo>
                        <a:lnTo>
                          <a:pt x="12" y="67"/>
                        </a:lnTo>
                        <a:lnTo>
                          <a:pt x="14" y="69"/>
                        </a:lnTo>
                        <a:lnTo>
                          <a:pt x="18" y="71"/>
                        </a:lnTo>
                        <a:lnTo>
                          <a:pt x="20" y="73"/>
                        </a:lnTo>
                        <a:lnTo>
                          <a:pt x="24" y="75"/>
                        </a:lnTo>
                        <a:lnTo>
                          <a:pt x="27" y="76"/>
                        </a:lnTo>
                        <a:lnTo>
                          <a:pt x="31" y="77"/>
                        </a:lnTo>
                        <a:lnTo>
                          <a:pt x="36" y="77"/>
                        </a:lnTo>
                        <a:lnTo>
                          <a:pt x="39"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7" name="Freeform 95"/>
                  <p:cNvSpPr/>
                  <p:nvPr/>
                </p:nvSpPr>
                <p:spPr bwMode="auto">
                  <a:xfrm>
                    <a:off x="5662" y="1876"/>
                    <a:ext cx="25" cy="26"/>
                  </a:xfrm>
                  <a:custGeom>
                    <a:avLst/>
                    <a:gdLst>
                      <a:gd name="T0" fmla="*/ 0 w 75"/>
                      <a:gd name="T1" fmla="*/ 0 h 78"/>
                      <a:gd name="T2" fmla="*/ 0 w 75"/>
                      <a:gd name="T3" fmla="*/ 0 h 78"/>
                      <a:gd name="T4" fmla="*/ 0 w 75"/>
                      <a:gd name="T5" fmla="*/ 0 h 78"/>
                      <a:gd name="T6" fmla="*/ 0 w 75"/>
                      <a:gd name="T7" fmla="*/ 0 h 78"/>
                      <a:gd name="T8" fmla="*/ 0 w 75"/>
                      <a:gd name="T9" fmla="*/ 0 h 78"/>
                      <a:gd name="T10" fmla="*/ 0 w 75"/>
                      <a:gd name="T11" fmla="*/ 0 h 78"/>
                      <a:gd name="T12" fmla="*/ 0 w 75"/>
                      <a:gd name="T13" fmla="*/ 0 h 78"/>
                      <a:gd name="T14" fmla="*/ 0 w 75"/>
                      <a:gd name="T15" fmla="*/ 0 h 78"/>
                      <a:gd name="T16" fmla="*/ 0 w 75"/>
                      <a:gd name="T17" fmla="*/ 0 h 78"/>
                      <a:gd name="T18" fmla="*/ 0 w 75"/>
                      <a:gd name="T19" fmla="*/ 0 h 78"/>
                      <a:gd name="T20" fmla="*/ 0 w 75"/>
                      <a:gd name="T21" fmla="*/ 0 h 78"/>
                      <a:gd name="T22" fmla="*/ 0 w 75"/>
                      <a:gd name="T23" fmla="*/ 0 h 78"/>
                      <a:gd name="T24" fmla="*/ 0 w 75"/>
                      <a:gd name="T25" fmla="*/ 0 h 78"/>
                      <a:gd name="T26" fmla="*/ 0 w 75"/>
                      <a:gd name="T27" fmla="*/ 0 h 78"/>
                      <a:gd name="T28" fmla="*/ 0 w 75"/>
                      <a:gd name="T29" fmla="*/ 0 h 78"/>
                      <a:gd name="T30" fmla="*/ 0 w 75"/>
                      <a:gd name="T31" fmla="*/ 0 h 78"/>
                      <a:gd name="T32" fmla="*/ 0 w 75"/>
                      <a:gd name="T33" fmla="*/ 0 h 78"/>
                      <a:gd name="T34" fmla="*/ 0 w 75"/>
                      <a:gd name="T35" fmla="*/ 0 h 78"/>
                      <a:gd name="T36" fmla="*/ 0 w 75"/>
                      <a:gd name="T37" fmla="*/ 0 h 78"/>
                      <a:gd name="T38" fmla="*/ 0 w 75"/>
                      <a:gd name="T39" fmla="*/ 0 h 78"/>
                      <a:gd name="T40" fmla="*/ 0 w 75"/>
                      <a:gd name="T41" fmla="*/ 0 h 78"/>
                      <a:gd name="T42" fmla="*/ 0 w 75"/>
                      <a:gd name="T43" fmla="*/ 0 h 78"/>
                      <a:gd name="T44" fmla="*/ 0 w 75"/>
                      <a:gd name="T45" fmla="*/ 0 h 78"/>
                      <a:gd name="T46" fmla="*/ 0 w 75"/>
                      <a:gd name="T47" fmla="*/ 0 h 78"/>
                      <a:gd name="T48" fmla="*/ 0 w 75"/>
                      <a:gd name="T49" fmla="*/ 0 h 78"/>
                      <a:gd name="T50" fmla="*/ 0 w 75"/>
                      <a:gd name="T51" fmla="*/ 0 h 78"/>
                      <a:gd name="T52" fmla="*/ 0 w 75"/>
                      <a:gd name="T53" fmla="*/ 0 h 78"/>
                      <a:gd name="T54" fmla="*/ 0 w 75"/>
                      <a:gd name="T55" fmla="*/ 0 h 78"/>
                      <a:gd name="T56" fmla="*/ 0 w 75"/>
                      <a:gd name="T57" fmla="*/ 0 h 78"/>
                      <a:gd name="T58" fmla="*/ 0 w 75"/>
                      <a:gd name="T59" fmla="*/ 0 h 78"/>
                      <a:gd name="T60" fmla="*/ 0 w 75"/>
                      <a:gd name="T61" fmla="*/ 0 h 78"/>
                      <a:gd name="T62" fmla="*/ 0 w 75"/>
                      <a:gd name="T63" fmla="*/ 0 h 78"/>
                      <a:gd name="T64" fmla="*/ 0 w 75"/>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8"/>
                      <a:gd name="T101" fmla="*/ 75 w 75"/>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8">
                        <a:moveTo>
                          <a:pt x="38" y="78"/>
                        </a:moveTo>
                        <a:lnTo>
                          <a:pt x="41" y="78"/>
                        </a:lnTo>
                        <a:lnTo>
                          <a:pt x="45" y="77"/>
                        </a:lnTo>
                        <a:lnTo>
                          <a:pt x="48" y="76"/>
                        </a:lnTo>
                        <a:lnTo>
                          <a:pt x="52" y="75"/>
                        </a:lnTo>
                        <a:lnTo>
                          <a:pt x="54" y="72"/>
                        </a:lnTo>
                        <a:lnTo>
                          <a:pt x="58" y="71"/>
                        </a:lnTo>
                        <a:lnTo>
                          <a:pt x="61" y="69"/>
                        </a:lnTo>
                        <a:lnTo>
                          <a:pt x="65" y="66"/>
                        </a:lnTo>
                        <a:lnTo>
                          <a:pt x="66" y="63"/>
                        </a:lnTo>
                        <a:lnTo>
                          <a:pt x="68" y="60"/>
                        </a:lnTo>
                        <a:lnTo>
                          <a:pt x="70" y="57"/>
                        </a:lnTo>
                        <a:lnTo>
                          <a:pt x="72" y="53"/>
                        </a:lnTo>
                        <a:lnTo>
                          <a:pt x="73" y="51"/>
                        </a:lnTo>
                        <a:lnTo>
                          <a:pt x="75" y="46"/>
                        </a:lnTo>
                        <a:lnTo>
                          <a:pt x="75" y="42"/>
                        </a:lnTo>
                        <a:lnTo>
                          <a:pt x="75" y="39"/>
                        </a:lnTo>
                        <a:lnTo>
                          <a:pt x="75" y="35"/>
                        </a:lnTo>
                        <a:lnTo>
                          <a:pt x="75" y="31"/>
                        </a:lnTo>
                        <a:lnTo>
                          <a:pt x="73" y="26"/>
                        </a:lnTo>
                        <a:lnTo>
                          <a:pt x="72" y="23"/>
                        </a:lnTo>
                        <a:lnTo>
                          <a:pt x="70" y="20"/>
                        </a:lnTo>
                        <a:lnTo>
                          <a:pt x="68" y="18"/>
                        </a:lnTo>
                        <a:lnTo>
                          <a:pt x="66" y="14"/>
                        </a:lnTo>
                        <a:lnTo>
                          <a:pt x="65" y="12"/>
                        </a:lnTo>
                        <a:lnTo>
                          <a:pt x="61" y="9"/>
                        </a:lnTo>
                        <a:lnTo>
                          <a:pt x="58" y="7"/>
                        </a:lnTo>
                        <a:lnTo>
                          <a:pt x="54" y="4"/>
                        </a:lnTo>
                        <a:lnTo>
                          <a:pt x="52" y="2"/>
                        </a:lnTo>
                        <a:lnTo>
                          <a:pt x="48" y="2"/>
                        </a:lnTo>
                        <a:lnTo>
                          <a:pt x="45" y="1"/>
                        </a:lnTo>
                        <a:lnTo>
                          <a:pt x="41" y="0"/>
                        </a:lnTo>
                        <a:lnTo>
                          <a:pt x="38" y="0"/>
                        </a:lnTo>
                        <a:lnTo>
                          <a:pt x="33" y="0"/>
                        </a:lnTo>
                        <a:lnTo>
                          <a:pt x="29" y="1"/>
                        </a:lnTo>
                        <a:lnTo>
                          <a:pt x="24" y="2"/>
                        </a:lnTo>
                        <a:lnTo>
                          <a:pt x="22" y="2"/>
                        </a:lnTo>
                        <a:lnTo>
                          <a:pt x="19" y="4"/>
                        </a:lnTo>
                        <a:lnTo>
                          <a:pt x="15" y="7"/>
                        </a:lnTo>
                        <a:lnTo>
                          <a:pt x="13" y="9"/>
                        </a:lnTo>
                        <a:lnTo>
                          <a:pt x="10" y="12"/>
                        </a:lnTo>
                        <a:lnTo>
                          <a:pt x="7" y="14"/>
                        </a:lnTo>
                        <a:lnTo>
                          <a:pt x="4" y="18"/>
                        </a:lnTo>
                        <a:lnTo>
                          <a:pt x="3" y="20"/>
                        </a:lnTo>
                        <a:lnTo>
                          <a:pt x="2" y="23"/>
                        </a:lnTo>
                        <a:lnTo>
                          <a:pt x="0" y="26"/>
                        </a:lnTo>
                        <a:lnTo>
                          <a:pt x="0" y="31"/>
                        </a:lnTo>
                        <a:lnTo>
                          <a:pt x="0" y="35"/>
                        </a:lnTo>
                        <a:lnTo>
                          <a:pt x="0" y="39"/>
                        </a:lnTo>
                        <a:lnTo>
                          <a:pt x="0" y="42"/>
                        </a:lnTo>
                        <a:lnTo>
                          <a:pt x="0" y="46"/>
                        </a:lnTo>
                        <a:lnTo>
                          <a:pt x="0" y="51"/>
                        </a:lnTo>
                        <a:lnTo>
                          <a:pt x="2" y="53"/>
                        </a:lnTo>
                        <a:lnTo>
                          <a:pt x="3" y="57"/>
                        </a:lnTo>
                        <a:lnTo>
                          <a:pt x="4" y="60"/>
                        </a:lnTo>
                        <a:lnTo>
                          <a:pt x="7" y="63"/>
                        </a:lnTo>
                        <a:lnTo>
                          <a:pt x="10" y="66"/>
                        </a:lnTo>
                        <a:lnTo>
                          <a:pt x="13" y="69"/>
                        </a:lnTo>
                        <a:lnTo>
                          <a:pt x="15" y="71"/>
                        </a:lnTo>
                        <a:lnTo>
                          <a:pt x="19" y="72"/>
                        </a:lnTo>
                        <a:lnTo>
                          <a:pt x="22" y="75"/>
                        </a:lnTo>
                        <a:lnTo>
                          <a:pt x="24" y="76"/>
                        </a:lnTo>
                        <a:lnTo>
                          <a:pt x="29" y="77"/>
                        </a:lnTo>
                        <a:lnTo>
                          <a:pt x="33" y="78"/>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8" name="Freeform 96"/>
                  <p:cNvSpPr/>
                  <p:nvPr/>
                </p:nvSpPr>
                <p:spPr bwMode="auto">
                  <a:xfrm>
                    <a:off x="5386" y="1906"/>
                    <a:ext cx="26" cy="26"/>
                  </a:xfrm>
                  <a:custGeom>
                    <a:avLst/>
                    <a:gdLst>
                      <a:gd name="T0" fmla="*/ 0 w 77"/>
                      <a:gd name="T1" fmla="*/ 0 h 78"/>
                      <a:gd name="T2" fmla="*/ 0 w 77"/>
                      <a:gd name="T3" fmla="*/ 0 h 78"/>
                      <a:gd name="T4" fmla="*/ 0 w 77"/>
                      <a:gd name="T5" fmla="*/ 0 h 78"/>
                      <a:gd name="T6" fmla="*/ 0 w 77"/>
                      <a:gd name="T7" fmla="*/ 0 h 78"/>
                      <a:gd name="T8" fmla="*/ 0 w 77"/>
                      <a:gd name="T9" fmla="*/ 0 h 78"/>
                      <a:gd name="T10" fmla="*/ 0 w 77"/>
                      <a:gd name="T11" fmla="*/ 0 h 78"/>
                      <a:gd name="T12" fmla="*/ 0 w 77"/>
                      <a:gd name="T13" fmla="*/ 0 h 78"/>
                      <a:gd name="T14" fmla="*/ 0 w 77"/>
                      <a:gd name="T15" fmla="*/ 0 h 78"/>
                      <a:gd name="T16" fmla="*/ 0 w 77"/>
                      <a:gd name="T17" fmla="*/ 0 h 78"/>
                      <a:gd name="T18" fmla="*/ 0 w 77"/>
                      <a:gd name="T19" fmla="*/ 0 h 78"/>
                      <a:gd name="T20" fmla="*/ 0 w 77"/>
                      <a:gd name="T21" fmla="*/ 0 h 78"/>
                      <a:gd name="T22" fmla="*/ 0 w 77"/>
                      <a:gd name="T23" fmla="*/ 0 h 78"/>
                      <a:gd name="T24" fmla="*/ 0 w 77"/>
                      <a:gd name="T25" fmla="*/ 0 h 78"/>
                      <a:gd name="T26" fmla="*/ 0 w 77"/>
                      <a:gd name="T27" fmla="*/ 0 h 78"/>
                      <a:gd name="T28" fmla="*/ 0 w 77"/>
                      <a:gd name="T29" fmla="*/ 0 h 78"/>
                      <a:gd name="T30" fmla="*/ 0 w 77"/>
                      <a:gd name="T31" fmla="*/ 0 h 78"/>
                      <a:gd name="T32" fmla="*/ 0 w 77"/>
                      <a:gd name="T33" fmla="*/ 0 h 78"/>
                      <a:gd name="T34" fmla="*/ 0 w 77"/>
                      <a:gd name="T35" fmla="*/ 0 h 78"/>
                      <a:gd name="T36" fmla="*/ 0 w 77"/>
                      <a:gd name="T37" fmla="*/ 0 h 78"/>
                      <a:gd name="T38" fmla="*/ 0 w 77"/>
                      <a:gd name="T39" fmla="*/ 0 h 78"/>
                      <a:gd name="T40" fmla="*/ 0 w 77"/>
                      <a:gd name="T41" fmla="*/ 0 h 78"/>
                      <a:gd name="T42" fmla="*/ 0 w 77"/>
                      <a:gd name="T43" fmla="*/ 0 h 78"/>
                      <a:gd name="T44" fmla="*/ 0 w 77"/>
                      <a:gd name="T45" fmla="*/ 0 h 78"/>
                      <a:gd name="T46" fmla="*/ 0 w 77"/>
                      <a:gd name="T47" fmla="*/ 0 h 78"/>
                      <a:gd name="T48" fmla="*/ 0 w 77"/>
                      <a:gd name="T49" fmla="*/ 0 h 78"/>
                      <a:gd name="T50" fmla="*/ 0 w 77"/>
                      <a:gd name="T51" fmla="*/ 0 h 78"/>
                      <a:gd name="T52" fmla="*/ 0 w 77"/>
                      <a:gd name="T53" fmla="*/ 0 h 78"/>
                      <a:gd name="T54" fmla="*/ 0 w 77"/>
                      <a:gd name="T55" fmla="*/ 0 h 78"/>
                      <a:gd name="T56" fmla="*/ 0 w 77"/>
                      <a:gd name="T57" fmla="*/ 0 h 78"/>
                      <a:gd name="T58" fmla="*/ 0 w 77"/>
                      <a:gd name="T59" fmla="*/ 0 h 78"/>
                      <a:gd name="T60" fmla="*/ 0 w 77"/>
                      <a:gd name="T61" fmla="*/ 0 h 78"/>
                      <a:gd name="T62" fmla="*/ 0 w 77"/>
                      <a:gd name="T63" fmla="*/ 0 h 78"/>
                      <a:gd name="T64" fmla="*/ 0 w 77"/>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8"/>
                      <a:gd name="T101" fmla="*/ 77 w 77"/>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8">
                        <a:moveTo>
                          <a:pt x="38" y="78"/>
                        </a:moveTo>
                        <a:lnTo>
                          <a:pt x="41" y="77"/>
                        </a:lnTo>
                        <a:lnTo>
                          <a:pt x="45" y="76"/>
                        </a:lnTo>
                        <a:lnTo>
                          <a:pt x="50" y="76"/>
                        </a:lnTo>
                        <a:lnTo>
                          <a:pt x="53" y="73"/>
                        </a:lnTo>
                        <a:lnTo>
                          <a:pt x="56" y="72"/>
                        </a:lnTo>
                        <a:lnTo>
                          <a:pt x="59" y="70"/>
                        </a:lnTo>
                        <a:lnTo>
                          <a:pt x="63" y="67"/>
                        </a:lnTo>
                        <a:lnTo>
                          <a:pt x="65" y="65"/>
                        </a:lnTo>
                        <a:lnTo>
                          <a:pt x="67" y="63"/>
                        </a:lnTo>
                        <a:lnTo>
                          <a:pt x="70" y="60"/>
                        </a:lnTo>
                        <a:lnTo>
                          <a:pt x="71" y="56"/>
                        </a:lnTo>
                        <a:lnTo>
                          <a:pt x="73" y="53"/>
                        </a:lnTo>
                        <a:lnTo>
                          <a:pt x="74" y="50"/>
                        </a:lnTo>
                        <a:lnTo>
                          <a:pt x="76" y="46"/>
                        </a:lnTo>
                        <a:lnTo>
                          <a:pt x="76" y="42"/>
                        </a:lnTo>
                        <a:lnTo>
                          <a:pt x="77" y="39"/>
                        </a:lnTo>
                        <a:lnTo>
                          <a:pt x="76" y="35"/>
                        </a:lnTo>
                        <a:lnTo>
                          <a:pt x="76" y="29"/>
                        </a:lnTo>
                        <a:lnTo>
                          <a:pt x="74" y="27"/>
                        </a:lnTo>
                        <a:lnTo>
                          <a:pt x="73" y="24"/>
                        </a:lnTo>
                        <a:lnTo>
                          <a:pt x="71" y="20"/>
                        </a:lnTo>
                        <a:lnTo>
                          <a:pt x="70" y="16"/>
                        </a:lnTo>
                        <a:lnTo>
                          <a:pt x="67" y="14"/>
                        </a:lnTo>
                        <a:lnTo>
                          <a:pt x="65" y="12"/>
                        </a:lnTo>
                        <a:lnTo>
                          <a:pt x="63" y="8"/>
                        </a:lnTo>
                        <a:lnTo>
                          <a:pt x="59" y="6"/>
                        </a:lnTo>
                        <a:lnTo>
                          <a:pt x="56" y="5"/>
                        </a:lnTo>
                        <a:lnTo>
                          <a:pt x="53" y="2"/>
                        </a:lnTo>
                        <a:lnTo>
                          <a:pt x="50" y="1"/>
                        </a:lnTo>
                        <a:lnTo>
                          <a:pt x="45" y="0"/>
                        </a:lnTo>
                        <a:lnTo>
                          <a:pt x="41" y="0"/>
                        </a:lnTo>
                        <a:lnTo>
                          <a:pt x="38" y="0"/>
                        </a:lnTo>
                        <a:lnTo>
                          <a:pt x="34" y="0"/>
                        </a:lnTo>
                        <a:lnTo>
                          <a:pt x="31" y="0"/>
                        </a:lnTo>
                        <a:lnTo>
                          <a:pt x="26" y="1"/>
                        </a:lnTo>
                        <a:lnTo>
                          <a:pt x="22" y="2"/>
                        </a:lnTo>
                        <a:lnTo>
                          <a:pt x="20" y="5"/>
                        </a:lnTo>
                        <a:lnTo>
                          <a:pt x="16" y="6"/>
                        </a:lnTo>
                        <a:lnTo>
                          <a:pt x="13" y="8"/>
                        </a:lnTo>
                        <a:lnTo>
                          <a:pt x="10" y="12"/>
                        </a:lnTo>
                        <a:lnTo>
                          <a:pt x="7" y="14"/>
                        </a:lnTo>
                        <a:lnTo>
                          <a:pt x="4" y="16"/>
                        </a:lnTo>
                        <a:lnTo>
                          <a:pt x="3" y="20"/>
                        </a:lnTo>
                        <a:lnTo>
                          <a:pt x="2" y="24"/>
                        </a:lnTo>
                        <a:lnTo>
                          <a:pt x="1" y="27"/>
                        </a:lnTo>
                        <a:lnTo>
                          <a:pt x="0" y="29"/>
                        </a:lnTo>
                        <a:lnTo>
                          <a:pt x="0" y="35"/>
                        </a:lnTo>
                        <a:lnTo>
                          <a:pt x="0" y="39"/>
                        </a:lnTo>
                        <a:lnTo>
                          <a:pt x="0" y="42"/>
                        </a:lnTo>
                        <a:lnTo>
                          <a:pt x="0" y="46"/>
                        </a:lnTo>
                        <a:lnTo>
                          <a:pt x="1" y="50"/>
                        </a:lnTo>
                        <a:lnTo>
                          <a:pt x="2" y="53"/>
                        </a:lnTo>
                        <a:lnTo>
                          <a:pt x="3" y="56"/>
                        </a:lnTo>
                        <a:lnTo>
                          <a:pt x="4" y="60"/>
                        </a:lnTo>
                        <a:lnTo>
                          <a:pt x="7" y="63"/>
                        </a:lnTo>
                        <a:lnTo>
                          <a:pt x="10" y="65"/>
                        </a:lnTo>
                        <a:lnTo>
                          <a:pt x="13" y="67"/>
                        </a:lnTo>
                        <a:lnTo>
                          <a:pt x="16" y="70"/>
                        </a:lnTo>
                        <a:lnTo>
                          <a:pt x="20" y="72"/>
                        </a:lnTo>
                        <a:lnTo>
                          <a:pt x="22" y="73"/>
                        </a:lnTo>
                        <a:lnTo>
                          <a:pt x="26" y="76"/>
                        </a:lnTo>
                        <a:lnTo>
                          <a:pt x="31" y="76"/>
                        </a:lnTo>
                        <a:lnTo>
                          <a:pt x="34" y="77"/>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9" name="Freeform 97"/>
                  <p:cNvSpPr/>
                  <p:nvPr/>
                </p:nvSpPr>
                <p:spPr bwMode="auto">
                  <a:xfrm>
                    <a:off x="5438" y="1906"/>
                    <a:ext cx="27" cy="25"/>
                  </a:xfrm>
                  <a:custGeom>
                    <a:avLst/>
                    <a:gdLst>
                      <a:gd name="T0" fmla="*/ 0 w 79"/>
                      <a:gd name="T1" fmla="*/ 0 h 76"/>
                      <a:gd name="T2" fmla="*/ 0 w 79"/>
                      <a:gd name="T3" fmla="*/ 0 h 76"/>
                      <a:gd name="T4" fmla="*/ 0 w 79"/>
                      <a:gd name="T5" fmla="*/ 0 h 76"/>
                      <a:gd name="T6" fmla="*/ 0 w 79"/>
                      <a:gd name="T7" fmla="*/ 0 h 76"/>
                      <a:gd name="T8" fmla="*/ 0 w 79"/>
                      <a:gd name="T9" fmla="*/ 0 h 76"/>
                      <a:gd name="T10" fmla="*/ 0 w 79"/>
                      <a:gd name="T11" fmla="*/ 0 h 76"/>
                      <a:gd name="T12" fmla="*/ 0 w 79"/>
                      <a:gd name="T13" fmla="*/ 0 h 76"/>
                      <a:gd name="T14" fmla="*/ 0 w 79"/>
                      <a:gd name="T15" fmla="*/ 0 h 76"/>
                      <a:gd name="T16" fmla="*/ 0 w 79"/>
                      <a:gd name="T17" fmla="*/ 0 h 76"/>
                      <a:gd name="T18" fmla="*/ 0 w 79"/>
                      <a:gd name="T19" fmla="*/ 0 h 76"/>
                      <a:gd name="T20" fmla="*/ 0 w 79"/>
                      <a:gd name="T21" fmla="*/ 0 h 76"/>
                      <a:gd name="T22" fmla="*/ 0 w 79"/>
                      <a:gd name="T23" fmla="*/ 0 h 76"/>
                      <a:gd name="T24" fmla="*/ 0 w 79"/>
                      <a:gd name="T25" fmla="*/ 0 h 76"/>
                      <a:gd name="T26" fmla="*/ 0 w 79"/>
                      <a:gd name="T27" fmla="*/ 0 h 76"/>
                      <a:gd name="T28" fmla="*/ 0 w 79"/>
                      <a:gd name="T29" fmla="*/ 0 h 76"/>
                      <a:gd name="T30" fmla="*/ 0 w 79"/>
                      <a:gd name="T31" fmla="*/ 0 h 76"/>
                      <a:gd name="T32" fmla="*/ 0 w 79"/>
                      <a:gd name="T33" fmla="*/ 0 h 76"/>
                      <a:gd name="T34" fmla="*/ 0 w 79"/>
                      <a:gd name="T35" fmla="*/ 0 h 76"/>
                      <a:gd name="T36" fmla="*/ 0 w 79"/>
                      <a:gd name="T37" fmla="*/ 0 h 76"/>
                      <a:gd name="T38" fmla="*/ 0 w 79"/>
                      <a:gd name="T39" fmla="*/ 0 h 76"/>
                      <a:gd name="T40" fmla="*/ 0 w 79"/>
                      <a:gd name="T41" fmla="*/ 0 h 76"/>
                      <a:gd name="T42" fmla="*/ 0 w 79"/>
                      <a:gd name="T43" fmla="*/ 0 h 76"/>
                      <a:gd name="T44" fmla="*/ 0 w 79"/>
                      <a:gd name="T45" fmla="*/ 0 h 76"/>
                      <a:gd name="T46" fmla="*/ 0 w 79"/>
                      <a:gd name="T47" fmla="*/ 0 h 76"/>
                      <a:gd name="T48" fmla="*/ 0 w 79"/>
                      <a:gd name="T49" fmla="*/ 0 h 76"/>
                      <a:gd name="T50" fmla="*/ 0 w 79"/>
                      <a:gd name="T51" fmla="*/ 0 h 76"/>
                      <a:gd name="T52" fmla="*/ 0 w 79"/>
                      <a:gd name="T53" fmla="*/ 0 h 76"/>
                      <a:gd name="T54" fmla="*/ 0 w 79"/>
                      <a:gd name="T55" fmla="*/ 0 h 76"/>
                      <a:gd name="T56" fmla="*/ 0 w 79"/>
                      <a:gd name="T57" fmla="*/ 0 h 76"/>
                      <a:gd name="T58" fmla="*/ 0 w 79"/>
                      <a:gd name="T59" fmla="*/ 0 h 76"/>
                      <a:gd name="T60" fmla="*/ 0 w 79"/>
                      <a:gd name="T61" fmla="*/ 0 h 76"/>
                      <a:gd name="T62" fmla="*/ 0 w 79"/>
                      <a:gd name="T63" fmla="*/ 0 h 76"/>
                      <a:gd name="T64" fmla="*/ 0 w 79"/>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6"/>
                      <a:gd name="T101" fmla="*/ 79 w 79"/>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6">
                        <a:moveTo>
                          <a:pt x="40" y="76"/>
                        </a:moveTo>
                        <a:lnTo>
                          <a:pt x="43" y="76"/>
                        </a:lnTo>
                        <a:lnTo>
                          <a:pt x="47" y="76"/>
                        </a:lnTo>
                        <a:lnTo>
                          <a:pt x="50" y="73"/>
                        </a:lnTo>
                        <a:lnTo>
                          <a:pt x="54" y="73"/>
                        </a:lnTo>
                        <a:lnTo>
                          <a:pt x="56" y="71"/>
                        </a:lnTo>
                        <a:lnTo>
                          <a:pt x="61" y="70"/>
                        </a:lnTo>
                        <a:lnTo>
                          <a:pt x="63" y="67"/>
                        </a:lnTo>
                        <a:lnTo>
                          <a:pt x="67" y="65"/>
                        </a:lnTo>
                        <a:lnTo>
                          <a:pt x="69" y="61"/>
                        </a:lnTo>
                        <a:lnTo>
                          <a:pt x="72" y="58"/>
                        </a:lnTo>
                        <a:lnTo>
                          <a:pt x="73" y="56"/>
                        </a:lnTo>
                        <a:lnTo>
                          <a:pt x="74" y="53"/>
                        </a:lnTo>
                        <a:lnTo>
                          <a:pt x="76" y="48"/>
                        </a:lnTo>
                        <a:lnTo>
                          <a:pt x="76" y="45"/>
                        </a:lnTo>
                        <a:lnTo>
                          <a:pt x="77" y="40"/>
                        </a:lnTo>
                        <a:lnTo>
                          <a:pt x="79" y="38"/>
                        </a:lnTo>
                        <a:lnTo>
                          <a:pt x="77" y="33"/>
                        </a:lnTo>
                        <a:lnTo>
                          <a:pt x="76" y="29"/>
                        </a:lnTo>
                        <a:lnTo>
                          <a:pt x="76" y="25"/>
                        </a:lnTo>
                        <a:lnTo>
                          <a:pt x="74" y="22"/>
                        </a:lnTo>
                        <a:lnTo>
                          <a:pt x="73" y="19"/>
                        </a:lnTo>
                        <a:lnTo>
                          <a:pt x="72" y="15"/>
                        </a:lnTo>
                        <a:lnTo>
                          <a:pt x="69" y="13"/>
                        </a:lnTo>
                        <a:lnTo>
                          <a:pt x="67" y="10"/>
                        </a:lnTo>
                        <a:lnTo>
                          <a:pt x="63" y="7"/>
                        </a:lnTo>
                        <a:lnTo>
                          <a:pt x="61" y="5"/>
                        </a:lnTo>
                        <a:lnTo>
                          <a:pt x="56" y="3"/>
                        </a:lnTo>
                        <a:lnTo>
                          <a:pt x="54" y="2"/>
                        </a:lnTo>
                        <a:lnTo>
                          <a:pt x="50" y="0"/>
                        </a:lnTo>
                        <a:lnTo>
                          <a:pt x="47" y="0"/>
                        </a:lnTo>
                        <a:lnTo>
                          <a:pt x="43" y="0"/>
                        </a:lnTo>
                        <a:lnTo>
                          <a:pt x="40" y="0"/>
                        </a:lnTo>
                        <a:lnTo>
                          <a:pt x="35" y="0"/>
                        </a:lnTo>
                        <a:lnTo>
                          <a:pt x="31" y="0"/>
                        </a:lnTo>
                        <a:lnTo>
                          <a:pt x="28" y="0"/>
                        </a:lnTo>
                        <a:lnTo>
                          <a:pt x="24" y="2"/>
                        </a:lnTo>
                        <a:lnTo>
                          <a:pt x="21" y="3"/>
                        </a:lnTo>
                        <a:lnTo>
                          <a:pt x="17" y="5"/>
                        </a:lnTo>
                        <a:lnTo>
                          <a:pt x="15" y="7"/>
                        </a:lnTo>
                        <a:lnTo>
                          <a:pt x="12" y="10"/>
                        </a:lnTo>
                        <a:lnTo>
                          <a:pt x="9" y="13"/>
                        </a:lnTo>
                        <a:lnTo>
                          <a:pt x="6" y="15"/>
                        </a:lnTo>
                        <a:lnTo>
                          <a:pt x="5" y="19"/>
                        </a:lnTo>
                        <a:lnTo>
                          <a:pt x="3" y="22"/>
                        </a:lnTo>
                        <a:lnTo>
                          <a:pt x="2" y="25"/>
                        </a:lnTo>
                        <a:lnTo>
                          <a:pt x="0" y="29"/>
                        </a:lnTo>
                        <a:lnTo>
                          <a:pt x="0" y="33"/>
                        </a:lnTo>
                        <a:lnTo>
                          <a:pt x="0" y="38"/>
                        </a:lnTo>
                        <a:lnTo>
                          <a:pt x="0" y="40"/>
                        </a:lnTo>
                        <a:lnTo>
                          <a:pt x="0" y="45"/>
                        </a:lnTo>
                        <a:lnTo>
                          <a:pt x="2" y="48"/>
                        </a:lnTo>
                        <a:lnTo>
                          <a:pt x="3" y="53"/>
                        </a:lnTo>
                        <a:lnTo>
                          <a:pt x="5" y="56"/>
                        </a:lnTo>
                        <a:lnTo>
                          <a:pt x="6" y="58"/>
                        </a:lnTo>
                        <a:lnTo>
                          <a:pt x="9" y="61"/>
                        </a:lnTo>
                        <a:lnTo>
                          <a:pt x="12" y="65"/>
                        </a:lnTo>
                        <a:lnTo>
                          <a:pt x="15" y="67"/>
                        </a:lnTo>
                        <a:lnTo>
                          <a:pt x="17" y="70"/>
                        </a:lnTo>
                        <a:lnTo>
                          <a:pt x="21" y="71"/>
                        </a:lnTo>
                        <a:lnTo>
                          <a:pt x="24" y="73"/>
                        </a:lnTo>
                        <a:lnTo>
                          <a:pt x="28" y="73"/>
                        </a:lnTo>
                        <a:lnTo>
                          <a:pt x="31" y="76"/>
                        </a:lnTo>
                        <a:lnTo>
                          <a:pt x="35" y="76"/>
                        </a:lnTo>
                        <a:lnTo>
                          <a:pt x="40" y="7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0" name="Freeform 98"/>
                  <p:cNvSpPr/>
                  <p:nvPr/>
                </p:nvSpPr>
                <p:spPr bwMode="auto">
                  <a:xfrm>
                    <a:off x="5487" y="1905"/>
                    <a:ext cx="27" cy="26"/>
                  </a:xfrm>
                  <a:custGeom>
                    <a:avLst/>
                    <a:gdLst>
                      <a:gd name="T0" fmla="*/ 0 w 79"/>
                      <a:gd name="T1" fmla="*/ 0 h 79"/>
                      <a:gd name="T2" fmla="*/ 0 w 79"/>
                      <a:gd name="T3" fmla="*/ 0 h 79"/>
                      <a:gd name="T4" fmla="*/ 0 w 79"/>
                      <a:gd name="T5" fmla="*/ 0 h 79"/>
                      <a:gd name="T6" fmla="*/ 0 w 79"/>
                      <a:gd name="T7" fmla="*/ 0 h 79"/>
                      <a:gd name="T8" fmla="*/ 0 w 79"/>
                      <a:gd name="T9" fmla="*/ 0 h 79"/>
                      <a:gd name="T10" fmla="*/ 0 w 79"/>
                      <a:gd name="T11" fmla="*/ 0 h 79"/>
                      <a:gd name="T12" fmla="*/ 0 w 79"/>
                      <a:gd name="T13" fmla="*/ 0 h 79"/>
                      <a:gd name="T14" fmla="*/ 0 w 79"/>
                      <a:gd name="T15" fmla="*/ 0 h 79"/>
                      <a:gd name="T16" fmla="*/ 0 w 79"/>
                      <a:gd name="T17" fmla="*/ 0 h 79"/>
                      <a:gd name="T18" fmla="*/ 0 w 79"/>
                      <a:gd name="T19" fmla="*/ 0 h 79"/>
                      <a:gd name="T20" fmla="*/ 0 w 79"/>
                      <a:gd name="T21" fmla="*/ 0 h 79"/>
                      <a:gd name="T22" fmla="*/ 0 w 79"/>
                      <a:gd name="T23" fmla="*/ 0 h 79"/>
                      <a:gd name="T24" fmla="*/ 0 w 79"/>
                      <a:gd name="T25" fmla="*/ 0 h 79"/>
                      <a:gd name="T26" fmla="*/ 0 w 79"/>
                      <a:gd name="T27" fmla="*/ 0 h 79"/>
                      <a:gd name="T28" fmla="*/ 0 w 79"/>
                      <a:gd name="T29" fmla="*/ 0 h 79"/>
                      <a:gd name="T30" fmla="*/ 0 w 79"/>
                      <a:gd name="T31" fmla="*/ 0 h 79"/>
                      <a:gd name="T32" fmla="*/ 0 w 79"/>
                      <a:gd name="T33" fmla="*/ 0 h 79"/>
                      <a:gd name="T34" fmla="*/ 0 w 79"/>
                      <a:gd name="T35" fmla="*/ 0 h 79"/>
                      <a:gd name="T36" fmla="*/ 0 w 79"/>
                      <a:gd name="T37" fmla="*/ 0 h 79"/>
                      <a:gd name="T38" fmla="*/ 0 w 79"/>
                      <a:gd name="T39" fmla="*/ 0 h 79"/>
                      <a:gd name="T40" fmla="*/ 0 w 79"/>
                      <a:gd name="T41" fmla="*/ 0 h 79"/>
                      <a:gd name="T42" fmla="*/ 0 w 79"/>
                      <a:gd name="T43" fmla="*/ 0 h 79"/>
                      <a:gd name="T44" fmla="*/ 0 w 79"/>
                      <a:gd name="T45" fmla="*/ 0 h 79"/>
                      <a:gd name="T46" fmla="*/ 0 w 79"/>
                      <a:gd name="T47" fmla="*/ 0 h 79"/>
                      <a:gd name="T48" fmla="*/ 0 w 79"/>
                      <a:gd name="T49" fmla="*/ 0 h 79"/>
                      <a:gd name="T50" fmla="*/ 0 w 79"/>
                      <a:gd name="T51" fmla="*/ 0 h 79"/>
                      <a:gd name="T52" fmla="*/ 0 w 79"/>
                      <a:gd name="T53" fmla="*/ 0 h 79"/>
                      <a:gd name="T54" fmla="*/ 0 w 79"/>
                      <a:gd name="T55" fmla="*/ 0 h 79"/>
                      <a:gd name="T56" fmla="*/ 0 w 79"/>
                      <a:gd name="T57" fmla="*/ 0 h 79"/>
                      <a:gd name="T58" fmla="*/ 0 w 79"/>
                      <a:gd name="T59" fmla="*/ 0 h 79"/>
                      <a:gd name="T60" fmla="*/ 0 w 79"/>
                      <a:gd name="T61" fmla="*/ 0 h 79"/>
                      <a:gd name="T62" fmla="*/ 0 w 79"/>
                      <a:gd name="T63" fmla="*/ 0 h 79"/>
                      <a:gd name="T64" fmla="*/ 0 w 79"/>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9"/>
                      <a:gd name="T101" fmla="*/ 79 w 79"/>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9">
                        <a:moveTo>
                          <a:pt x="40" y="79"/>
                        </a:moveTo>
                        <a:lnTo>
                          <a:pt x="43" y="79"/>
                        </a:lnTo>
                        <a:lnTo>
                          <a:pt x="47" y="78"/>
                        </a:lnTo>
                        <a:lnTo>
                          <a:pt x="52" y="76"/>
                        </a:lnTo>
                        <a:lnTo>
                          <a:pt x="54" y="75"/>
                        </a:lnTo>
                        <a:lnTo>
                          <a:pt x="57" y="73"/>
                        </a:lnTo>
                        <a:lnTo>
                          <a:pt x="61" y="70"/>
                        </a:lnTo>
                        <a:lnTo>
                          <a:pt x="63" y="68"/>
                        </a:lnTo>
                        <a:lnTo>
                          <a:pt x="67" y="67"/>
                        </a:lnTo>
                        <a:lnTo>
                          <a:pt x="69" y="63"/>
                        </a:lnTo>
                        <a:lnTo>
                          <a:pt x="72" y="61"/>
                        </a:lnTo>
                        <a:lnTo>
                          <a:pt x="73" y="59"/>
                        </a:lnTo>
                        <a:lnTo>
                          <a:pt x="75" y="55"/>
                        </a:lnTo>
                        <a:lnTo>
                          <a:pt x="76" y="50"/>
                        </a:lnTo>
                        <a:lnTo>
                          <a:pt x="78" y="48"/>
                        </a:lnTo>
                        <a:lnTo>
                          <a:pt x="78" y="43"/>
                        </a:lnTo>
                        <a:lnTo>
                          <a:pt x="79" y="41"/>
                        </a:lnTo>
                        <a:lnTo>
                          <a:pt x="78" y="35"/>
                        </a:lnTo>
                        <a:lnTo>
                          <a:pt x="78" y="31"/>
                        </a:lnTo>
                        <a:lnTo>
                          <a:pt x="76" y="28"/>
                        </a:lnTo>
                        <a:lnTo>
                          <a:pt x="75" y="25"/>
                        </a:lnTo>
                        <a:lnTo>
                          <a:pt x="73" y="21"/>
                        </a:lnTo>
                        <a:lnTo>
                          <a:pt x="72" y="18"/>
                        </a:lnTo>
                        <a:lnTo>
                          <a:pt x="69" y="15"/>
                        </a:lnTo>
                        <a:lnTo>
                          <a:pt x="67" y="12"/>
                        </a:lnTo>
                        <a:lnTo>
                          <a:pt x="63" y="10"/>
                        </a:lnTo>
                        <a:lnTo>
                          <a:pt x="61" y="8"/>
                        </a:lnTo>
                        <a:lnTo>
                          <a:pt x="57" y="5"/>
                        </a:lnTo>
                        <a:lnTo>
                          <a:pt x="54" y="4"/>
                        </a:lnTo>
                        <a:lnTo>
                          <a:pt x="52" y="3"/>
                        </a:lnTo>
                        <a:lnTo>
                          <a:pt x="47" y="2"/>
                        </a:lnTo>
                        <a:lnTo>
                          <a:pt x="43" y="0"/>
                        </a:lnTo>
                        <a:lnTo>
                          <a:pt x="40" y="0"/>
                        </a:lnTo>
                        <a:lnTo>
                          <a:pt x="36" y="0"/>
                        </a:lnTo>
                        <a:lnTo>
                          <a:pt x="31" y="2"/>
                        </a:lnTo>
                        <a:lnTo>
                          <a:pt x="28" y="3"/>
                        </a:lnTo>
                        <a:lnTo>
                          <a:pt x="24" y="4"/>
                        </a:lnTo>
                        <a:lnTo>
                          <a:pt x="21" y="5"/>
                        </a:lnTo>
                        <a:lnTo>
                          <a:pt x="18" y="8"/>
                        </a:lnTo>
                        <a:lnTo>
                          <a:pt x="15" y="10"/>
                        </a:lnTo>
                        <a:lnTo>
                          <a:pt x="12" y="12"/>
                        </a:lnTo>
                        <a:lnTo>
                          <a:pt x="10" y="15"/>
                        </a:lnTo>
                        <a:lnTo>
                          <a:pt x="8" y="18"/>
                        </a:lnTo>
                        <a:lnTo>
                          <a:pt x="5" y="21"/>
                        </a:lnTo>
                        <a:lnTo>
                          <a:pt x="4" y="25"/>
                        </a:lnTo>
                        <a:lnTo>
                          <a:pt x="3" y="28"/>
                        </a:lnTo>
                        <a:lnTo>
                          <a:pt x="2" y="31"/>
                        </a:lnTo>
                        <a:lnTo>
                          <a:pt x="0" y="35"/>
                        </a:lnTo>
                        <a:lnTo>
                          <a:pt x="0" y="41"/>
                        </a:lnTo>
                        <a:lnTo>
                          <a:pt x="0" y="43"/>
                        </a:lnTo>
                        <a:lnTo>
                          <a:pt x="2" y="48"/>
                        </a:lnTo>
                        <a:lnTo>
                          <a:pt x="3" y="50"/>
                        </a:lnTo>
                        <a:lnTo>
                          <a:pt x="4" y="55"/>
                        </a:lnTo>
                        <a:lnTo>
                          <a:pt x="5" y="59"/>
                        </a:lnTo>
                        <a:lnTo>
                          <a:pt x="8" y="61"/>
                        </a:lnTo>
                        <a:lnTo>
                          <a:pt x="10" y="63"/>
                        </a:lnTo>
                        <a:lnTo>
                          <a:pt x="12" y="67"/>
                        </a:lnTo>
                        <a:lnTo>
                          <a:pt x="15" y="68"/>
                        </a:lnTo>
                        <a:lnTo>
                          <a:pt x="18" y="70"/>
                        </a:lnTo>
                        <a:lnTo>
                          <a:pt x="21" y="73"/>
                        </a:lnTo>
                        <a:lnTo>
                          <a:pt x="24" y="75"/>
                        </a:lnTo>
                        <a:lnTo>
                          <a:pt x="28" y="76"/>
                        </a:lnTo>
                        <a:lnTo>
                          <a:pt x="31" y="78"/>
                        </a:lnTo>
                        <a:lnTo>
                          <a:pt x="36" y="79"/>
                        </a:lnTo>
                        <a:lnTo>
                          <a:pt x="40" y="7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1" name="Freeform 99"/>
                  <p:cNvSpPr/>
                  <p:nvPr/>
                </p:nvSpPr>
                <p:spPr bwMode="auto">
                  <a:xfrm>
                    <a:off x="5536" y="1906"/>
                    <a:ext cx="26" cy="25"/>
                  </a:xfrm>
                  <a:custGeom>
                    <a:avLst/>
                    <a:gdLst>
                      <a:gd name="T0" fmla="*/ 0 w 78"/>
                      <a:gd name="T1" fmla="*/ 0 h 76"/>
                      <a:gd name="T2" fmla="*/ 0 w 78"/>
                      <a:gd name="T3" fmla="*/ 0 h 76"/>
                      <a:gd name="T4" fmla="*/ 0 w 78"/>
                      <a:gd name="T5" fmla="*/ 0 h 76"/>
                      <a:gd name="T6" fmla="*/ 0 w 78"/>
                      <a:gd name="T7" fmla="*/ 0 h 76"/>
                      <a:gd name="T8" fmla="*/ 0 w 78"/>
                      <a:gd name="T9" fmla="*/ 0 h 76"/>
                      <a:gd name="T10" fmla="*/ 0 w 78"/>
                      <a:gd name="T11" fmla="*/ 0 h 76"/>
                      <a:gd name="T12" fmla="*/ 0 w 78"/>
                      <a:gd name="T13" fmla="*/ 0 h 76"/>
                      <a:gd name="T14" fmla="*/ 0 w 78"/>
                      <a:gd name="T15" fmla="*/ 0 h 76"/>
                      <a:gd name="T16" fmla="*/ 0 w 78"/>
                      <a:gd name="T17" fmla="*/ 0 h 76"/>
                      <a:gd name="T18" fmla="*/ 0 w 78"/>
                      <a:gd name="T19" fmla="*/ 0 h 76"/>
                      <a:gd name="T20" fmla="*/ 0 w 78"/>
                      <a:gd name="T21" fmla="*/ 0 h 76"/>
                      <a:gd name="T22" fmla="*/ 0 w 78"/>
                      <a:gd name="T23" fmla="*/ 0 h 76"/>
                      <a:gd name="T24" fmla="*/ 0 w 78"/>
                      <a:gd name="T25" fmla="*/ 0 h 76"/>
                      <a:gd name="T26" fmla="*/ 0 w 78"/>
                      <a:gd name="T27" fmla="*/ 0 h 76"/>
                      <a:gd name="T28" fmla="*/ 0 w 78"/>
                      <a:gd name="T29" fmla="*/ 0 h 76"/>
                      <a:gd name="T30" fmla="*/ 0 w 78"/>
                      <a:gd name="T31" fmla="*/ 0 h 76"/>
                      <a:gd name="T32" fmla="*/ 0 w 78"/>
                      <a:gd name="T33" fmla="*/ 0 h 76"/>
                      <a:gd name="T34" fmla="*/ 0 w 78"/>
                      <a:gd name="T35" fmla="*/ 0 h 76"/>
                      <a:gd name="T36" fmla="*/ 0 w 78"/>
                      <a:gd name="T37" fmla="*/ 0 h 76"/>
                      <a:gd name="T38" fmla="*/ 0 w 78"/>
                      <a:gd name="T39" fmla="*/ 0 h 76"/>
                      <a:gd name="T40" fmla="*/ 0 w 78"/>
                      <a:gd name="T41" fmla="*/ 0 h 76"/>
                      <a:gd name="T42" fmla="*/ 0 w 78"/>
                      <a:gd name="T43" fmla="*/ 0 h 76"/>
                      <a:gd name="T44" fmla="*/ 0 w 78"/>
                      <a:gd name="T45" fmla="*/ 0 h 76"/>
                      <a:gd name="T46" fmla="*/ 0 w 78"/>
                      <a:gd name="T47" fmla="*/ 0 h 76"/>
                      <a:gd name="T48" fmla="*/ 0 w 78"/>
                      <a:gd name="T49" fmla="*/ 0 h 76"/>
                      <a:gd name="T50" fmla="*/ 0 w 78"/>
                      <a:gd name="T51" fmla="*/ 0 h 76"/>
                      <a:gd name="T52" fmla="*/ 0 w 78"/>
                      <a:gd name="T53" fmla="*/ 0 h 76"/>
                      <a:gd name="T54" fmla="*/ 0 w 78"/>
                      <a:gd name="T55" fmla="*/ 0 h 76"/>
                      <a:gd name="T56" fmla="*/ 0 w 78"/>
                      <a:gd name="T57" fmla="*/ 0 h 76"/>
                      <a:gd name="T58" fmla="*/ 0 w 78"/>
                      <a:gd name="T59" fmla="*/ 0 h 76"/>
                      <a:gd name="T60" fmla="*/ 0 w 78"/>
                      <a:gd name="T61" fmla="*/ 0 h 76"/>
                      <a:gd name="T62" fmla="*/ 0 w 78"/>
                      <a:gd name="T63" fmla="*/ 0 h 76"/>
                      <a:gd name="T64" fmla="*/ 0 w 78"/>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6"/>
                      <a:gd name="T101" fmla="*/ 78 w 78"/>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6">
                        <a:moveTo>
                          <a:pt x="40" y="76"/>
                        </a:moveTo>
                        <a:lnTo>
                          <a:pt x="43" y="76"/>
                        </a:lnTo>
                        <a:lnTo>
                          <a:pt x="47" y="76"/>
                        </a:lnTo>
                        <a:lnTo>
                          <a:pt x="50" y="73"/>
                        </a:lnTo>
                        <a:lnTo>
                          <a:pt x="54" y="73"/>
                        </a:lnTo>
                        <a:lnTo>
                          <a:pt x="57" y="71"/>
                        </a:lnTo>
                        <a:lnTo>
                          <a:pt x="60" y="70"/>
                        </a:lnTo>
                        <a:lnTo>
                          <a:pt x="63" y="67"/>
                        </a:lnTo>
                        <a:lnTo>
                          <a:pt x="67" y="65"/>
                        </a:lnTo>
                        <a:lnTo>
                          <a:pt x="68" y="63"/>
                        </a:lnTo>
                        <a:lnTo>
                          <a:pt x="70" y="59"/>
                        </a:lnTo>
                        <a:lnTo>
                          <a:pt x="73" y="56"/>
                        </a:lnTo>
                        <a:lnTo>
                          <a:pt x="75" y="53"/>
                        </a:lnTo>
                        <a:lnTo>
                          <a:pt x="75" y="50"/>
                        </a:lnTo>
                        <a:lnTo>
                          <a:pt x="78" y="45"/>
                        </a:lnTo>
                        <a:lnTo>
                          <a:pt x="78" y="41"/>
                        </a:lnTo>
                        <a:lnTo>
                          <a:pt x="78" y="38"/>
                        </a:lnTo>
                        <a:lnTo>
                          <a:pt x="78" y="34"/>
                        </a:lnTo>
                        <a:lnTo>
                          <a:pt x="78" y="29"/>
                        </a:lnTo>
                        <a:lnTo>
                          <a:pt x="75" y="26"/>
                        </a:lnTo>
                        <a:lnTo>
                          <a:pt x="75" y="22"/>
                        </a:lnTo>
                        <a:lnTo>
                          <a:pt x="73" y="19"/>
                        </a:lnTo>
                        <a:lnTo>
                          <a:pt x="70" y="15"/>
                        </a:lnTo>
                        <a:lnTo>
                          <a:pt x="68" y="13"/>
                        </a:lnTo>
                        <a:lnTo>
                          <a:pt x="67" y="10"/>
                        </a:lnTo>
                        <a:lnTo>
                          <a:pt x="63" y="7"/>
                        </a:lnTo>
                        <a:lnTo>
                          <a:pt x="60" y="6"/>
                        </a:lnTo>
                        <a:lnTo>
                          <a:pt x="57" y="3"/>
                        </a:lnTo>
                        <a:lnTo>
                          <a:pt x="54" y="2"/>
                        </a:lnTo>
                        <a:lnTo>
                          <a:pt x="50" y="1"/>
                        </a:lnTo>
                        <a:lnTo>
                          <a:pt x="47" y="0"/>
                        </a:lnTo>
                        <a:lnTo>
                          <a:pt x="43" y="0"/>
                        </a:lnTo>
                        <a:lnTo>
                          <a:pt x="40" y="0"/>
                        </a:lnTo>
                        <a:lnTo>
                          <a:pt x="35" y="0"/>
                        </a:lnTo>
                        <a:lnTo>
                          <a:pt x="31" y="0"/>
                        </a:lnTo>
                        <a:lnTo>
                          <a:pt x="27" y="1"/>
                        </a:lnTo>
                        <a:lnTo>
                          <a:pt x="24" y="2"/>
                        </a:lnTo>
                        <a:lnTo>
                          <a:pt x="21" y="3"/>
                        </a:lnTo>
                        <a:lnTo>
                          <a:pt x="17" y="6"/>
                        </a:lnTo>
                        <a:lnTo>
                          <a:pt x="13" y="7"/>
                        </a:lnTo>
                        <a:lnTo>
                          <a:pt x="11" y="10"/>
                        </a:lnTo>
                        <a:lnTo>
                          <a:pt x="9" y="13"/>
                        </a:lnTo>
                        <a:lnTo>
                          <a:pt x="6" y="15"/>
                        </a:lnTo>
                        <a:lnTo>
                          <a:pt x="4" y="19"/>
                        </a:lnTo>
                        <a:lnTo>
                          <a:pt x="4" y="22"/>
                        </a:lnTo>
                        <a:lnTo>
                          <a:pt x="2" y="26"/>
                        </a:lnTo>
                        <a:lnTo>
                          <a:pt x="2" y="29"/>
                        </a:lnTo>
                        <a:lnTo>
                          <a:pt x="0" y="34"/>
                        </a:lnTo>
                        <a:lnTo>
                          <a:pt x="0" y="38"/>
                        </a:lnTo>
                        <a:lnTo>
                          <a:pt x="0" y="41"/>
                        </a:lnTo>
                        <a:lnTo>
                          <a:pt x="2" y="45"/>
                        </a:lnTo>
                        <a:lnTo>
                          <a:pt x="2" y="50"/>
                        </a:lnTo>
                        <a:lnTo>
                          <a:pt x="4" y="53"/>
                        </a:lnTo>
                        <a:lnTo>
                          <a:pt x="4" y="56"/>
                        </a:lnTo>
                        <a:lnTo>
                          <a:pt x="6" y="59"/>
                        </a:lnTo>
                        <a:lnTo>
                          <a:pt x="9" y="63"/>
                        </a:lnTo>
                        <a:lnTo>
                          <a:pt x="11" y="65"/>
                        </a:lnTo>
                        <a:lnTo>
                          <a:pt x="13" y="67"/>
                        </a:lnTo>
                        <a:lnTo>
                          <a:pt x="17" y="70"/>
                        </a:lnTo>
                        <a:lnTo>
                          <a:pt x="21" y="71"/>
                        </a:lnTo>
                        <a:lnTo>
                          <a:pt x="24" y="73"/>
                        </a:lnTo>
                        <a:lnTo>
                          <a:pt x="27" y="73"/>
                        </a:lnTo>
                        <a:lnTo>
                          <a:pt x="31" y="76"/>
                        </a:lnTo>
                        <a:lnTo>
                          <a:pt x="35" y="76"/>
                        </a:lnTo>
                        <a:lnTo>
                          <a:pt x="40" y="7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2" name="Freeform 100"/>
                  <p:cNvSpPr/>
                  <p:nvPr/>
                </p:nvSpPr>
                <p:spPr bwMode="auto">
                  <a:xfrm>
                    <a:off x="5588" y="190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38" y="77"/>
                        </a:moveTo>
                        <a:lnTo>
                          <a:pt x="41" y="76"/>
                        </a:lnTo>
                        <a:lnTo>
                          <a:pt x="45" y="75"/>
                        </a:lnTo>
                        <a:lnTo>
                          <a:pt x="50" y="75"/>
                        </a:lnTo>
                        <a:lnTo>
                          <a:pt x="53" y="72"/>
                        </a:lnTo>
                        <a:lnTo>
                          <a:pt x="56" y="71"/>
                        </a:lnTo>
                        <a:lnTo>
                          <a:pt x="60" y="69"/>
                        </a:lnTo>
                        <a:lnTo>
                          <a:pt x="63" y="66"/>
                        </a:lnTo>
                        <a:lnTo>
                          <a:pt x="65" y="64"/>
                        </a:lnTo>
                        <a:lnTo>
                          <a:pt x="67" y="62"/>
                        </a:lnTo>
                        <a:lnTo>
                          <a:pt x="70" y="59"/>
                        </a:lnTo>
                        <a:lnTo>
                          <a:pt x="71" y="56"/>
                        </a:lnTo>
                        <a:lnTo>
                          <a:pt x="73" y="53"/>
                        </a:lnTo>
                        <a:lnTo>
                          <a:pt x="76" y="49"/>
                        </a:lnTo>
                        <a:lnTo>
                          <a:pt x="76" y="45"/>
                        </a:lnTo>
                        <a:lnTo>
                          <a:pt x="77" y="41"/>
                        </a:lnTo>
                        <a:lnTo>
                          <a:pt x="78" y="38"/>
                        </a:lnTo>
                        <a:lnTo>
                          <a:pt x="77" y="34"/>
                        </a:lnTo>
                        <a:lnTo>
                          <a:pt x="76" y="28"/>
                        </a:lnTo>
                        <a:lnTo>
                          <a:pt x="76" y="26"/>
                        </a:lnTo>
                        <a:lnTo>
                          <a:pt x="73" y="23"/>
                        </a:lnTo>
                        <a:lnTo>
                          <a:pt x="71" y="19"/>
                        </a:lnTo>
                        <a:lnTo>
                          <a:pt x="70" y="17"/>
                        </a:lnTo>
                        <a:lnTo>
                          <a:pt x="67" y="13"/>
                        </a:lnTo>
                        <a:lnTo>
                          <a:pt x="65" y="11"/>
                        </a:lnTo>
                        <a:lnTo>
                          <a:pt x="63" y="8"/>
                        </a:lnTo>
                        <a:lnTo>
                          <a:pt x="60" y="6"/>
                        </a:lnTo>
                        <a:lnTo>
                          <a:pt x="56" y="4"/>
                        </a:lnTo>
                        <a:lnTo>
                          <a:pt x="53" y="2"/>
                        </a:lnTo>
                        <a:lnTo>
                          <a:pt x="50" y="1"/>
                        </a:lnTo>
                        <a:lnTo>
                          <a:pt x="45" y="0"/>
                        </a:lnTo>
                        <a:lnTo>
                          <a:pt x="41" y="0"/>
                        </a:lnTo>
                        <a:lnTo>
                          <a:pt x="38" y="0"/>
                        </a:lnTo>
                        <a:lnTo>
                          <a:pt x="34" y="0"/>
                        </a:lnTo>
                        <a:lnTo>
                          <a:pt x="31" y="0"/>
                        </a:lnTo>
                        <a:lnTo>
                          <a:pt x="26" y="1"/>
                        </a:lnTo>
                        <a:lnTo>
                          <a:pt x="22" y="2"/>
                        </a:lnTo>
                        <a:lnTo>
                          <a:pt x="20" y="4"/>
                        </a:lnTo>
                        <a:lnTo>
                          <a:pt x="16" y="6"/>
                        </a:lnTo>
                        <a:lnTo>
                          <a:pt x="13" y="8"/>
                        </a:lnTo>
                        <a:lnTo>
                          <a:pt x="11" y="11"/>
                        </a:lnTo>
                        <a:lnTo>
                          <a:pt x="8" y="13"/>
                        </a:lnTo>
                        <a:lnTo>
                          <a:pt x="6" y="17"/>
                        </a:lnTo>
                        <a:lnTo>
                          <a:pt x="5" y="19"/>
                        </a:lnTo>
                        <a:lnTo>
                          <a:pt x="2" y="23"/>
                        </a:lnTo>
                        <a:lnTo>
                          <a:pt x="1" y="26"/>
                        </a:lnTo>
                        <a:lnTo>
                          <a:pt x="0" y="28"/>
                        </a:lnTo>
                        <a:lnTo>
                          <a:pt x="0" y="34"/>
                        </a:lnTo>
                        <a:lnTo>
                          <a:pt x="0" y="38"/>
                        </a:lnTo>
                        <a:lnTo>
                          <a:pt x="0" y="41"/>
                        </a:lnTo>
                        <a:lnTo>
                          <a:pt x="0" y="45"/>
                        </a:lnTo>
                        <a:lnTo>
                          <a:pt x="1" y="49"/>
                        </a:lnTo>
                        <a:lnTo>
                          <a:pt x="2" y="53"/>
                        </a:lnTo>
                        <a:lnTo>
                          <a:pt x="5" y="56"/>
                        </a:lnTo>
                        <a:lnTo>
                          <a:pt x="6" y="59"/>
                        </a:lnTo>
                        <a:lnTo>
                          <a:pt x="8" y="62"/>
                        </a:lnTo>
                        <a:lnTo>
                          <a:pt x="11" y="64"/>
                        </a:lnTo>
                        <a:lnTo>
                          <a:pt x="13" y="66"/>
                        </a:lnTo>
                        <a:lnTo>
                          <a:pt x="16" y="69"/>
                        </a:lnTo>
                        <a:lnTo>
                          <a:pt x="20" y="71"/>
                        </a:lnTo>
                        <a:lnTo>
                          <a:pt x="22" y="72"/>
                        </a:lnTo>
                        <a:lnTo>
                          <a:pt x="26" y="75"/>
                        </a:lnTo>
                        <a:lnTo>
                          <a:pt x="31" y="75"/>
                        </a:lnTo>
                        <a:lnTo>
                          <a:pt x="34" y="76"/>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3" name="Freeform 101"/>
                  <p:cNvSpPr/>
                  <p:nvPr/>
                </p:nvSpPr>
                <p:spPr bwMode="auto">
                  <a:xfrm>
                    <a:off x="5639" y="1907"/>
                    <a:ext cx="25"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1" y="77"/>
                        </a:lnTo>
                        <a:lnTo>
                          <a:pt x="45" y="76"/>
                        </a:lnTo>
                        <a:lnTo>
                          <a:pt x="48" y="75"/>
                        </a:lnTo>
                        <a:lnTo>
                          <a:pt x="53" y="75"/>
                        </a:lnTo>
                        <a:lnTo>
                          <a:pt x="56" y="73"/>
                        </a:lnTo>
                        <a:lnTo>
                          <a:pt x="59" y="70"/>
                        </a:lnTo>
                        <a:lnTo>
                          <a:pt x="61" y="67"/>
                        </a:lnTo>
                        <a:lnTo>
                          <a:pt x="65" y="66"/>
                        </a:lnTo>
                        <a:lnTo>
                          <a:pt x="67" y="62"/>
                        </a:lnTo>
                        <a:lnTo>
                          <a:pt x="70" y="60"/>
                        </a:lnTo>
                        <a:lnTo>
                          <a:pt x="71" y="57"/>
                        </a:lnTo>
                        <a:lnTo>
                          <a:pt x="73" y="53"/>
                        </a:lnTo>
                        <a:lnTo>
                          <a:pt x="74" y="50"/>
                        </a:lnTo>
                        <a:lnTo>
                          <a:pt x="76" y="45"/>
                        </a:lnTo>
                        <a:lnTo>
                          <a:pt x="76" y="42"/>
                        </a:lnTo>
                        <a:lnTo>
                          <a:pt x="77" y="38"/>
                        </a:lnTo>
                        <a:lnTo>
                          <a:pt x="76" y="35"/>
                        </a:lnTo>
                        <a:lnTo>
                          <a:pt x="76" y="30"/>
                        </a:lnTo>
                        <a:lnTo>
                          <a:pt x="74" y="26"/>
                        </a:lnTo>
                        <a:lnTo>
                          <a:pt x="73" y="23"/>
                        </a:lnTo>
                        <a:lnTo>
                          <a:pt x="71" y="19"/>
                        </a:lnTo>
                        <a:lnTo>
                          <a:pt x="70" y="17"/>
                        </a:lnTo>
                        <a:lnTo>
                          <a:pt x="67" y="13"/>
                        </a:lnTo>
                        <a:lnTo>
                          <a:pt x="65" y="11"/>
                        </a:lnTo>
                        <a:lnTo>
                          <a:pt x="61" y="9"/>
                        </a:lnTo>
                        <a:lnTo>
                          <a:pt x="59" y="6"/>
                        </a:lnTo>
                        <a:lnTo>
                          <a:pt x="56" y="4"/>
                        </a:lnTo>
                        <a:lnTo>
                          <a:pt x="53" y="3"/>
                        </a:lnTo>
                        <a:lnTo>
                          <a:pt x="48" y="2"/>
                        </a:lnTo>
                        <a:lnTo>
                          <a:pt x="45" y="0"/>
                        </a:lnTo>
                        <a:lnTo>
                          <a:pt x="41" y="0"/>
                        </a:lnTo>
                        <a:lnTo>
                          <a:pt x="38" y="0"/>
                        </a:lnTo>
                        <a:lnTo>
                          <a:pt x="33" y="0"/>
                        </a:lnTo>
                        <a:lnTo>
                          <a:pt x="31" y="0"/>
                        </a:lnTo>
                        <a:lnTo>
                          <a:pt x="26" y="2"/>
                        </a:lnTo>
                        <a:lnTo>
                          <a:pt x="22" y="3"/>
                        </a:lnTo>
                        <a:lnTo>
                          <a:pt x="19" y="4"/>
                        </a:lnTo>
                        <a:lnTo>
                          <a:pt x="15" y="6"/>
                        </a:lnTo>
                        <a:lnTo>
                          <a:pt x="13" y="9"/>
                        </a:lnTo>
                        <a:lnTo>
                          <a:pt x="10" y="11"/>
                        </a:lnTo>
                        <a:lnTo>
                          <a:pt x="7" y="13"/>
                        </a:lnTo>
                        <a:lnTo>
                          <a:pt x="4" y="17"/>
                        </a:lnTo>
                        <a:lnTo>
                          <a:pt x="3" y="19"/>
                        </a:lnTo>
                        <a:lnTo>
                          <a:pt x="2" y="23"/>
                        </a:lnTo>
                        <a:lnTo>
                          <a:pt x="0" y="26"/>
                        </a:lnTo>
                        <a:lnTo>
                          <a:pt x="0" y="30"/>
                        </a:lnTo>
                        <a:lnTo>
                          <a:pt x="0" y="35"/>
                        </a:lnTo>
                        <a:lnTo>
                          <a:pt x="0" y="38"/>
                        </a:lnTo>
                        <a:lnTo>
                          <a:pt x="0" y="42"/>
                        </a:lnTo>
                        <a:lnTo>
                          <a:pt x="0" y="45"/>
                        </a:lnTo>
                        <a:lnTo>
                          <a:pt x="0" y="50"/>
                        </a:lnTo>
                        <a:lnTo>
                          <a:pt x="2" y="53"/>
                        </a:lnTo>
                        <a:lnTo>
                          <a:pt x="3" y="57"/>
                        </a:lnTo>
                        <a:lnTo>
                          <a:pt x="4" y="60"/>
                        </a:lnTo>
                        <a:lnTo>
                          <a:pt x="7" y="62"/>
                        </a:lnTo>
                        <a:lnTo>
                          <a:pt x="10" y="66"/>
                        </a:lnTo>
                        <a:lnTo>
                          <a:pt x="13" y="67"/>
                        </a:lnTo>
                        <a:lnTo>
                          <a:pt x="15" y="70"/>
                        </a:lnTo>
                        <a:lnTo>
                          <a:pt x="19" y="73"/>
                        </a:lnTo>
                        <a:lnTo>
                          <a:pt x="22" y="75"/>
                        </a:lnTo>
                        <a:lnTo>
                          <a:pt x="26" y="75"/>
                        </a:lnTo>
                        <a:lnTo>
                          <a:pt x="31" y="76"/>
                        </a:lnTo>
                        <a:lnTo>
                          <a:pt x="33" y="77"/>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4" name="Freeform 102"/>
                  <p:cNvSpPr/>
                  <p:nvPr/>
                </p:nvSpPr>
                <p:spPr bwMode="auto">
                  <a:xfrm>
                    <a:off x="5491" y="1538"/>
                    <a:ext cx="19" cy="9"/>
                  </a:xfrm>
                  <a:custGeom>
                    <a:avLst/>
                    <a:gdLst>
                      <a:gd name="T0" fmla="*/ 0 w 56"/>
                      <a:gd name="T1" fmla="*/ 0 h 27"/>
                      <a:gd name="T2" fmla="*/ 0 w 56"/>
                      <a:gd name="T3" fmla="*/ 0 h 27"/>
                      <a:gd name="T4" fmla="*/ 0 w 56"/>
                      <a:gd name="T5" fmla="*/ 0 h 27"/>
                      <a:gd name="T6" fmla="*/ 0 w 56"/>
                      <a:gd name="T7" fmla="*/ 0 h 27"/>
                      <a:gd name="T8" fmla="*/ 0 w 56"/>
                      <a:gd name="T9" fmla="*/ 0 h 27"/>
                      <a:gd name="T10" fmla="*/ 0 w 56"/>
                      <a:gd name="T11" fmla="*/ 0 h 27"/>
                      <a:gd name="T12" fmla="*/ 0 w 56"/>
                      <a:gd name="T13" fmla="*/ 0 h 27"/>
                      <a:gd name="T14" fmla="*/ 0 w 56"/>
                      <a:gd name="T15" fmla="*/ 0 h 27"/>
                      <a:gd name="T16" fmla="*/ 0 w 56"/>
                      <a:gd name="T17" fmla="*/ 0 h 27"/>
                      <a:gd name="T18" fmla="*/ 0 w 56"/>
                      <a:gd name="T19" fmla="*/ 0 h 27"/>
                      <a:gd name="T20" fmla="*/ 0 w 56"/>
                      <a:gd name="T21" fmla="*/ 0 h 27"/>
                      <a:gd name="T22" fmla="*/ 0 w 56"/>
                      <a:gd name="T23" fmla="*/ 0 h 27"/>
                      <a:gd name="T24" fmla="*/ 0 w 56"/>
                      <a:gd name="T25" fmla="*/ 0 h 27"/>
                      <a:gd name="T26" fmla="*/ 0 w 56"/>
                      <a:gd name="T27" fmla="*/ 0 h 27"/>
                      <a:gd name="T28" fmla="*/ 0 w 56"/>
                      <a:gd name="T29" fmla="*/ 0 h 27"/>
                      <a:gd name="T30" fmla="*/ 0 w 56"/>
                      <a:gd name="T31" fmla="*/ 0 h 27"/>
                      <a:gd name="T32" fmla="*/ 0 w 56"/>
                      <a:gd name="T33" fmla="*/ 0 h 27"/>
                      <a:gd name="T34" fmla="*/ 0 w 56"/>
                      <a:gd name="T35" fmla="*/ 0 h 27"/>
                      <a:gd name="T36" fmla="*/ 0 w 56"/>
                      <a:gd name="T37" fmla="*/ 0 h 27"/>
                      <a:gd name="T38" fmla="*/ 0 w 56"/>
                      <a:gd name="T39" fmla="*/ 0 h 27"/>
                      <a:gd name="T40" fmla="*/ 0 w 56"/>
                      <a:gd name="T41" fmla="*/ 0 h 27"/>
                      <a:gd name="T42" fmla="*/ 0 w 56"/>
                      <a:gd name="T43" fmla="*/ 0 h 27"/>
                      <a:gd name="T44" fmla="*/ 0 w 56"/>
                      <a:gd name="T45" fmla="*/ 0 h 27"/>
                      <a:gd name="T46" fmla="*/ 0 w 56"/>
                      <a:gd name="T47" fmla="*/ 0 h 27"/>
                      <a:gd name="T48" fmla="*/ 0 w 56"/>
                      <a:gd name="T49" fmla="*/ 0 h 27"/>
                      <a:gd name="T50" fmla="*/ 0 w 56"/>
                      <a:gd name="T51" fmla="*/ 0 h 27"/>
                      <a:gd name="T52" fmla="*/ 0 w 56"/>
                      <a:gd name="T53" fmla="*/ 0 h 27"/>
                      <a:gd name="T54" fmla="*/ 0 w 56"/>
                      <a:gd name="T55" fmla="*/ 0 h 27"/>
                      <a:gd name="T56" fmla="*/ 0 w 56"/>
                      <a:gd name="T57" fmla="*/ 0 h 27"/>
                      <a:gd name="T58" fmla="*/ 0 w 56"/>
                      <a:gd name="T59" fmla="*/ 0 h 27"/>
                      <a:gd name="T60" fmla="*/ 0 w 56"/>
                      <a:gd name="T61" fmla="*/ 0 h 27"/>
                      <a:gd name="T62" fmla="*/ 0 w 56"/>
                      <a:gd name="T63" fmla="*/ 0 h 27"/>
                      <a:gd name="T64" fmla="*/ 0 w 56"/>
                      <a:gd name="T65" fmla="*/ 0 h 27"/>
                      <a:gd name="T66" fmla="*/ 0 w 56"/>
                      <a:gd name="T67" fmla="*/ 0 h 27"/>
                      <a:gd name="T68" fmla="*/ 0 w 56"/>
                      <a:gd name="T69" fmla="*/ 0 h 27"/>
                      <a:gd name="T70" fmla="*/ 0 w 56"/>
                      <a:gd name="T71" fmla="*/ 0 h 27"/>
                      <a:gd name="T72" fmla="*/ 0 w 56"/>
                      <a:gd name="T73" fmla="*/ 0 h 27"/>
                      <a:gd name="T74" fmla="*/ 0 w 56"/>
                      <a:gd name="T75" fmla="*/ 0 h 27"/>
                      <a:gd name="T76" fmla="*/ 0 w 56"/>
                      <a:gd name="T77" fmla="*/ 0 h 27"/>
                      <a:gd name="T78" fmla="*/ 0 w 56"/>
                      <a:gd name="T79" fmla="*/ 0 h 27"/>
                      <a:gd name="T80" fmla="*/ 0 w 56"/>
                      <a:gd name="T81" fmla="*/ 0 h 27"/>
                      <a:gd name="T82" fmla="*/ 0 w 56"/>
                      <a:gd name="T83" fmla="*/ 0 h 2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6"/>
                      <a:gd name="T127" fmla="*/ 0 h 27"/>
                      <a:gd name="T128" fmla="*/ 56 w 56"/>
                      <a:gd name="T129" fmla="*/ 27 h 2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6" h="27">
                        <a:moveTo>
                          <a:pt x="51" y="0"/>
                        </a:moveTo>
                        <a:lnTo>
                          <a:pt x="51" y="4"/>
                        </a:lnTo>
                        <a:lnTo>
                          <a:pt x="51" y="8"/>
                        </a:lnTo>
                        <a:lnTo>
                          <a:pt x="51" y="12"/>
                        </a:lnTo>
                        <a:lnTo>
                          <a:pt x="53" y="15"/>
                        </a:lnTo>
                        <a:lnTo>
                          <a:pt x="53" y="19"/>
                        </a:lnTo>
                        <a:lnTo>
                          <a:pt x="54" y="22"/>
                        </a:lnTo>
                        <a:lnTo>
                          <a:pt x="55" y="25"/>
                        </a:lnTo>
                        <a:lnTo>
                          <a:pt x="56" y="27"/>
                        </a:lnTo>
                        <a:lnTo>
                          <a:pt x="51" y="27"/>
                        </a:lnTo>
                        <a:lnTo>
                          <a:pt x="48" y="27"/>
                        </a:lnTo>
                        <a:lnTo>
                          <a:pt x="44" y="27"/>
                        </a:lnTo>
                        <a:lnTo>
                          <a:pt x="41" y="27"/>
                        </a:lnTo>
                        <a:lnTo>
                          <a:pt x="37" y="26"/>
                        </a:lnTo>
                        <a:lnTo>
                          <a:pt x="34" y="25"/>
                        </a:lnTo>
                        <a:lnTo>
                          <a:pt x="29" y="23"/>
                        </a:lnTo>
                        <a:lnTo>
                          <a:pt x="26" y="22"/>
                        </a:lnTo>
                        <a:lnTo>
                          <a:pt x="23" y="20"/>
                        </a:lnTo>
                        <a:lnTo>
                          <a:pt x="19" y="18"/>
                        </a:lnTo>
                        <a:lnTo>
                          <a:pt x="16" y="14"/>
                        </a:lnTo>
                        <a:lnTo>
                          <a:pt x="13" y="12"/>
                        </a:lnTo>
                        <a:lnTo>
                          <a:pt x="9" y="9"/>
                        </a:lnTo>
                        <a:lnTo>
                          <a:pt x="6" y="7"/>
                        </a:lnTo>
                        <a:lnTo>
                          <a:pt x="3" y="4"/>
                        </a:lnTo>
                        <a:lnTo>
                          <a:pt x="0" y="2"/>
                        </a:lnTo>
                        <a:lnTo>
                          <a:pt x="3" y="1"/>
                        </a:lnTo>
                        <a:lnTo>
                          <a:pt x="6" y="1"/>
                        </a:lnTo>
                        <a:lnTo>
                          <a:pt x="9" y="1"/>
                        </a:lnTo>
                        <a:lnTo>
                          <a:pt x="13" y="1"/>
                        </a:lnTo>
                        <a:lnTo>
                          <a:pt x="16" y="1"/>
                        </a:lnTo>
                        <a:lnTo>
                          <a:pt x="19" y="1"/>
                        </a:lnTo>
                        <a:lnTo>
                          <a:pt x="23" y="1"/>
                        </a:lnTo>
                        <a:lnTo>
                          <a:pt x="26" y="1"/>
                        </a:lnTo>
                        <a:lnTo>
                          <a:pt x="29" y="0"/>
                        </a:lnTo>
                        <a:lnTo>
                          <a:pt x="31" y="0"/>
                        </a:lnTo>
                        <a:lnTo>
                          <a:pt x="35" y="0"/>
                        </a:lnTo>
                        <a:lnTo>
                          <a:pt x="40" y="0"/>
                        </a:lnTo>
                        <a:lnTo>
                          <a:pt x="42" y="0"/>
                        </a:lnTo>
                        <a:lnTo>
                          <a:pt x="44" y="0"/>
                        </a:lnTo>
                        <a:lnTo>
                          <a:pt x="48" y="0"/>
                        </a:lnTo>
                        <a:lnTo>
                          <a:pt x="51"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5" name="Freeform 103"/>
                  <p:cNvSpPr/>
                  <p:nvPr/>
                </p:nvSpPr>
                <p:spPr bwMode="auto">
                  <a:xfrm>
                    <a:off x="5354" y="1538"/>
                    <a:ext cx="326" cy="47"/>
                  </a:xfrm>
                  <a:custGeom>
                    <a:avLst/>
                    <a:gdLst>
                      <a:gd name="T0" fmla="*/ 0 w 976"/>
                      <a:gd name="T1" fmla="*/ 0 h 139"/>
                      <a:gd name="T2" fmla="*/ 0 w 976"/>
                      <a:gd name="T3" fmla="*/ 0 h 139"/>
                      <a:gd name="T4" fmla="*/ 0 w 976"/>
                      <a:gd name="T5" fmla="*/ 0 h 139"/>
                      <a:gd name="T6" fmla="*/ 0 w 976"/>
                      <a:gd name="T7" fmla="*/ 0 h 139"/>
                      <a:gd name="T8" fmla="*/ 0 w 976"/>
                      <a:gd name="T9" fmla="*/ 0 h 139"/>
                      <a:gd name="T10" fmla="*/ 0 w 976"/>
                      <a:gd name="T11" fmla="*/ 0 h 139"/>
                      <a:gd name="T12" fmla="*/ 0 w 976"/>
                      <a:gd name="T13" fmla="*/ 0 h 139"/>
                      <a:gd name="T14" fmla="*/ 0 w 976"/>
                      <a:gd name="T15" fmla="*/ 0 h 139"/>
                      <a:gd name="T16" fmla="*/ 0 w 976"/>
                      <a:gd name="T17" fmla="*/ 0 h 139"/>
                      <a:gd name="T18" fmla="*/ 0 w 976"/>
                      <a:gd name="T19" fmla="*/ 0 h 139"/>
                      <a:gd name="T20" fmla="*/ 0 w 976"/>
                      <a:gd name="T21" fmla="*/ 0 h 139"/>
                      <a:gd name="T22" fmla="*/ 0 w 976"/>
                      <a:gd name="T23" fmla="*/ 0 h 139"/>
                      <a:gd name="T24" fmla="*/ 0 w 976"/>
                      <a:gd name="T25" fmla="*/ 0 h 139"/>
                      <a:gd name="T26" fmla="*/ 0 w 976"/>
                      <a:gd name="T27" fmla="*/ 0 h 139"/>
                      <a:gd name="T28" fmla="*/ 0 w 976"/>
                      <a:gd name="T29" fmla="*/ 0 h 139"/>
                      <a:gd name="T30" fmla="*/ 0 w 976"/>
                      <a:gd name="T31" fmla="*/ 0 h 139"/>
                      <a:gd name="T32" fmla="*/ 0 w 976"/>
                      <a:gd name="T33" fmla="*/ 0 h 139"/>
                      <a:gd name="T34" fmla="*/ 0 w 976"/>
                      <a:gd name="T35" fmla="*/ 0 h 139"/>
                      <a:gd name="T36" fmla="*/ 0 w 976"/>
                      <a:gd name="T37" fmla="*/ 0 h 139"/>
                      <a:gd name="T38" fmla="*/ 0 w 976"/>
                      <a:gd name="T39" fmla="*/ 0 h 139"/>
                      <a:gd name="T40" fmla="*/ 0 w 976"/>
                      <a:gd name="T41" fmla="*/ 0 h 139"/>
                      <a:gd name="T42" fmla="*/ 0 w 976"/>
                      <a:gd name="T43" fmla="*/ 0 h 139"/>
                      <a:gd name="T44" fmla="*/ 0 w 976"/>
                      <a:gd name="T45" fmla="*/ 0 h 139"/>
                      <a:gd name="T46" fmla="*/ 0 w 976"/>
                      <a:gd name="T47" fmla="*/ 0 h 139"/>
                      <a:gd name="T48" fmla="*/ 0 w 976"/>
                      <a:gd name="T49" fmla="*/ 0 h 139"/>
                      <a:gd name="T50" fmla="*/ 0 w 976"/>
                      <a:gd name="T51" fmla="*/ 0 h 139"/>
                      <a:gd name="T52" fmla="*/ 0 w 976"/>
                      <a:gd name="T53" fmla="*/ 0 h 139"/>
                      <a:gd name="T54" fmla="*/ 0 w 976"/>
                      <a:gd name="T55" fmla="*/ 0 h 139"/>
                      <a:gd name="T56" fmla="*/ 0 w 976"/>
                      <a:gd name="T57" fmla="*/ 0 h 139"/>
                      <a:gd name="T58" fmla="*/ 0 w 976"/>
                      <a:gd name="T59" fmla="*/ 0 h 139"/>
                      <a:gd name="T60" fmla="*/ 0 w 976"/>
                      <a:gd name="T61" fmla="*/ 0 h 139"/>
                      <a:gd name="T62" fmla="*/ 0 w 976"/>
                      <a:gd name="T63" fmla="*/ 0 h 139"/>
                      <a:gd name="T64" fmla="*/ 0 w 976"/>
                      <a:gd name="T65" fmla="*/ 0 h 139"/>
                      <a:gd name="T66" fmla="*/ 0 w 976"/>
                      <a:gd name="T67" fmla="*/ 0 h 139"/>
                      <a:gd name="T68" fmla="*/ 0 w 976"/>
                      <a:gd name="T69" fmla="*/ 0 h 139"/>
                      <a:gd name="T70" fmla="*/ 0 w 976"/>
                      <a:gd name="T71" fmla="*/ 0 h 139"/>
                      <a:gd name="T72" fmla="*/ 0 w 976"/>
                      <a:gd name="T73" fmla="*/ 0 h 139"/>
                      <a:gd name="T74" fmla="*/ 0 w 976"/>
                      <a:gd name="T75" fmla="*/ 0 h 139"/>
                      <a:gd name="T76" fmla="*/ 0 w 976"/>
                      <a:gd name="T77" fmla="*/ 0 h 139"/>
                      <a:gd name="T78" fmla="*/ 0 w 976"/>
                      <a:gd name="T79" fmla="*/ 0 h 139"/>
                      <a:gd name="T80" fmla="*/ 0 w 976"/>
                      <a:gd name="T81" fmla="*/ 0 h 139"/>
                      <a:gd name="T82" fmla="*/ 0 w 976"/>
                      <a:gd name="T83" fmla="*/ 0 h 139"/>
                      <a:gd name="T84" fmla="*/ 0 w 976"/>
                      <a:gd name="T85" fmla="*/ 0 h 139"/>
                      <a:gd name="T86" fmla="*/ 0 w 976"/>
                      <a:gd name="T87" fmla="*/ 0 h 139"/>
                      <a:gd name="T88" fmla="*/ 0 w 976"/>
                      <a:gd name="T89" fmla="*/ 0 h 139"/>
                      <a:gd name="T90" fmla="*/ 0 w 976"/>
                      <a:gd name="T91" fmla="*/ 0 h 139"/>
                      <a:gd name="T92" fmla="*/ 0 w 976"/>
                      <a:gd name="T93" fmla="*/ 0 h 139"/>
                      <a:gd name="T94" fmla="*/ 0 w 976"/>
                      <a:gd name="T95" fmla="*/ 0 h 139"/>
                      <a:gd name="T96" fmla="*/ 0 w 976"/>
                      <a:gd name="T97" fmla="*/ 0 h 139"/>
                      <a:gd name="T98" fmla="*/ 0 w 976"/>
                      <a:gd name="T99" fmla="*/ 0 h 139"/>
                      <a:gd name="T100" fmla="*/ 0 w 976"/>
                      <a:gd name="T101" fmla="*/ 0 h 139"/>
                      <a:gd name="T102" fmla="*/ 0 w 976"/>
                      <a:gd name="T103" fmla="*/ 0 h 139"/>
                      <a:gd name="T104" fmla="*/ 0 w 976"/>
                      <a:gd name="T105" fmla="*/ 0 h 139"/>
                      <a:gd name="T106" fmla="*/ 0 w 976"/>
                      <a:gd name="T107" fmla="*/ 0 h 139"/>
                      <a:gd name="T108" fmla="*/ 0 w 976"/>
                      <a:gd name="T109" fmla="*/ 0 h 139"/>
                      <a:gd name="T110" fmla="*/ 0 w 976"/>
                      <a:gd name="T111" fmla="*/ 0 h 139"/>
                      <a:gd name="T112" fmla="*/ 0 w 976"/>
                      <a:gd name="T113" fmla="*/ 0 h 139"/>
                      <a:gd name="T114" fmla="*/ 0 w 976"/>
                      <a:gd name="T115" fmla="*/ 0 h 139"/>
                      <a:gd name="T116" fmla="*/ 0 w 976"/>
                      <a:gd name="T117" fmla="*/ 0 h 139"/>
                      <a:gd name="T118" fmla="*/ 0 w 976"/>
                      <a:gd name="T119" fmla="*/ 0 h 139"/>
                      <a:gd name="T120" fmla="*/ 0 w 976"/>
                      <a:gd name="T121" fmla="*/ 0 h 139"/>
                      <a:gd name="T122" fmla="*/ 0 w 976"/>
                      <a:gd name="T123" fmla="*/ 0 h 1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6"/>
                      <a:gd name="T187" fmla="*/ 0 h 139"/>
                      <a:gd name="T188" fmla="*/ 976 w 976"/>
                      <a:gd name="T189" fmla="*/ 139 h 1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6" h="139">
                        <a:moveTo>
                          <a:pt x="811" y="11"/>
                        </a:moveTo>
                        <a:lnTo>
                          <a:pt x="812" y="11"/>
                        </a:lnTo>
                        <a:lnTo>
                          <a:pt x="816" y="11"/>
                        </a:lnTo>
                        <a:lnTo>
                          <a:pt x="818" y="11"/>
                        </a:lnTo>
                        <a:lnTo>
                          <a:pt x="822" y="12"/>
                        </a:lnTo>
                        <a:lnTo>
                          <a:pt x="824" y="12"/>
                        </a:lnTo>
                        <a:lnTo>
                          <a:pt x="829" y="12"/>
                        </a:lnTo>
                        <a:lnTo>
                          <a:pt x="827" y="13"/>
                        </a:lnTo>
                        <a:lnTo>
                          <a:pt x="824" y="14"/>
                        </a:lnTo>
                        <a:lnTo>
                          <a:pt x="821" y="16"/>
                        </a:lnTo>
                        <a:lnTo>
                          <a:pt x="818" y="18"/>
                        </a:lnTo>
                        <a:lnTo>
                          <a:pt x="816" y="18"/>
                        </a:lnTo>
                        <a:lnTo>
                          <a:pt x="812" y="20"/>
                        </a:lnTo>
                        <a:lnTo>
                          <a:pt x="810" y="21"/>
                        </a:lnTo>
                        <a:lnTo>
                          <a:pt x="808" y="23"/>
                        </a:lnTo>
                        <a:lnTo>
                          <a:pt x="804" y="24"/>
                        </a:lnTo>
                        <a:lnTo>
                          <a:pt x="802" y="25"/>
                        </a:lnTo>
                        <a:lnTo>
                          <a:pt x="798" y="26"/>
                        </a:lnTo>
                        <a:lnTo>
                          <a:pt x="795" y="27"/>
                        </a:lnTo>
                        <a:lnTo>
                          <a:pt x="792" y="29"/>
                        </a:lnTo>
                        <a:lnTo>
                          <a:pt x="790" y="30"/>
                        </a:lnTo>
                        <a:lnTo>
                          <a:pt x="785" y="31"/>
                        </a:lnTo>
                        <a:lnTo>
                          <a:pt x="783" y="32"/>
                        </a:lnTo>
                        <a:lnTo>
                          <a:pt x="779" y="33"/>
                        </a:lnTo>
                        <a:lnTo>
                          <a:pt x="777" y="33"/>
                        </a:lnTo>
                        <a:lnTo>
                          <a:pt x="772" y="35"/>
                        </a:lnTo>
                        <a:lnTo>
                          <a:pt x="770" y="36"/>
                        </a:lnTo>
                        <a:lnTo>
                          <a:pt x="766" y="36"/>
                        </a:lnTo>
                        <a:lnTo>
                          <a:pt x="764" y="36"/>
                        </a:lnTo>
                        <a:lnTo>
                          <a:pt x="761" y="36"/>
                        </a:lnTo>
                        <a:lnTo>
                          <a:pt x="758" y="36"/>
                        </a:lnTo>
                        <a:lnTo>
                          <a:pt x="755" y="35"/>
                        </a:lnTo>
                        <a:lnTo>
                          <a:pt x="752" y="33"/>
                        </a:lnTo>
                        <a:lnTo>
                          <a:pt x="750" y="32"/>
                        </a:lnTo>
                        <a:lnTo>
                          <a:pt x="748" y="31"/>
                        </a:lnTo>
                        <a:lnTo>
                          <a:pt x="746" y="29"/>
                        </a:lnTo>
                        <a:lnTo>
                          <a:pt x="744" y="26"/>
                        </a:lnTo>
                        <a:lnTo>
                          <a:pt x="741" y="24"/>
                        </a:lnTo>
                        <a:lnTo>
                          <a:pt x="740" y="21"/>
                        </a:lnTo>
                        <a:lnTo>
                          <a:pt x="735" y="24"/>
                        </a:lnTo>
                        <a:lnTo>
                          <a:pt x="732" y="25"/>
                        </a:lnTo>
                        <a:lnTo>
                          <a:pt x="727" y="27"/>
                        </a:lnTo>
                        <a:lnTo>
                          <a:pt x="723" y="30"/>
                        </a:lnTo>
                        <a:lnTo>
                          <a:pt x="721" y="32"/>
                        </a:lnTo>
                        <a:lnTo>
                          <a:pt x="719" y="33"/>
                        </a:lnTo>
                        <a:lnTo>
                          <a:pt x="716" y="36"/>
                        </a:lnTo>
                        <a:lnTo>
                          <a:pt x="715" y="38"/>
                        </a:lnTo>
                        <a:lnTo>
                          <a:pt x="712" y="40"/>
                        </a:lnTo>
                        <a:lnTo>
                          <a:pt x="710" y="43"/>
                        </a:lnTo>
                        <a:lnTo>
                          <a:pt x="708" y="45"/>
                        </a:lnTo>
                        <a:lnTo>
                          <a:pt x="707" y="46"/>
                        </a:lnTo>
                        <a:lnTo>
                          <a:pt x="704" y="46"/>
                        </a:lnTo>
                        <a:lnTo>
                          <a:pt x="702" y="46"/>
                        </a:lnTo>
                        <a:lnTo>
                          <a:pt x="698" y="44"/>
                        </a:lnTo>
                        <a:lnTo>
                          <a:pt x="695" y="42"/>
                        </a:lnTo>
                        <a:lnTo>
                          <a:pt x="691" y="39"/>
                        </a:lnTo>
                        <a:lnTo>
                          <a:pt x="688" y="38"/>
                        </a:lnTo>
                        <a:lnTo>
                          <a:pt x="684" y="36"/>
                        </a:lnTo>
                        <a:lnTo>
                          <a:pt x="681" y="32"/>
                        </a:lnTo>
                        <a:lnTo>
                          <a:pt x="678" y="31"/>
                        </a:lnTo>
                        <a:lnTo>
                          <a:pt x="676" y="30"/>
                        </a:lnTo>
                        <a:lnTo>
                          <a:pt x="672" y="27"/>
                        </a:lnTo>
                        <a:lnTo>
                          <a:pt x="670" y="26"/>
                        </a:lnTo>
                        <a:lnTo>
                          <a:pt x="666" y="24"/>
                        </a:lnTo>
                        <a:lnTo>
                          <a:pt x="664" y="23"/>
                        </a:lnTo>
                        <a:lnTo>
                          <a:pt x="661" y="20"/>
                        </a:lnTo>
                        <a:lnTo>
                          <a:pt x="658" y="18"/>
                        </a:lnTo>
                        <a:lnTo>
                          <a:pt x="656" y="23"/>
                        </a:lnTo>
                        <a:lnTo>
                          <a:pt x="653" y="29"/>
                        </a:lnTo>
                        <a:lnTo>
                          <a:pt x="652" y="32"/>
                        </a:lnTo>
                        <a:lnTo>
                          <a:pt x="650" y="38"/>
                        </a:lnTo>
                        <a:lnTo>
                          <a:pt x="650" y="42"/>
                        </a:lnTo>
                        <a:lnTo>
                          <a:pt x="649" y="45"/>
                        </a:lnTo>
                        <a:lnTo>
                          <a:pt x="647" y="49"/>
                        </a:lnTo>
                        <a:lnTo>
                          <a:pt x="647" y="52"/>
                        </a:lnTo>
                        <a:lnTo>
                          <a:pt x="647" y="55"/>
                        </a:lnTo>
                        <a:lnTo>
                          <a:pt x="647" y="58"/>
                        </a:lnTo>
                        <a:lnTo>
                          <a:pt x="647" y="61"/>
                        </a:lnTo>
                        <a:lnTo>
                          <a:pt x="650" y="63"/>
                        </a:lnTo>
                        <a:lnTo>
                          <a:pt x="650" y="67"/>
                        </a:lnTo>
                        <a:lnTo>
                          <a:pt x="653" y="70"/>
                        </a:lnTo>
                        <a:lnTo>
                          <a:pt x="657" y="71"/>
                        </a:lnTo>
                        <a:lnTo>
                          <a:pt x="661" y="74"/>
                        </a:lnTo>
                        <a:lnTo>
                          <a:pt x="664" y="74"/>
                        </a:lnTo>
                        <a:lnTo>
                          <a:pt x="669" y="74"/>
                        </a:lnTo>
                        <a:lnTo>
                          <a:pt x="671" y="74"/>
                        </a:lnTo>
                        <a:lnTo>
                          <a:pt x="674" y="74"/>
                        </a:lnTo>
                        <a:lnTo>
                          <a:pt x="677" y="74"/>
                        </a:lnTo>
                        <a:lnTo>
                          <a:pt x="681" y="74"/>
                        </a:lnTo>
                        <a:lnTo>
                          <a:pt x="683" y="73"/>
                        </a:lnTo>
                        <a:lnTo>
                          <a:pt x="685" y="73"/>
                        </a:lnTo>
                        <a:lnTo>
                          <a:pt x="688" y="71"/>
                        </a:lnTo>
                        <a:lnTo>
                          <a:pt x="691" y="71"/>
                        </a:lnTo>
                        <a:lnTo>
                          <a:pt x="695" y="70"/>
                        </a:lnTo>
                        <a:lnTo>
                          <a:pt x="697" y="69"/>
                        </a:lnTo>
                        <a:lnTo>
                          <a:pt x="701" y="68"/>
                        </a:lnTo>
                        <a:lnTo>
                          <a:pt x="704" y="67"/>
                        </a:lnTo>
                        <a:lnTo>
                          <a:pt x="707" y="65"/>
                        </a:lnTo>
                        <a:lnTo>
                          <a:pt x="710" y="65"/>
                        </a:lnTo>
                        <a:lnTo>
                          <a:pt x="714" y="64"/>
                        </a:lnTo>
                        <a:lnTo>
                          <a:pt x="717" y="63"/>
                        </a:lnTo>
                        <a:lnTo>
                          <a:pt x="720" y="62"/>
                        </a:lnTo>
                        <a:lnTo>
                          <a:pt x="723" y="61"/>
                        </a:lnTo>
                        <a:lnTo>
                          <a:pt x="726" y="59"/>
                        </a:lnTo>
                        <a:lnTo>
                          <a:pt x="729" y="58"/>
                        </a:lnTo>
                        <a:lnTo>
                          <a:pt x="733" y="58"/>
                        </a:lnTo>
                        <a:lnTo>
                          <a:pt x="736" y="57"/>
                        </a:lnTo>
                        <a:lnTo>
                          <a:pt x="739" y="56"/>
                        </a:lnTo>
                        <a:lnTo>
                          <a:pt x="741" y="56"/>
                        </a:lnTo>
                        <a:lnTo>
                          <a:pt x="744" y="55"/>
                        </a:lnTo>
                        <a:lnTo>
                          <a:pt x="747" y="55"/>
                        </a:lnTo>
                        <a:lnTo>
                          <a:pt x="751" y="54"/>
                        </a:lnTo>
                        <a:lnTo>
                          <a:pt x="753" y="54"/>
                        </a:lnTo>
                        <a:lnTo>
                          <a:pt x="758" y="52"/>
                        </a:lnTo>
                        <a:lnTo>
                          <a:pt x="763" y="54"/>
                        </a:lnTo>
                        <a:lnTo>
                          <a:pt x="766" y="54"/>
                        </a:lnTo>
                        <a:lnTo>
                          <a:pt x="770" y="55"/>
                        </a:lnTo>
                        <a:lnTo>
                          <a:pt x="772" y="56"/>
                        </a:lnTo>
                        <a:lnTo>
                          <a:pt x="774" y="59"/>
                        </a:lnTo>
                        <a:lnTo>
                          <a:pt x="774" y="63"/>
                        </a:lnTo>
                        <a:lnTo>
                          <a:pt x="777" y="65"/>
                        </a:lnTo>
                        <a:lnTo>
                          <a:pt x="777" y="68"/>
                        </a:lnTo>
                        <a:lnTo>
                          <a:pt x="779" y="71"/>
                        </a:lnTo>
                        <a:lnTo>
                          <a:pt x="780" y="74"/>
                        </a:lnTo>
                        <a:lnTo>
                          <a:pt x="782" y="77"/>
                        </a:lnTo>
                        <a:lnTo>
                          <a:pt x="784" y="80"/>
                        </a:lnTo>
                        <a:lnTo>
                          <a:pt x="786" y="82"/>
                        </a:lnTo>
                        <a:lnTo>
                          <a:pt x="790" y="83"/>
                        </a:lnTo>
                        <a:lnTo>
                          <a:pt x="792" y="86"/>
                        </a:lnTo>
                        <a:lnTo>
                          <a:pt x="795" y="87"/>
                        </a:lnTo>
                        <a:lnTo>
                          <a:pt x="798" y="88"/>
                        </a:lnTo>
                        <a:lnTo>
                          <a:pt x="801" y="88"/>
                        </a:lnTo>
                        <a:lnTo>
                          <a:pt x="804" y="90"/>
                        </a:lnTo>
                        <a:lnTo>
                          <a:pt x="808" y="90"/>
                        </a:lnTo>
                        <a:lnTo>
                          <a:pt x="812" y="92"/>
                        </a:lnTo>
                        <a:lnTo>
                          <a:pt x="816" y="92"/>
                        </a:lnTo>
                        <a:lnTo>
                          <a:pt x="820" y="92"/>
                        </a:lnTo>
                        <a:lnTo>
                          <a:pt x="823" y="90"/>
                        </a:lnTo>
                        <a:lnTo>
                          <a:pt x="828" y="89"/>
                        </a:lnTo>
                        <a:lnTo>
                          <a:pt x="831" y="88"/>
                        </a:lnTo>
                        <a:lnTo>
                          <a:pt x="836" y="86"/>
                        </a:lnTo>
                        <a:lnTo>
                          <a:pt x="840" y="83"/>
                        </a:lnTo>
                        <a:lnTo>
                          <a:pt x="846" y="82"/>
                        </a:lnTo>
                        <a:lnTo>
                          <a:pt x="849" y="78"/>
                        </a:lnTo>
                        <a:lnTo>
                          <a:pt x="853" y="76"/>
                        </a:lnTo>
                        <a:lnTo>
                          <a:pt x="857" y="71"/>
                        </a:lnTo>
                        <a:lnTo>
                          <a:pt x="862" y="68"/>
                        </a:lnTo>
                        <a:lnTo>
                          <a:pt x="867" y="63"/>
                        </a:lnTo>
                        <a:lnTo>
                          <a:pt x="871" y="58"/>
                        </a:lnTo>
                        <a:lnTo>
                          <a:pt x="873" y="56"/>
                        </a:lnTo>
                        <a:lnTo>
                          <a:pt x="875" y="54"/>
                        </a:lnTo>
                        <a:lnTo>
                          <a:pt x="878" y="50"/>
                        </a:lnTo>
                        <a:lnTo>
                          <a:pt x="880" y="48"/>
                        </a:lnTo>
                        <a:lnTo>
                          <a:pt x="878" y="45"/>
                        </a:lnTo>
                        <a:lnTo>
                          <a:pt x="875" y="44"/>
                        </a:lnTo>
                        <a:lnTo>
                          <a:pt x="873" y="43"/>
                        </a:lnTo>
                        <a:lnTo>
                          <a:pt x="868" y="43"/>
                        </a:lnTo>
                        <a:lnTo>
                          <a:pt x="865" y="43"/>
                        </a:lnTo>
                        <a:lnTo>
                          <a:pt x="860" y="43"/>
                        </a:lnTo>
                        <a:lnTo>
                          <a:pt x="855" y="43"/>
                        </a:lnTo>
                        <a:lnTo>
                          <a:pt x="850" y="43"/>
                        </a:lnTo>
                        <a:lnTo>
                          <a:pt x="847" y="43"/>
                        </a:lnTo>
                        <a:lnTo>
                          <a:pt x="844" y="43"/>
                        </a:lnTo>
                        <a:lnTo>
                          <a:pt x="842" y="43"/>
                        </a:lnTo>
                        <a:lnTo>
                          <a:pt x="840" y="44"/>
                        </a:lnTo>
                        <a:lnTo>
                          <a:pt x="835" y="44"/>
                        </a:lnTo>
                        <a:lnTo>
                          <a:pt x="830" y="44"/>
                        </a:lnTo>
                        <a:lnTo>
                          <a:pt x="825" y="43"/>
                        </a:lnTo>
                        <a:lnTo>
                          <a:pt x="823" y="43"/>
                        </a:lnTo>
                        <a:lnTo>
                          <a:pt x="820" y="40"/>
                        </a:lnTo>
                        <a:lnTo>
                          <a:pt x="820" y="39"/>
                        </a:lnTo>
                        <a:lnTo>
                          <a:pt x="821" y="37"/>
                        </a:lnTo>
                        <a:lnTo>
                          <a:pt x="822" y="33"/>
                        </a:lnTo>
                        <a:lnTo>
                          <a:pt x="824" y="31"/>
                        </a:lnTo>
                        <a:lnTo>
                          <a:pt x="827" y="30"/>
                        </a:lnTo>
                        <a:lnTo>
                          <a:pt x="829" y="25"/>
                        </a:lnTo>
                        <a:lnTo>
                          <a:pt x="833" y="23"/>
                        </a:lnTo>
                        <a:lnTo>
                          <a:pt x="834" y="19"/>
                        </a:lnTo>
                        <a:lnTo>
                          <a:pt x="836" y="17"/>
                        </a:lnTo>
                        <a:lnTo>
                          <a:pt x="837" y="14"/>
                        </a:lnTo>
                        <a:lnTo>
                          <a:pt x="839" y="12"/>
                        </a:lnTo>
                        <a:lnTo>
                          <a:pt x="842" y="12"/>
                        </a:lnTo>
                        <a:lnTo>
                          <a:pt x="847" y="12"/>
                        </a:lnTo>
                        <a:lnTo>
                          <a:pt x="852" y="12"/>
                        </a:lnTo>
                        <a:lnTo>
                          <a:pt x="857" y="13"/>
                        </a:lnTo>
                        <a:lnTo>
                          <a:pt x="860" y="13"/>
                        </a:lnTo>
                        <a:lnTo>
                          <a:pt x="862" y="13"/>
                        </a:lnTo>
                        <a:lnTo>
                          <a:pt x="865" y="13"/>
                        </a:lnTo>
                        <a:lnTo>
                          <a:pt x="868" y="13"/>
                        </a:lnTo>
                        <a:lnTo>
                          <a:pt x="871" y="13"/>
                        </a:lnTo>
                        <a:lnTo>
                          <a:pt x="873" y="14"/>
                        </a:lnTo>
                        <a:lnTo>
                          <a:pt x="875" y="14"/>
                        </a:lnTo>
                        <a:lnTo>
                          <a:pt x="879" y="16"/>
                        </a:lnTo>
                        <a:lnTo>
                          <a:pt x="881" y="16"/>
                        </a:lnTo>
                        <a:lnTo>
                          <a:pt x="885" y="16"/>
                        </a:lnTo>
                        <a:lnTo>
                          <a:pt x="888" y="16"/>
                        </a:lnTo>
                        <a:lnTo>
                          <a:pt x="891" y="16"/>
                        </a:lnTo>
                        <a:lnTo>
                          <a:pt x="893" y="16"/>
                        </a:lnTo>
                        <a:lnTo>
                          <a:pt x="895" y="16"/>
                        </a:lnTo>
                        <a:lnTo>
                          <a:pt x="899" y="16"/>
                        </a:lnTo>
                        <a:lnTo>
                          <a:pt x="901" y="16"/>
                        </a:lnTo>
                        <a:lnTo>
                          <a:pt x="904" y="16"/>
                        </a:lnTo>
                        <a:lnTo>
                          <a:pt x="907" y="16"/>
                        </a:lnTo>
                        <a:lnTo>
                          <a:pt x="910" y="16"/>
                        </a:lnTo>
                        <a:lnTo>
                          <a:pt x="913" y="16"/>
                        </a:lnTo>
                        <a:lnTo>
                          <a:pt x="916" y="16"/>
                        </a:lnTo>
                        <a:lnTo>
                          <a:pt x="918" y="17"/>
                        </a:lnTo>
                        <a:lnTo>
                          <a:pt x="922" y="17"/>
                        </a:lnTo>
                        <a:lnTo>
                          <a:pt x="924" y="18"/>
                        </a:lnTo>
                        <a:lnTo>
                          <a:pt x="929" y="18"/>
                        </a:lnTo>
                        <a:lnTo>
                          <a:pt x="935" y="18"/>
                        </a:lnTo>
                        <a:lnTo>
                          <a:pt x="939" y="18"/>
                        </a:lnTo>
                        <a:lnTo>
                          <a:pt x="944" y="18"/>
                        </a:lnTo>
                        <a:lnTo>
                          <a:pt x="949" y="18"/>
                        </a:lnTo>
                        <a:lnTo>
                          <a:pt x="954" y="18"/>
                        </a:lnTo>
                        <a:lnTo>
                          <a:pt x="956" y="18"/>
                        </a:lnTo>
                        <a:lnTo>
                          <a:pt x="961" y="19"/>
                        </a:lnTo>
                        <a:lnTo>
                          <a:pt x="964" y="19"/>
                        </a:lnTo>
                        <a:lnTo>
                          <a:pt x="967" y="19"/>
                        </a:lnTo>
                        <a:lnTo>
                          <a:pt x="969" y="19"/>
                        </a:lnTo>
                        <a:lnTo>
                          <a:pt x="971" y="20"/>
                        </a:lnTo>
                        <a:lnTo>
                          <a:pt x="974" y="20"/>
                        </a:lnTo>
                        <a:lnTo>
                          <a:pt x="976" y="20"/>
                        </a:lnTo>
                        <a:lnTo>
                          <a:pt x="973" y="106"/>
                        </a:lnTo>
                        <a:lnTo>
                          <a:pt x="806" y="97"/>
                        </a:lnTo>
                        <a:lnTo>
                          <a:pt x="793" y="96"/>
                        </a:lnTo>
                        <a:lnTo>
                          <a:pt x="782" y="96"/>
                        </a:lnTo>
                        <a:lnTo>
                          <a:pt x="770" y="95"/>
                        </a:lnTo>
                        <a:lnTo>
                          <a:pt x="757" y="95"/>
                        </a:lnTo>
                        <a:lnTo>
                          <a:pt x="744" y="94"/>
                        </a:lnTo>
                        <a:lnTo>
                          <a:pt x="732" y="94"/>
                        </a:lnTo>
                        <a:lnTo>
                          <a:pt x="719" y="93"/>
                        </a:lnTo>
                        <a:lnTo>
                          <a:pt x="706" y="92"/>
                        </a:lnTo>
                        <a:lnTo>
                          <a:pt x="694" y="92"/>
                        </a:lnTo>
                        <a:lnTo>
                          <a:pt x="681" y="90"/>
                        </a:lnTo>
                        <a:lnTo>
                          <a:pt x="668" y="89"/>
                        </a:lnTo>
                        <a:lnTo>
                          <a:pt x="656" y="88"/>
                        </a:lnTo>
                        <a:lnTo>
                          <a:pt x="643" y="88"/>
                        </a:lnTo>
                        <a:lnTo>
                          <a:pt x="630" y="88"/>
                        </a:lnTo>
                        <a:lnTo>
                          <a:pt x="618" y="87"/>
                        </a:lnTo>
                        <a:lnTo>
                          <a:pt x="606" y="87"/>
                        </a:lnTo>
                        <a:lnTo>
                          <a:pt x="593" y="86"/>
                        </a:lnTo>
                        <a:lnTo>
                          <a:pt x="580" y="86"/>
                        </a:lnTo>
                        <a:lnTo>
                          <a:pt x="568" y="86"/>
                        </a:lnTo>
                        <a:lnTo>
                          <a:pt x="555" y="86"/>
                        </a:lnTo>
                        <a:lnTo>
                          <a:pt x="543" y="84"/>
                        </a:lnTo>
                        <a:lnTo>
                          <a:pt x="530" y="84"/>
                        </a:lnTo>
                        <a:lnTo>
                          <a:pt x="518" y="84"/>
                        </a:lnTo>
                        <a:lnTo>
                          <a:pt x="505" y="84"/>
                        </a:lnTo>
                        <a:lnTo>
                          <a:pt x="492" y="84"/>
                        </a:lnTo>
                        <a:lnTo>
                          <a:pt x="480" y="84"/>
                        </a:lnTo>
                        <a:lnTo>
                          <a:pt x="468" y="84"/>
                        </a:lnTo>
                        <a:lnTo>
                          <a:pt x="455" y="84"/>
                        </a:lnTo>
                        <a:lnTo>
                          <a:pt x="442" y="84"/>
                        </a:lnTo>
                        <a:lnTo>
                          <a:pt x="430" y="84"/>
                        </a:lnTo>
                        <a:lnTo>
                          <a:pt x="418" y="86"/>
                        </a:lnTo>
                        <a:lnTo>
                          <a:pt x="407" y="86"/>
                        </a:lnTo>
                        <a:lnTo>
                          <a:pt x="394" y="86"/>
                        </a:lnTo>
                        <a:lnTo>
                          <a:pt x="382" y="86"/>
                        </a:lnTo>
                        <a:lnTo>
                          <a:pt x="369" y="86"/>
                        </a:lnTo>
                        <a:lnTo>
                          <a:pt x="357" y="87"/>
                        </a:lnTo>
                        <a:lnTo>
                          <a:pt x="344" y="87"/>
                        </a:lnTo>
                        <a:lnTo>
                          <a:pt x="332" y="88"/>
                        </a:lnTo>
                        <a:lnTo>
                          <a:pt x="320" y="88"/>
                        </a:lnTo>
                        <a:lnTo>
                          <a:pt x="308" y="90"/>
                        </a:lnTo>
                        <a:lnTo>
                          <a:pt x="295" y="90"/>
                        </a:lnTo>
                        <a:lnTo>
                          <a:pt x="283" y="92"/>
                        </a:lnTo>
                        <a:lnTo>
                          <a:pt x="270" y="93"/>
                        </a:lnTo>
                        <a:lnTo>
                          <a:pt x="258" y="94"/>
                        </a:lnTo>
                        <a:lnTo>
                          <a:pt x="245" y="95"/>
                        </a:lnTo>
                        <a:lnTo>
                          <a:pt x="235" y="96"/>
                        </a:lnTo>
                        <a:lnTo>
                          <a:pt x="223" y="99"/>
                        </a:lnTo>
                        <a:lnTo>
                          <a:pt x="210" y="100"/>
                        </a:lnTo>
                        <a:lnTo>
                          <a:pt x="198" y="101"/>
                        </a:lnTo>
                        <a:lnTo>
                          <a:pt x="186" y="103"/>
                        </a:lnTo>
                        <a:lnTo>
                          <a:pt x="174" y="105"/>
                        </a:lnTo>
                        <a:lnTo>
                          <a:pt x="162" y="106"/>
                        </a:lnTo>
                        <a:lnTo>
                          <a:pt x="150" y="108"/>
                        </a:lnTo>
                        <a:lnTo>
                          <a:pt x="138" y="111"/>
                        </a:lnTo>
                        <a:lnTo>
                          <a:pt x="127" y="113"/>
                        </a:lnTo>
                        <a:lnTo>
                          <a:pt x="116" y="115"/>
                        </a:lnTo>
                        <a:lnTo>
                          <a:pt x="103" y="118"/>
                        </a:lnTo>
                        <a:lnTo>
                          <a:pt x="92" y="120"/>
                        </a:lnTo>
                        <a:lnTo>
                          <a:pt x="80" y="124"/>
                        </a:lnTo>
                        <a:lnTo>
                          <a:pt x="70" y="126"/>
                        </a:lnTo>
                        <a:lnTo>
                          <a:pt x="58" y="130"/>
                        </a:lnTo>
                        <a:lnTo>
                          <a:pt x="46" y="132"/>
                        </a:lnTo>
                        <a:lnTo>
                          <a:pt x="35" y="134"/>
                        </a:lnTo>
                        <a:lnTo>
                          <a:pt x="23" y="139"/>
                        </a:lnTo>
                        <a:lnTo>
                          <a:pt x="0" y="56"/>
                        </a:lnTo>
                        <a:lnTo>
                          <a:pt x="4" y="54"/>
                        </a:lnTo>
                        <a:lnTo>
                          <a:pt x="10" y="52"/>
                        </a:lnTo>
                        <a:lnTo>
                          <a:pt x="13" y="51"/>
                        </a:lnTo>
                        <a:lnTo>
                          <a:pt x="15" y="50"/>
                        </a:lnTo>
                        <a:lnTo>
                          <a:pt x="17" y="50"/>
                        </a:lnTo>
                        <a:lnTo>
                          <a:pt x="21" y="49"/>
                        </a:lnTo>
                        <a:lnTo>
                          <a:pt x="26" y="48"/>
                        </a:lnTo>
                        <a:lnTo>
                          <a:pt x="30" y="46"/>
                        </a:lnTo>
                        <a:lnTo>
                          <a:pt x="33" y="45"/>
                        </a:lnTo>
                        <a:lnTo>
                          <a:pt x="36" y="45"/>
                        </a:lnTo>
                        <a:lnTo>
                          <a:pt x="39" y="44"/>
                        </a:lnTo>
                        <a:lnTo>
                          <a:pt x="42" y="44"/>
                        </a:lnTo>
                        <a:lnTo>
                          <a:pt x="45" y="43"/>
                        </a:lnTo>
                        <a:lnTo>
                          <a:pt x="47" y="43"/>
                        </a:lnTo>
                        <a:lnTo>
                          <a:pt x="49" y="42"/>
                        </a:lnTo>
                        <a:lnTo>
                          <a:pt x="53" y="40"/>
                        </a:lnTo>
                        <a:lnTo>
                          <a:pt x="55" y="40"/>
                        </a:lnTo>
                        <a:lnTo>
                          <a:pt x="58" y="39"/>
                        </a:lnTo>
                        <a:lnTo>
                          <a:pt x="60" y="38"/>
                        </a:lnTo>
                        <a:lnTo>
                          <a:pt x="64" y="38"/>
                        </a:lnTo>
                        <a:lnTo>
                          <a:pt x="66" y="37"/>
                        </a:lnTo>
                        <a:lnTo>
                          <a:pt x="68" y="37"/>
                        </a:lnTo>
                        <a:lnTo>
                          <a:pt x="71" y="36"/>
                        </a:lnTo>
                        <a:lnTo>
                          <a:pt x="74" y="36"/>
                        </a:lnTo>
                        <a:lnTo>
                          <a:pt x="77" y="35"/>
                        </a:lnTo>
                        <a:lnTo>
                          <a:pt x="80" y="35"/>
                        </a:lnTo>
                        <a:lnTo>
                          <a:pt x="83" y="33"/>
                        </a:lnTo>
                        <a:lnTo>
                          <a:pt x="86" y="33"/>
                        </a:lnTo>
                        <a:lnTo>
                          <a:pt x="89" y="32"/>
                        </a:lnTo>
                        <a:lnTo>
                          <a:pt x="91" y="32"/>
                        </a:lnTo>
                        <a:lnTo>
                          <a:pt x="93" y="31"/>
                        </a:lnTo>
                        <a:lnTo>
                          <a:pt x="96" y="31"/>
                        </a:lnTo>
                        <a:lnTo>
                          <a:pt x="98" y="30"/>
                        </a:lnTo>
                        <a:lnTo>
                          <a:pt x="100" y="30"/>
                        </a:lnTo>
                        <a:lnTo>
                          <a:pt x="104" y="29"/>
                        </a:lnTo>
                        <a:lnTo>
                          <a:pt x="108" y="29"/>
                        </a:lnTo>
                        <a:lnTo>
                          <a:pt x="110" y="27"/>
                        </a:lnTo>
                        <a:lnTo>
                          <a:pt x="112" y="27"/>
                        </a:lnTo>
                        <a:lnTo>
                          <a:pt x="115" y="27"/>
                        </a:lnTo>
                        <a:lnTo>
                          <a:pt x="118" y="26"/>
                        </a:lnTo>
                        <a:lnTo>
                          <a:pt x="121" y="26"/>
                        </a:lnTo>
                        <a:lnTo>
                          <a:pt x="123" y="25"/>
                        </a:lnTo>
                        <a:lnTo>
                          <a:pt x="127" y="25"/>
                        </a:lnTo>
                        <a:lnTo>
                          <a:pt x="129" y="25"/>
                        </a:lnTo>
                        <a:lnTo>
                          <a:pt x="131" y="24"/>
                        </a:lnTo>
                        <a:lnTo>
                          <a:pt x="134" y="24"/>
                        </a:lnTo>
                        <a:lnTo>
                          <a:pt x="136" y="23"/>
                        </a:lnTo>
                        <a:lnTo>
                          <a:pt x="140" y="23"/>
                        </a:lnTo>
                        <a:lnTo>
                          <a:pt x="142" y="21"/>
                        </a:lnTo>
                        <a:lnTo>
                          <a:pt x="144" y="21"/>
                        </a:lnTo>
                        <a:lnTo>
                          <a:pt x="148" y="20"/>
                        </a:lnTo>
                        <a:lnTo>
                          <a:pt x="150" y="20"/>
                        </a:lnTo>
                        <a:lnTo>
                          <a:pt x="153" y="20"/>
                        </a:lnTo>
                        <a:lnTo>
                          <a:pt x="156" y="20"/>
                        </a:lnTo>
                        <a:lnTo>
                          <a:pt x="159" y="20"/>
                        </a:lnTo>
                        <a:lnTo>
                          <a:pt x="162" y="20"/>
                        </a:lnTo>
                        <a:lnTo>
                          <a:pt x="165" y="19"/>
                        </a:lnTo>
                        <a:lnTo>
                          <a:pt x="167" y="18"/>
                        </a:lnTo>
                        <a:lnTo>
                          <a:pt x="170" y="18"/>
                        </a:lnTo>
                        <a:lnTo>
                          <a:pt x="173" y="18"/>
                        </a:lnTo>
                        <a:lnTo>
                          <a:pt x="173" y="20"/>
                        </a:lnTo>
                        <a:lnTo>
                          <a:pt x="174" y="24"/>
                        </a:lnTo>
                        <a:lnTo>
                          <a:pt x="175" y="26"/>
                        </a:lnTo>
                        <a:lnTo>
                          <a:pt x="176" y="30"/>
                        </a:lnTo>
                        <a:lnTo>
                          <a:pt x="176" y="32"/>
                        </a:lnTo>
                        <a:lnTo>
                          <a:pt x="178" y="36"/>
                        </a:lnTo>
                        <a:lnTo>
                          <a:pt x="179" y="38"/>
                        </a:lnTo>
                        <a:lnTo>
                          <a:pt x="179" y="43"/>
                        </a:lnTo>
                        <a:lnTo>
                          <a:pt x="184" y="43"/>
                        </a:lnTo>
                        <a:lnTo>
                          <a:pt x="187" y="43"/>
                        </a:lnTo>
                        <a:lnTo>
                          <a:pt x="192" y="43"/>
                        </a:lnTo>
                        <a:lnTo>
                          <a:pt x="197" y="43"/>
                        </a:lnTo>
                        <a:lnTo>
                          <a:pt x="200" y="43"/>
                        </a:lnTo>
                        <a:lnTo>
                          <a:pt x="205" y="43"/>
                        </a:lnTo>
                        <a:lnTo>
                          <a:pt x="210" y="43"/>
                        </a:lnTo>
                        <a:lnTo>
                          <a:pt x="214" y="43"/>
                        </a:lnTo>
                        <a:lnTo>
                          <a:pt x="214" y="39"/>
                        </a:lnTo>
                        <a:lnTo>
                          <a:pt x="217" y="36"/>
                        </a:lnTo>
                        <a:lnTo>
                          <a:pt x="219" y="33"/>
                        </a:lnTo>
                        <a:lnTo>
                          <a:pt x="220" y="32"/>
                        </a:lnTo>
                        <a:lnTo>
                          <a:pt x="224" y="27"/>
                        </a:lnTo>
                        <a:lnTo>
                          <a:pt x="227" y="25"/>
                        </a:lnTo>
                        <a:lnTo>
                          <a:pt x="230" y="24"/>
                        </a:lnTo>
                        <a:lnTo>
                          <a:pt x="233" y="23"/>
                        </a:lnTo>
                        <a:lnTo>
                          <a:pt x="237" y="23"/>
                        </a:lnTo>
                        <a:lnTo>
                          <a:pt x="241" y="23"/>
                        </a:lnTo>
                        <a:lnTo>
                          <a:pt x="243" y="23"/>
                        </a:lnTo>
                        <a:lnTo>
                          <a:pt x="245" y="25"/>
                        </a:lnTo>
                        <a:lnTo>
                          <a:pt x="248" y="26"/>
                        </a:lnTo>
                        <a:lnTo>
                          <a:pt x="250" y="30"/>
                        </a:lnTo>
                        <a:lnTo>
                          <a:pt x="252" y="32"/>
                        </a:lnTo>
                        <a:lnTo>
                          <a:pt x="256" y="36"/>
                        </a:lnTo>
                        <a:lnTo>
                          <a:pt x="258" y="38"/>
                        </a:lnTo>
                        <a:lnTo>
                          <a:pt x="262" y="43"/>
                        </a:lnTo>
                        <a:lnTo>
                          <a:pt x="264" y="46"/>
                        </a:lnTo>
                        <a:lnTo>
                          <a:pt x="267" y="50"/>
                        </a:lnTo>
                        <a:lnTo>
                          <a:pt x="269" y="54"/>
                        </a:lnTo>
                        <a:lnTo>
                          <a:pt x="273" y="58"/>
                        </a:lnTo>
                        <a:lnTo>
                          <a:pt x="275" y="62"/>
                        </a:lnTo>
                        <a:lnTo>
                          <a:pt x="277" y="65"/>
                        </a:lnTo>
                        <a:lnTo>
                          <a:pt x="281" y="69"/>
                        </a:lnTo>
                        <a:lnTo>
                          <a:pt x="284" y="73"/>
                        </a:lnTo>
                        <a:lnTo>
                          <a:pt x="287" y="75"/>
                        </a:lnTo>
                        <a:lnTo>
                          <a:pt x="290" y="78"/>
                        </a:lnTo>
                        <a:lnTo>
                          <a:pt x="293" y="81"/>
                        </a:lnTo>
                        <a:lnTo>
                          <a:pt x="297" y="82"/>
                        </a:lnTo>
                        <a:lnTo>
                          <a:pt x="301" y="83"/>
                        </a:lnTo>
                        <a:lnTo>
                          <a:pt x="305" y="83"/>
                        </a:lnTo>
                        <a:lnTo>
                          <a:pt x="308" y="83"/>
                        </a:lnTo>
                        <a:lnTo>
                          <a:pt x="314" y="83"/>
                        </a:lnTo>
                        <a:lnTo>
                          <a:pt x="315" y="81"/>
                        </a:lnTo>
                        <a:lnTo>
                          <a:pt x="316" y="77"/>
                        </a:lnTo>
                        <a:lnTo>
                          <a:pt x="319" y="75"/>
                        </a:lnTo>
                        <a:lnTo>
                          <a:pt x="320" y="73"/>
                        </a:lnTo>
                        <a:lnTo>
                          <a:pt x="321" y="70"/>
                        </a:lnTo>
                        <a:lnTo>
                          <a:pt x="321" y="67"/>
                        </a:lnTo>
                        <a:lnTo>
                          <a:pt x="322" y="64"/>
                        </a:lnTo>
                        <a:lnTo>
                          <a:pt x="324" y="62"/>
                        </a:lnTo>
                        <a:lnTo>
                          <a:pt x="324" y="59"/>
                        </a:lnTo>
                        <a:lnTo>
                          <a:pt x="324" y="57"/>
                        </a:lnTo>
                        <a:lnTo>
                          <a:pt x="324" y="54"/>
                        </a:lnTo>
                        <a:lnTo>
                          <a:pt x="324" y="51"/>
                        </a:lnTo>
                        <a:lnTo>
                          <a:pt x="324" y="46"/>
                        </a:lnTo>
                        <a:lnTo>
                          <a:pt x="324" y="42"/>
                        </a:lnTo>
                        <a:lnTo>
                          <a:pt x="321" y="36"/>
                        </a:lnTo>
                        <a:lnTo>
                          <a:pt x="320" y="31"/>
                        </a:lnTo>
                        <a:lnTo>
                          <a:pt x="318" y="26"/>
                        </a:lnTo>
                        <a:lnTo>
                          <a:pt x="315" y="21"/>
                        </a:lnTo>
                        <a:lnTo>
                          <a:pt x="311" y="18"/>
                        </a:lnTo>
                        <a:lnTo>
                          <a:pt x="308" y="12"/>
                        </a:lnTo>
                        <a:lnTo>
                          <a:pt x="303" y="8"/>
                        </a:lnTo>
                        <a:lnTo>
                          <a:pt x="300" y="5"/>
                        </a:lnTo>
                        <a:lnTo>
                          <a:pt x="303" y="5"/>
                        </a:lnTo>
                        <a:lnTo>
                          <a:pt x="307" y="4"/>
                        </a:lnTo>
                        <a:lnTo>
                          <a:pt x="309" y="2"/>
                        </a:lnTo>
                        <a:lnTo>
                          <a:pt x="314" y="2"/>
                        </a:lnTo>
                        <a:lnTo>
                          <a:pt x="316" y="2"/>
                        </a:lnTo>
                        <a:lnTo>
                          <a:pt x="320" y="2"/>
                        </a:lnTo>
                        <a:lnTo>
                          <a:pt x="324" y="2"/>
                        </a:lnTo>
                        <a:lnTo>
                          <a:pt x="327" y="2"/>
                        </a:lnTo>
                        <a:lnTo>
                          <a:pt x="331" y="2"/>
                        </a:lnTo>
                        <a:lnTo>
                          <a:pt x="334" y="2"/>
                        </a:lnTo>
                        <a:lnTo>
                          <a:pt x="337" y="1"/>
                        </a:lnTo>
                        <a:lnTo>
                          <a:pt x="341" y="1"/>
                        </a:lnTo>
                        <a:lnTo>
                          <a:pt x="344" y="1"/>
                        </a:lnTo>
                        <a:lnTo>
                          <a:pt x="347" y="1"/>
                        </a:lnTo>
                        <a:lnTo>
                          <a:pt x="351" y="1"/>
                        </a:lnTo>
                        <a:lnTo>
                          <a:pt x="354" y="1"/>
                        </a:lnTo>
                        <a:lnTo>
                          <a:pt x="353" y="4"/>
                        </a:lnTo>
                        <a:lnTo>
                          <a:pt x="352" y="6"/>
                        </a:lnTo>
                        <a:lnTo>
                          <a:pt x="350" y="10"/>
                        </a:lnTo>
                        <a:lnTo>
                          <a:pt x="348" y="13"/>
                        </a:lnTo>
                        <a:lnTo>
                          <a:pt x="353" y="16"/>
                        </a:lnTo>
                        <a:lnTo>
                          <a:pt x="357" y="18"/>
                        </a:lnTo>
                        <a:lnTo>
                          <a:pt x="360" y="19"/>
                        </a:lnTo>
                        <a:lnTo>
                          <a:pt x="364" y="21"/>
                        </a:lnTo>
                        <a:lnTo>
                          <a:pt x="366" y="23"/>
                        </a:lnTo>
                        <a:lnTo>
                          <a:pt x="370" y="26"/>
                        </a:lnTo>
                        <a:lnTo>
                          <a:pt x="373" y="27"/>
                        </a:lnTo>
                        <a:lnTo>
                          <a:pt x="378" y="31"/>
                        </a:lnTo>
                        <a:lnTo>
                          <a:pt x="379" y="33"/>
                        </a:lnTo>
                        <a:lnTo>
                          <a:pt x="382" y="37"/>
                        </a:lnTo>
                        <a:lnTo>
                          <a:pt x="384" y="39"/>
                        </a:lnTo>
                        <a:lnTo>
                          <a:pt x="386" y="43"/>
                        </a:lnTo>
                        <a:lnTo>
                          <a:pt x="391" y="48"/>
                        </a:lnTo>
                        <a:lnTo>
                          <a:pt x="396" y="52"/>
                        </a:lnTo>
                        <a:lnTo>
                          <a:pt x="401" y="56"/>
                        </a:lnTo>
                        <a:lnTo>
                          <a:pt x="407" y="58"/>
                        </a:lnTo>
                        <a:lnTo>
                          <a:pt x="409" y="59"/>
                        </a:lnTo>
                        <a:lnTo>
                          <a:pt x="411" y="61"/>
                        </a:lnTo>
                        <a:lnTo>
                          <a:pt x="415" y="62"/>
                        </a:lnTo>
                        <a:lnTo>
                          <a:pt x="417" y="63"/>
                        </a:lnTo>
                        <a:lnTo>
                          <a:pt x="420" y="63"/>
                        </a:lnTo>
                        <a:lnTo>
                          <a:pt x="422" y="64"/>
                        </a:lnTo>
                        <a:lnTo>
                          <a:pt x="424" y="64"/>
                        </a:lnTo>
                        <a:lnTo>
                          <a:pt x="428" y="64"/>
                        </a:lnTo>
                        <a:lnTo>
                          <a:pt x="430" y="64"/>
                        </a:lnTo>
                        <a:lnTo>
                          <a:pt x="434" y="64"/>
                        </a:lnTo>
                        <a:lnTo>
                          <a:pt x="436" y="64"/>
                        </a:lnTo>
                        <a:lnTo>
                          <a:pt x="440" y="65"/>
                        </a:lnTo>
                        <a:lnTo>
                          <a:pt x="442" y="64"/>
                        </a:lnTo>
                        <a:lnTo>
                          <a:pt x="445" y="64"/>
                        </a:lnTo>
                        <a:lnTo>
                          <a:pt x="448" y="63"/>
                        </a:lnTo>
                        <a:lnTo>
                          <a:pt x="451" y="63"/>
                        </a:lnTo>
                        <a:lnTo>
                          <a:pt x="453" y="62"/>
                        </a:lnTo>
                        <a:lnTo>
                          <a:pt x="455" y="62"/>
                        </a:lnTo>
                        <a:lnTo>
                          <a:pt x="458" y="61"/>
                        </a:lnTo>
                        <a:lnTo>
                          <a:pt x="461" y="61"/>
                        </a:lnTo>
                        <a:lnTo>
                          <a:pt x="466" y="57"/>
                        </a:lnTo>
                        <a:lnTo>
                          <a:pt x="471" y="55"/>
                        </a:lnTo>
                        <a:lnTo>
                          <a:pt x="475" y="52"/>
                        </a:lnTo>
                        <a:lnTo>
                          <a:pt x="480" y="49"/>
                        </a:lnTo>
                        <a:lnTo>
                          <a:pt x="485" y="45"/>
                        </a:lnTo>
                        <a:lnTo>
                          <a:pt x="488" y="42"/>
                        </a:lnTo>
                        <a:lnTo>
                          <a:pt x="493" y="38"/>
                        </a:lnTo>
                        <a:lnTo>
                          <a:pt x="497" y="35"/>
                        </a:lnTo>
                        <a:lnTo>
                          <a:pt x="499" y="30"/>
                        </a:lnTo>
                        <a:lnTo>
                          <a:pt x="503" y="25"/>
                        </a:lnTo>
                        <a:lnTo>
                          <a:pt x="505" y="21"/>
                        </a:lnTo>
                        <a:lnTo>
                          <a:pt x="507" y="18"/>
                        </a:lnTo>
                        <a:lnTo>
                          <a:pt x="509" y="12"/>
                        </a:lnTo>
                        <a:lnTo>
                          <a:pt x="510" y="7"/>
                        </a:lnTo>
                        <a:lnTo>
                          <a:pt x="511" y="4"/>
                        </a:lnTo>
                        <a:lnTo>
                          <a:pt x="511" y="0"/>
                        </a:lnTo>
                        <a:lnTo>
                          <a:pt x="515" y="0"/>
                        </a:lnTo>
                        <a:lnTo>
                          <a:pt x="518" y="0"/>
                        </a:lnTo>
                        <a:lnTo>
                          <a:pt x="523" y="0"/>
                        </a:lnTo>
                        <a:lnTo>
                          <a:pt x="528" y="0"/>
                        </a:lnTo>
                        <a:lnTo>
                          <a:pt x="531" y="0"/>
                        </a:lnTo>
                        <a:lnTo>
                          <a:pt x="535" y="0"/>
                        </a:lnTo>
                        <a:lnTo>
                          <a:pt x="538" y="0"/>
                        </a:lnTo>
                        <a:lnTo>
                          <a:pt x="544" y="0"/>
                        </a:lnTo>
                        <a:lnTo>
                          <a:pt x="538" y="2"/>
                        </a:lnTo>
                        <a:lnTo>
                          <a:pt x="536" y="5"/>
                        </a:lnTo>
                        <a:lnTo>
                          <a:pt x="534" y="7"/>
                        </a:lnTo>
                        <a:lnTo>
                          <a:pt x="531" y="10"/>
                        </a:lnTo>
                        <a:lnTo>
                          <a:pt x="526" y="16"/>
                        </a:lnTo>
                        <a:lnTo>
                          <a:pt x="522" y="20"/>
                        </a:lnTo>
                        <a:lnTo>
                          <a:pt x="518" y="24"/>
                        </a:lnTo>
                        <a:lnTo>
                          <a:pt x="517" y="29"/>
                        </a:lnTo>
                        <a:lnTo>
                          <a:pt x="516" y="33"/>
                        </a:lnTo>
                        <a:lnTo>
                          <a:pt x="516" y="38"/>
                        </a:lnTo>
                        <a:lnTo>
                          <a:pt x="516" y="40"/>
                        </a:lnTo>
                        <a:lnTo>
                          <a:pt x="516" y="45"/>
                        </a:lnTo>
                        <a:lnTo>
                          <a:pt x="518" y="48"/>
                        </a:lnTo>
                        <a:lnTo>
                          <a:pt x="521" y="51"/>
                        </a:lnTo>
                        <a:lnTo>
                          <a:pt x="523" y="54"/>
                        </a:lnTo>
                        <a:lnTo>
                          <a:pt x="525" y="57"/>
                        </a:lnTo>
                        <a:lnTo>
                          <a:pt x="529" y="59"/>
                        </a:lnTo>
                        <a:lnTo>
                          <a:pt x="534" y="62"/>
                        </a:lnTo>
                        <a:lnTo>
                          <a:pt x="536" y="63"/>
                        </a:lnTo>
                        <a:lnTo>
                          <a:pt x="541" y="65"/>
                        </a:lnTo>
                        <a:lnTo>
                          <a:pt x="545" y="67"/>
                        </a:lnTo>
                        <a:lnTo>
                          <a:pt x="549" y="68"/>
                        </a:lnTo>
                        <a:lnTo>
                          <a:pt x="554" y="69"/>
                        </a:lnTo>
                        <a:lnTo>
                          <a:pt x="558" y="70"/>
                        </a:lnTo>
                        <a:lnTo>
                          <a:pt x="564" y="70"/>
                        </a:lnTo>
                        <a:lnTo>
                          <a:pt x="569" y="71"/>
                        </a:lnTo>
                        <a:lnTo>
                          <a:pt x="573" y="71"/>
                        </a:lnTo>
                        <a:lnTo>
                          <a:pt x="577" y="71"/>
                        </a:lnTo>
                        <a:lnTo>
                          <a:pt x="582" y="71"/>
                        </a:lnTo>
                        <a:lnTo>
                          <a:pt x="586" y="71"/>
                        </a:lnTo>
                        <a:lnTo>
                          <a:pt x="589" y="70"/>
                        </a:lnTo>
                        <a:lnTo>
                          <a:pt x="593" y="70"/>
                        </a:lnTo>
                        <a:lnTo>
                          <a:pt x="595" y="69"/>
                        </a:lnTo>
                        <a:lnTo>
                          <a:pt x="599" y="68"/>
                        </a:lnTo>
                        <a:lnTo>
                          <a:pt x="598" y="64"/>
                        </a:lnTo>
                        <a:lnTo>
                          <a:pt x="596" y="61"/>
                        </a:lnTo>
                        <a:lnTo>
                          <a:pt x="596" y="58"/>
                        </a:lnTo>
                        <a:lnTo>
                          <a:pt x="596" y="56"/>
                        </a:lnTo>
                        <a:lnTo>
                          <a:pt x="595" y="52"/>
                        </a:lnTo>
                        <a:lnTo>
                          <a:pt x="595" y="50"/>
                        </a:lnTo>
                        <a:lnTo>
                          <a:pt x="594" y="48"/>
                        </a:lnTo>
                        <a:lnTo>
                          <a:pt x="594" y="45"/>
                        </a:lnTo>
                        <a:lnTo>
                          <a:pt x="593" y="40"/>
                        </a:lnTo>
                        <a:lnTo>
                          <a:pt x="592" y="37"/>
                        </a:lnTo>
                        <a:lnTo>
                          <a:pt x="591" y="33"/>
                        </a:lnTo>
                        <a:lnTo>
                          <a:pt x="591" y="31"/>
                        </a:lnTo>
                        <a:lnTo>
                          <a:pt x="589" y="27"/>
                        </a:lnTo>
                        <a:lnTo>
                          <a:pt x="588" y="26"/>
                        </a:lnTo>
                        <a:lnTo>
                          <a:pt x="587" y="24"/>
                        </a:lnTo>
                        <a:lnTo>
                          <a:pt x="586" y="23"/>
                        </a:lnTo>
                        <a:lnTo>
                          <a:pt x="583" y="20"/>
                        </a:lnTo>
                        <a:lnTo>
                          <a:pt x="582" y="19"/>
                        </a:lnTo>
                        <a:lnTo>
                          <a:pt x="577" y="18"/>
                        </a:lnTo>
                        <a:lnTo>
                          <a:pt x="575" y="17"/>
                        </a:lnTo>
                        <a:lnTo>
                          <a:pt x="572" y="16"/>
                        </a:lnTo>
                        <a:lnTo>
                          <a:pt x="569" y="14"/>
                        </a:lnTo>
                        <a:lnTo>
                          <a:pt x="564" y="12"/>
                        </a:lnTo>
                        <a:lnTo>
                          <a:pt x="562" y="8"/>
                        </a:lnTo>
                        <a:lnTo>
                          <a:pt x="558" y="6"/>
                        </a:lnTo>
                        <a:lnTo>
                          <a:pt x="556" y="5"/>
                        </a:lnTo>
                        <a:lnTo>
                          <a:pt x="554" y="2"/>
                        </a:lnTo>
                        <a:lnTo>
                          <a:pt x="551" y="0"/>
                        </a:lnTo>
                        <a:lnTo>
                          <a:pt x="556" y="0"/>
                        </a:lnTo>
                        <a:lnTo>
                          <a:pt x="560" y="0"/>
                        </a:lnTo>
                        <a:lnTo>
                          <a:pt x="564" y="0"/>
                        </a:lnTo>
                        <a:lnTo>
                          <a:pt x="568" y="0"/>
                        </a:lnTo>
                        <a:lnTo>
                          <a:pt x="572" y="0"/>
                        </a:lnTo>
                        <a:lnTo>
                          <a:pt x="576" y="0"/>
                        </a:lnTo>
                        <a:lnTo>
                          <a:pt x="580" y="0"/>
                        </a:lnTo>
                        <a:lnTo>
                          <a:pt x="585" y="0"/>
                        </a:lnTo>
                        <a:lnTo>
                          <a:pt x="588" y="0"/>
                        </a:lnTo>
                        <a:lnTo>
                          <a:pt x="592" y="0"/>
                        </a:lnTo>
                        <a:lnTo>
                          <a:pt x="596" y="0"/>
                        </a:lnTo>
                        <a:lnTo>
                          <a:pt x="600" y="0"/>
                        </a:lnTo>
                        <a:lnTo>
                          <a:pt x="605" y="0"/>
                        </a:lnTo>
                        <a:lnTo>
                          <a:pt x="608" y="0"/>
                        </a:lnTo>
                        <a:lnTo>
                          <a:pt x="612" y="0"/>
                        </a:lnTo>
                        <a:lnTo>
                          <a:pt x="617" y="1"/>
                        </a:lnTo>
                        <a:lnTo>
                          <a:pt x="620" y="1"/>
                        </a:lnTo>
                        <a:lnTo>
                          <a:pt x="625" y="1"/>
                        </a:lnTo>
                        <a:lnTo>
                          <a:pt x="628" y="1"/>
                        </a:lnTo>
                        <a:lnTo>
                          <a:pt x="632" y="2"/>
                        </a:lnTo>
                        <a:lnTo>
                          <a:pt x="637" y="2"/>
                        </a:lnTo>
                        <a:lnTo>
                          <a:pt x="640" y="2"/>
                        </a:lnTo>
                        <a:lnTo>
                          <a:pt x="645" y="2"/>
                        </a:lnTo>
                        <a:lnTo>
                          <a:pt x="650" y="2"/>
                        </a:lnTo>
                        <a:lnTo>
                          <a:pt x="652" y="2"/>
                        </a:lnTo>
                        <a:lnTo>
                          <a:pt x="657" y="2"/>
                        </a:lnTo>
                        <a:lnTo>
                          <a:pt x="661" y="2"/>
                        </a:lnTo>
                        <a:lnTo>
                          <a:pt x="665" y="2"/>
                        </a:lnTo>
                        <a:lnTo>
                          <a:pt x="669" y="2"/>
                        </a:lnTo>
                        <a:lnTo>
                          <a:pt x="672" y="4"/>
                        </a:lnTo>
                        <a:lnTo>
                          <a:pt x="678" y="4"/>
                        </a:lnTo>
                        <a:lnTo>
                          <a:pt x="682" y="5"/>
                        </a:lnTo>
                        <a:lnTo>
                          <a:pt x="685" y="5"/>
                        </a:lnTo>
                        <a:lnTo>
                          <a:pt x="689" y="5"/>
                        </a:lnTo>
                        <a:lnTo>
                          <a:pt x="694" y="5"/>
                        </a:lnTo>
                        <a:lnTo>
                          <a:pt x="697" y="5"/>
                        </a:lnTo>
                        <a:lnTo>
                          <a:pt x="701" y="5"/>
                        </a:lnTo>
                        <a:lnTo>
                          <a:pt x="706" y="5"/>
                        </a:lnTo>
                        <a:lnTo>
                          <a:pt x="709" y="5"/>
                        </a:lnTo>
                        <a:lnTo>
                          <a:pt x="714" y="5"/>
                        </a:lnTo>
                        <a:lnTo>
                          <a:pt x="717" y="5"/>
                        </a:lnTo>
                        <a:lnTo>
                          <a:pt x="721" y="5"/>
                        </a:lnTo>
                        <a:lnTo>
                          <a:pt x="726" y="6"/>
                        </a:lnTo>
                        <a:lnTo>
                          <a:pt x="731" y="6"/>
                        </a:lnTo>
                        <a:lnTo>
                          <a:pt x="734" y="6"/>
                        </a:lnTo>
                        <a:lnTo>
                          <a:pt x="738" y="6"/>
                        </a:lnTo>
                        <a:lnTo>
                          <a:pt x="741" y="7"/>
                        </a:lnTo>
                        <a:lnTo>
                          <a:pt x="746" y="7"/>
                        </a:lnTo>
                        <a:lnTo>
                          <a:pt x="751" y="7"/>
                        </a:lnTo>
                        <a:lnTo>
                          <a:pt x="754" y="7"/>
                        </a:lnTo>
                        <a:lnTo>
                          <a:pt x="759" y="7"/>
                        </a:lnTo>
                        <a:lnTo>
                          <a:pt x="763" y="7"/>
                        </a:lnTo>
                        <a:lnTo>
                          <a:pt x="766" y="7"/>
                        </a:lnTo>
                        <a:lnTo>
                          <a:pt x="770" y="8"/>
                        </a:lnTo>
                        <a:lnTo>
                          <a:pt x="774" y="8"/>
                        </a:lnTo>
                        <a:lnTo>
                          <a:pt x="779" y="10"/>
                        </a:lnTo>
                        <a:lnTo>
                          <a:pt x="783" y="10"/>
                        </a:lnTo>
                        <a:lnTo>
                          <a:pt x="786" y="10"/>
                        </a:lnTo>
                        <a:lnTo>
                          <a:pt x="791" y="10"/>
                        </a:lnTo>
                        <a:lnTo>
                          <a:pt x="795" y="10"/>
                        </a:lnTo>
                        <a:lnTo>
                          <a:pt x="799" y="10"/>
                        </a:lnTo>
                        <a:lnTo>
                          <a:pt x="803" y="10"/>
                        </a:lnTo>
                        <a:lnTo>
                          <a:pt x="808" y="11"/>
                        </a:lnTo>
                        <a:lnTo>
                          <a:pt x="811" y="11"/>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6" name="Freeform 104"/>
                  <p:cNvSpPr/>
                  <p:nvPr/>
                </p:nvSpPr>
                <p:spPr bwMode="auto">
                  <a:xfrm>
                    <a:off x="5620" y="1690"/>
                    <a:ext cx="4" cy="4"/>
                  </a:xfrm>
                  <a:custGeom>
                    <a:avLst/>
                    <a:gdLst>
                      <a:gd name="T0" fmla="*/ 0 w 13"/>
                      <a:gd name="T1" fmla="*/ 0 h 14"/>
                      <a:gd name="T2" fmla="*/ 0 w 13"/>
                      <a:gd name="T3" fmla="*/ 0 h 14"/>
                      <a:gd name="T4" fmla="*/ 0 w 13"/>
                      <a:gd name="T5" fmla="*/ 0 h 14"/>
                      <a:gd name="T6" fmla="*/ 0 w 13"/>
                      <a:gd name="T7" fmla="*/ 0 h 14"/>
                      <a:gd name="T8" fmla="*/ 0 w 13"/>
                      <a:gd name="T9" fmla="*/ 0 h 14"/>
                      <a:gd name="T10" fmla="*/ 0 w 13"/>
                      <a:gd name="T11" fmla="*/ 0 h 14"/>
                      <a:gd name="T12" fmla="*/ 0 w 13"/>
                      <a:gd name="T13" fmla="*/ 0 h 14"/>
                      <a:gd name="T14" fmla="*/ 0 w 13"/>
                      <a:gd name="T15" fmla="*/ 0 h 14"/>
                      <a:gd name="T16" fmla="*/ 0 w 13"/>
                      <a:gd name="T17" fmla="*/ 0 h 14"/>
                      <a:gd name="T18" fmla="*/ 0 w 13"/>
                      <a:gd name="T19" fmla="*/ 0 h 14"/>
                      <a:gd name="T20" fmla="*/ 0 w 13"/>
                      <a:gd name="T21" fmla="*/ 0 h 14"/>
                      <a:gd name="T22" fmla="*/ 0 w 13"/>
                      <a:gd name="T23" fmla="*/ 0 h 14"/>
                      <a:gd name="T24" fmla="*/ 0 w 13"/>
                      <a:gd name="T25" fmla="*/ 0 h 14"/>
                      <a:gd name="T26" fmla="*/ 0 w 13"/>
                      <a:gd name="T27" fmla="*/ 0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
                      <a:gd name="T43" fmla="*/ 0 h 14"/>
                      <a:gd name="T44" fmla="*/ 13 w 13"/>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 h="14">
                        <a:moveTo>
                          <a:pt x="13" y="14"/>
                        </a:moveTo>
                        <a:lnTo>
                          <a:pt x="8" y="11"/>
                        </a:lnTo>
                        <a:lnTo>
                          <a:pt x="5" y="8"/>
                        </a:lnTo>
                        <a:lnTo>
                          <a:pt x="1" y="4"/>
                        </a:lnTo>
                        <a:lnTo>
                          <a:pt x="0" y="3"/>
                        </a:lnTo>
                        <a:lnTo>
                          <a:pt x="2" y="2"/>
                        </a:lnTo>
                        <a:lnTo>
                          <a:pt x="6" y="1"/>
                        </a:lnTo>
                        <a:lnTo>
                          <a:pt x="9" y="0"/>
                        </a:lnTo>
                        <a:lnTo>
                          <a:pt x="13" y="0"/>
                        </a:lnTo>
                        <a:lnTo>
                          <a:pt x="13" y="2"/>
                        </a:lnTo>
                        <a:lnTo>
                          <a:pt x="13" y="7"/>
                        </a:lnTo>
                        <a:lnTo>
                          <a:pt x="13" y="10"/>
                        </a:lnTo>
                        <a:lnTo>
                          <a:pt x="13" y="1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7" name="Freeform 105"/>
                  <p:cNvSpPr/>
                  <p:nvPr/>
                </p:nvSpPr>
                <p:spPr bwMode="auto">
                  <a:xfrm>
                    <a:off x="5285" y="1942"/>
                    <a:ext cx="475" cy="36"/>
                  </a:xfrm>
                  <a:custGeom>
                    <a:avLst/>
                    <a:gdLst>
                      <a:gd name="T0" fmla="*/ 0 w 1425"/>
                      <a:gd name="T1" fmla="*/ 0 h 109"/>
                      <a:gd name="T2" fmla="*/ 0 w 1425"/>
                      <a:gd name="T3" fmla="*/ 0 h 109"/>
                      <a:gd name="T4" fmla="*/ 0 w 1425"/>
                      <a:gd name="T5" fmla="*/ 0 h 109"/>
                      <a:gd name="T6" fmla="*/ 0 w 1425"/>
                      <a:gd name="T7" fmla="*/ 0 h 109"/>
                      <a:gd name="T8" fmla="*/ 0 w 1425"/>
                      <a:gd name="T9" fmla="*/ 0 h 109"/>
                      <a:gd name="T10" fmla="*/ 0 w 1425"/>
                      <a:gd name="T11" fmla="*/ 0 h 109"/>
                      <a:gd name="T12" fmla="*/ 0 w 1425"/>
                      <a:gd name="T13" fmla="*/ 0 h 109"/>
                      <a:gd name="T14" fmla="*/ 0 w 1425"/>
                      <a:gd name="T15" fmla="*/ 0 h 109"/>
                      <a:gd name="T16" fmla="*/ 0 w 1425"/>
                      <a:gd name="T17" fmla="*/ 0 h 109"/>
                      <a:gd name="T18" fmla="*/ 0 w 1425"/>
                      <a:gd name="T19" fmla="*/ 0 h 109"/>
                      <a:gd name="T20" fmla="*/ 0 w 1425"/>
                      <a:gd name="T21" fmla="*/ 0 h 109"/>
                      <a:gd name="T22" fmla="*/ 0 w 1425"/>
                      <a:gd name="T23" fmla="*/ 0 h 109"/>
                      <a:gd name="T24" fmla="*/ 0 w 1425"/>
                      <a:gd name="T25" fmla="*/ 0 h 109"/>
                      <a:gd name="T26" fmla="*/ 0 w 1425"/>
                      <a:gd name="T27" fmla="*/ 0 h 109"/>
                      <a:gd name="T28" fmla="*/ 0 w 1425"/>
                      <a:gd name="T29" fmla="*/ 0 h 109"/>
                      <a:gd name="T30" fmla="*/ 0 w 1425"/>
                      <a:gd name="T31" fmla="*/ 0 h 109"/>
                      <a:gd name="T32" fmla="*/ 0 w 1425"/>
                      <a:gd name="T33" fmla="*/ 0 h 109"/>
                      <a:gd name="T34" fmla="*/ 0 w 1425"/>
                      <a:gd name="T35" fmla="*/ 0 h 109"/>
                      <a:gd name="T36" fmla="*/ 0 w 1425"/>
                      <a:gd name="T37" fmla="*/ 0 h 109"/>
                      <a:gd name="T38" fmla="*/ 0 w 1425"/>
                      <a:gd name="T39" fmla="*/ 0 h 109"/>
                      <a:gd name="T40" fmla="*/ 0 w 1425"/>
                      <a:gd name="T41" fmla="*/ 0 h 109"/>
                      <a:gd name="T42" fmla="*/ 0 w 1425"/>
                      <a:gd name="T43" fmla="*/ 0 h 109"/>
                      <a:gd name="T44" fmla="*/ 0 w 1425"/>
                      <a:gd name="T45" fmla="*/ 0 h 109"/>
                      <a:gd name="T46" fmla="*/ 0 w 1425"/>
                      <a:gd name="T47" fmla="*/ 0 h 109"/>
                      <a:gd name="T48" fmla="*/ 0 w 1425"/>
                      <a:gd name="T49" fmla="*/ 0 h 109"/>
                      <a:gd name="T50" fmla="*/ 0 w 1425"/>
                      <a:gd name="T51" fmla="*/ 0 h 109"/>
                      <a:gd name="T52" fmla="*/ 0 w 1425"/>
                      <a:gd name="T53" fmla="*/ 0 h 109"/>
                      <a:gd name="T54" fmla="*/ 0 w 1425"/>
                      <a:gd name="T55" fmla="*/ 0 h 109"/>
                      <a:gd name="T56" fmla="*/ 0 w 1425"/>
                      <a:gd name="T57" fmla="*/ 0 h 109"/>
                      <a:gd name="T58" fmla="*/ 0 w 1425"/>
                      <a:gd name="T59" fmla="*/ 0 h 109"/>
                      <a:gd name="T60" fmla="*/ 0 w 1425"/>
                      <a:gd name="T61" fmla="*/ 0 h 109"/>
                      <a:gd name="T62" fmla="*/ 0 w 1425"/>
                      <a:gd name="T63" fmla="*/ 0 h 109"/>
                      <a:gd name="T64" fmla="*/ 0 w 1425"/>
                      <a:gd name="T65" fmla="*/ 0 h 109"/>
                      <a:gd name="T66" fmla="*/ 0 w 1425"/>
                      <a:gd name="T67" fmla="*/ 0 h 109"/>
                      <a:gd name="T68" fmla="*/ 0 w 1425"/>
                      <a:gd name="T69" fmla="*/ 0 h 109"/>
                      <a:gd name="T70" fmla="*/ 0 w 1425"/>
                      <a:gd name="T71" fmla="*/ 0 h 109"/>
                      <a:gd name="T72" fmla="*/ 0 w 1425"/>
                      <a:gd name="T73" fmla="*/ 0 h 109"/>
                      <a:gd name="T74" fmla="*/ 0 w 1425"/>
                      <a:gd name="T75" fmla="*/ 0 h 109"/>
                      <a:gd name="T76" fmla="*/ 0 w 1425"/>
                      <a:gd name="T77" fmla="*/ 0 h 109"/>
                      <a:gd name="T78" fmla="*/ 0 w 1425"/>
                      <a:gd name="T79" fmla="*/ 0 h 109"/>
                      <a:gd name="T80" fmla="*/ 0 w 1425"/>
                      <a:gd name="T81" fmla="*/ 0 h 109"/>
                      <a:gd name="T82" fmla="*/ 0 w 1425"/>
                      <a:gd name="T83" fmla="*/ 0 h 109"/>
                      <a:gd name="T84" fmla="*/ 0 w 1425"/>
                      <a:gd name="T85" fmla="*/ 0 h 109"/>
                      <a:gd name="T86" fmla="*/ 0 w 1425"/>
                      <a:gd name="T87" fmla="*/ 0 h 109"/>
                      <a:gd name="T88" fmla="*/ 0 w 1425"/>
                      <a:gd name="T89" fmla="*/ 0 h 109"/>
                      <a:gd name="T90" fmla="*/ 0 w 1425"/>
                      <a:gd name="T91" fmla="*/ 0 h 109"/>
                      <a:gd name="T92" fmla="*/ 0 w 1425"/>
                      <a:gd name="T93" fmla="*/ 0 h 109"/>
                      <a:gd name="T94" fmla="*/ 0 w 1425"/>
                      <a:gd name="T95" fmla="*/ 0 h 109"/>
                      <a:gd name="T96" fmla="*/ 0 w 1425"/>
                      <a:gd name="T97" fmla="*/ 0 h 109"/>
                      <a:gd name="T98" fmla="*/ 0 w 1425"/>
                      <a:gd name="T99" fmla="*/ 0 h 109"/>
                      <a:gd name="T100" fmla="*/ 0 w 1425"/>
                      <a:gd name="T101" fmla="*/ 0 h 109"/>
                      <a:gd name="T102" fmla="*/ 0 w 1425"/>
                      <a:gd name="T103" fmla="*/ 0 h 109"/>
                      <a:gd name="T104" fmla="*/ 0 w 1425"/>
                      <a:gd name="T105" fmla="*/ 0 h 109"/>
                      <a:gd name="T106" fmla="*/ 0 w 1425"/>
                      <a:gd name="T107" fmla="*/ 0 h 109"/>
                      <a:gd name="T108" fmla="*/ 0 w 1425"/>
                      <a:gd name="T109" fmla="*/ 0 h 109"/>
                      <a:gd name="T110" fmla="*/ 0 w 1425"/>
                      <a:gd name="T111" fmla="*/ 0 h 109"/>
                      <a:gd name="T112" fmla="*/ 0 w 1425"/>
                      <a:gd name="T113" fmla="*/ 0 h 109"/>
                      <a:gd name="T114" fmla="*/ 0 w 1425"/>
                      <a:gd name="T115" fmla="*/ 0 h 109"/>
                      <a:gd name="T116" fmla="*/ 0 w 1425"/>
                      <a:gd name="T117" fmla="*/ 0 h 109"/>
                      <a:gd name="T118" fmla="*/ 0 w 1425"/>
                      <a:gd name="T119" fmla="*/ 0 h 109"/>
                      <a:gd name="T120" fmla="*/ 0 w 1425"/>
                      <a:gd name="T121" fmla="*/ 0 h 109"/>
                      <a:gd name="T122" fmla="*/ 0 w 1425"/>
                      <a:gd name="T123" fmla="*/ 0 h 10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25"/>
                      <a:gd name="T187" fmla="*/ 0 h 109"/>
                      <a:gd name="T188" fmla="*/ 1425 w 1425"/>
                      <a:gd name="T189" fmla="*/ 109 h 10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25" h="109">
                        <a:moveTo>
                          <a:pt x="13" y="6"/>
                        </a:moveTo>
                        <a:lnTo>
                          <a:pt x="14" y="6"/>
                        </a:lnTo>
                        <a:lnTo>
                          <a:pt x="17" y="6"/>
                        </a:lnTo>
                        <a:lnTo>
                          <a:pt x="20" y="6"/>
                        </a:lnTo>
                        <a:lnTo>
                          <a:pt x="24" y="6"/>
                        </a:lnTo>
                        <a:lnTo>
                          <a:pt x="28" y="7"/>
                        </a:lnTo>
                        <a:lnTo>
                          <a:pt x="31" y="7"/>
                        </a:lnTo>
                        <a:lnTo>
                          <a:pt x="34" y="8"/>
                        </a:lnTo>
                        <a:lnTo>
                          <a:pt x="37" y="8"/>
                        </a:lnTo>
                        <a:lnTo>
                          <a:pt x="40" y="8"/>
                        </a:lnTo>
                        <a:lnTo>
                          <a:pt x="44" y="8"/>
                        </a:lnTo>
                        <a:lnTo>
                          <a:pt x="47" y="9"/>
                        </a:lnTo>
                        <a:lnTo>
                          <a:pt x="51" y="9"/>
                        </a:lnTo>
                        <a:lnTo>
                          <a:pt x="55" y="10"/>
                        </a:lnTo>
                        <a:lnTo>
                          <a:pt x="58" y="10"/>
                        </a:lnTo>
                        <a:lnTo>
                          <a:pt x="63" y="10"/>
                        </a:lnTo>
                        <a:lnTo>
                          <a:pt x="68" y="10"/>
                        </a:lnTo>
                        <a:lnTo>
                          <a:pt x="71" y="12"/>
                        </a:lnTo>
                        <a:lnTo>
                          <a:pt x="76" y="12"/>
                        </a:lnTo>
                        <a:lnTo>
                          <a:pt x="81" y="13"/>
                        </a:lnTo>
                        <a:lnTo>
                          <a:pt x="85" y="13"/>
                        </a:lnTo>
                        <a:lnTo>
                          <a:pt x="90" y="13"/>
                        </a:lnTo>
                        <a:lnTo>
                          <a:pt x="95" y="14"/>
                        </a:lnTo>
                        <a:lnTo>
                          <a:pt x="101" y="14"/>
                        </a:lnTo>
                        <a:lnTo>
                          <a:pt x="104" y="15"/>
                        </a:lnTo>
                        <a:lnTo>
                          <a:pt x="112" y="15"/>
                        </a:lnTo>
                        <a:lnTo>
                          <a:pt x="116" y="15"/>
                        </a:lnTo>
                        <a:lnTo>
                          <a:pt x="121" y="16"/>
                        </a:lnTo>
                        <a:lnTo>
                          <a:pt x="126" y="16"/>
                        </a:lnTo>
                        <a:lnTo>
                          <a:pt x="132" y="18"/>
                        </a:lnTo>
                        <a:lnTo>
                          <a:pt x="136" y="18"/>
                        </a:lnTo>
                        <a:lnTo>
                          <a:pt x="142" y="18"/>
                        </a:lnTo>
                        <a:lnTo>
                          <a:pt x="147" y="18"/>
                        </a:lnTo>
                        <a:lnTo>
                          <a:pt x="153" y="19"/>
                        </a:lnTo>
                        <a:lnTo>
                          <a:pt x="159" y="19"/>
                        </a:lnTo>
                        <a:lnTo>
                          <a:pt x="165" y="19"/>
                        </a:lnTo>
                        <a:lnTo>
                          <a:pt x="170" y="20"/>
                        </a:lnTo>
                        <a:lnTo>
                          <a:pt x="176" y="20"/>
                        </a:lnTo>
                        <a:lnTo>
                          <a:pt x="182" y="20"/>
                        </a:lnTo>
                        <a:lnTo>
                          <a:pt x="187" y="21"/>
                        </a:lnTo>
                        <a:lnTo>
                          <a:pt x="193" y="21"/>
                        </a:lnTo>
                        <a:lnTo>
                          <a:pt x="199" y="21"/>
                        </a:lnTo>
                        <a:lnTo>
                          <a:pt x="204" y="21"/>
                        </a:lnTo>
                        <a:lnTo>
                          <a:pt x="210" y="21"/>
                        </a:lnTo>
                        <a:lnTo>
                          <a:pt x="215" y="21"/>
                        </a:lnTo>
                        <a:lnTo>
                          <a:pt x="221" y="22"/>
                        </a:lnTo>
                        <a:lnTo>
                          <a:pt x="225" y="22"/>
                        </a:lnTo>
                        <a:lnTo>
                          <a:pt x="231" y="22"/>
                        </a:lnTo>
                        <a:lnTo>
                          <a:pt x="237" y="22"/>
                        </a:lnTo>
                        <a:lnTo>
                          <a:pt x="243" y="22"/>
                        </a:lnTo>
                        <a:lnTo>
                          <a:pt x="248" y="22"/>
                        </a:lnTo>
                        <a:lnTo>
                          <a:pt x="253" y="22"/>
                        </a:lnTo>
                        <a:lnTo>
                          <a:pt x="259" y="22"/>
                        </a:lnTo>
                        <a:lnTo>
                          <a:pt x="263" y="22"/>
                        </a:lnTo>
                        <a:lnTo>
                          <a:pt x="268" y="22"/>
                        </a:lnTo>
                        <a:lnTo>
                          <a:pt x="274" y="22"/>
                        </a:lnTo>
                        <a:lnTo>
                          <a:pt x="279" y="22"/>
                        </a:lnTo>
                        <a:lnTo>
                          <a:pt x="284" y="22"/>
                        </a:lnTo>
                        <a:lnTo>
                          <a:pt x="288" y="21"/>
                        </a:lnTo>
                        <a:lnTo>
                          <a:pt x="292" y="21"/>
                        </a:lnTo>
                        <a:lnTo>
                          <a:pt x="294" y="21"/>
                        </a:lnTo>
                        <a:lnTo>
                          <a:pt x="297" y="21"/>
                        </a:lnTo>
                        <a:lnTo>
                          <a:pt x="299" y="21"/>
                        </a:lnTo>
                        <a:lnTo>
                          <a:pt x="303" y="21"/>
                        </a:lnTo>
                        <a:lnTo>
                          <a:pt x="305" y="20"/>
                        </a:lnTo>
                        <a:lnTo>
                          <a:pt x="306" y="20"/>
                        </a:lnTo>
                        <a:lnTo>
                          <a:pt x="310" y="20"/>
                        </a:lnTo>
                        <a:lnTo>
                          <a:pt x="313" y="20"/>
                        </a:lnTo>
                        <a:lnTo>
                          <a:pt x="316" y="20"/>
                        </a:lnTo>
                        <a:lnTo>
                          <a:pt x="319" y="20"/>
                        </a:lnTo>
                        <a:lnTo>
                          <a:pt x="322" y="20"/>
                        </a:lnTo>
                        <a:lnTo>
                          <a:pt x="324" y="20"/>
                        </a:lnTo>
                        <a:lnTo>
                          <a:pt x="327" y="19"/>
                        </a:lnTo>
                        <a:lnTo>
                          <a:pt x="330" y="19"/>
                        </a:lnTo>
                        <a:lnTo>
                          <a:pt x="335" y="19"/>
                        </a:lnTo>
                        <a:lnTo>
                          <a:pt x="337" y="19"/>
                        </a:lnTo>
                        <a:lnTo>
                          <a:pt x="339" y="19"/>
                        </a:lnTo>
                        <a:lnTo>
                          <a:pt x="344" y="19"/>
                        </a:lnTo>
                        <a:lnTo>
                          <a:pt x="346" y="19"/>
                        </a:lnTo>
                        <a:lnTo>
                          <a:pt x="351" y="19"/>
                        </a:lnTo>
                        <a:lnTo>
                          <a:pt x="355" y="18"/>
                        </a:lnTo>
                        <a:lnTo>
                          <a:pt x="357" y="18"/>
                        </a:lnTo>
                        <a:lnTo>
                          <a:pt x="361" y="18"/>
                        </a:lnTo>
                        <a:lnTo>
                          <a:pt x="364" y="18"/>
                        </a:lnTo>
                        <a:lnTo>
                          <a:pt x="369" y="18"/>
                        </a:lnTo>
                        <a:lnTo>
                          <a:pt x="373" y="18"/>
                        </a:lnTo>
                        <a:lnTo>
                          <a:pt x="376" y="18"/>
                        </a:lnTo>
                        <a:lnTo>
                          <a:pt x="381" y="18"/>
                        </a:lnTo>
                        <a:lnTo>
                          <a:pt x="384" y="18"/>
                        </a:lnTo>
                        <a:lnTo>
                          <a:pt x="388" y="18"/>
                        </a:lnTo>
                        <a:lnTo>
                          <a:pt x="392" y="18"/>
                        </a:lnTo>
                        <a:lnTo>
                          <a:pt x="396" y="18"/>
                        </a:lnTo>
                        <a:lnTo>
                          <a:pt x="400" y="16"/>
                        </a:lnTo>
                        <a:lnTo>
                          <a:pt x="403" y="16"/>
                        </a:lnTo>
                        <a:lnTo>
                          <a:pt x="408" y="16"/>
                        </a:lnTo>
                        <a:lnTo>
                          <a:pt x="412" y="16"/>
                        </a:lnTo>
                        <a:lnTo>
                          <a:pt x="415" y="16"/>
                        </a:lnTo>
                        <a:lnTo>
                          <a:pt x="420" y="16"/>
                        </a:lnTo>
                        <a:lnTo>
                          <a:pt x="425" y="16"/>
                        </a:lnTo>
                        <a:lnTo>
                          <a:pt x="428" y="16"/>
                        </a:lnTo>
                        <a:lnTo>
                          <a:pt x="433" y="16"/>
                        </a:lnTo>
                        <a:lnTo>
                          <a:pt x="438" y="16"/>
                        </a:lnTo>
                        <a:lnTo>
                          <a:pt x="441" y="16"/>
                        </a:lnTo>
                        <a:lnTo>
                          <a:pt x="446" y="16"/>
                        </a:lnTo>
                        <a:lnTo>
                          <a:pt x="451" y="15"/>
                        </a:lnTo>
                        <a:lnTo>
                          <a:pt x="456" y="15"/>
                        </a:lnTo>
                        <a:lnTo>
                          <a:pt x="459" y="15"/>
                        </a:lnTo>
                        <a:lnTo>
                          <a:pt x="463" y="15"/>
                        </a:lnTo>
                        <a:lnTo>
                          <a:pt x="469" y="15"/>
                        </a:lnTo>
                        <a:lnTo>
                          <a:pt x="472" y="15"/>
                        </a:lnTo>
                        <a:lnTo>
                          <a:pt x="477" y="15"/>
                        </a:lnTo>
                        <a:lnTo>
                          <a:pt x="482" y="15"/>
                        </a:lnTo>
                        <a:lnTo>
                          <a:pt x="486" y="15"/>
                        </a:lnTo>
                        <a:lnTo>
                          <a:pt x="490" y="15"/>
                        </a:lnTo>
                        <a:lnTo>
                          <a:pt x="495" y="15"/>
                        </a:lnTo>
                        <a:lnTo>
                          <a:pt x="500" y="15"/>
                        </a:lnTo>
                        <a:lnTo>
                          <a:pt x="504" y="15"/>
                        </a:lnTo>
                        <a:lnTo>
                          <a:pt x="509" y="15"/>
                        </a:lnTo>
                        <a:lnTo>
                          <a:pt x="514" y="15"/>
                        </a:lnTo>
                        <a:lnTo>
                          <a:pt x="519" y="15"/>
                        </a:lnTo>
                        <a:lnTo>
                          <a:pt x="516" y="16"/>
                        </a:lnTo>
                        <a:lnTo>
                          <a:pt x="513" y="18"/>
                        </a:lnTo>
                        <a:lnTo>
                          <a:pt x="510" y="18"/>
                        </a:lnTo>
                        <a:lnTo>
                          <a:pt x="507" y="20"/>
                        </a:lnTo>
                        <a:lnTo>
                          <a:pt x="504" y="21"/>
                        </a:lnTo>
                        <a:lnTo>
                          <a:pt x="501" y="21"/>
                        </a:lnTo>
                        <a:lnTo>
                          <a:pt x="498" y="24"/>
                        </a:lnTo>
                        <a:lnTo>
                          <a:pt x="497" y="25"/>
                        </a:lnTo>
                        <a:lnTo>
                          <a:pt x="491" y="27"/>
                        </a:lnTo>
                        <a:lnTo>
                          <a:pt x="488" y="29"/>
                        </a:lnTo>
                        <a:lnTo>
                          <a:pt x="483" y="33"/>
                        </a:lnTo>
                        <a:lnTo>
                          <a:pt x="479" y="37"/>
                        </a:lnTo>
                        <a:lnTo>
                          <a:pt x="476" y="40"/>
                        </a:lnTo>
                        <a:lnTo>
                          <a:pt x="473" y="45"/>
                        </a:lnTo>
                        <a:lnTo>
                          <a:pt x="471" y="46"/>
                        </a:lnTo>
                        <a:lnTo>
                          <a:pt x="471" y="48"/>
                        </a:lnTo>
                        <a:lnTo>
                          <a:pt x="470" y="51"/>
                        </a:lnTo>
                        <a:lnTo>
                          <a:pt x="469" y="54"/>
                        </a:lnTo>
                        <a:lnTo>
                          <a:pt x="469" y="56"/>
                        </a:lnTo>
                        <a:lnTo>
                          <a:pt x="469" y="59"/>
                        </a:lnTo>
                        <a:lnTo>
                          <a:pt x="467" y="62"/>
                        </a:lnTo>
                        <a:lnTo>
                          <a:pt x="467" y="65"/>
                        </a:lnTo>
                        <a:lnTo>
                          <a:pt x="467" y="69"/>
                        </a:lnTo>
                        <a:lnTo>
                          <a:pt x="467" y="71"/>
                        </a:lnTo>
                        <a:lnTo>
                          <a:pt x="469" y="75"/>
                        </a:lnTo>
                        <a:lnTo>
                          <a:pt x="469" y="79"/>
                        </a:lnTo>
                        <a:lnTo>
                          <a:pt x="471" y="78"/>
                        </a:lnTo>
                        <a:lnTo>
                          <a:pt x="473" y="78"/>
                        </a:lnTo>
                        <a:lnTo>
                          <a:pt x="476" y="77"/>
                        </a:lnTo>
                        <a:lnTo>
                          <a:pt x="479" y="77"/>
                        </a:lnTo>
                        <a:lnTo>
                          <a:pt x="482" y="76"/>
                        </a:lnTo>
                        <a:lnTo>
                          <a:pt x="484" y="76"/>
                        </a:lnTo>
                        <a:lnTo>
                          <a:pt x="486" y="76"/>
                        </a:lnTo>
                        <a:lnTo>
                          <a:pt x="490" y="75"/>
                        </a:lnTo>
                        <a:lnTo>
                          <a:pt x="495" y="73"/>
                        </a:lnTo>
                        <a:lnTo>
                          <a:pt x="500" y="71"/>
                        </a:lnTo>
                        <a:lnTo>
                          <a:pt x="504" y="71"/>
                        </a:lnTo>
                        <a:lnTo>
                          <a:pt x="510" y="70"/>
                        </a:lnTo>
                        <a:lnTo>
                          <a:pt x="515" y="67"/>
                        </a:lnTo>
                        <a:lnTo>
                          <a:pt x="519" y="66"/>
                        </a:lnTo>
                        <a:lnTo>
                          <a:pt x="524" y="64"/>
                        </a:lnTo>
                        <a:lnTo>
                          <a:pt x="529" y="63"/>
                        </a:lnTo>
                        <a:lnTo>
                          <a:pt x="534" y="60"/>
                        </a:lnTo>
                        <a:lnTo>
                          <a:pt x="539" y="59"/>
                        </a:lnTo>
                        <a:lnTo>
                          <a:pt x="543" y="56"/>
                        </a:lnTo>
                        <a:lnTo>
                          <a:pt x="548" y="54"/>
                        </a:lnTo>
                        <a:lnTo>
                          <a:pt x="552" y="52"/>
                        </a:lnTo>
                        <a:lnTo>
                          <a:pt x="556" y="51"/>
                        </a:lnTo>
                        <a:lnTo>
                          <a:pt x="562" y="48"/>
                        </a:lnTo>
                        <a:lnTo>
                          <a:pt x="567" y="46"/>
                        </a:lnTo>
                        <a:lnTo>
                          <a:pt x="571" y="44"/>
                        </a:lnTo>
                        <a:lnTo>
                          <a:pt x="577" y="41"/>
                        </a:lnTo>
                        <a:lnTo>
                          <a:pt x="581" y="39"/>
                        </a:lnTo>
                        <a:lnTo>
                          <a:pt x="586" y="38"/>
                        </a:lnTo>
                        <a:lnTo>
                          <a:pt x="591" y="35"/>
                        </a:lnTo>
                        <a:lnTo>
                          <a:pt x="596" y="34"/>
                        </a:lnTo>
                        <a:lnTo>
                          <a:pt x="600" y="33"/>
                        </a:lnTo>
                        <a:lnTo>
                          <a:pt x="606" y="31"/>
                        </a:lnTo>
                        <a:lnTo>
                          <a:pt x="611" y="29"/>
                        </a:lnTo>
                        <a:lnTo>
                          <a:pt x="616" y="28"/>
                        </a:lnTo>
                        <a:lnTo>
                          <a:pt x="619" y="27"/>
                        </a:lnTo>
                        <a:lnTo>
                          <a:pt x="622" y="27"/>
                        </a:lnTo>
                        <a:lnTo>
                          <a:pt x="625" y="26"/>
                        </a:lnTo>
                        <a:lnTo>
                          <a:pt x="628" y="26"/>
                        </a:lnTo>
                        <a:lnTo>
                          <a:pt x="625" y="24"/>
                        </a:lnTo>
                        <a:lnTo>
                          <a:pt x="624" y="21"/>
                        </a:lnTo>
                        <a:lnTo>
                          <a:pt x="621" y="18"/>
                        </a:lnTo>
                        <a:lnTo>
                          <a:pt x="618" y="14"/>
                        </a:lnTo>
                        <a:lnTo>
                          <a:pt x="621" y="13"/>
                        </a:lnTo>
                        <a:lnTo>
                          <a:pt x="625" y="13"/>
                        </a:lnTo>
                        <a:lnTo>
                          <a:pt x="628" y="13"/>
                        </a:lnTo>
                        <a:lnTo>
                          <a:pt x="632" y="13"/>
                        </a:lnTo>
                        <a:lnTo>
                          <a:pt x="637" y="13"/>
                        </a:lnTo>
                        <a:lnTo>
                          <a:pt x="641" y="13"/>
                        </a:lnTo>
                        <a:lnTo>
                          <a:pt x="644" y="13"/>
                        </a:lnTo>
                        <a:lnTo>
                          <a:pt x="648" y="13"/>
                        </a:lnTo>
                        <a:lnTo>
                          <a:pt x="651" y="13"/>
                        </a:lnTo>
                        <a:lnTo>
                          <a:pt x="656" y="13"/>
                        </a:lnTo>
                        <a:lnTo>
                          <a:pt x="660" y="13"/>
                        </a:lnTo>
                        <a:lnTo>
                          <a:pt x="663" y="13"/>
                        </a:lnTo>
                        <a:lnTo>
                          <a:pt x="667" y="13"/>
                        </a:lnTo>
                        <a:lnTo>
                          <a:pt x="670" y="13"/>
                        </a:lnTo>
                        <a:lnTo>
                          <a:pt x="674" y="13"/>
                        </a:lnTo>
                        <a:lnTo>
                          <a:pt x="679" y="13"/>
                        </a:lnTo>
                        <a:lnTo>
                          <a:pt x="682" y="13"/>
                        </a:lnTo>
                        <a:lnTo>
                          <a:pt x="686" y="13"/>
                        </a:lnTo>
                        <a:lnTo>
                          <a:pt x="689" y="13"/>
                        </a:lnTo>
                        <a:lnTo>
                          <a:pt x="693" y="13"/>
                        </a:lnTo>
                        <a:lnTo>
                          <a:pt x="696" y="13"/>
                        </a:lnTo>
                        <a:lnTo>
                          <a:pt x="700" y="13"/>
                        </a:lnTo>
                        <a:lnTo>
                          <a:pt x="704" y="13"/>
                        </a:lnTo>
                        <a:lnTo>
                          <a:pt x="707" y="13"/>
                        </a:lnTo>
                        <a:lnTo>
                          <a:pt x="711" y="13"/>
                        </a:lnTo>
                        <a:lnTo>
                          <a:pt x="714" y="13"/>
                        </a:lnTo>
                        <a:lnTo>
                          <a:pt x="718" y="13"/>
                        </a:lnTo>
                        <a:lnTo>
                          <a:pt x="721" y="13"/>
                        </a:lnTo>
                        <a:lnTo>
                          <a:pt x="724" y="13"/>
                        </a:lnTo>
                        <a:lnTo>
                          <a:pt x="729" y="13"/>
                        </a:lnTo>
                        <a:lnTo>
                          <a:pt x="731" y="13"/>
                        </a:lnTo>
                        <a:lnTo>
                          <a:pt x="734" y="14"/>
                        </a:lnTo>
                        <a:lnTo>
                          <a:pt x="738" y="14"/>
                        </a:lnTo>
                        <a:lnTo>
                          <a:pt x="742" y="14"/>
                        </a:lnTo>
                        <a:lnTo>
                          <a:pt x="744" y="14"/>
                        </a:lnTo>
                        <a:lnTo>
                          <a:pt x="746" y="14"/>
                        </a:lnTo>
                        <a:lnTo>
                          <a:pt x="750" y="14"/>
                        </a:lnTo>
                        <a:lnTo>
                          <a:pt x="753" y="14"/>
                        </a:lnTo>
                        <a:lnTo>
                          <a:pt x="756" y="14"/>
                        </a:lnTo>
                        <a:lnTo>
                          <a:pt x="759" y="14"/>
                        </a:lnTo>
                        <a:lnTo>
                          <a:pt x="762" y="14"/>
                        </a:lnTo>
                        <a:lnTo>
                          <a:pt x="764" y="14"/>
                        </a:lnTo>
                        <a:lnTo>
                          <a:pt x="766" y="14"/>
                        </a:lnTo>
                        <a:lnTo>
                          <a:pt x="770" y="15"/>
                        </a:lnTo>
                        <a:lnTo>
                          <a:pt x="772" y="15"/>
                        </a:lnTo>
                        <a:lnTo>
                          <a:pt x="775" y="15"/>
                        </a:lnTo>
                        <a:lnTo>
                          <a:pt x="778" y="15"/>
                        </a:lnTo>
                        <a:lnTo>
                          <a:pt x="781" y="15"/>
                        </a:lnTo>
                        <a:lnTo>
                          <a:pt x="785" y="15"/>
                        </a:lnTo>
                        <a:lnTo>
                          <a:pt x="790" y="15"/>
                        </a:lnTo>
                        <a:lnTo>
                          <a:pt x="795" y="15"/>
                        </a:lnTo>
                        <a:lnTo>
                          <a:pt x="800" y="16"/>
                        </a:lnTo>
                        <a:lnTo>
                          <a:pt x="804" y="16"/>
                        </a:lnTo>
                        <a:lnTo>
                          <a:pt x="808" y="16"/>
                        </a:lnTo>
                        <a:lnTo>
                          <a:pt x="813" y="18"/>
                        </a:lnTo>
                        <a:lnTo>
                          <a:pt x="816" y="18"/>
                        </a:lnTo>
                        <a:lnTo>
                          <a:pt x="815" y="21"/>
                        </a:lnTo>
                        <a:lnTo>
                          <a:pt x="816" y="25"/>
                        </a:lnTo>
                        <a:lnTo>
                          <a:pt x="816" y="28"/>
                        </a:lnTo>
                        <a:lnTo>
                          <a:pt x="818" y="33"/>
                        </a:lnTo>
                        <a:lnTo>
                          <a:pt x="820" y="37"/>
                        </a:lnTo>
                        <a:lnTo>
                          <a:pt x="821" y="41"/>
                        </a:lnTo>
                        <a:lnTo>
                          <a:pt x="823" y="45"/>
                        </a:lnTo>
                        <a:lnTo>
                          <a:pt x="827" y="48"/>
                        </a:lnTo>
                        <a:lnTo>
                          <a:pt x="829" y="52"/>
                        </a:lnTo>
                        <a:lnTo>
                          <a:pt x="833" y="56"/>
                        </a:lnTo>
                        <a:lnTo>
                          <a:pt x="835" y="59"/>
                        </a:lnTo>
                        <a:lnTo>
                          <a:pt x="840" y="64"/>
                        </a:lnTo>
                        <a:lnTo>
                          <a:pt x="842" y="66"/>
                        </a:lnTo>
                        <a:lnTo>
                          <a:pt x="847" y="70"/>
                        </a:lnTo>
                        <a:lnTo>
                          <a:pt x="852" y="73"/>
                        </a:lnTo>
                        <a:lnTo>
                          <a:pt x="855" y="76"/>
                        </a:lnTo>
                        <a:lnTo>
                          <a:pt x="860" y="79"/>
                        </a:lnTo>
                        <a:lnTo>
                          <a:pt x="865" y="82"/>
                        </a:lnTo>
                        <a:lnTo>
                          <a:pt x="870" y="83"/>
                        </a:lnTo>
                        <a:lnTo>
                          <a:pt x="874" y="85"/>
                        </a:lnTo>
                        <a:lnTo>
                          <a:pt x="878" y="86"/>
                        </a:lnTo>
                        <a:lnTo>
                          <a:pt x="884" y="89"/>
                        </a:lnTo>
                        <a:lnTo>
                          <a:pt x="889" y="89"/>
                        </a:lnTo>
                        <a:lnTo>
                          <a:pt x="893" y="91"/>
                        </a:lnTo>
                        <a:lnTo>
                          <a:pt x="898" y="91"/>
                        </a:lnTo>
                        <a:lnTo>
                          <a:pt x="902" y="91"/>
                        </a:lnTo>
                        <a:lnTo>
                          <a:pt x="906" y="91"/>
                        </a:lnTo>
                        <a:lnTo>
                          <a:pt x="911" y="91"/>
                        </a:lnTo>
                        <a:lnTo>
                          <a:pt x="915" y="89"/>
                        </a:lnTo>
                        <a:lnTo>
                          <a:pt x="920" y="89"/>
                        </a:lnTo>
                        <a:lnTo>
                          <a:pt x="923" y="86"/>
                        </a:lnTo>
                        <a:lnTo>
                          <a:pt x="927" y="85"/>
                        </a:lnTo>
                        <a:lnTo>
                          <a:pt x="925" y="83"/>
                        </a:lnTo>
                        <a:lnTo>
                          <a:pt x="924" y="79"/>
                        </a:lnTo>
                        <a:lnTo>
                          <a:pt x="923" y="77"/>
                        </a:lnTo>
                        <a:lnTo>
                          <a:pt x="922" y="75"/>
                        </a:lnTo>
                        <a:lnTo>
                          <a:pt x="920" y="70"/>
                        </a:lnTo>
                        <a:lnTo>
                          <a:pt x="917" y="65"/>
                        </a:lnTo>
                        <a:lnTo>
                          <a:pt x="915" y="62"/>
                        </a:lnTo>
                        <a:lnTo>
                          <a:pt x="911" y="56"/>
                        </a:lnTo>
                        <a:lnTo>
                          <a:pt x="909" y="52"/>
                        </a:lnTo>
                        <a:lnTo>
                          <a:pt x="906" y="48"/>
                        </a:lnTo>
                        <a:lnTo>
                          <a:pt x="902" y="44"/>
                        </a:lnTo>
                        <a:lnTo>
                          <a:pt x="898" y="40"/>
                        </a:lnTo>
                        <a:lnTo>
                          <a:pt x="895" y="37"/>
                        </a:lnTo>
                        <a:lnTo>
                          <a:pt x="891" y="33"/>
                        </a:lnTo>
                        <a:lnTo>
                          <a:pt x="889" y="31"/>
                        </a:lnTo>
                        <a:lnTo>
                          <a:pt x="884" y="27"/>
                        </a:lnTo>
                        <a:lnTo>
                          <a:pt x="879" y="25"/>
                        </a:lnTo>
                        <a:lnTo>
                          <a:pt x="876" y="22"/>
                        </a:lnTo>
                        <a:lnTo>
                          <a:pt x="878" y="22"/>
                        </a:lnTo>
                        <a:lnTo>
                          <a:pt x="880" y="22"/>
                        </a:lnTo>
                        <a:lnTo>
                          <a:pt x="884" y="22"/>
                        </a:lnTo>
                        <a:lnTo>
                          <a:pt x="886" y="22"/>
                        </a:lnTo>
                        <a:lnTo>
                          <a:pt x="890" y="22"/>
                        </a:lnTo>
                        <a:lnTo>
                          <a:pt x="892" y="22"/>
                        </a:lnTo>
                        <a:lnTo>
                          <a:pt x="896" y="22"/>
                        </a:lnTo>
                        <a:lnTo>
                          <a:pt x="898" y="22"/>
                        </a:lnTo>
                        <a:lnTo>
                          <a:pt x="902" y="22"/>
                        </a:lnTo>
                        <a:lnTo>
                          <a:pt x="904" y="22"/>
                        </a:lnTo>
                        <a:lnTo>
                          <a:pt x="908" y="22"/>
                        </a:lnTo>
                        <a:lnTo>
                          <a:pt x="911" y="22"/>
                        </a:lnTo>
                        <a:lnTo>
                          <a:pt x="915" y="22"/>
                        </a:lnTo>
                        <a:lnTo>
                          <a:pt x="918" y="22"/>
                        </a:lnTo>
                        <a:lnTo>
                          <a:pt x="922" y="22"/>
                        </a:lnTo>
                        <a:lnTo>
                          <a:pt x="925" y="22"/>
                        </a:lnTo>
                        <a:lnTo>
                          <a:pt x="928" y="21"/>
                        </a:lnTo>
                        <a:lnTo>
                          <a:pt x="931" y="21"/>
                        </a:lnTo>
                        <a:lnTo>
                          <a:pt x="935" y="21"/>
                        </a:lnTo>
                        <a:lnTo>
                          <a:pt x="940" y="21"/>
                        </a:lnTo>
                        <a:lnTo>
                          <a:pt x="942" y="21"/>
                        </a:lnTo>
                        <a:lnTo>
                          <a:pt x="947" y="21"/>
                        </a:lnTo>
                        <a:lnTo>
                          <a:pt x="949" y="21"/>
                        </a:lnTo>
                        <a:lnTo>
                          <a:pt x="954" y="21"/>
                        </a:lnTo>
                        <a:lnTo>
                          <a:pt x="956" y="21"/>
                        </a:lnTo>
                        <a:lnTo>
                          <a:pt x="961" y="21"/>
                        </a:lnTo>
                        <a:lnTo>
                          <a:pt x="965" y="21"/>
                        </a:lnTo>
                        <a:lnTo>
                          <a:pt x="969" y="21"/>
                        </a:lnTo>
                        <a:lnTo>
                          <a:pt x="972" y="21"/>
                        </a:lnTo>
                        <a:lnTo>
                          <a:pt x="976" y="21"/>
                        </a:lnTo>
                        <a:lnTo>
                          <a:pt x="980" y="21"/>
                        </a:lnTo>
                        <a:lnTo>
                          <a:pt x="985" y="21"/>
                        </a:lnTo>
                        <a:lnTo>
                          <a:pt x="988" y="21"/>
                        </a:lnTo>
                        <a:lnTo>
                          <a:pt x="992" y="21"/>
                        </a:lnTo>
                        <a:lnTo>
                          <a:pt x="995" y="21"/>
                        </a:lnTo>
                        <a:lnTo>
                          <a:pt x="1000" y="21"/>
                        </a:lnTo>
                        <a:lnTo>
                          <a:pt x="1004" y="20"/>
                        </a:lnTo>
                        <a:lnTo>
                          <a:pt x="1007" y="20"/>
                        </a:lnTo>
                        <a:lnTo>
                          <a:pt x="1012" y="20"/>
                        </a:lnTo>
                        <a:lnTo>
                          <a:pt x="1017" y="20"/>
                        </a:lnTo>
                        <a:lnTo>
                          <a:pt x="1020" y="20"/>
                        </a:lnTo>
                        <a:lnTo>
                          <a:pt x="1025" y="20"/>
                        </a:lnTo>
                        <a:lnTo>
                          <a:pt x="1029" y="20"/>
                        </a:lnTo>
                        <a:lnTo>
                          <a:pt x="1033" y="20"/>
                        </a:lnTo>
                        <a:lnTo>
                          <a:pt x="1038" y="20"/>
                        </a:lnTo>
                        <a:lnTo>
                          <a:pt x="1042" y="20"/>
                        </a:lnTo>
                        <a:lnTo>
                          <a:pt x="1047" y="20"/>
                        </a:lnTo>
                        <a:lnTo>
                          <a:pt x="1050" y="20"/>
                        </a:lnTo>
                        <a:lnTo>
                          <a:pt x="1055" y="19"/>
                        </a:lnTo>
                        <a:lnTo>
                          <a:pt x="1060" y="19"/>
                        </a:lnTo>
                        <a:lnTo>
                          <a:pt x="1063" y="19"/>
                        </a:lnTo>
                        <a:lnTo>
                          <a:pt x="1068" y="19"/>
                        </a:lnTo>
                        <a:lnTo>
                          <a:pt x="1073" y="19"/>
                        </a:lnTo>
                        <a:lnTo>
                          <a:pt x="1076" y="19"/>
                        </a:lnTo>
                        <a:lnTo>
                          <a:pt x="1081" y="19"/>
                        </a:lnTo>
                        <a:lnTo>
                          <a:pt x="1084" y="19"/>
                        </a:lnTo>
                        <a:lnTo>
                          <a:pt x="1089" y="18"/>
                        </a:lnTo>
                        <a:lnTo>
                          <a:pt x="1094" y="18"/>
                        </a:lnTo>
                        <a:lnTo>
                          <a:pt x="1099" y="18"/>
                        </a:lnTo>
                        <a:lnTo>
                          <a:pt x="1102" y="18"/>
                        </a:lnTo>
                        <a:lnTo>
                          <a:pt x="1107" y="18"/>
                        </a:lnTo>
                        <a:lnTo>
                          <a:pt x="1112" y="18"/>
                        </a:lnTo>
                        <a:lnTo>
                          <a:pt x="1115" y="18"/>
                        </a:lnTo>
                        <a:lnTo>
                          <a:pt x="1120" y="18"/>
                        </a:lnTo>
                        <a:lnTo>
                          <a:pt x="1118" y="21"/>
                        </a:lnTo>
                        <a:lnTo>
                          <a:pt x="1115" y="24"/>
                        </a:lnTo>
                        <a:lnTo>
                          <a:pt x="1113" y="27"/>
                        </a:lnTo>
                        <a:lnTo>
                          <a:pt x="1112" y="31"/>
                        </a:lnTo>
                        <a:lnTo>
                          <a:pt x="1108" y="34"/>
                        </a:lnTo>
                        <a:lnTo>
                          <a:pt x="1106" y="38"/>
                        </a:lnTo>
                        <a:lnTo>
                          <a:pt x="1103" y="41"/>
                        </a:lnTo>
                        <a:lnTo>
                          <a:pt x="1103" y="44"/>
                        </a:lnTo>
                        <a:lnTo>
                          <a:pt x="1107" y="44"/>
                        </a:lnTo>
                        <a:lnTo>
                          <a:pt x="1113" y="45"/>
                        </a:lnTo>
                        <a:lnTo>
                          <a:pt x="1117" y="46"/>
                        </a:lnTo>
                        <a:lnTo>
                          <a:pt x="1122" y="47"/>
                        </a:lnTo>
                        <a:lnTo>
                          <a:pt x="1127" y="48"/>
                        </a:lnTo>
                        <a:lnTo>
                          <a:pt x="1132" y="50"/>
                        </a:lnTo>
                        <a:lnTo>
                          <a:pt x="1137" y="52"/>
                        </a:lnTo>
                        <a:lnTo>
                          <a:pt x="1141" y="54"/>
                        </a:lnTo>
                        <a:lnTo>
                          <a:pt x="1146" y="56"/>
                        </a:lnTo>
                        <a:lnTo>
                          <a:pt x="1151" y="59"/>
                        </a:lnTo>
                        <a:lnTo>
                          <a:pt x="1156" y="60"/>
                        </a:lnTo>
                        <a:lnTo>
                          <a:pt x="1160" y="64"/>
                        </a:lnTo>
                        <a:lnTo>
                          <a:pt x="1164" y="66"/>
                        </a:lnTo>
                        <a:lnTo>
                          <a:pt x="1170" y="69"/>
                        </a:lnTo>
                        <a:lnTo>
                          <a:pt x="1175" y="71"/>
                        </a:lnTo>
                        <a:lnTo>
                          <a:pt x="1179" y="73"/>
                        </a:lnTo>
                        <a:lnTo>
                          <a:pt x="1184" y="75"/>
                        </a:lnTo>
                        <a:lnTo>
                          <a:pt x="1189" y="76"/>
                        </a:lnTo>
                        <a:lnTo>
                          <a:pt x="1194" y="78"/>
                        </a:lnTo>
                        <a:lnTo>
                          <a:pt x="1198" y="81"/>
                        </a:lnTo>
                        <a:lnTo>
                          <a:pt x="1202" y="82"/>
                        </a:lnTo>
                        <a:lnTo>
                          <a:pt x="1208" y="82"/>
                        </a:lnTo>
                        <a:lnTo>
                          <a:pt x="1213" y="83"/>
                        </a:lnTo>
                        <a:lnTo>
                          <a:pt x="1217" y="83"/>
                        </a:lnTo>
                        <a:lnTo>
                          <a:pt x="1221" y="83"/>
                        </a:lnTo>
                        <a:lnTo>
                          <a:pt x="1227" y="82"/>
                        </a:lnTo>
                        <a:lnTo>
                          <a:pt x="1230" y="81"/>
                        </a:lnTo>
                        <a:lnTo>
                          <a:pt x="1236" y="79"/>
                        </a:lnTo>
                        <a:lnTo>
                          <a:pt x="1241" y="76"/>
                        </a:lnTo>
                        <a:lnTo>
                          <a:pt x="1246" y="73"/>
                        </a:lnTo>
                        <a:lnTo>
                          <a:pt x="1251" y="71"/>
                        </a:lnTo>
                        <a:lnTo>
                          <a:pt x="1257" y="67"/>
                        </a:lnTo>
                        <a:lnTo>
                          <a:pt x="1251" y="64"/>
                        </a:lnTo>
                        <a:lnTo>
                          <a:pt x="1246" y="59"/>
                        </a:lnTo>
                        <a:lnTo>
                          <a:pt x="1241" y="56"/>
                        </a:lnTo>
                        <a:lnTo>
                          <a:pt x="1236" y="52"/>
                        </a:lnTo>
                        <a:lnTo>
                          <a:pt x="1232" y="48"/>
                        </a:lnTo>
                        <a:lnTo>
                          <a:pt x="1227" y="45"/>
                        </a:lnTo>
                        <a:lnTo>
                          <a:pt x="1222" y="41"/>
                        </a:lnTo>
                        <a:lnTo>
                          <a:pt x="1217" y="38"/>
                        </a:lnTo>
                        <a:lnTo>
                          <a:pt x="1213" y="34"/>
                        </a:lnTo>
                        <a:lnTo>
                          <a:pt x="1208" y="31"/>
                        </a:lnTo>
                        <a:lnTo>
                          <a:pt x="1202" y="28"/>
                        </a:lnTo>
                        <a:lnTo>
                          <a:pt x="1197" y="26"/>
                        </a:lnTo>
                        <a:lnTo>
                          <a:pt x="1192" y="22"/>
                        </a:lnTo>
                        <a:lnTo>
                          <a:pt x="1188" y="20"/>
                        </a:lnTo>
                        <a:lnTo>
                          <a:pt x="1182" y="18"/>
                        </a:lnTo>
                        <a:lnTo>
                          <a:pt x="1177" y="15"/>
                        </a:lnTo>
                        <a:lnTo>
                          <a:pt x="1182" y="15"/>
                        </a:lnTo>
                        <a:lnTo>
                          <a:pt x="1187" y="15"/>
                        </a:lnTo>
                        <a:lnTo>
                          <a:pt x="1190" y="14"/>
                        </a:lnTo>
                        <a:lnTo>
                          <a:pt x="1195" y="14"/>
                        </a:lnTo>
                        <a:lnTo>
                          <a:pt x="1200" y="14"/>
                        </a:lnTo>
                        <a:lnTo>
                          <a:pt x="1203" y="14"/>
                        </a:lnTo>
                        <a:lnTo>
                          <a:pt x="1208" y="13"/>
                        </a:lnTo>
                        <a:lnTo>
                          <a:pt x="1213" y="13"/>
                        </a:lnTo>
                        <a:lnTo>
                          <a:pt x="1217" y="13"/>
                        </a:lnTo>
                        <a:lnTo>
                          <a:pt x="1221" y="13"/>
                        </a:lnTo>
                        <a:lnTo>
                          <a:pt x="1226" y="13"/>
                        </a:lnTo>
                        <a:lnTo>
                          <a:pt x="1230" y="13"/>
                        </a:lnTo>
                        <a:lnTo>
                          <a:pt x="1234" y="12"/>
                        </a:lnTo>
                        <a:lnTo>
                          <a:pt x="1239" y="12"/>
                        </a:lnTo>
                        <a:lnTo>
                          <a:pt x="1243" y="12"/>
                        </a:lnTo>
                        <a:lnTo>
                          <a:pt x="1247" y="12"/>
                        </a:lnTo>
                        <a:lnTo>
                          <a:pt x="1251" y="12"/>
                        </a:lnTo>
                        <a:lnTo>
                          <a:pt x="1255" y="10"/>
                        </a:lnTo>
                        <a:lnTo>
                          <a:pt x="1260" y="10"/>
                        </a:lnTo>
                        <a:lnTo>
                          <a:pt x="1264" y="10"/>
                        </a:lnTo>
                        <a:lnTo>
                          <a:pt x="1268" y="10"/>
                        </a:lnTo>
                        <a:lnTo>
                          <a:pt x="1272" y="10"/>
                        </a:lnTo>
                        <a:lnTo>
                          <a:pt x="1275" y="9"/>
                        </a:lnTo>
                        <a:lnTo>
                          <a:pt x="1280" y="9"/>
                        </a:lnTo>
                        <a:lnTo>
                          <a:pt x="1284" y="9"/>
                        </a:lnTo>
                        <a:lnTo>
                          <a:pt x="1289" y="9"/>
                        </a:lnTo>
                        <a:lnTo>
                          <a:pt x="1291" y="8"/>
                        </a:lnTo>
                        <a:lnTo>
                          <a:pt x="1296" y="8"/>
                        </a:lnTo>
                        <a:lnTo>
                          <a:pt x="1300" y="8"/>
                        </a:lnTo>
                        <a:lnTo>
                          <a:pt x="1304" y="8"/>
                        </a:lnTo>
                        <a:lnTo>
                          <a:pt x="1309" y="8"/>
                        </a:lnTo>
                        <a:lnTo>
                          <a:pt x="1312" y="8"/>
                        </a:lnTo>
                        <a:lnTo>
                          <a:pt x="1316" y="8"/>
                        </a:lnTo>
                        <a:lnTo>
                          <a:pt x="1319" y="7"/>
                        </a:lnTo>
                        <a:lnTo>
                          <a:pt x="1323" y="7"/>
                        </a:lnTo>
                        <a:lnTo>
                          <a:pt x="1327" y="7"/>
                        </a:lnTo>
                        <a:lnTo>
                          <a:pt x="1330" y="6"/>
                        </a:lnTo>
                        <a:lnTo>
                          <a:pt x="1334" y="6"/>
                        </a:lnTo>
                        <a:lnTo>
                          <a:pt x="1338" y="6"/>
                        </a:lnTo>
                        <a:lnTo>
                          <a:pt x="1342" y="6"/>
                        </a:lnTo>
                        <a:lnTo>
                          <a:pt x="1346" y="6"/>
                        </a:lnTo>
                        <a:lnTo>
                          <a:pt x="1349" y="5"/>
                        </a:lnTo>
                        <a:lnTo>
                          <a:pt x="1351" y="5"/>
                        </a:lnTo>
                        <a:lnTo>
                          <a:pt x="1356" y="5"/>
                        </a:lnTo>
                        <a:lnTo>
                          <a:pt x="1359" y="5"/>
                        </a:lnTo>
                        <a:lnTo>
                          <a:pt x="1362" y="3"/>
                        </a:lnTo>
                        <a:lnTo>
                          <a:pt x="1366" y="3"/>
                        </a:lnTo>
                        <a:lnTo>
                          <a:pt x="1369" y="3"/>
                        </a:lnTo>
                        <a:lnTo>
                          <a:pt x="1372" y="3"/>
                        </a:lnTo>
                        <a:lnTo>
                          <a:pt x="1375" y="3"/>
                        </a:lnTo>
                        <a:lnTo>
                          <a:pt x="1379" y="3"/>
                        </a:lnTo>
                        <a:lnTo>
                          <a:pt x="1382" y="3"/>
                        </a:lnTo>
                        <a:lnTo>
                          <a:pt x="1385" y="2"/>
                        </a:lnTo>
                        <a:lnTo>
                          <a:pt x="1387" y="2"/>
                        </a:lnTo>
                        <a:lnTo>
                          <a:pt x="1389" y="1"/>
                        </a:lnTo>
                        <a:lnTo>
                          <a:pt x="1393" y="1"/>
                        </a:lnTo>
                        <a:lnTo>
                          <a:pt x="1395" y="1"/>
                        </a:lnTo>
                        <a:lnTo>
                          <a:pt x="1398" y="0"/>
                        </a:lnTo>
                        <a:lnTo>
                          <a:pt x="1401" y="0"/>
                        </a:lnTo>
                        <a:lnTo>
                          <a:pt x="1405" y="0"/>
                        </a:lnTo>
                        <a:lnTo>
                          <a:pt x="1407" y="0"/>
                        </a:lnTo>
                        <a:lnTo>
                          <a:pt x="1410" y="0"/>
                        </a:lnTo>
                        <a:lnTo>
                          <a:pt x="1412" y="0"/>
                        </a:lnTo>
                        <a:lnTo>
                          <a:pt x="1416" y="0"/>
                        </a:lnTo>
                        <a:lnTo>
                          <a:pt x="1425" y="84"/>
                        </a:lnTo>
                        <a:lnTo>
                          <a:pt x="1424" y="84"/>
                        </a:lnTo>
                        <a:lnTo>
                          <a:pt x="1421" y="84"/>
                        </a:lnTo>
                        <a:lnTo>
                          <a:pt x="1420" y="84"/>
                        </a:lnTo>
                        <a:lnTo>
                          <a:pt x="1416" y="84"/>
                        </a:lnTo>
                        <a:lnTo>
                          <a:pt x="1412" y="85"/>
                        </a:lnTo>
                        <a:lnTo>
                          <a:pt x="1407" y="85"/>
                        </a:lnTo>
                        <a:lnTo>
                          <a:pt x="1402" y="86"/>
                        </a:lnTo>
                        <a:lnTo>
                          <a:pt x="1400" y="86"/>
                        </a:lnTo>
                        <a:lnTo>
                          <a:pt x="1397" y="86"/>
                        </a:lnTo>
                        <a:lnTo>
                          <a:pt x="1393" y="86"/>
                        </a:lnTo>
                        <a:lnTo>
                          <a:pt x="1389" y="88"/>
                        </a:lnTo>
                        <a:lnTo>
                          <a:pt x="1387" y="88"/>
                        </a:lnTo>
                        <a:lnTo>
                          <a:pt x="1383" y="89"/>
                        </a:lnTo>
                        <a:lnTo>
                          <a:pt x="1380" y="89"/>
                        </a:lnTo>
                        <a:lnTo>
                          <a:pt x="1376" y="89"/>
                        </a:lnTo>
                        <a:lnTo>
                          <a:pt x="1372" y="89"/>
                        </a:lnTo>
                        <a:lnTo>
                          <a:pt x="1368" y="90"/>
                        </a:lnTo>
                        <a:lnTo>
                          <a:pt x="1363" y="90"/>
                        </a:lnTo>
                        <a:lnTo>
                          <a:pt x="1360" y="91"/>
                        </a:lnTo>
                        <a:lnTo>
                          <a:pt x="1354" y="91"/>
                        </a:lnTo>
                        <a:lnTo>
                          <a:pt x="1350" y="91"/>
                        </a:lnTo>
                        <a:lnTo>
                          <a:pt x="1346" y="92"/>
                        </a:lnTo>
                        <a:lnTo>
                          <a:pt x="1341" y="94"/>
                        </a:lnTo>
                        <a:lnTo>
                          <a:pt x="1335" y="94"/>
                        </a:lnTo>
                        <a:lnTo>
                          <a:pt x="1329" y="94"/>
                        </a:lnTo>
                        <a:lnTo>
                          <a:pt x="1324" y="94"/>
                        </a:lnTo>
                        <a:lnTo>
                          <a:pt x="1319" y="95"/>
                        </a:lnTo>
                        <a:lnTo>
                          <a:pt x="1312" y="96"/>
                        </a:lnTo>
                        <a:lnTo>
                          <a:pt x="1306" y="96"/>
                        </a:lnTo>
                        <a:lnTo>
                          <a:pt x="1302" y="97"/>
                        </a:lnTo>
                        <a:lnTo>
                          <a:pt x="1296" y="97"/>
                        </a:lnTo>
                        <a:lnTo>
                          <a:pt x="1289" y="97"/>
                        </a:lnTo>
                        <a:lnTo>
                          <a:pt x="1283" y="97"/>
                        </a:lnTo>
                        <a:lnTo>
                          <a:pt x="1275" y="98"/>
                        </a:lnTo>
                        <a:lnTo>
                          <a:pt x="1270" y="100"/>
                        </a:lnTo>
                        <a:lnTo>
                          <a:pt x="1262" y="100"/>
                        </a:lnTo>
                        <a:lnTo>
                          <a:pt x="1255" y="100"/>
                        </a:lnTo>
                        <a:lnTo>
                          <a:pt x="1249" y="100"/>
                        </a:lnTo>
                        <a:lnTo>
                          <a:pt x="1242" y="102"/>
                        </a:lnTo>
                        <a:lnTo>
                          <a:pt x="1235" y="102"/>
                        </a:lnTo>
                        <a:lnTo>
                          <a:pt x="1228" y="102"/>
                        </a:lnTo>
                        <a:lnTo>
                          <a:pt x="1220" y="102"/>
                        </a:lnTo>
                        <a:lnTo>
                          <a:pt x="1213" y="102"/>
                        </a:lnTo>
                        <a:lnTo>
                          <a:pt x="1205" y="103"/>
                        </a:lnTo>
                        <a:lnTo>
                          <a:pt x="1197" y="104"/>
                        </a:lnTo>
                        <a:lnTo>
                          <a:pt x="1190" y="104"/>
                        </a:lnTo>
                        <a:lnTo>
                          <a:pt x="1182" y="104"/>
                        </a:lnTo>
                        <a:lnTo>
                          <a:pt x="1173" y="104"/>
                        </a:lnTo>
                        <a:lnTo>
                          <a:pt x="1165" y="104"/>
                        </a:lnTo>
                        <a:lnTo>
                          <a:pt x="1157" y="105"/>
                        </a:lnTo>
                        <a:lnTo>
                          <a:pt x="1149" y="107"/>
                        </a:lnTo>
                        <a:lnTo>
                          <a:pt x="1140" y="107"/>
                        </a:lnTo>
                        <a:lnTo>
                          <a:pt x="1132" y="107"/>
                        </a:lnTo>
                        <a:lnTo>
                          <a:pt x="1122" y="107"/>
                        </a:lnTo>
                        <a:lnTo>
                          <a:pt x="1114" y="107"/>
                        </a:lnTo>
                        <a:lnTo>
                          <a:pt x="1112" y="103"/>
                        </a:lnTo>
                        <a:lnTo>
                          <a:pt x="1108" y="100"/>
                        </a:lnTo>
                        <a:lnTo>
                          <a:pt x="1106" y="95"/>
                        </a:lnTo>
                        <a:lnTo>
                          <a:pt x="1102" y="91"/>
                        </a:lnTo>
                        <a:lnTo>
                          <a:pt x="1099" y="89"/>
                        </a:lnTo>
                        <a:lnTo>
                          <a:pt x="1096" y="85"/>
                        </a:lnTo>
                        <a:lnTo>
                          <a:pt x="1094" y="82"/>
                        </a:lnTo>
                        <a:lnTo>
                          <a:pt x="1090" y="79"/>
                        </a:lnTo>
                        <a:lnTo>
                          <a:pt x="1086" y="76"/>
                        </a:lnTo>
                        <a:lnTo>
                          <a:pt x="1083" y="73"/>
                        </a:lnTo>
                        <a:lnTo>
                          <a:pt x="1080" y="71"/>
                        </a:lnTo>
                        <a:lnTo>
                          <a:pt x="1076" y="70"/>
                        </a:lnTo>
                        <a:lnTo>
                          <a:pt x="1074" y="67"/>
                        </a:lnTo>
                        <a:lnTo>
                          <a:pt x="1070" y="65"/>
                        </a:lnTo>
                        <a:lnTo>
                          <a:pt x="1065" y="64"/>
                        </a:lnTo>
                        <a:lnTo>
                          <a:pt x="1063" y="62"/>
                        </a:lnTo>
                        <a:lnTo>
                          <a:pt x="1060" y="60"/>
                        </a:lnTo>
                        <a:lnTo>
                          <a:pt x="1056" y="58"/>
                        </a:lnTo>
                        <a:lnTo>
                          <a:pt x="1051" y="56"/>
                        </a:lnTo>
                        <a:lnTo>
                          <a:pt x="1048" y="56"/>
                        </a:lnTo>
                        <a:lnTo>
                          <a:pt x="1044" y="53"/>
                        </a:lnTo>
                        <a:lnTo>
                          <a:pt x="1041" y="52"/>
                        </a:lnTo>
                        <a:lnTo>
                          <a:pt x="1037" y="51"/>
                        </a:lnTo>
                        <a:lnTo>
                          <a:pt x="1033" y="50"/>
                        </a:lnTo>
                        <a:lnTo>
                          <a:pt x="1030" y="48"/>
                        </a:lnTo>
                        <a:lnTo>
                          <a:pt x="1026" y="46"/>
                        </a:lnTo>
                        <a:lnTo>
                          <a:pt x="1022" y="45"/>
                        </a:lnTo>
                        <a:lnTo>
                          <a:pt x="1018" y="44"/>
                        </a:lnTo>
                        <a:lnTo>
                          <a:pt x="1014" y="43"/>
                        </a:lnTo>
                        <a:lnTo>
                          <a:pt x="1011" y="41"/>
                        </a:lnTo>
                        <a:lnTo>
                          <a:pt x="1007" y="39"/>
                        </a:lnTo>
                        <a:lnTo>
                          <a:pt x="1004" y="38"/>
                        </a:lnTo>
                        <a:lnTo>
                          <a:pt x="1001" y="38"/>
                        </a:lnTo>
                        <a:lnTo>
                          <a:pt x="1000" y="39"/>
                        </a:lnTo>
                        <a:lnTo>
                          <a:pt x="998" y="40"/>
                        </a:lnTo>
                        <a:lnTo>
                          <a:pt x="994" y="41"/>
                        </a:lnTo>
                        <a:lnTo>
                          <a:pt x="990" y="43"/>
                        </a:lnTo>
                        <a:lnTo>
                          <a:pt x="987" y="45"/>
                        </a:lnTo>
                        <a:lnTo>
                          <a:pt x="982" y="47"/>
                        </a:lnTo>
                        <a:lnTo>
                          <a:pt x="980" y="51"/>
                        </a:lnTo>
                        <a:lnTo>
                          <a:pt x="974" y="53"/>
                        </a:lnTo>
                        <a:lnTo>
                          <a:pt x="971" y="56"/>
                        </a:lnTo>
                        <a:lnTo>
                          <a:pt x="967" y="58"/>
                        </a:lnTo>
                        <a:lnTo>
                          <a:pt x="962" y="60"/>
                        </a:lnTo>
                        <a:lnTo>
                          <a:pt x="959" y="62"/>
                        </a:lnTo>
                        <a:lnTo>
                          <a:pt x="956" y="64"/>
                        </a:lnTo>
                        <a:lnTo>
                          <a:pt x="952" y="65"/>
                        </a:lnTo>
                        <a:lnTo>
                          <a:pt x="950" y="67"/>
                        </a:lnTo>
                        <a:lnTo>
                          <a:pt x="952" y="69"/>
                        </a:lnTo>
                        <a:lnTo>
                          <a:pt x="955" y="71"/>
                        </a:lnTo>
                        <a:lnTo>
                          <a:pt x="959" y="76"/>
                        </a:lnTo>
                        <a:lnTo>
                          <a:pt x="962" y="79"/>
                        </a:lnTo>
                        <a:lnTo>
                          <a:pt x="965" y="82"/>
                        </a:lnTo>
                        <a:lnTo>
                          <a:pt x="969" y="85"/>
                        </a:lnTo>
                        <a:lnTo>
                          <a:pt x="972" y="88"/>
                        </a:lnTo>
                        <a:lnTo>
                          <a:pt x="974" y="91"/>
                        </a:lnTo>
                        <a:lnTo>
                          <a:pt x="976" y="89"/>
                        </a:lnTo>
                        <a:lnTo>
                          <a:pt x="980" y="86"/>
                        </a:lnTo>
                        <a:lnTo>
                          <a:pt x="982" y="85"/>
                        </a:lnTo>
                        <a:lnTo>
                          <a:pt x="985" y="84"/>
                        </a:lnTo>
                        <a:lnTo>
                          <a:pt x="987" y="83"/>
                        </a:lnTo>
                        <a:lnTo>
                          <a:pt x="990" y="83"/>
                        </a:lnTo>
                        <a:lnTo>
                          <a:pt x="992" y="82"/>
                        </a:lnTo>
                        <a:lnTo>
                          <a:pt x="995" y="82"/>
                        </a:lnTo>
                        <a:lnTo>
                          <a:pt x="1000" y="82"/>
                        </a:lnTo>
                        <a:lnTo>
                          <a:pt x="1005" y="83"/>
                        </a:lnTo>
                        <a:lnTo>
                          <a:pt x="1010" y="84"/>
                        </a:lnTo>
                        <a:lnTo>
                          <a:pt x="1014" y="85"/>
                        </a:lnTo>
                        <a:lnTo>
                          <a:pt x="1018" y="86"/>
                        </a:lnTo>
                        <a:lnTo>
                          <a:pt x="1023" y="89"/>
                        </a:lnTo>
                        <a:lnTo>
                          <a:pt x="1026" y="91"/>
                        </a:lnTo>
                        <a:lnTo>
                          <a:pt x="1031" y="96"/>
                        </a:lnTo>
                        <a:lnTo>
                          <a:pt x="1035" y="98"/>
                        </a:lnTo>
                        <a:lnTo>
                          <a:pt x="1038" y="102"/>
                        </a:lnTo>
                        <a:lnTo>
                          <a:pt x="1043" y="104"/>
                        </a:lnTo>
                        <a:lnTo>
                          <a:pt x="1047" y="109"/>
                        </a:lnTo>
                        <a:lnTo>
                          <a:pt x="1042" y="109"/>
                        </a:lnTo>
                        <a:lnTo>
                          <a:pt x="1037" y="109"/>
                        </a:lnTo>
                        <a:lnTo>
                          <a:pt x="1032" y="109"/>
                        </a:lnTo>
                        <a:lnTo>
                          <a:pt x="1028" y="109"/>
                        </a:lnTo>
                        <a:lnTo>
                          <a:pt x="1022" y="109"/>
                        </a:lnTo>
                        <a:lnTo>
                          <a:pt x="1018" y="109"/>
                        </a:lnTo>
                        <a:lnTo>
                          <a:pt x="1012" y="109"/>
                        </a:lnTo>
                        <a:lnTo>
                          <a:pt x="1007" y="109"/>
                        </a:lnTo>
                        <a:lnTo>
                          <a:pt x="1003" y="108"/>
                        </a:lnTo>
                        <a:lnTo>
                          <a:pt x="998" y="108"/>
                        </a:lnTo>
                        <a:lnTo>
                          <a:pt x="992" y="108"/>
                        </a:lnTo>
                        <a:lnTo>
                          <a:pt x="987" y="108"/>
                        </a:lnTo>
                        <a:lnTo>
                          <a:pt x="982" y="108"/>
                        </a:lnTo>
                        <a:lnTo>
                          <a:pt x="978" y="108"/>
                        </a:lnTo>
                        <a:lnTo>
                          <a:pt x="973" y="108"/>
                        </a:lnTo>
                        <a:lnTo>
                          <a:pt x="968" y="108"/>
                        </a:lnTo>
                        <a:lnTo>
                          <a:pt x="965" y="107"/>
                        </a:lnTo>
                        <a:lnTo>
                          <a:pt x="962" y="107"/>
                        </a:lnTo>
                        <a:lnTo>
                          <a:pt x="960" y="107"/>
                        </a:lnTo>
                        <a:lnTo>
                          <a:pt x="958" y="107"/>
                        </a:lnTo>
                        <a:lnTo>
                          <a:pt x="954" y="107"/>
                        </a:lnTo>
                        <a:lnTo>
                          <a:pt x="952" y="107"/>
                        </a:lnTo>
                        <a:lnTo>
                          <a:pt x="949" y="107"/>
                        </a:lnTo>
                        <a:lnTo>
                          <a:pt x="947" y="107"/>
                        </a:lnTo>
                        <a:lnTo>
                          <a:pt x="944" y="107"/>
                        </a:lnTo>
                        <a:lnTo>
                          <a:pt x="942" y="107"/>
                        </a:lnTo>
                        <a:lnTo>
                          <a:pt x="940" y="107"/>
                        </a:lnTo>
                        <a:lnTo>
                          <a:pt x="936" y="107"/>
                        </a:lnTo>
                        <a:lnTo>
                          <a:pt x="931" y="107"/>
                        </a:lnTo>
                        <a:lnTo>
                          <a:pt x="927" y="107"/>
                        </a:lnTo>
                        <a:lnTo>
                          <a:pt x="924" y="107"/>
                        </a:lnTo>
                        <a:lnTo>
                          <a:pt x="921" y="107"/>
                        </a:lnTo>
                        <a:lnTo>
                          <a:pt x="918" y="107"/>
                        </a:lnTo>
                        <a:lnTo>
                          <a:pt x="916" y="107"/>
                        </a:lnTo>
                        <a:lnTo>
                          <a:pt x="914" y="107"/>
                        </a:lnTo>
                        <a:lnTo>
                          <a:pt x="910" y="107"/>
                        </a:lnTo>
                        <a:lnTo>
                          <a:pt x="908" y="107"/>
                        </a:lnTo>
                        <a:lnTo>
                          <a:pt x="905" y="107"/>
                        </a:lnTo>
                        <a:lnTo>
                          <a:pt x="903" y="105"/>
                        </a:lnTo>
                        <a:lnTo>
                          <a:pt x="899" y="105"/>
                        </a:lnTo>
                        <a:lnTo>
                          <a:pt x="897" y="105"/>
                        </a:lnTo>
                        <a:lnTo>
                          <a:pt x="895" y="105"/>
                        </a:lnTo>
                        <a:lnTo>
                          <a:pt x="892" y="105"/>
                        </a:lnTo>
                        <a:lnTo>
                          <a:pt x="889" y="105"/>
                        </a:lnTo>
                        <a:lnTo>
                          <a:pt x="886" y="105"/>
                        </a:lnTo>
                        <a:lnTo>
                          <a:pt x="884" y="105"/>
                        </a:lnTo>
                        <a:lnTo>
                          <a:pt x="880" y="104"/>
                        </a:lnTo>
                        <a:lnTo>
                          <a:pt x="877" y="104"/>
                        </a:lnTo>
                        <a:lnTo>
                          <a:pt x="873" y="104"/>
                        </a:lnTo>
                        <a:lnTo>
                          <a:pt x="870" y="104"/>
                        </a:lnTo>
                        <a:lnTo>
                          <a:pt x="866" y="104"/>
                        </a:lnTo>
                        <a:lnTo>
                          <a:pt x="863" y="104"/>
                        </a:lnTo>
                        <a:lnTo>
                          <a:pt x="858" y="104"/>
                        </a:lnTo>
                        <a:lnTo>
                          <a:pt x="855" y="104"/>
                        </a:lnTo>
                        <a:lnTo>
                          <a:pt x="852" y="104"/>
                        </a:lnTo>
                        <a:lnTo>
                          <a:pt x="848" y="104"/>
                        </a:lnTo>
                        <a:lnTo>
                          <a:pt x="845" y="104"/>
                        </a:lnTo>
                        <a:lnTo>
                          <a:pt x="840" y="104"/>
                        </a:lnTo>
                        <a:lnTo>
                          <a:pt x="838" y="104"/>
                        </a:lnTo>
                        <a:lnTo>
                          <a:pt x="834" y="104"/>
                        </a:lnTo>
                        <a:lnTo>
                          <a:pt x="831" y="104"/>
                        </a:lnTo>
                        <a:lnTo>
                          <a:pt x="827" y="104"/>
                        </a:lnTo>
                        <a:lnTo>
                          <a:pt x="826" y="100"/>
                        </a:lnTo>
                        <a:lnTo>
                          <a:pt x="826" y="96"/>
                        </a:lnTo>
                        <a:lnTo>
                          <a:pt x="825" y="91"/>
                        </a:lnTo>
                        <a:lnTo>
                          <a:pt x="823" y="89"/>
                        </a:lnTo>
                        <a:lnTo>
                          <a:pt x="822" y="84"/>
                        </a:lnTo>
                        <a:lnTo>
                          <a:pt x="822" y="81"/>
                        </a:lnTo>
                        <a:lnTo>
                          <a:pt x="821" y="76"/>
                        </a:lnTo>
                        <a:lnTo>
                          <a:pt x="821" y="73"/>
                        </a:lnTo>
                        <a:lnTo>
                          <a:pt x="818" y="73"/>
                        </a:lnTo>
                        <a:lnTo>
                          <a:pt x="814" y="76"/>
                        </a:lnTo>
                        <a:lnTo>
                          <a:pt x="810" y="76"/>
                        </a:lnTo>
                        <a:lnTo>
                          <a:pt x="807" y="78"/>
                        </a:lnTo>
                        <a:lnTo>
                          <a:pt x="803" y="78"/>
                        </a:lnTo>
                        <a:lnTo>
                          <a:pt x="800" y="78"/>
                        </a:lnTo>
                        <a:lnTo>
                          <a:pt x="797" y="76"/>
                        </a:lnTo>
                        <a:lnTo>
                          <a:pt x="795" y="76"/>
                        </a:lnTo>
                        <a:lnTo>
                          <a:pt x="793" y="75"/>
                        </a:lnTo>
                        <a:lnTo>
                          <a:pt x="790" y="73"/>
                        </a:lnTo>
                        <a:lnTo>
                          <a:pt x="787" y="71"/>
                        </a:lnTo>
                        <a:lnTo>
                          <a:pt x="784" y="70"/>
                        </a:lnTo>
                        <a:lnTo>
                          <a:pt x="780" y="66"/>
                        </a:lnTo>
                        <a:lnTo>
                          <a:pt x="775" y="62"/>
                        </a:lnTo>
                        <a:lnTo>
                          <a:pt x="772" y="59"/>
                        </a:lnTo>
                        <a:lnTo>
                          <a:pt x="770" y="56"/>
                        </a:lnTo>
                        <a:lnTo>
                          <a:pt x="766" y="53"/>
                        </a:lnTo>
                        <a:lnTo>
                          <a:pt x="765" y="51"/>
                        </a:lnTo>
                        <a:lnTo>
                          <a:pt x="761" y="46"/>
                        </a:lnTo>
                        <a:lnTo>
                          <a:pt x="756" y="41"/>
                        </a:lnTo>
                        <a:lnTo>
                          <a:pt x="753" y="39"/>
                        </a:lnTo>
                        <a:lnTo>
                          <a:pt x="751" y="38"/>
                        </a:lnTo>
                        <a:lnTo>
                          <a:pt x="748" y="35"/>
                        </a:lnTo>
                        <a:lnTo>
                          <a:pt x="745" y="34"/>
                        </a:lnTo>
                        <a:lnTo>
                          <a:pt x="742" y="33"/>
                        </a:lnTo>
                        <a:lnTo>
                          <a:pt x="739" y="33"/>
                        </a:lnTo>
                        <a:lnTo>
                          <a:pt x="737" y="32"/>
                        </a:lnTo>
                        <a:lnTo>
                          <a:pt x="733" y="32"/>
                        </a:lnTo>
                        <a:lnTo>
                          <a:pt x="729" y="37"/>
                        </a:lnTo>
                        <a:lnTo>
                          <a:pt x="726" y="41"/>
                        </a:lnTo>
                        <a:lnTo>
                          <a:pt x="724" y="46"/>
                        </a:lnTo>
                        <a:lnTo>
                          <a:pt x="721" y="52"/>
                        </a:lnTo>
                        <a:lnTo>
                          <a:pt x="720" y="56"/>
                        </a:lnTo>
                        <a:lnTo>
                          <a:pt x="720" y="62"/>
                        </a:lnTo>
                        <a:lnTo>
                          <a:pt x="721" y="66"/>
                        </a:lnTo>
                        <a:lnTo>
                          <a:pt x="723" y="71"/>
                        </a:lnTo>
                        <a:lnTo>
                          <a:pt x="724" y="73"/>
                        </a:lnTo>
                        <a:lnTo>
                          <a:pt x="726" y="79"/>
                        </a:lnTo>
                        <a:lnTo>
                          <a:pt x="729" y="83"/>
                        </a:lnTo>
                        <a:lnTo>
                          <a:pt x="732" y="86"/>
                        </a:lnTo>
                        <a:lnTo>
                          <a:pt x="734" y="91"/>
                        </a:lnTo>
                        <a:lnTo>
                          <a:pt x="739" y="94"/>
                        </a:lnTo>
                        <a:lnTo>
                          <a:pt x="744" y="97"/>
                        </a:lnTo>
                        <a:lnTo>
                          <a:pt x="749" y="102"/>
                        </a:lnTo>
                        <a:lnTo>
                          <a:pt x="744" y="102"/>
                        </a:lnTo>
                        <a:lnTo>
                          <a:pt x="742" y="102"/>
                        </a:lnTo>
                        <a:lnTo>
                          <a:pt x="739" y="102"/>
                        </a:lnTo>
                        <a:lnTo>
                          <a:pt x="737" y="102"/>
                        </a:lnTo>
                        <a:lnTo>
                          <a:pt x="733" y="101"/>
                        </a:lnTo>
                        <a:lnTo>
                          <a:pt x="730" y="101"/>
                        </a:lnTo>
                        <a:lnTo>
                          <a:pt x="726" y="101"/>
                        </a:lnTo>
                        <a:lnTo>
                          <a:pt x="724" y="101"/>
                        </a:lnTo>
                        <a:lnTo>
                          <a:pt x="721" y="101"/>
                        </a:lnTo>
                        <a:lnTo>
                          <a:pt x="719" y="101"/>
                        </a:lnTo>
                        <a:lnTo>
                          <a:pt x="715" y="101"/>
                        </a:lnTo>
                        <a:lnTo>
                          <a:pt x="713" y="101"/>
                        </a:lnTo>
                        <a:lnTo>
                          <a:pt x="710" y="101"/>
                        </a:lnTo>
                        <a:lnTo>
                          <a:pt x="707" y="101"/>
                        </a:lnTo>
                        <a:lnTo>
                          <a:pt x="704" y="101"/>
                        </a:lnTo>
                        <a:lnTo>
                          <a:pt x="701" y="101"/>
                        </a:lnTo>
                        <a:lnTo>
                          <a:pt x="699" y="100"/>
                        </a:lnTo>
                        <a:lnTo>
                          <a:pt x="695" y="100"/>
                        </a:lnTo>
                        <a:lnTo>
                          <a:pt x="693" y="100"/>
                        </a:lnTo>
                        <a:lnTo>
                          <a:pt x="689" y="100"/>
                        </a:lnTo>
                        <a:lnTo>
                          <a:pt x="687" y="100"/>
                        </a:lnTo>
                        <a:lnTo>
                          <a:pt x="683" y="100"/>
                        </a:lnTo>
                        <a:lnTo>
                          <a:pt x="681" y="100"/>
                        </a:lnTo>
                        <a:lnTo>
                          <a:pt x="679" y="100"/>
                        </a:lnTo>
                        <a:lnTo>
                          <a:pt x="676" y="100"/>
                        </a:lnTo>
                        <a:lnTo>
                          <a:pt x="673" y="100"/>
                        </a:lnTo>
                        <a:lnTo>
                          <a:pt x="669" y="100"/>
                        </a:lnTo>
                        <a:lnTo>
                          <a:pt x="667" y="100"/>
                        </a:lnTo>
                        <a:lnTo>
                          <a:pt x="664" y="100"/>
                        </a:lnTo>
                        <a:lnTo>
                          <a:pt x="662" y="100"/>
                        </a:lnTo>
                        <a:lnTo>
                          <a:pt x="659" y="100"/>
                        </a:lnTo>
                        <a:lnTo>
                          <a:pt x="656" y="100"/>
                        </a:lnTo>
                        <a:lnTo>
                          <a:pt x="661" y="96"/>
                        </a:lnTo>
                        <a:lnTo>
                          <a:pt x="666" y="91"/>
                        </a:lnTo>
                        <a:lnTo>
                          <a:pt x="670" y="86"/>
                        </a:lnTo>
                        <a:lnTo>
                          <a:pt x="675" y="82"/>
                        </a:lnTo>
                        <a:lnTo>
                          <a:pt x="676" y="79"/>
                        </a:lnTo>
                        <a:lnTo>
                          <a:pt x="679" y="76"/>
                        </a:lnTo>
                        <a:lnTo>
                          <a:pt x="679" y="72"/>
                        </a:lnTo>
                        <a:lnTo>
                          <a:pt x="681" y="70"/>
                        </a:lnTo>
                        <a:lnTo>
                          <a:pt x="682" y="66"/>
                        </a:lnTo>
                        <a:lnTo>
                          <a:pt x="683" y="63"/>
                        </a:lnTo>
                        <a:lnTo>
                          <a:pt x="685" y="59"/>
                        </a:lnTo>
                        <a:lnTo>
                          <a:pt x="686" y="56"/>
                        </a:lnTo>
                        <a:lnTo>
                          <a:pt x="683" y="53"/>
                        </a:lnTo>
                        <a:lnTo>
                          <a:pt x="680" y="52"/>
                        </a:lnTo>
                        <a:lnTo>
                          <a:pt x="677" y="51"/>
                        </a:lnTo>
                        <a:lnTo>
                          <a:pt x="674" y="51"/>
                        </a:lnTo>
                        <a:lnTo>
                          <a:pt x="670" y="50"/>
                        </a:lnTo>
                        <a:lnTo>
                          <a:pt x="668" y="50"/>
                        </a:lnTo>
                        <a:lnTo>
                          <a:pt x="664" y="50"/>
                        </a:lnTo>
                        <a:lnTo>
                          <a:pt x="662" y="50"/>
                        </a:lnTo>
                        <a:lnTo>
                          <a:pt x="659" y="48"/>
                        </a:lnTo>
                        <a:lnTo>
                          <a:pt x="656" y="48"/>
                        </a:lnTo>
                        <a:lnTo>
                          <a:pt x="651" y="50"/>
                        </a:lnTo>
                        <a:lnTo>
                          <a:pt x="649" y="50"/>
                        </a:lnTo>
                        <a:lnTo>
                          <a:pt x="645" y="50"/>
                        </a:lnTo>
                        <a:lnTo>
                          <a:pt x="643" y="51"/>
                        </a:lnTo>
                        <a:lnTo>
                          <a:pt x="640" y="51"/>
                        </a:lnTo>
                        <a:lnTo>
                          <a:pt x="636" y="52"/>
                        </a:lnTo>
                        <a:lnTo>
                          <a:pt x="632" y="52"/>
                        </a:lnTo>
                        <a:lnTo>
                          <a:pt x="630" y="52"/>
                        </a:lnTo>
                        <a:lnTo>
                          <a:pt x="625" y="52"/>
                        </a:lnTo>
                        <a:lnTo>
                          <a:pt x="623" y="53"/>
                        </a:lnTo>
                        <a:lnTo>
                          <a:pt x="619" y="53"/>
                        </a:lnTo>
                        <a:lnTo>
                          <a:pt x="616" y="53"/>
                        </a:lnTo>
                        <a:lnTo>
                          <a:pt x="612" y="53"/>
                        </a:lnTo>
                        <a:lnTo>
                          <a:pt x="610" y="53"/>
                        </a:lnTo>
                        <a:lnTo>
                          <a:pt x="607" y="52"/>
                        </a:lnTo>
                        <a:lnTo>
                          <a:pt x="604" y="52"/>
                        </a:lnTo>
                        <a:lnTo>
                          <a:pt x="600" y="51"/>
                        </a:lnTo>
                        <a:lnTo>
                          <a:pt x="598" y="51"/>
                        </a:lnTo>
                        <a:lnTo>
                          <a:pt x="594" y="48"/>
                        </a:lnTo>
                        <a:lnTo>
                          <a:pt x="592" y="47"/>
                        </a:lnTo>
                        <a:lnTo>
                          <a:pt x="589" y="46"/>
                        </a:lnTo>
                        <a:lnTo>
                          <a:pt x="586" y="44"/>
                        </a:lnTo>
                        <a:lnTo>
                          <a:pt x="585" y="46"/>
                        </a:lnTo>
                        <a:lnTo>
                          <a:pt x="585" y="48"/>
                        </a:lnTo>
                        <a:lnTo>
                          <a:pt x="584" y="51"/>
                        </a:lnTo>
                        <a:lnTo>
                          <a:pt x="583" y="53"/>
                        </a:lnTo>
                        <a:lnTo>
                          <a:pt x="583" y="56"/>
                        </a:lnTo>
                        <a:lnTo>
                          <a:pt x="581" y="60"/>
                        </a:lnTo>
                        <a:lnTo>
                          <a:pt x="580" y="64"/>
                        </a:lnTo>
                        <a:lnTo>
                          <a:pt x="580" y="69"/>
                        </a:lnTo>
                        <a:lnTo>
                          <a:pt x="579" y="72"/>
                        </a:lnTo>
                        <a:lnTo>
                          <a:pt x="579" y="76"/>
                        </a:lnTo>
                        <a:lnTo>
                          <a:pt x="578" y="81"/>
                        </a:lnTo>
                        <a:lnTo>
                          <a:pt x="577" y="85"/>
                        </a:lnTo>
                        <a:lnTo>
                          <a:pt x="577" y="89"/>
                        </a:lnTo>
                        <a:lnTo>
                          <a:pt x="577" y="92"/>
                        </a:lnTo>
                        <a:lnTo>
                          <a:pt x="575" y="97"/>
                        </a:lnTo>
                        <a:lnTo>
                          <a:pt x="575" y="101"/>
                        </a:lnTo>
                        <a:lnTo>
                          <a:pt x="572" y="101"/>
                        </a:lnTo>
                        <a:lnTo>
                          <a:pt x="570" y="101"/>
                        </a:lnTo>
                        <a:lnTo>
                          <a:pt x="567" y="101"/>
                        </a:lnTo>
                        <a:lnTo>
                          <a:pt x="564" y="101"/>
                        </a:lnTo>
                        <a:lnTo>
                          <a:pt x="560" y="101"/>
                        </a:lnTo>
                        <a:lnTo>
                          <a:pt x="556" y="101"/>
                        </a:lnTo>
                        <a:lnTo>
                          <a:pt x="554" y="101"/>
                        </a:lnTo>
                        <a:lnTo>
                          <a:pt x="552" y="101"/>
                        </a:lnTo>
                        <a:lnTo>
                          <a:pt x="549" y="101"/>
                        </a:lnTo>
                        <a:lnTo>
                          <a:pt x="546" y="101"/>
                        </a:lnTo>
                        <a:lnTo>
                          <a:pt x="542" y="101"/>
                        </a:lnTo>
                        <a:lnTo>
                          <a:pt x="540" y="101"/>
                        </a:lnTo>
                        <a:lnTo>
                          <a:pt x="536" y="101"/>
                        </a:lnTo>
                        <a:lnTo>
                          <a:pt x="534" y="101"/>
                        </a:lnTo>
                        <a:lnTo>
                          <a:pt x="532" y="101"/>
                        </a:lnTo>
                        <a:lnTo>
                          <a:pt x="529" y="101"/>
                        </a:lnTo>
                        <a:lnTo>
                          <a:pt x="526" y="101"/>
                        </a:lnTo>
                        <a:lnTo>
                          <a:pt x="523" y="101"/>
                        </a:lnTo>
                        <a:lnTo>
                          <a:pt x="520" y="101"/>
                        </a:lnTo>
                        <a:lnTo>
                          <a:pt x="516" y="101"/>
                        </a:lnTo>
                        <a:lnTo>
                          <a:pt x="514" y="101"/>
                        </a:lnTo>
                        <a:lnTo>
                          <a:pt x="511" y="101"/>
                        </a:lnTo>
                        <a:lnTo>
                          <a:pt x="509" y="101"/>
                        </a:lnTo>
                        <a:lnTo>
                          <a:pt x="507" y="101"/>
                        </a:lnTo>
                        <a:lnTo>
                          <a:pt x="503" y="101"/>
                        </a:lnTo>
                        <a:lnTo>
                          <a:pt x="501" y="101"/>
                        </a:lnTo>
                        <a:lnTo>
                          <a:pt x="497" y="101"/>
                        </a:lnTo>
                        <a:lnTo>
                          <a:pt x="495" y="101"/>
                        </a:lnTo>
                        <a:lnTo>
                          <a:pt x="492" y="101"/>
                        </a:lnTo>
                        <a:lnTo>
                          <a:pt x="490" y="101"/>
                        </a:lnTo>
                        <a:lnTo>
                          <a:pt x="486" y="101"/>
                        </a:lnTo>
                        <a:lnTo>
                          <a:pt x="484" y="102"/>
                        </a:lnTo>
                        <a:lnTo>
                          <a:pt x="482" y="102"/>
                        </a:lnTo>
                        <a:lnTo>
                          <a:pt x="478" y="102"/>
                        </a:lnTo>
                        <a:lnTo>
                          <a:pt x="476" y="102"/>
                        </a:lnTo>
                        <a:lnTo>
                          <a:pt x="473" y="102"/>
                        </a:lnTo>
                        <a:lnTo>
                          <a:pt x="471" y="102"/>
                        </a:lnTo>
                        <a:lnTo>
                          <a:pt x="469" y="102"/>
                        </a:lnTo>
                        <a:lnTo>
                          <a:pt x="466" y="102"/>
                        </a:lnTo>
                        <a:lnTo>
                          <a:pt x="463" y="102"/>
                        </a:lnTo>
                        <a:lnTo>
                          <a:pt x="460" y="102"/>
                        </a:lnTo>
                        <a:lnTo>
                          <a:pt x="457" y="102"/>
                        </a:lnTo>
                        <a:lnTo>
                          <a:pt x="456" y="102"/>
                        </a:lnTo>
                        <a:lnTo>
                          <a:pt x="453" y="102"/>
                        </a:lnTo>
                        <a:lnTo>
                          <a:pt x="447" y="102"/>
                        </a:lnTo>
                        <a:lnTo>
                          <a:pt x="443" y="102"/>
                        </a:lnTo>
                        <a:lnTo>
                          <a:pt x="440" y="102"/>
                        </a:lnTo>
                        <a:lnTo>
                          <a:pt x="437" y="102"/>
                        </a:lnTo>
                        <a:lnTo>
                          <a:pt x="434" y="102"/>
                        </a:lnTo>
                        <a:lnTo>
                          <a:pt x="432" y="102"/>
                        </a:lnTo>
                        <a:lnTo>
                          <a:pt x="427" y="102"/>
                        </a:lnTo>
                        <a:lnTo>
                          <a:pt x="422" y="102"/>
                        </a:lnTo>
                        <a:lnTo>
                          <a:pt x="416" y="102"/>
                        </a:lnTo>
                        <a:lnTo>
                          <a:pt x="413" y="103"/>
                        </a:lnTo>
                        <a:lnTo>
                          <a:pt x="407" y="103"/>
                        </a:lnTo>
                        <a:lnTo>
                          <a:pt x="402" y="104"/>
                        </a:lnTo>
                        <a:lnTo>
                          <a:pt x="405" y="100"/>
                        </a:lnTo>
                        <a:lnTo>
                          <a:pt x="405" y="97"/>
                        </a:lnTo>
                        <a:lnTo>
                          <a:pt x="407" y="94"/>
                        </a:lnTo>
                        <a:lnTo>
                          <a:pt x="408" y="91"/>
                        </a:lnTo>
                        <a:lnTo>
                          <a:pt x="408" y="86"/>
                        </a:lnTo>
                        <a:lnTo>
                          <a:pt x="409" y="84"/>
                        </a:lnTo>
                        <a:lnTo>
                          <a:pt x="408" y="82"/>
                        </a:lnTo>
                        <a:lnTo>
                          <a:pt x="408" y="78"/>
                        </a:lnTo>
                        <a:lnTo>
                          <a:pt x="407" y="76"/>
                        </a:lnTo>
                        <a:lnTo>
                          <a:pt x="405" y="73"/>
                        </a:lnTo>
                        <a:lnTo>
                          <a:pt x="403" y="71"/>
                        </a:lnTo>
                        <a:lnTo>
                          <a:pt x="402" y="69"/>
                        </a:lnTo>
                        <a:lnTo>
                          <a:pt x="399" y="67"/>
                        </a:lnTo>
                        <a:lnTo>
                          <a:pt x="395" y="66"/>
                        </a:lnTo>
                        <a:lnTo>
                          <a:pt x="392" y="66"/>
                        </a:lnTo>
                        <a:lnTo>
                          <a:pt x="387" y="67"/>
                        </a:lnTo>
                        <a:lnTo>
                          <a:pt x="383" y="71"/>
                        </a:lnTo>
                        <a:lnTo>
                          <a:pt x="381" y="73"/>
                        </a:lnTo>
                        <a:lnTo>
                          <a:pt x="378" y="76"/>
                        </a:lnTo>
                        <a:lnTo>
                          <a:pt x="375" y="79"/>
                        </a:lnTo>
                        <a:lnTo>
                          <a:pt x="375" y="83"/>
                        </a:lnTo>
                        <a:lnTo>
                          <a:pt x="375" y="86"/>
                        </a:lnTo>
                        <a:lnTo>
                          <a:pt x="375" y="89"/>
                        </a:lnTo>
                        <a:lnTo>
                          <a:pt x="375" y="94"/>
                        </a:lnTo>
                        <a:lnTo>
                          <a:pt x="375" y="96"/>
                        </a:lnTo>
                        <a:lnTo>
                          <a:pt x="375" y="100"/>
                        </a:lnTo>
                        <a:lnTo>
                          <a:pt x="375" y="102"/>
                        </a:lnTo>
                        <a:lnTo>
                          <a:pt x="376" y="104"/>
                        </a:lnTo>
                        <a:lnTo>
                          <a:pt x="373" y="104"/>
                        </a:lnTo>
                        <a:lnTo>
                          <a:pt x="369" y="104"/>
                        </a:lnTo>
                        <a:lnTo>
                          <a:pt x="365" y="104"/>
                        </a:lnTo>
                        <a:lnTo>
                          <a:pt x="363" y="104"/>
                        </a:lnTo>
                        <a:lnTo>
                          <a:pt x="360" y="104"/>
                        </a:lnTo>
                        <a:lnTo>
                          <a:pt x="357" y="104"/>
                        </a:lnTo>
                        <a:lnTo>
                          <a:pt x="355" y="104"/>
                        </a:lnTo>
                        <a:lnTo>
                          <a:pt x="351" y="104"/>
                        </a:lnTo>
                        <a:lnTo>
                          <a:pt x="348" y="104"/>
                        </a:lnTo>
                        <a:lnTo>
                          <a:pt x="344" y="104"/>
                        </a:lnTo>
                        <a:lnTo>
                          <a:pt x="342" y="104"/>
                        </a:lnTo>
                        <a:lnTo>
                          <a:pt x="339" y="104"/>
                        </a:lnTo>
                        <a:lnTo>
                          <a:pt x="337" y="104"/>
                        </a:lnTo>
                        <a:lnTo>
                          <a:pt x="333" y="104"/>
                        </a:lnTo>
                        <a:lnTo>
                          <a:pt x="330" y="104"/>
                        </a:lnTo>
                        <a:lnTo>
                          <a:pt x="327" y="104"/>
                        </a:lnTo>
                        <a:lnTo>
                          <a:pt x="324" y="104"/>
                        </a:lnTo>
                        <a:lnTo>
                          <a:pt x="322" y="104"/>
                        </a:lnTo>
                        <a:lnTo>
                          <a:pt x="319" y="104"/>
                        </a:lnTo>
                        <a:lnTo>
                          <a:pt x="317" y="104"/>
                        </a:lnTo>
                        <a:lnTo>
                          <a:pt x="313" y="104"/>
                        </a:lnTo>
                        <a:lnTo>
                          <a:pt x="311" y="104"/>
                        </a:lnTo>
                        <a:lnTo>
                          <a:pt x="307" y="104"/>
                        </a:lnTo>
                        <a:lnTo>
                          <a:pt x="305" y="104"/>
                        </a:lnTo>
                        <a:lnTo>
                          <a:pt x="303" y="104"/>
                        </a:lnTo>
                        <a:lnTo>
                          <a:pt x="299" y="104"/>
                        </a:lnTo>
                        <a:lnTo>
                          <a:pt x="297" y="104"/>
                        </a:lnTo>
                        <a:lnTo>
                          <a:pt x="294" y="104"/>
                        </a:lnTo>
                        <a:lnTo>
                          <a:pt x="288" y="104"/>
                        </a:lnTo>
                        <a:lnTo>
                          <a:pt x="284" y="105"/>
                        </a:lnTo>
                        <a:lnTo>
                          <a:pt x="281" y="105"/>
                        </a:lnTo>
                        <a:lnTo>
                          <a:pt x="279" y="105"/>
                        </a:lnTo>
                        <a:lnTo>
                          <a:pt x="276" y="105"/>
                        </a:lnTo>
                        <a:lnTo>
                          <a:pt x="273" y="105"/>
                        </a:lnTo>
                        <a:lnTo>
                          <a:pt x="268" y="105"/>
                        </a:lnTo>
                        <a:lnTo>
                          <a:pt x="263" y="105"/>
                        </a:lnTo>
                        <a:lnTo>
                          <a:pt x="259" y="105"/>
                        </a:lnTo>
                        <a:lnTo>
                          <a:pt x="253" y="105"/>
                        </a:lnTo>
                        <a:lnTo>
                          <a:pt x="249" y="105"/>
                        </a:lnTo>
                        <a:lnTo>
                          <a:pt x="246" y="105"/>
                        </a:lnTo>
                        <a:lnTo>
                          <a:pt x="241" y="105"/>
                        </a:lnTo>
                        <a:lnTo>
                          <a:pt x="235" y="105"/>
                        </a:lnTo>
                        <a:lnTo>
                          <a:pt x="230" y="105"/>
                        </a:lnTo>
                        <a:lnTo>
                          <a:pt x="227" y="105"/>
                        </a:lnTo>
                        <a:lnTo>
                          <a:pt x="223" y="105"/>
                        </a:lnTo>
                        <a:lnTo>
                          <a:pt x="218" y="105"/>
                        </a:lnTo>
                        <a:lnTo>
                          <a:pt x="215" y="105"/>
                        </a:lnTo>
                        <a:lnTo>
                          <a:pt x="210" y="105"/>
                        </a:lnTo>
                        <a:lnTo>
                          <a:pt x="204" y="104"/>
                        </a:lnTo>
                        <a:lnTo>
                          <a:pt x="198" y="104"/>
                        </a:lnTo>
                        <a:lnTo>
                          <a:pt x="192" y="104"/>
                        </a:lnTo>
                        <a:lnTo>
                          <a:pt x="187" y="104"/>
                        </a:lnTo>
                        <a:lnTo>
                          <a:pt x="182" y="104"/>
                        </a:lnTo>
                        <a:lnTo>
                          <a:pt x="176" y="104"/>
                        </a:lnTo>
                        <a:lnTo>
                          <a:pt x="170" y="104"/>
                        </a:lnTo>
                        <a:lnTo>
                          <a:pt x="165" y="104"/>
                        </a:lnTo>
                        <a:lnTo>
                          <a:pt x="159" y="103"/>
                        </a:lnTo>
                        <a:lnTo>
                          <a:pt x="153" y="102"/>
                        </a:lnTo>
                        <a:lnTo>
                          <a:pt x="148" y="102"/>
                        </a:lnTo>
                        <a:lnTo>
                          <a:pt x="144" y="102"/>
                        </a:lnTo>
                        <a:lnTo>
                          <a:pt x="138" y="102"/>
                        </a:lnTo>
                        <a:lnTo>
                          <a:pt x="134" y="102"/>
                        </a:lnTo>
                        <a:lnTo>
                          <a:pt x="128" y="102"/>
                        </a:lnTo>
                        <a:lnTo>
                          <a:pt x="125" y="102"/>
                        </a:lnTo>
                        <a:lnTo>
                          <a:pt x="119" y="102"/>
                        </a:lnTo>
                        <a:lnTo>
                          <a:pt x="114" y="101"/>
                        </a:lnTo>
                        <a:lnTo>
                          <a:pt x="109" y="100"/>
                        </a:lnTo>
                        <a:lnTo>
                          <a:pt x="104" y="100"/>
                        </a:lnTo>
                        <a:lnTo>
                          <a:pt x="100" y="100"/>
                        </a:lnTo>
                        <a:lnTo>
                          <a:pt x="96" y="100"/>
                        </a:lnTo>
                        <a:lnTo>
                          <a:pt x="91" y="100"/>
                        </a:lnTo>
                        <a:lnTo>
                          <a:pt x="88" y="100"/>
                        </a:lnTo>
                        <a:lnTo>
                          <a:pt x="83" y="100"/>
                        </a:lnTo>
                        <a:lnTo>
                          <a:pt x="78" y="98"/>
                        </a:lnTo>
                        <a:lnTo>
                          <a:pt x="75" y="97"/>
                        </a:lnTo>
                        <a:lnTo>
                          <a:pt x="71" y="97"/>
                        </a:lnTo>
                        <a:lnTo>
                          <a:pt x="68" y="97"/>
                        </a:lnTo>
                        <a:lnTo>
                          <a:pt x="64" y="97"/>
                        </a:lnTo>
                        <a:lnTo>
                          <a:pt x="61" y="97"/>
                        </a:lnTo>
                        <a:lnTo>
                          <a:pt x="57" y="97"/>
                        </a:lnTo>
                        <a:lnTo>
                          <a:pt x="53" y="97"/>
                        </a:lnTo>
                        <a:lnTo>
                          <a:pt x="50" y="96"/>
                        </a:lnTo>
                        <a:lnTo>
                          <a:pt x="46" y="96"/>
                        </a:lnTo>
                        <a:lnTo>
                          <a:pt x="44" y="96"/>
                        </a:lnTo>
                        <a:lnTo>
                          <a:pt x="40" y="95"/>
                        </a:lnTo>
                        <a:lnTo>
                          <a:pt x="38" y="94"/>
                        </a:lnTo>
                        <a:lnTo>
                          <a:pt x="34" y="94"/>
                        </a:lnTo>
                        <a:lnTo>
                          <a:pt x="33" y="94"/>
                        </a:lnTo>
                        <a:lnTo>
                          <a:pt x="30" y="94"/>
                        </a:lnTo>
                        <a:lnTo>
                          <a:pt x="26" y="94"/>
                        </a:lnTo>
                        <a:lnTo>
                          <a:pt x="24" y="94"/>
                        </a:lnTo>
                        <a:lnTo>
                          <a:pt x="23" y="94"/>
                        </a:lnTo>
                        <a:lnTo>
                          <a:pt x="18" y="91"/>
                        </a:lnTo>
                        <a:lnTo>
                          <a:pt x="14" y="91"/>
                        </a:lnTo>
                        <a:lnTo>
                          <a:pt x="11" y="91"/>
                        </a:lnTo>
                        <a:lnTo>
                          <a:pt x="7" y="91"/>
                        </a:lnTo>
                        <a:lnTo>
                          <a:pt x="5" y="91"/>
                        </a:lnTo>
                        <a:lnTo>
                          <a:pt x="2" y="91"/>
                        </a:lnTo>
                        <a:lnTo>
                          <a:pt x="0" y="91"/>
                        </a:lnTo>
                        <a:lnTo>
                          <a:pt x="13" y="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8" name="Freeform 106"/>
                  <p:cNvSpPr/>
                  <p:nvPr/>
                </p:nvSpPr>
                <p:spPr bwMode="auto">
                  <a:xfrm>
                    <a:off x="5420" y="1680"/>
                    <a:ext cx="12" cy="31"/>
                  </a:xfrm>
                  <a:custGeom>
                    <a:avLst/>
                    <a:gdLst>
                      <a:gd name="T0" fmla="*/ 0 w 36"/>
                      <a:gd name="T1" fmla="*/ 0 h 91"/>
                      <a:gd name="T2" fmla="*/ 0 w 36"/>
                      <a:gd name="T3" fmla="*/ 0 h 91"/>
                      <a:gd name="T4" fmla="*/ 0 w 36"/>
                      <a:gd name="T5" fmla="*/ 0 h 91"/>
                      <a:gd name="T6" fmla="*/ 0 w 36"/>
                      <a:gd name="T7" fmla="*/ 0 h 91"/>
                      <a:gd name="T8" fmla="*/ 0 w 36"/>
                      <a:gd name="T9" fmla="*/ 0 h 91"/>
                      <a:gd name="T10" fmla="*/ 0 w 36"/>
                      <a:gd name="T11" fmla="*/ 0 h 91"/>
                      <a:gd name="T12" fmla="*/ 0 w 36"/>
                      <a:gd name="T13" fmla="*/ 0 h 91"/>
                      <a:gd name="T14" fmla="*/ 0 w 36"/>
                      <a:gd name="T15" fmla="*/ 0 h 91"/>
                      <a:gd name="T16" fmla="*/ 0 w 36"/>
                      <a:gd name="T17" fmla="*/ 0 h 91"/>
                      <a:gd name="T18" fmla="*/ 0 w 36"/>
                      <a:gd name="T19" fmla="*/ 0 h 91"/>
                      <a:gd name="T20" fmla="*/ 0 w 36"/>
                      <a:gd name="T21" fmla="*/ 0 h 91"/>
                      <a:gd name="T22" fmla="*/ 0 w 36"/>
                      <a:gd name="T23" fmla="*/ 0 h 91"/>
                      <a:gd name="T24" fmla="*/ 0 w 36"/>
                      <a:gd name="T25" fmla="*/ 0 h 91"/>
                      <a:gd name="T26" fmla="*/ 0 w 36"/>
                      <a:gd name="T27" fmla="*/ 0 h 91"/>
                      <a:gd name="T28" fmla="*/ 0 w 36"/>
                      <a:gd name="T29" fmla="*/ 0 h 91"/>
                      <a:gd name="T30" fmla="*/ 0 w 36"/>
                      <a:gd name="T31" fmla="*/ 0 h 91"/>
                      <a:gd name="T32" fmla="*/ 0 w 36"/>
                      <a:gd name="T33" fmla="*/ 0 h 91"/>
                      <a:gd name="T34" fmla="*/ 0 w 36"/>
                      <a:gd name="T35" fmla="*/ 0 h 91"/>
                      <a:gd name="T36" fmla="*/ 0 w 36"/>
                      <a:gd name="T37" fmla="*/ 0 h 91"/>
                      <a:gd name="T38" fmla="*/ 0 w 36"/>
                      <a:gd name="T39" fmla="*/ 0 h 91"/>
                      <a:gd name="T40" fmla="*/ 0 w 36"/>
                      <a:gd name="T41" fmla="*/ 0 h 91"/>
                      <a:gd name="T42" fmla="*/ 0 w 36"/>
                      <a:gd name="T43" fmla="*/ 0 h 91"/>
                      <a:gd name="T44" fmla="*/ 0 w 36"/>
                      <a:gd name="T45" fmla="*/ 0 h 91"/>
                      <a:gd name="T46" fmla="*/ 0 w 36"/>
                      <a:gd name="T47" fmla="*/ 0 h 91"/>
                      <a:gd name="T48" fmla="*/ 0 w 36"/>
                      <a:gd name="T49" fmla="*/ 0 h 91"/>
                      <a:gd name="T50" fmla="*/ 0 w 36"/>
                      <a:gd name="T51" fmla="*/ 0 h 91"/>
                      <a:gd name="T52" fmla="*/ 0 w 36"/>
                      <a:gd name="T53" fmla="*/ 0 h 91"/>
                      <a:gd name="T54" fmla="*/ 0 w 36"/>
                      <a:gd name="T55" fmla="*/ 0 h 91"/>
                      <a:gd name="T56" fmla="*/ 0 w 36"/>
                      <a:gd name="T57" fmla="*/ 0 h 91"/>
                      <a:gd name="T58" fmla="*/ 0 w 36"/>
                      <a:gd name="T59" fmla="*/ 0 h 91"/>
                      <a:gd name="T60" fmla="*/ 0 w 36"/>
                      <a:gd name="T61" fmla="*/ 0 h 91"/>
                      <a:gd name="T62" fmla="*/ 0 w 36"/>
                      <a:gd name="T63" fmla="*/ 0 h 91"/>
                      <a:gd name="T64" fmla="*/ 0 w 36"/>
                      <a:gd name="T65" fmla="*/ 0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
                      <a:gd name="T100" fmla="*/ 0 h 91"/>
                      <a:gd name="T101" fmla="*/ 36 w 36"/>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 h="91">
                        <a:moveTo>
                          <a:pt x="36" y="91"/>
                        </a:moveTo>
                        <a:lnTo>
                          <a:pt x="33" y="91"/>
                        </a:lnTo>
                        <a:lnTo>
                          <a:pt x="29" y="91"/>
                        </a:lnTo>
                        <a:lnTo>
                          <a:pt x="27" y="89"/>
                        </a:lnTo>
                        <a:lnTo>
                          <a:pt x="23" y="89"/>
                        </a:lnTo>
                        <a:lnTo>
                          <a:pt x="17" y="88"/>
                        </a:lnTo>
                        <a:lnTo>
                          <a:pt x="15" y="87"/>
                        </a:lnTo>
                        <a:lnTo>
                          <a:pt x="10" y="85"/>
                        </a:lnTo>
                        <a:lnTo>
                          <a:pt x="8" y="83"/>
                        </a:lnTo>
                        <a:lnTo>
                          <a:pt x="4" y="81"/>
                        </a:lnTo>
                        <a:lnTo>
                          <a:pt x="3" y="80"/>
                        </a:lnTo>
                        <a:lnTo>
                          <a:pt x="0" y="75"/>
                        </a:lnTo>
                        <a:lnTo>
                          <a:pt x="0" y="70"/>
                        </a:lnTo>
                        <a:lnTo>
                          <a:pt x="0" y="67"/>
                        </a:lnTo>
                        <a:lnTo>
                          <a:pt x="0" y="64"/>
                        </a:lnTo>
                        <a:lnTo>
                          <a:pt x="1" y="61"/>
                        </a:lnTo>
                        <a:lnTo>
                          <a:pt x="3" y="58"/>
                        </a:lnTo>
                        <a:lnTo>
                          <a:pt x="3" y="55"/>
                        </a:lnTo>
                        <a:lnTo>
                          <a:pt x="6" y="51"/>
                        </a:lnTo>
                        <a:lnTo>
                          <a:pt x="7" y="48"/>
                        </a:lnTo>
                        <a:lnTo>
                          <a:pt x="9" y="45"/>
                        </a:lnTo>
                        <a:lnTo>
                          <a:pt x="11" y="41"/>
                        </a:lnTo>
                        <a:lnTo>
                          <a:pt x="13" y="37"/>
                        </a:lnTo>
                        <a:lnTo>
                          <a:pt x="15" y="34"/>
                        </a:lnTo>
                        <a:lnTo>
                          <a:pt x="19" y="30"/>
                        </a:lnTo>
                        <a:lnTo>
                          <a:pt x="20" y="26"/>
                        </a:lnTo>
                        <a:lnTo>
                          <a:pt x="23" y="23"/>
                        </a:lnTo>
                        <a:lnTo>
                          <a:pt x="26" y="19"/>
                        </a:lnTo>
                        <a:lnTo>
                          <a:pt x="28" y="15"/>
                        </a:lnTo>
                        <a:lnTo>
                          <a:pt x="30" y="12"/>
                        </a:lnTo>
                        <a:lnTo>
                          <a:pt x="32" y="7"/>
                        </a:lnTo>
                        <a:lnTo>
                          <a:pt x="33" y="4"/>
                        </a:lnTo>
                        <a:lnTo>
                          <a:pt x="35" y="0"/>
                        </a:lnTo>
                        <a:lnTo>
                          <a:pt x="35" y="4"/>
                        </a:lnTo>
                        <a:lnTo>
                          <a:pt x="35" y="6"/>
                        </a:lnTo>
                        <a:lnTo>
                          <a:pt x="35" y="10"/>
                        </a:lnTo>
                        <a:lnTo>
                          <a:pt x="35" y="12"/>
                        </a:lnTo>
                        <a:lnTo>
                          <a:pt x="35" y="15"/>
                        </a:lnTo>
                        <a:lnTo>
                          <a:pt x="35" y="17"/>
                        </a:lnTo>
                        <a:lnTo>
                          <a:pt x="35" y="20"/>
                        </a:lnTo>
                        <a:lnTo>
                          <a:pt x="35" y="23"/>
                        </a:lnTo>
                        <a:lnTo>
                          <a:pt x="35" y="26"/>
                        </a:lnTo>
                        <a:lnTo>
                          <a:pt x="35" y="30"/>
                        </a:lnTo>
                        <a:lnTo>
                          <a:pt x="35" y="32"/>
                        </a:lnTo>
                        <a:lnTo>
                          <a:pt x="35" y="35"/>
                        </a:lnTo>
                        <a:lnTo>
                          <a:pt x="35" y="37"/>
                        </a:lnTo>
                        <a:lnTo>
                          <a:pt x="35" y="41"/>
                        </a:lnTo>
                        <a:lnTo>
                          <a:pt x="35" y="43"/>
                        </a:lnTo>
                        <a:lnTo>
                          <a:pt x="35" y="47"/>
                        </a:lnTo>
                        <a:lnTo>
                          <a:pt x="35" y="49"/>
                        </a:lnTo>
                        <a:lnTo>
                          <a:pt x="35" y="53"/>
                        </a:lnTo>
                        <a:lnTo>
                          <a:pt x="35" y="55"/>
                        </a:lnTo>
                        <a:lnTo>
                          <a:pt x="35" y="57"/>
                        </a:lnTo>
                        <a:lnTo>
                          <a:pt x="35" y="61"/>
                        </a:lnTo>
                        <a:lnTo>
                          <a:pt x="35" y="63"/>
                        </a:lnTo>
                        <a:lnTo>
                          <a:pt x="35" y="67"/>
                        </a:lnTo>
                        <a:lnTo>
                          <a:pt x="35" y="69"/>
                        </a:lnTo>
                        <a:lnTo>
                          <a:pt x="35" y="72"/>
                        </a:lnTo>
                        <a:lnTo>
                          <a:pt x="35" y="75"/>
                        </a:lnTo>
                        <a:lnTo>
                          <a:pt x="35" y="77"/>
                        </a:lnTo>
                        <a:lnTo>
                          <a:pt x="35" y="80"/>
                        </a:lnTo>
                        <a:lnTo>
                          <a:pt x="35" y="82"/>
                        </a:lnTo>
                        <a:lnTo>
                          <a:pt x="35" y="86"/>
                        </a:lnTo>
                        <a:lnTo>
                          <a:pt x="35" y="88"/>
                        </a:lnTo>
                        <a:lnTo>
                          <a:pt x="36" y="91"/>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9" name="Freeform 107"/>
                  <p:cNvSpPr/>
                  <p:nvPr/>
                </p:nvSpPr>
                <p:spPr bwMode="auto">
                  <a:xfrm>
                    <a:off x="5402" y="1599"/>
                    <a:ext cx="223" cy="177"/>
                  </a:xfrm>
                  <a:custGeom>
                    <a:avLst/>
                    <a:gdLst>
                      <a:gd name="T0" fmla="*/ 0 w 667"/>
                      <a:gd name="T1" fmla="*/ 0 h 531"/>
                      <a:gd name="T2" fmla="*/ 0 w 667"/>
                      <a:gd name="T3" fmla="*/ 0 h 531"/>
                      <a:gd name="T4" fmla="*/ 0 w 667"/>
                      <a:gd name="T5" fmla="*/ 0 h 531"/>
                      <a:gd name="T6" fmla="*/ 0 w 667"/>
                      <a:gd name="T7" fmla="*/ 0 h 531"/>
                      <a:gd name="T8" fmla="*/ 0 w 667"/>
                      <a:gd name="T9" fmla="*/ 0 h 531"/>
                      <a:gd name="T10" fmla="*/ 0 w 667"/>
                      <a:gd name="T11" fmla="*/ 0 h 531"/>
                      <a:gd name="T12" fmla="*/ 0 w 667"/>
                      <a:gd name="T13" fmla="*/ 0 h 531"/>
                      <a:gd name="T14" fmla="*/ 0 w 667"/>
                      <a:gd name="T15" fmla="*/ 0 h 531"/>
                      <a:gd name="T16" fmla="*/ 0 w 667"/>
                      <a:gd name="T17" fmla="*/ 0 h 531"/>
                      <a:gd name="T18" fmla="*/ 0 w 667"/>
                      <a:gd name="T19" fmla="*/ 0 h 531"/>
                      <a:gd name="T20" fmla="*/ 0 w 667"/>
                      <a:gd name="T21" fmla="*/ 0 h 531"/>
                      <a:gd name="T22" fmla="*/ 0 w 667"/>
                      <a:gd name="T23" fmla="*/ 0 h 531"/>
                      <a:gd name="T24" fmla="*/ 0 w 667"/>
                      <a:gd name="T25" fmla="*/ 0 h 531"/>
                      <a:gd name="T26" fmla="*/ 0 w 667"/>
                      <a:gd name="T27" fmla="*/ 0 h 531"/>
                      <a:gd name="T28" fmla="*/ 0 w 667"/>
                      <a:gd name="T29" fmla="*/ 0 h 531"/>
                      <a:gd name="T30" fmla="*/ 0 w 667"/>
                      <a:gd name="T31" fmla="*/ 0 h 531"/>
                      <a:gd name="T32" fmla="*/ 0 w 667"/>
                      <a:gd name="T33" fmla="*/ 0 h 531"/>
                      <a:gd name="T34" fmla="*/ 0 w 667"/>
                      <a:gd name="T35" fmla="*/ 0 h 531"/>
                      <a:gd name="T36" fmla="*/ 0 w 667"/>
                      <a:gd name="T37" fmla="*/ 0 h 531"/>
                      <a:gd name="T38" fmla="*/ 0 w 667"/>
                      <a:gd name="T39" fmla="*/ 0 h 531"/>
                      <a:gd name="T40" fmla="*/ 0 w 667"/>
                      <a:gd name="T41" fmla="*/ 0 h 531"/>
                      <a:gd name="T42" fmla="*/ 0 w 667"/>
                      <a:gd name="T43" fmla="*/ 0 h 531"/>
                      <a:gd name="T44" fmla="*/ 0 w 667"/>
                      <a:gd name="T45" fmla="*/ 0 h 531"/>
                      <a:gd name="T46" fmla="*/ 0 w 667"/>
                      <a:gd name="T47" fmla="*/ 0 h 531"/>
                      <a:gd name="T48" fmla="*/ 0 w 667"/>
                      <a:gd name="T49" fmla="*/ 0 h 531"/>
                      <a:gd name="T50" fmla="*/ 0 w 667"/>
                      <a:gd name="T51" fmla="*/ 0 h 531"/>
                      <a:gd name="T52" fmla="*/ 0 w 667"/>
                      <a:gd name="T53" fmla="*/ 0 h 531"/>
                      <a:gd name="T54" fmla="*/ 0 w 667"/>
                      <a:gd name="T55" fmla="*/ 0 h 531"/>
                      <a:gd name="T56" fmla="*/ 0 w 667"/>
                      <a:gd name="T57" fmla="*/ 0 h 531"/>
                      <a:gd name="T58" fmla="*/ 0 w 667"/>
                      <a:gd name="T59" fmla="*/ 0 h 531"/>
                      <a:gd name="T60" fmla="*/ 0 w 667"/>
                      <a:gd name="T61" fmla="*/ 0 h 531"/>
                      <a:gd name="T62" fmla="*/ 0 w 667"/>
                      <a:gd name="T63" fmla="*/ 0 h 531"/>
                      <a:gd name="T64" fmla="*/ 0 w 667"/>
                      <a:gd name="T65" fmla="*/ 0 h 531"/>
                      <a:gd name="T66" fmla="*/ 0 w 667"/>
                      <a:gd name="T67" fmla="*/ 0 h 531"/>
                      <a:gd name="T68" fmla="*/ 0 w 667"/>
                      <a:gd name="T69" fmla="*/ 0 h 531"/>
                      <a:gd name="T70" fmla="*/ 0 w 667"/>
                      <a:gd name="T71" fmla="*/ 0 h 531"/>
                      <a:gd name="T72" fmla="*/ 0 w 667"/>
                      <a:gd name="T73" fmla="*/ 0 h 531"/>
                      <a:gd name="T74" fmla="*/ 0 w 667"/>
                      <a:gd name="T75" fmla="*/ 0 h 531"/>
                      <a:gd name="T76" fmla="*/ 0 w 667"/>
                      <a:gd name="T77" fmla="*/ 0 h 531"/>
                      <a:gd name="T78" fmla="*/ 0 w 667"/>
                      <a:gd name="T79" fmla="*/ 0 h 531"/>
                      <a:gd name="T80" fmla="*/ 0 w 667"/>
                      <a:gd name="T81" fmla="*/ 0 h 531"/>
                      <a:gd name="T82" fmla="*/ 0 w 667"/>
                      <a:gd name="T83" fmla="*/ 0 h 531"/>
                      <a:gd name="T84" fmla="*/ 0 w 667"/>
                      <a:gd name="T85" fmla="*/ 0 h 531"/>
                      <a:gd name="T86" fmla="*/ 0 w 667"/>
                      <a:gd name="T87" fmla="*/ 0 h 531"/>
                      <a:gd name="T88" fmla="*/ 0 w 667"/>
                      <a:gd name="T89" fmla="*/ 0 h 531"/>
                      <a:gd name="T90" fmla="*/ 0 w 667"/>
                      <a:gd name="T91" fmla="*/ 0 h 531"/>
                      <a:gd name="T92" fmla="*/ 0 w 667"/>
                      <a:gd name="T93" fmla="*/ 0 h 531"/>
                      <a:gd name="T94" fmla="*/ 0 w 667"/>
                      <a:gd name="T95" fmla="*/ 0 h 531"/>
                      <a:gd name="T96" fmla="*/ 0 w 667"/>
                      <a:gd name="T97" fmla="*/ 0 h 531"/>
                      <a:gd name="T98" fmla="*/ 0 w 667"/>
                      <a:gd name="T99" fmla="*/ 0 h 531"/>
                      <a:gd name="T100" fmla="*/ 0 w 667"/>
                      <a:gd name="T101" fmla="*/ 0 h 531"/>
                      <a:gd name="T102" fmla="*/ 0 w 667"/>
                      <a:gd name="T103" fmla="*/ 0 h 531"/>
                      <a:gd name="T104" fmla="*/ 0 w 667"/>
                      <a:gd name="T105" fmla="*/ 0 h 531"/>
                      <a:gd name="T106" fmla="*/ 0 w 667"/>
                      <a:gd name="T107" fmla="*/ 0 h 531"/>
                      <a:gd name="T108" fmla="*/ 0 w 667"/>
                      <a:gd name="T109" fmla="*/ 0 h 531"/>
                      <a:gd name="T110" fmla="*/ 0 w 667"/>
                      <a:gd name="T111" fmla="*/ 0 h 531"/>
                      <a:gd name="T112" fmla="*/ 0 w 667"/>
                      <a:gd name="T113" fmla="*/ 0 h 531"/>
                      <a:gd name="T114" fmla="*/ 0 w 667"/>
                      <a:gd name="T115" fmla="*/ 0 h 531"/>
                      <a:gd name="T116" fmla="*/ 0 w 667"/>
                      <a:gd name="T117" fmla="*/ 0 h 531"/>
                      <a:gd name="T118" fmla="*/ 0 w 667"/>
                      <a:gd name="T119" fmla="*/ 0 h 531"/>
                      <a:gd name="T120" fmla="*/ 0 w 667"/>
                      <a:gd name="T121" fmla="*/ 0 h 531"/>
                      <a:gd name="T122" fmla="*/ 0 w 667"/>
                      <a:gd name="T123" fmla="*/ 0 h 53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67"/>
                      <a:gd name="T187" fmla="*/ 0 h 531"/>
                      <a:gd name="T188" fmla="*/ 667 w 667"/>
                      <a:gd name="T189" fmla="*/ 531 h 53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67" h="531">
                        <a:moveTo>
                          <a:pt x="22" y="4"/>
                        </a:moveTo>
                        <a:lnTo>
                          <a:pt x="105" y="26"/>
                        </a:lnTo>
                        <a:lnTo>
                          <a:pt x="105" y="27"/>
                        </a:lnTo>
                        <a:lnTo>
                          <a:pt x="105" y="29"/>
                        </a:lnTo>
                        <a:lnTo>
                          <a:pt x="104" y="30"/>
                        </a:lnTo>
                        <a:lnTo>
                          <a:pt x="104" y="33"/>
                        </a:lnTo>
                        <a:lnTo>
                          <a:pt x="104" y="35"/>
                        </a:lnTo>
                        <a:lnTo>
                          <a:pt x="104" y="38"/>
                        </a:lnTo>
                        <a:lnTo>
                          <a:pt x="104" y="41"/>
                        </a:lnTo>
                        <a:lnTo>
                          <a:pt x="104" y="45"/>
                        </a:lnTo>
                        <a:lnTo>
                          <a:pt x="102" y="48"/>
                        </a:lnTo>
                        <a:lnTo>
                          <a:pt x="101" y="53"/>
                        </a:lnTo>
                        <a:lnTo>
                          <a:pt x="101" y="54"/>
                        </a:lnTo>
                        <a:lnTo>
                          <a:pt x="101" y="57"/>
                        </a:lnTo>
                        <a:lnTo>
                          <a:pt x="101" y="59"/>
                        </a:lnTo>
                        <a:lnTo>
                          <a:pt x="101" y="62"/>
                        </a:lnTo>
                        <a:lnTo>
                          <a:pt x="101" y="65"/>
                        </a:lnTo>
                        <a:lnTo>
                          <a:pt x="101" y="67"/>
                        </a:lnTo>
                        <a:lnTo>
                          <a:pt x="101" y="71"/>
                        </a:lnTo>
                        <a:lnTo>
                          <a:pt x="101" y="73"/>
                        </a:lnTo>
                        <a:lnTo>
                          <a:pt x="100" y="76"/>
                        </a:lnTo>
                        <a:lnTo>
                          <a:pt x="99" y="79"/>
                        </a:lnTo>
                        <a:lnTo>
                          <a:pt x="99" y="81"/>
                        </a:lnTo>
                        <a:lnTo>
                          <a:pt x="99" y="85"/>
                        </a:lnTo>
                        <a:lnTo>
                          <a:pt x="99" y="87"/>
                        </a:lnTo>
                        <a:lnTo>
                          <a:pt x="99" y="90"/>
                        </a:lnTo>
                        <a:lnTo>
                          <a:pt x="99" y="95"/>
                        </a:lnTo>
                        <a:lnTo>
                          <a:pt x="99" y="97"/>
                        </a:lnTo>
                        <a:lnTo>
                          <a:pt x="98" y="100"/>
                        </a:lnTo>
                        <a:lnTo>
                          <a:pt x="97" y="105"/>
                        </a:lnTo>
                        <a:lnTo>
                          <a:pt x="97" y="108"/>
                        </a:lnTo>
                        <a:lnTo>
                          <a:pt x="97" y="112"/>
                        </a:lnTo>
                        <a:lnTo>
                          <a:pt x="97" y="115"/>
                        </a:lnTo>
                        <a:lnTo>
                          <a:pt x="97" y="119"/>
                        </a:lnTo>
                        <a:lnTo>
                          <a:pt x="97" y="123"/>
                        </a:lnTo>
                        <a:lnTo>
                          <a:pt x="97" y="128"/>
                        </a:lnTo>
                        <a:lnTo>
                          <a:pt x="95" y="131"/>
                        </a:lnTo>
                        <a:lnTo>
                          <a:pt x="94" y="135"/>
                        </a:lnTo>
                        <a:lnTo>
                          <a:pt x="94" y="138"/>
                        </a:lnTo>
                        <a:lnTo>
                          <a:pt x="94" y="143"/>
                        </a:lnTo>
                        <a:lnTo>
                          <a:pt x="94" y="148"/>
                        </a:lnTo>
                        <a:lnTo>
                          <a:pt x="94" y="152"/>
                        </a:lnTo>
                        <a:lnTo>
                          <a:pt x="93" y="156"/>
                        </a:lnTo>
                        <a:lnTo>
                          <a:pt x="93" y="161"/>
                        </a:lnTo>
                        <a:lnTo>
                          <a:pt x="92" y="165"/>
                        </a:lnTo>
                        <a:lnTo>
                          <a:pt x="92" y="169"/>
                        </a:lnTo>
                        <a:lnTo>
                          <a:pt x="91" y="173"/>
                        </a:lnTo>
                        <a:lnTo>
                          <a:pt x="91" y="179"/>
                        </a:lnTo>
                        <a:lnTo>
                          <a:pt x="91" y="182"/>
                        </a:lnTo>
                        <a:lnTo>
                          <a:pt x="91" y="187"/>
                        </a:lnTo>
                        <a:lnTo>
                          <a:pt x="91" y="192"/>
                        </a:lnTo>
                        <a:lnTo>
                          <a:pt x="91" y="198"/>
                        </a:lnTo>
                        <a:lnTo>
                          <a:pt x="89" y="201"/>
                        </a:lnTo>
                        <a:lnTo>
                          <a:pt x="89" y="207"/>
                        </a:lnTo>
                        <a:lnTo>
                          <a:pt x="89" y="211"/>
                        </a:lnTo>
                        <a:lnTo>
                          <a:pt x="89" y="217"/>
                        </a:lnTo>
                        <a:lnTo>
                          <a:pt x="88" y="214"/>
                        </a:lnTo>
                        <a:lnTo>
                          <a:pt x="86" y="211"/>
                        </a:lnTo>
                        <a:lnTo>
                          <a:pt x="83" y="207"/>
                        </a:lnTo>
                        <a:lnTo>
                          <a:pt x="80" y="205"/>
                        </a:lnTo>
                        <a:lnTo>
                          <a:pt x="76" y="201"/>
                        </a:lnTo>
                        <a:lnTo>
                          <a:pt x="70" y="199"/>
                        </a:lnTo>
                        <a:lnTo>
                          <a:pt x="68" y="198"/>
                        </a:lnTo>
                        <a:lnTo>
                          <a:pt x="66" y="197"/>
                        </a:lnTo>
                        <a:lnTo>
                          <a:pt x="63" y="197"/>
                        </a:lnTo>
                        <a:lnTo>
                          <a:pt x="61" y="195"/>
                        </a:lnTo>
                        <a:lnTo>
                          <a:pt x="60" y="197"/>
                        </a:lnTo>
                        <a:lnTo>
                          <a:pt x="59" y="199"/>
                        </a:lnTo>
                        <a:lnTo>
                          <a:pt x="59" y="201"/>
                        </a:lnTo>
                        <a:lnTo>
                          <a:pt x="57" y="206"/>
                        </a:lnTo>
                        <a:lnTo>
                          <a:pt x="56" y="208"/>
                        </a:lnTo>
                        <a:lnTo>
                          <a:pt x="55" y="213"/>
                        </a:lnTo>
                        <a:lnTo>
                          <a:pt x="54" y="218"/>
                        </a:lnTo>
                        <a:lnTo>
                          <a:pt x="54" y="222"/>
                        </a:lnTo>
                        <a:lnTo>
                          <a:pt x="53" y="226"/>
                        </a:lnTo>
                        <a:lnTo>
                          <a:pt x="53" y="231"/>
                        </a:lnTo>
                        <a:lnTo>
                          <a:pt x="53" y="235"/>
                        </a:lnTo>
                        <a:lnTo>
                          <a:pt x="53" y="239"/>
                        </a:lnTo>
                        <a:lnTo>
                          <a:pt x="53" y="243"/>
                        </a:lnTo>
                        <a:lnTo>
                          <a:pt x="53" y="246"/>
                        </a:lnTo>
                        <a:lnTo>
                          <a:pt x="54" y="250"/>
                        </a:lnTo>
                        <a:lnTo>
                          <a:pt x="56" y="254"/>
                        </a:lnTo>
                        <a:lnTo>
                          <a:pt x="51" y="255"/>
                        </a:lnTo>
                        <a:lnTo>
                          <a:pt x="48" y="257"/>
                        </a:lnTo>
                        <a:lnTo>
                          <a:pt x="44" y="257"/>
                        </a:lnTo>
                        <a:lnTo>
                          <a:pt x="41" y="260"/>
                        </a:lnTo>
                        <a:lnTo>
                          <a:pt x="38" y="262"/>
                        </a:lnTo>
                        <a:lnTo>
                          <a:pt x="35" y="263"/>
                        </a:lnTo>
                        <a:lnTo>
                          <a:pt x="32" y="264"/>
                        </a:lnTo>
                        <a:lnTo>
                          <a:pt x="30" y="267"/>
                        </a:lnTo>
                        <a:lnTo>
                          <a:pt x="25" y="271"/>
                        </a:lnTo>
                        <a:lnTo>
                          <a:pt x="22" y="275"/>
                        </a:lnTo>
                        <a:lnTo>
                          <a:pt x="19" y="280"/>
                        </a:lnTo>
                        <a:lnTo>
                          <a:pt x="17" y="284"/>
                        </a:lnTo>
                        <a:lnTo>
                          <a:pt x="15" y="289"/>
                        </a:lnTo>
                        <a:lnTo>
                          <a:pt x="13" y="294"/>
                        </a:lnTo>
                        <a:lnTo>
                          <a:pt x="12" y="299"/>
                        </a:lnTo>
                        <a:lnTo>
                          <a:pt x="12" y="303"/>
                        </a:lnTo>
                        <a:lnTo>
                          <a:pt x="12" y="306"/>
                        </a:lnTo>
                        <a:lnTo>
                          <a:pt x="12" y="308"/>
                        </a:lnTo>
                        <a:lnTo>
                          <a:pt x="12" y="312"/>
                        </a:lnTo>
                        <a:lnTo>
                          <a:pt x="13" y="314"/>
                        </a:lnTo>
                        <a:lnTo>
                          <a:pt x="13" y="317"/>
                        </a:lnTo>
                        <a:lnTo>
                          <a:pt x="15" y="319"/>
                        </a:lnTo>
                        <a:lnTo>
                          <a:pt x="15" y="322"/>
                        </a:lnTo>
                        <a:lnTo>
                          <a:pt x="17" y="325"/>
                        </a:lnTo>
                        <a:lnTo>
                          <a:pt x="18" y="330"/>
                        </a:lnTo>
                        <a:lnTo>
                          <a:pt x="21" y="336"/>
                        </a:lnTo>
                        <a:lnTo>
                          <a:pt x="21" y="338"/>
                        </a:lnTo>
                        <a:lnTo>
                          <a:pt x="23" y="340"/>
                        </a:lnTo>
                        <a:lnTo>
                          <a:pt x="24" y="343"/>
                        </a:lnTo>
                        <a:lnTo>
                          <a:pt x="25" y="345"/>
                        </a:lnTo>
                        <a:lnTo>
                          <a:pt x="28" y="351"/>
                        </a:lnTo>
                        <a:lnTo>
                          <a:pt x="31" y="356"/>
                        </a:lnTo>
                        <a:lnTo>
                          <a:pt x="32" y="358"/>
                        </a:lnTo>
                        <a:lnTo>
                          <a:pt x="35" y="360"/>
                        </a:lnTo>
                        <a:lnTo>
                          <a:pt x="36" y="364"/>
                        </a:lnTo>
                        <a:lnTo>
                          <a:pt x="38" y="368"/>
                        </a:lnTo>
                        <a:lnTo>
                          <a:pt x="42" y="372"/>
                        </a:lnTo>
                        <a:lnTo>
                          <a:pt x="45" y="376"/>
                        </a:lnTo>
                        <a:lnTo>
                          <a:pt x="49" y="381"/>
                        </a:lnTo>
                        <a:lnTo>
                          <a:pt x="53" y="387"/>
                        </a:lnTo>
                        <a:lnTo>
                          <a:pt x="56" y="391"/>
                        </a:lnTo>
                        <a:lnTo>
                          <a:pt x="60" y="396"/>
                        </a:lnTo>
                        <a:lnTo>
                          <a:pt x="63" y="400"/>
                        </a:lnTo>
                        <a:lnTo>
                          <a:pt x="67" y="404"/>
                        </a:lnTo>
                        <a:lnTo>
                          <a:pt x="68" y="401"/>
                        </a:lnTo>
                        <a:lnTo>
                          <a:pt x="70" y="396"/>
                        </a:lnTo>
                        <a:lnTo>
                          <a:pt x="73" y="394"/>
                        </a:lnTo>
                        <a:lnTo>
                          <a:pt x="74" y="391"/>
                        </a:lnTo>
                        <a:lnTo>
                          <a:pt x="76" y="388"/>
                        </a:lnTo>
                        <a:lnTo>
                          <a:pt x="78" y="384"/>
                        </a:lnTo>
                        <a:lnTo>
                          <a:pt x="79" y="381"/>
                        </a:lnTo>
                        <a:lnTo>
                          <a:pt x="81" y="378"/>
                        </a:lnTo>
                        <a:lnTo>
                          <a:pt x="81" y="374"/>
                        </a:lnTo>
                        <a:lnTo>
                          <a:pt x="83" y="371"/>
                        </a:lnTo>
                        <a:lnTo>
                          <a:pt x="86" y="366"/>
                        </a:lnTo>
                        <a:lnTo>
                          <a:pt x="87" y="363"/>
                        </a:lnTo>
                        <a:lnTo>
                          <a:pt x="88" y="358"/>
                        </a:lnTo>
                        <a:lnTo>
                          <a:pt x="91" y="356"/>
                        </a:lnTo>
                        <a:lnTo>
                          <a:pt x="91" y="359"/>
                        </a:lnTo>
                        <a:lnTo>
                          <a:pt x="91" y="363"/>
                        </a:lnTo>
                        <a:lnTo>
                          <a:pt x="91" y="366"/>
                        </a:lnTo>
                        <a:lnTo>
                          <a:pt x="91" y="370"/>
                        </a:lnTo>
                        <a:lnTo>
                          <a:pt x="91" y="374"/>
                        </a:lnTo>
                        <a:lnTo>
                          <a:pt x="91" y="376"/>
                        </a:lnTo>
                        <a:lnTo>
                          <a:pt x="92" y="379"/>
                        </a:lnTo>
                        <a:lnTo>
                          <a:pt x="92" y="383"/>
                        </a:lnTo>
                        <a:lnTo>
                          <a:pt x="92" y="387"/>
                        </a:lnTo>
                        <a:lnTo>
                          <a:pt x="93" y="389"/>
                        </a:lnTo>
                        <a:lnTo>
                          <a:pt x="94" y="391"/>
                        </a:lnTo>
                        <a:lnTo>
                          <a:pt x="94" y="396"/>
                        </a:lnTo>
                        <a:lnTo>
                          <a:pt x="94" y="398"/>
                        </a:lnTo>
                        <a:lnTo>
                          <a:pt x="94" y="401"/>
                        </a:lnTo>
                        <a:lnTo>
                          <a:pt x="94" y="404"/>
                        </a:lnTo>
                        <a:lnTo>
                          <a:pt x="95" y="407"/>
                        </a:lnTo>
                        <a:lnTo>
                          <a:pt x="92" y="408"/>
                        </a:lnTo>
                        <a:lnTo>
                          <a:pt x="88" y="409"/>
                        </a:lnTo>
                        <a:lnTo>
                          <a:pt x="83" y="411"/>
                        </a:lnTo>
                        <a:lnTo>
                          <a:pt x="81" y="414"/>
                        </a:lnTo>
                        <a:lnTo>
                          <a:pt x="76" y="416"/>
                        </a:lnTo>
                        <a:lnTo>
                          <a:pt x="70" y="419"/>
                        </a:lnTo>
                        <a:lnTo>
                          <a:pt x="66" y="421"/>
                        </a:lnTo>
                        <a:lnTo>
                          <a:pt x="62" y="425"/>
                        </a:lnTo>
                        <a:lnTo>
                          <a:pt x="57" y="427"/>
                        </a:lnTo>
                        <a:lnTo>
                          <a:pt x="53" y="429"/>
                        </a:lnTo>
                        <a:lnTo>
                          <a:pt x="48" y="432"/>
                        </a:lnTo>
                        <a:lnTo>
                          <a:pt x="44" y="435"/>
                        </a:lnTo>
                        <a:lnTo>
                          <a:pt x="40" y="438"/>
                        </a:lnTo>
                        <a:lnTo>
                          <a:pt x="37" y="440"/>
                        </a:lnTo>
                        <a:lnTo>
                          <a:pt x="34" y="442"/>
                        </a:lnTo>
                        <a:lnTo>
                          <a:pt x="32" y="445"/>
                        </a:lnTo>
                        <a:lnTo>
                          <a:pt x="36" y="445"/>
                        </a:lnTo>
                        <a:lnTo>
                          <a:pt x="41" y="445"/>
                        </a:lnTo>
                        <a:lnTo>
                          <a:pt x="44" y="445"/>
                        </a:lnTo>
                        <a:lnTo>
                          <a:pt x="48" y="445"/>
                        </a:lnTo>
                        <a:lnTo>
                          <a:pt x="53" y="445"/>
                        </a:lnTo>
                        <a:lnTo>
                          <a:pt x="56" y="445"/>
                        </a:lnTo>
                        <a:lnTo>
                          <a:pt x="61" y="445"/>
                        </a:lnTo>
                        <a:lnTo>
                          <a:pt x="66" y="445"/>
                        </a:lnTo>
                        <a:lnTo>
                          <a:pt x="66" y="447"/>
                        </a:lnTo>
                        <a:lnTo>
                          <a:pt x="68" y="449"/>
                        </a:lnTo>
                        <a:lnTo>
                          <a:pt x="69" y="452"/>
                        </a:lnTo>
                        <a:lnTo>
                          <a:pt x="70" y="454"/>
                        </a:lnTo>
                        <a:lnTo>
                          <a:pt x="74" y="457"/>
                        </a:lnTo>
                        <a:lnTo>
                          <a:pt x="78" y="460"/>
                        </a:lnTo>
                        <a:lnTo>
                          <a:pt x="81" y="461"/>
                        </a:lnTo>
                        <a:lnTo>
                          <a:pt x="85" y="463"/>
                        </a:lnTo>
                        <a:lnTo>
                          <a:pt x="88" y="463"/>
                        </a:lnTo>
                        <a:lnTo>
                          <a:pt x="92" y="463"/>
                        </a:lnTo>
                        <a:lnTo>
                          <a:pt x="94" y="461"/>
                        </a:lnTo>
                        <a:lnTo>
                          <a:pt x="99" y="459"/>
                        </a:lnTo>
                        <a:lnTo>
                          <a:pt x="101" y="458"/>
                        </a:lnTo>
                        <a:lnTo>
                          <a:pt x="104" y="455"/>
                        </a:lnTo>
                        <a:lnTo>
                          <a:pt x="107" y="452"/>
                        </a:lnTo>
                        <a:lnTo>
                          <a:pt x="110" y="449"/>
                        </a:lnTo>
                        <a:lnTo>
                          <a:pt x="112" y="446"/>
                        </a:lnTo>
                        <a:lnTo>
                          <a:pt x="114" y="442"/>
                        </a:lnTo>
                        <a:lnTo>
                          <a:pt x="117" y="442"/>
                        </a:lnTo>
                        <a:lnTo>
                          <a:pt x="121" y="444"/>
                        </a:lnTo>
                        <a:lnTo>
                          <a:pt x="125" y="445"/>
                        </a:lnTo>
                        <a:lnTo>
                          <a:pt x="130" y="446"/>
                        </a:lnTo>
                        <a:lnTo>
                          <a:pt x="133" y="446"/>
                        </a:lnTo>
                        <a:lnTo>
                          <a:pt x="138" y="446"/>
                        </a:lnTo>
                        <a:lnTo>
                          <a:pt x="142" y="446"/>
                        </a:lnTo>
                        <a:lnTo>
                          <a:pt x="146" y="447"/>
                        </a:lnTo>
                        <a:lnTo>
                          <a:pt x="149" y="446"/>
                        </a:lnTo>
                        <a:lnTo>
                          <a:pt x="152" y="446"/>
                        </a:lnTo>
                        <a:lnTo>
                          <a:pt x="156" y="446"/>
                        </a:lnTo>
                        <a:lnTo>
                          <a:pt x="158" y="446"/>
                        </a:lnTo>
                        <a:lnTo>
                          <a:pt x="162" y="446"/>
                        </a:lnTo>
                        <a:lnTo>
                          <a:pt x="164" y="446"/>
                        </a:lnTo>
                        <a:lnTo>
                          <a:pt x="175" y="446"/>
                        </a:lnTo>
                        <a:lnTo>
                          <a:pt x="184" y="447"/>
                        </a:lnTo>
                        <a:lnTo>
                          <a:pt x="195" y="447"/>
                        </a:lnTo>
                        <a:lnTo>
                          <a:pt x="204" y="447"/>
                        </a:lnTo>
                        <a:lnTo>
                          <a:pt x="215" y="447"/>
                        </a:lnTo>
                        <a:lnTo>
                          <a:pt x="225" y="447"/>
                        </a:lnTo>
                        <a:lnTo>
                          <a:pt x="235" y="447"/>
                        </a:lnTo>
                        <a:lnTo>
                          <a:pt x="246" y="447"/>
                        </a:lnTo>
                        <a:lnTo>
                          <a:pt x="255" y="447"/>
                        </a:lnTo>
                        <a:lnTo>
                          <a:pt x="265" y="447"/>
                        </a:lnTo>
                        <a:lnTo>
                          <a:pt x="274" y="447"/>
                        </a:lnTo>
                        <a:lnTo>
                          <a:pt x="285" y="447"/>
                        </a:lnTo>
                        <a:lnTo>
                          <a:pt x="293" y="447"/>
                        </a:lnTo>
                        <a:lnTo>
                          <a:pt x="304" y="447"/>
                        </a:lnTo>
                        <a:lnTo>
                          <a:pt x="314" y="447"/>
                        </a:lnTo>
                        <a:lnTo>
                          <a:pt x="323" y="447"/>
                        </a:lnTo>
                        <a:lnTo>
                          <a:pt x="331" y="447"/>
                        </a:lnTo>
                        <a:lnTo>
                          <a:pt x="341" y="446"/>
                        </a:lnTo>
                        <a:lnTo>
                          <a:pt x="349" y="446"/>
                        </a:lnTo>
                        <a:lnTo>
                          <a:pt x="359" y="446"/>
                        </a:lnTo>
                        <a:lnTo>
                          <a:pt x="367" y="445"/>
                        </a:lnTo>
                        <a:lnTo>
                          <a:pt x="377" y="445"/>
                        </a:lnTo>
                        <a:lnTo>
                          <a:pt x="385" y="445"/>
                        </a:lnTo>
                        <a:lnTo>
                          <a:pt x="393" y="445"/>
                        </a:lnTo>
                        <a:lnTo>
                          <a:pt x="401" y="445"/>
                        </a:lnTo>
                        <a:lnTo>
                          <a:pt x="410" y="444"/>
                        </a:lnTo>
                        <a:lnTo>
                          <a:pt x="417" y="444"/>
                        </a:lnTo>
                        <a:lnTo>
                          <a:pt x="425" y="444"/>
                        </a:lnTo>
                        <a:lnTo>
                          <a:pt x="432" y="442"/>
                        </a:lnTo>
                        <a:lnTo>
                          <a:pt x="441" y="442"/>
                        </a:lnTo>
                        <a:lnTo>
                          <a:pt x="448" y="442"/>
                        </a:lnTo>
                        <a:lnTo>
                          <a:pt x="455" y="442"/>
                        </a:lnTo>
                        <a:lnTo>
                          <a:pt x="462" y="441"/>
                        </a:lnTo>
                        <a:lnTo>
                          <a:pt x="468" y="441"/>
                        </a:lnTo>
                        <a:lnTo>
                          <a:pt x="475" y="440"/>
                        </a:lnTo>
                        <a:lnTo>
                          <a:pt x="482" y="440"/>
                        </a:lnTo>
                        <a:lnTo>
                          <a:pt x="488" y="439"/>
                        </a:lnTo>
                        <a:lnTo>
                          <a:pt x="494" y="439"/>
                        </a:lnTo>
                        <a:lnTo>
                          <a:pt x="500" y="439"/>
                        </a:lnTo>
                        <a:lnTo>
                          <a:pt x="506" y="439"/>
                        </a:lnTo>
                        <a:lnTo>
                          <a:pt x="512" y="438"/>
                        </a:lnTo>
                        <a:lnTo>
                          <a:pt x="517" y="438"/>
                        </a:lnTo>
                        <a:lnTo>
                          <a:pt x="521" y="436"/>
                        </a:lnTo>
                        <a:lnTo>
                          <a:pt x="526" y="436"/>
                        </a:lnTo>
                        <a:lnTo>
                          <a:pt x="532" y="436"/>
                        </a:lnTo>
                        <a:lnTo>
                          <a:pt x="537" y="436"/>
                        </a:lnTo>
                        <a:lnTo>
                          <a:pt x="540" y="435"/>
                        </a:lnTo>
                        <a:lnTo>
                          <a:pt x="545" y="435"/>
                        </a:lnTo>
                        <a:lnTo>
                          <a:pt x="549" y="435"/>
                        </a:lnTo>
                        <a:lnTo>
                          <a:pt x="552" y="434"/>
                        </a:lnTo>
                        <a:lnTo>
                          <a:pt x="556" y="434"/>
                        </a:lnTo>
                        <a:lnTo>
                          <a:pt x="559" y="434"/>
                        </a:lnTo>
                        <a:lnTo>
                          <a:pt x="562" y="434"/>
                        </a:lnTo>
                        <a:lnTo>
                          <a:pt x="564" y="433"/>
                        </a:lnTo>
                        <a:lnTo>
                          <a:pt x="566" y="433"/>
                        </a:lnTo>
                        <a:lnTo>
                          <a:pt x="570" y="433"/>
                        </a:lnTo>
                        <a:lnTo>
                          <a:pt x="572" y="433"/>
                        </a:lnTo>
                        <a:lnTo>
                          <a:pt x="576" y="433"/>
                        </a:lnTo>
                        <a:lnTo>
                          <a:pt x="577" y="433"/>
                        </a:lnTo>
                        <a:lnTo>
                          <a:pt x="578" y="433"/>
                        </a:lnTo>
                        <a:lnTo>
                          <a:pt x="578" y="432"/>
                        </a:lnTo>
                        <a:lnTo>
                          <a:pt x="578" y="428"/>
                        </a:lnTo>
                        <a:lnTo>
                          <a:pt x="578" y="425"/>
                        </a:lnTo>
                        <a:lnTo>
                          <a:pt x="578" y="422"/>
                        </a:lnTo>
                        <a:lnTo>
                          <a:pt x="578" y="419"/>
                        </a:lnTo>
                        <a:lnTo>
                          <a:pt x="578" y="415"/>
                        </a:lnTo>
                        <a:lnTo>
                          <a:pt x="578" y="410"/>
                        </a:lnTo>
                        <a:lnTo>
                          <a:pt x="578" y="406"/>
                        </a:lnTo>
                        <a:lnTo>
                          <a:pt x="578" y="402"/>
                        </a:lnTo>
                        <a:lnTo>
                          <a:pt x="578" y="400"/>
                        </a:lnTo>
                        <a:lnTo>
                          <a:pt x="578" y="397"/>
                        </a:lnTo>
                        <a:lnTo>
                          <a:pt x="578" y="395"/>
                        </a:lnTo>
                        <a:lnTo>
                          <a:pt x="578" y="391"/>
                        </a:lnTo>
                        <a:lnTo>
                          <a:pt x="578" y="389"/>
                        </a:lnTo>
                        <a:lnTo>
                          <a:pt x="578" y="385"/>
                        </a:lnTo>
                        <a:lnTo>
                          <a:pt x="578" y="383"/>
                        </a:lnTo>
                        <a:lnTo>
                          <a:pt x="578" y="378"/>
                        </a:lnTo>
                        <a:lnTo>
                          <a:pt x="578" y="376"/>
                        </a:lnTo>
                        <a:lnTo>
                          <a:pt x="578" y="372"/>
                        </a:lnTo>
                        <a:lnTo>
                          <a:pt x="579" y="369"/>
                        </a:lnTo>
                        <a:lnTo>
                          <a:pt x="578" y="364"/>
                        </a:lnTo>
                        <a:lnTo>
                          <a:pt x="578" y="360"/>
                        </a:lnTo>
                        <a:lnTo>
                          <a:pt x="578" y="357"/>
                        </a:lnTo>
                        <a:lnTo>
                          <a:pt x="578" y="353"/>
                        </a:lnTo>
                        <a:lnTo>
                          <a:pt x="578" y="349"/>
                        </a:lnTo>
                        <a:lnTo>
                          <a:pt x="578" y="344"/>
                        </a:lnTo>
                        <a:lnTo>
                          <a:pt x="578" y="340"/>
                        </a:lnTo>
                        <a:lnTo>
                          <a:pt x="578" y="336"/>
                        </a:lnTo>
                        <a:lnTo>
                          <a:pt x="578" y="331"/>
                        </a:lnTo>
                        <a:lnTo>
                          <a:pt x="578" y="327"/>
                        </a:lnTo>
                        <a:lnTo>
                          <a:pt x="578" y="322"/>
                        </a:lnTo>
                        <a:lnTo>
                          <a:pt x="578" y="318"/>
                        </a:lnTo>
                        <a:lnTo>
                          <a:pt x="578" y="313"/>
                        </a:lnTo>
                        <a:lnTo>
                          <a:pt x="578" y="308"/>
                        </a:lnTo>
                        <a:lnTo>
                          <a:pt x="578" y="303"/>
                        </a:lnTo>
                        <a:lnTo>
                          <a:pt x="578" y="300"/>
                        </a:lnTo>
                        <a:lnTo>
                          <a:pt x="578" y="294"/>
                        </a:lnTo>
                        <a:lnTo>
                          <a:pt x="578" y="290"/>
                        </a:lnTo>
                        <a:lnTo>
                          <a:pt x="578" y="284"/>
                        </a:lnTo>
                        <a:lnTo>
                          <a:pt x="578" y="280"/>
                        </a:lnTo>
                        <a:lnTo>
                          <a:pt x="578" y="275"/>
                        </a:lnTo>
                        <a:lnTo>
                          <a:pt x="578" y="269"/>
                        </a:lnTo>
                        <a:lnTo>
                          <a:pt x="578" y="264"/>
                        </a:lnTo>
                        <a:lnTo>
                          <a:pt x="578" y="260"/>
                        </a:lnTo>
                        <a:lnTo>
                          <a:pt x="578" y="254"/>
                        </a:lnTo>
                        <a:lnTo>
                          <a:pt x="578" y="249"/>
                        </a:lnTo>
                        <a:lnTo>
                          <a:pt x="578" y="243"/>
                        </a:lnTo>
                        <a:lnTo>
                          <a:pt x="578" y="237"/>
                        </a:lnTo>
                        <a:lnTo>
                          <a:pt x="578" y="232"/>
                        </a:lnTo>
                        <a:lnTo>
                          <a:pt x="578" y="226"/>
                        </a:lnTo>
                        <a:lnTo>
                          <a:pt x="578" y="222"/>
                        </a:lnTo>
                        <a:lnTo>
                          <a:pt x="578" y="217"/>
                        </a:lnTo>
                        <a:lnTo>
                          <a:pt x="578" y="211"/>
                        </a:lnTo>
                        <a:lnTo>
                          <a:pt x="578" y="205"/>
                        </a:lnTo>
                        <a:lnTo>
                          <a:pt x="577" y="200"/>
                        </a:lnTo>
                        <a:lnTo>
                          <a:pt x="577" y="195"/>
                        </a:lnTo>
                        <a:lnTo>
                          <a:pt x="577" y="190"/>
                        </a:lnTo>
                        <a:lnTo>
                          <a:pt x="577" y="185"/>
                        </a:lnTo>
                        <a:lnTo>
                          <a:pt x="577" y="180"/>
                        </a:lnTo>
                        <a:lnTo>
                          <a:pt x="577" y="176"/>
                        </a:lnTo>
                        <a:lnTo>
                          <a:pt x="576" y="171"/>
                        </a:lnTo>
                        <a:lnTo>
                          <a:pt x="576" y="166"/>
                        </a:lnTo>
                        <a:lnTo>
                          <a:pt x="575" y="162"/>
                        </a:lnTo>
                        <a:lnTo>
                          <a:pt x="575" y="159"/>
                        </a:lnTo>
                        <a:lnTo>
                          <a:pt x="575" y="154"/>
                        </a:lnTo>
                        <a:lnTo>
                          <a:pt x="575" y="150"/>
                        </a:lnTo>
                        <a:lnTo>
                          <a:pt x="575" y="146"/>
                        </a:lnTo>
                        <a:lnTo>
                          <a:pt x="575" y="143"/>
                        </a:lnTo>
                        <a:lnTo>
                          <a:pt x="573" y="138"/>
                        </a:lnTo>
                        <a:lnTo>
                          <a:pt x="573" y="135"/>
                        </a:lnTo>
                        <a:lnTo>
                          <a:pt x="572" y="131"/>
                        </a:lnTo>
                        <a:lnTo>
                          <a:pt x="572" y="128"/>
                        </a:lnTo>
                        <a:lnTo>
                          <a:pt x="571" y="125"/>
                        </a:lnTo>
                        <a:lnTo>
                          <a:pt x="571" y="122"/>
                        </a:lnTo>
                        <a:lnTo>
                          <a:pt x="570" y="118"/>
                        </a:lnTo>
                        <a:lnTo>
                          <a:pt x="570" y="116"/>
                        </a:lnTo>
                        <a:lnTo>
                          <a:pt x="570" y="112"/>
                        </a:lnTo>
                        <a:lnTo>
                          <a:pt x="570" y="110"/>
                        </a:lnTo>
                        <a:lnTo>
                          <a:pt x="569" y="108"/>
                        </a:lnTo>
                        <a:lnTo>
                          <a:pt x="569" y="105"/>
                        </a:lnTo>
                        <a:lnTo>
                          <a:pt x="568" y="100"/>
                        </a:lnTo>
                        <a:lnTo>
                          <a:pt x="566" y="95"/>
                        </a:lnTo>
                        <a:lnTo>
                          <a:pt x="565" y="90"/>
                        </a:lnTo>
                        <a:lnTo>
                          <a:pt x="565" y="87"/>
                        </a:lnTo>
                        <a:lnTo>
                          <a:pt x="564" y="83"/>
                        </a:lnTo>
                        <a:lnTo>
                          <a:pt x="563" y="79"/>
                        </a:lnTo>
                        <a:lnTo>
                          <a:pt x="562" y="77"/>
                        </a:lnTo>
                        <a:lnTo>
                          <a:pt x="562" y="74"/>
                        </a:lnTo>
                        <a:lnTo>
                          <a:pt x="560" y="71"/>
                        </a:lnTo>
                        <a:lnTo>
                          <a:pt x="560" y="70"/>
                        </a:lnTo>
                        <a:lnTo>
                          <a:pt x="559" y="66"/>
                        </a:lnTo>
                        <a:lnTo>
                          <a:pt x="558" y="64"/>
                        </a:lnTo>
                        <a:lnTo>
                          <a:pt x="557" y="62"/>
                        </a:lnTo>
                        <a:lnTo>
                          <a:pt x="626" y="0"/>
                        </a:lnTo>
                        <a:lnTo>
                          <a:pt x="628" y="3"/>
                        </a:lnTo>
                        <a:lnTo>
                          <a:pt x="633" y="8"/>
                        </a:lnTo>
                        <a:lnTo>
                          <a:pt x="634" y="10"/>
                        </a:lnTo>
                        <a:lnTo>
                          <a:pt x="635" y="13"/>
                        </a:lnTo>
                        <a:lnTo>
                          <a:pt x="638" y="16"/>
                        </a:lnTo>
                        <a:lnTo>
                          <a:pt x="640" y="19"/>
                        </a:lnTo>
                        <a:lnTo>
                          <a:pt x="640" y="21"/>
                        </a:lnTo>
                        <a:lnTo>
                          <a:pt x="642" y="24"/>
                        </a:lnTo>
                        <a:lnTo>
                          <a:pt x="643" y="28"/>
                        </a:lnTo>
                        <a:lnTo>
                          <a:pt x="646" y="32"/>
                        </a:lnTo>
                        <a:lnTo>
                          <a:pt x="646" y="34"/>
                        </a:lnTo>
                        <a:lnTo>
                          <a:pt x="648" y="39"/>
                        </a:lnTo>
                        <a:lnTo>
                          <a:pt x="648" y="41"/>
                        </a:lnTo>
                        <a:lnTo>
                          <a:pt x="651" y="46"/>
                        </a:lnTo>
                        <a:lnTo>
                          <a:pt x="651" y="49"/>
                        </a:lnTo>
                        <a:lnTo>
                          <a:pt x="652" y="53"/>
                        </a:lnTo>
                        <a:lnTo>
                          <a:pt x="653" y="58"/>
                        </a:lnTo>
                        <a:lnTo>
                          <a:pt x="653" y="62"/>
                        </a:lnTo>
                        <a:lnTo>
                          <a:pt x="654" y="66"/>
                        </a:lnTo>
                        <a:lnTo>
                          <a:pt x="655" y="71"/>
                        </a:lnTo>
                        <a:lnTo>
                          <a:pt x="655" y="74"/>
                        </a:lnTo>
                        <a:lnTo>
                          <a:pt x="657" y="79"/>
                        </a:lnTo>
                        <a:lnTo>
                          <a:pt x="658" y="83"/>
                        </a:lnTo>
                        <a:lnTo>
                          <a:pt x="658" y="87"/>
                        </a:lnTo>
                        <a:lnTo>
                          <a:pt x="658" y="92"/>
                        </a:lnTo>
                        <a:lnTo>
                          <a:pt x="659" y="97"/>
                        </a:lnTo>
                        <a:lnTo>
                          <a:pt x="660" y="100"/>
                        </a:lnTo>
                        <a:lnTo>
                          <a:pt x="660" y="105"/>
                        </a:lnTo>
                        <a:lnTo>
                          <a:pt x="660" y="110"/>
                        </a:lnTo>
                        <a:lnTo>
                          <a:pt x="661" y="115"/>
                        </a:lnTo>
                        <a:lnTo>
                          <a:pt x="661" y="121"/>
                        </a:lnTo>
                        <a:lnTo>
                          <a:pt x="662" y="124"/>
                        </a:lnTo>
                        <a:lnTo>
                          <a:pt x="662" y="129"/>
                        </a:lnTo>
                        <a:lnTo>
                          <a:pt x="662" y="134"/>
                        </a:lnTo>
                        <a:lnTo>
                          <a:pt x="662" y="138"/>
                        </a:lnTo>
                        <a:lnTo>
                          <a:pt x="664" y="142"/>
                        </a:lnTo>
                        <a:lnTo>
                          <a:pt x="664" y="147"/>
                        </a:lnTo>
                        <a:lnTo>
                          <a:pt x="664" y="152"/>
                        </a:lnTo>
                        <a:lnTo>
                          <a:pt x="664" y="156"/>
                        </a:lnTo>
                        <a:lnTo>
                          <a:pt x="664" y="161"/>
                        </a:lnTo>
                        <a:lnTo>
                          <a:pt x="664" y="165"/>
                        </a:lnTo>
                        <a:lnTo>
                          <a:pt x="664" y="169"/>
                        </a:lnTo>
                        <a:lnTo>
                          <a:pt x="664" y="173"/>
                        </a:lnTo>
                        <a:lnTo>
                          <a:pt x="664" y="178"/>
                        </a:lnTo>
                        <a:lnTo>
                          <a:pt x="664" y="182"/>
                        </a:lnTo>
                        <a:lnTo>
                          <a:pt x="665" y="186"/>
                        </a:lnTo>
                        <a:lnTo>
                          <a:pt x="665" y="191"/>
                        </a:lnTo>
                        <a:lnTo>
                          <a:pt x="665" y="193"/>
                        </a:lnTo>
                        <a:lnTo>
                          <a:pt x="665" y="198"/>
                        </a:lnTo>
                        <a:lnTo>
                          <a:pt x="665" y="201"/>
                        </a:lnTo>
                        <a:lnTo>
                          <a:pt x="665" y="205"/>
                        </a:lnTo>
                        <a:lnTo>
                          <a:pt x="665" y="208"/>
                        </a:lnTo>
                        <a:lnTo>
                          <a:pt x="665" y="212"/>
                        </a:lnTo>
                        <a:lnTo>
                          <a:pt x="665" y="217"/>
                        </a:lnTo>
                        <a:lnTo>
                          <a:pt x="665" y="219"/>
                        </a:lnTo>
                        <a:lnTo>
                          <a:pt x="665" y="222"/>
                        </a:lnTo>
                        <a:lnTo>
                          <a:pt x="665" y="224"/>
                        </a:lnTo>
                        <a:lnTo>
                          <a:pt x="666" y="229"/>
                        </a:lnTo>
                        <a:lnTo>
                          <a:pt x="666" y="231"/>
                        </a:lnTo>
                        <a:lnTo>
                          <a:pt x="666" y="233"/>
                        </a:lnTo>
                        <a:lnTo>
                          <a:pt x="666" y="236"/>
                        </a:lnTo>
                        <a:lnTo>
                          <a:pt x="666" y="239"/>
                        </a:lnTo>
                        <a:lnTo>
                          <a:pt x="666" y="241"/>
                        </a:lnTo>
                        <a:lnTo>
                          <a:pt x="666" y="243"/>
                        </a:lnTo>
                        <a:lnTo>
                          <a:pt x="666" y="246"/>
                        </a:lnTo>
                        <a:lnTo>
                          <a:pt x="666" y="249"/>
                        </a:lnTo>
                        <a:lnTo>
                          <a:pt x="666" y="252"/>
                        </a:lnTo>
                        <a:lnTo>
                          <a:pt x="666" y="256"/>
                        </a:lnTo>
                        <a:lnTo>
                          <a:pt x="666" y="260"/>
                        </a:lnTo>
                        <a:lnTo>
                          <a:pt x="666" y="264"/>
                        </a:lnTo>
                        <a:lnTo>
                          <a:pt x="666" y="267"/>
                        </a:lnTo>
                        <a:lnTo>
                          <a:pt x="666" y="273"/>
                        </a:lnTo>
                        <a:lnTo>
                          <a:pt x="666" y="276"/>
                        </a:lnTo>
                        <a:lnTo>
                          <a:pt x="666" y="281"/>
                        </a:lnTo>
                        <a:lnTo>
                          <a:pt x="666" y="284"/>
                        </a:lnTo>
                        <a:lnTo>
                          <a:pt x="666" y="290"/>
                        </a:lnTo>
                        <a:lnTo>
                          <a:pt x="666" y="295"/>
                        </a:lnTo>
                        <a:lnTo>
                          <a:pt x="667" y="301"/>
                        </a:lnTo>
                        <a:lnTo>
                          <a:pt x="666" y="306"/>
                        </a:lnTo>
                        <a:lnTo>
                          <a:pt x="666" y="311"/>
                        </a:lnTo>
                        <a:lnTo>
                          <a:pt x="666" y="317"/>
                        </a:lnTo>
                        <a:lnTo>
                          <a:pt x="666" y="322"/>
                        </a:lnTo>
                        <a:lnTo>
                          <a:pt x="666" y="328"/>
                        </a:lnTo>
                        <a:lnTo>
                          <a:pt x="666" y="334"/>
                        </a:lnTo>
                        <a:lnTo>
                          <a:pt x="666" y="340"/>
                        </a:lnTo>
                        <a:lnTo>
                          <a:pt x="666" y="345"/>
                        </a:lnTo>
                        <a:lnTo>
                          <a:pt x="666" y="351"/>
                        </a:lnTo>
                        <a:lnTo>
                          <a:pt x="666" y="357"/>
                        </a:lnTo>
                        <a:lnTo>
                          <a:pt x="666" y="363"/>
                        </a:lnTo>
                        <a:lnTo>
                          <a:pt x="666" y="370"/>
                        </a:lnTo>
                        <a:lnTo>
                          <a:pt x="666" y="376"/>
                        </a:lnTo>
                        <a:lnTo>
                          <a:pt x="666" y="381"/>
                        </a:lnTo>
                        <a:lnTo>
                          <a:pt x="666" y="387"/>
                        </a:lnTo>
                        <a:lnTo>
                          <a:pt x="666" y="394"/>
                        </a:lnTo>
                        <a:lnTo>
                          <a:pt x="665" y="398"/>
                        </a:lnTo>
                        <a:lnTo>
                          <a:pt x="665" y="404"/>
                        </a:lnTo>
                        <a:lnTo>
                          <a:pt x="665" y="411"/>
                        </a:lnTo>
                        <a:lnTo>
                          <a:pt x="665" y="416"/>
                        </a:lnTo>
                        <a:lnTo>
                          <a:pt x="665" y="421"/>
                        </a:lnTo>
                        <a:lnTo>
                          <a:pt x="665" y="427"/>
                        </a:lnTo>
                        <a:lnTo>
                          <a:pt x="665" y="433"/>
                        </a:lnTo>
                        <a:lnTo>
                          <a:pt x="665" y="439"/>
                        </a:lnTo>
                        <a:lnTo>
                          <a:pt x="664" y="444"/>
                        </a:lnTo>
                        <a:lnTo>
                          <a:pt x="664" y="448"/>
                        </a:lnTo>
                        <a:lnTo>
                          <a:pt x="664" y="453"/>
                        </a:lnTo>
                        <a:lnTo>
                          <a:pt x="664" y="459"/>
                        </a:lnTo>
                        <a:lnTo>
                          <a:pt x="664" y="464"/>
                        </a:lnTo>
                        <a:lnTo>
                          <a:pt x="664" y="468"/>
                        </a:lnTo>
                        <a:lnTo>
                          <a:pt x="664" y="472"/>
                        </a:lnTo>
                        <a:lnTo>
                          <a:pt x="664" y="477"/>
                        </a:lnTo>
                        <a:lnTo>
                          <a:pt x="664" y="482"/>
                        </a:lnTo>
                        <a:lnTo>
                          <a:pt x="664" y="485"/>
                        </a:lnTo>
                        <a:lnTo>
                          <a:pt x="664" y="489"/>
                        </a:lnTo>
                        <a:lnTo>
                          <a:pt x="664" y="492"/>
                        </a:lnTo>
                        <a:lnTo>
                          <a:pt x="664" y="495"/>
                        </a:lnTo>
                        <a:lnTo>
                          <a:pt x="664" y="498"/>
                        </a:lnTo>
                        <a:lnTo>
                          <a:pt x="664" y="501"/>
                        </a:lnTo>
                        <a:lnTo>
                          <a:pt x="664" y="504"/>
                        </a:lnTo>
                        <a:lnTo>
                          <a:pt x="664" y="508"/>
                        </a:lnTo>
                        <a:lnTo>
                          <a:pt x="664" y="510"/>
                        </a:lnTo>
                        <a:lnTo>
                          <a:pt x="664" y="512"/>
                        </a:lnTo>
                        <a:lnTo>
                          <a:pt x="664" y="514"/>
                        </a:lnTo>
                        <a:lnTo>
                          <a:pt x="659" y="515"/>
                        </a:lnTo>
                        <a:lnTo>
                          <a:pt x="655" y="515"/>
                        </a:lnTo>
                        <a:lnTo>
                          <a:pt x="652" y="515"/>
                        </a:lnTo>
                        <a:lnTo>
                          <a:pt x="649" y="516"/>
                        </a:lnTo>
                        <a:lnTo>
                          <a:pt x="647" y="517"/>
                        </a:lnTo>
                        <a:lnTo>
                          <a:pt x="645" y="518"/>
                        </a:lnTo>
                        <a:lnTo>
                          <a:pt x="641" y="518"/>
                        </a:lnTo>
                        <a:lnTo>
                          <a:pt x="638" y="518"/>
                        </a:lnTo>
                        <a:lnTo>
                          <a:pt x="635" y="518"/>
                        </a:lnTo>
                        <a:lnTo>
                          <a:pt x="632" y="520"/>
                        </a:lnTo>
                        <a:lnTo>
                          <a:pt x="628" y="520"/>
                        </a:lnTo>
                        <a:lnTo>
                          <a:pt x="624" y="521"/>
                        </a:lnTo>
                        <a:lnTo>
                          <a:pt x="620" y="521"/>
                        </a:lnTo>
                        <a:lnTo>
                          <a:pt x="617" y="521"/>
                        </a:lnTo>
                        <a:lnTo>
                          <a:pt x="613" y="521"/>
                        </a:lnTo>
                        <a:lnTo>
                          <a:pt x="608" y="522"/>
                        </a:lnTo>
                        <a:lnTo>
                          <a:pt x="604" y="522"/>
                        </a:lnTo>
                        <a:lnTo>
                          <a:pt x="600" y="523"/>
                        </a:lnTo>
                        <a:lnTo>
                          <a:pt x="596" y="523"/>
                        </a:lnTo>
                        <a:lnTo>
                          <a:pt x="591" y="523"/>
                        </a:lnTo>
                        <a:lnTo>
                          <a:pt x="588" y="523"/>
                        </a:lnTo>
                        <a:lnTo>
                          <a:pt x="583" y="524"/>
                        </a:lnTo>
                        <a:lnTo>
                          <a:pt x="578" y="524"/>
                        </a:lnTo>
                        <a:lnTo>
                          <a:pt x="575" y="524"/>
                        </a:lnTo>
                        <a:lnTo>
                          <a:pt x="570" y="524"/>
                        </a:lnTo>
                        <a:lnTo>
                          <a:pt x="565" y="525"/>
                        </a:lnTo>
                        <a:lnTo>
                          <a:pt x="560" y="525"/>
                        </a:lnTo>
                        <a:lnTo>
                          <a:pt x="556" y="525"/>
                        </a:lnTo>
                        <a:lnTo>
                          <a:pt x="552" y="525"/>
                        </a:lnTo>
                        <a:lnTo>
                          <a:pt x="547" y="525"/>
                        </a:lnTo>
                        <a:lnTo>
                          <a:pt x="543" y="525"/>
                        </a:lnTo>
                        <a:lnTo>
                          <a:pt x="538" y="525"/>
                        </a:lnTo>
                        <a:lnTo>
                          <a:pt x="534" y="525"/>
                        </a:lnTo>
                        <a:lnTo>
                          <a:pt x="528" y="527"/>
                        </a:lnTo>
                        <a:lnTo>
                          <a:pt x="525" y="527"/>
                        </a:lnTo>
                        <a:lnTo>
                          <a:pt x="521" y="527"/>
                        </a:lnTo>
                        <a:lnTo>
                          <a:pt x="517" y="527"/>
                        </a:lnTo>
                        <a:lnTo>
                          <a:pt x="513" y="528"/>
                        </a:lnTo>
                        <a:lnTo>
                          <a:pt x="508" y="528"/>
                        </a:lnTo>
                        <a:lnTo>
                          <a:pt x="503" y="528"/>
                        </a:lnTo>
                        <a:lnTo>
                          <a:pt x="501" y="528"/>
                        </a:lnTo>
                        <a:lnTo>
                          <a:pt x="498" y="528"/>
                        </a:lnTo>
                        <a:lnTo>
                          <a:pt x="494" y="528"/>
                        </a:lnTo>
                        <a:lnTo>
                          <a:pt x="490" y="528"/>
                        </a:lnTo>
                        <a:lnTo>
                          <a:pt x="486" y="528"/>
                        </a:lnTo>
                        <a:lnTo>
                          <a:pt x="483" y="528"/>
                        </a:lnTo>
                        <a:lnTo>
                          <a:pt x="481" y="528"/>
                        </a:lnTo>
                        <a:lnTo>
                          <a:pt x="477" y="528"/>
                        </a:lnTo>
                        <a:lnTo>
                          <a:pt x="475" y="528"/>
                        </a:lnTo>
                        <a:lnTo>
                          <a:pt x="473" y="529"/>
                        </a:lnTo>
                        <a:lnTo>
                          <a:pt x="468" y="529"/>
                        </a:lnTo>
                        <a:lnTo>
                          <a:pt x="463" y="530"/>
                        </a:lnTo>
                        <a:lnTo>
                          <a:pt x="461" y="530"/>
                        </a:lnTo>
                        <a:lnTo>
                          <a:pt x="458" y="530"/>
                        </a:lnTo>
                        <a:lnTo>
                          <a:pt x="456" y="530"/>
                        </a:lnTo>
                        <a:lnTo>
                          <a:pt x="445" y="530"/>
                        </a:lnTo>
                        <a:lnTo>
                          <a:pt x="436" y="530"/>
                        </a:lnTo>
                        <a:lnTo>
                          <a:pt x="425" y="530"/>
                        </a:lnTo>
                        <a:lnTo>
                          <a:pt x="414" y="530"/>
                        </a:lnTo>
                        <a:lnTo>
                          <a:pt x="405" y="530"/>
                        </a:lnTo>
                        <a:lnTo>
                          <a:pt x="394" y="530"/>
                        </a:lnTo>
                        <a:lnTo>
                          <a:pt x="385" y="530"/>
                        </a:lnTo>
                        <a:lnTo>
                          <a:pt x="374" y="531"/>
                        </a:lnTo>
                        <a:lnTo>
                          <a:pt x="365" y="530"/>
                        </a:lnTo>
                        <a:lnTo>
                          <a:pt x="354" y="530"/>
                        </a:lnTo>
                        <a:lnTo>
                          <a:pt x="344" y="530"/>
                        </a:lnTo>
                        <a:lnTo>
                          <a:pt x="336" y="530"/>
                        </a:lnTo>
                        <a:lnTo>
                          <a:pt x="327" y="530"/>
                        </a:lnTo>
                        <a:lnTo>
                          <a:pt x="317" y="530"/>
                        </a:lnTo>
                        <a:lnTo>
                          <a:pt x="309" y="530"/>
                        </a:lnTo>
                        <a:lnTo>
                          <a:pt x="299" y="530"/>
                        </a:lnTo>
                        <a:lnTo>
                          <a:pt x="291" y="530"/>
                        </a:lnTo>
                        <a:lnTo>
                          <a:pt x="280" y="530"/>
                        </a:lnTo>
                        <a:lnTo>
                          <a:pt x="273" y="529"/>
                        </a:lnTo>
                        <a:lnTo>
                          <a:pt x="264" y="529"/>
                        </a:lnTo>
                        <a:lnTo>
                          <a:pt x="255" y="528"/>
                        </a:lnTo>
                        <a:lnTo>
                          <a:pt x="247" y="528"/>
                        </a:lnTo>
                        <a:lnTo>
                          <a:pt x="239" y="528"/>
                        </a:lnTo>
                        <a:lnTo>
                          <a:pt x="232" y="528"/>
                        </a:lnTo>
                        <a:lnTo>
                          <a:pt x="223" y="527"/>
                        </a:lnTo>
                        <a:lnTo>
                          <a:pt x="215" y="527"/>
                        </a:lnTo>
                        <a:lnTo>
                          <a:pt x="208" y="525"/>
                        </a:lnTo>
                        <a:lnTo>
                          <a:pt x="201" y="525"/>
                        </a:lnTo>
                        <a:lnTo>
                          <a:pt x="194" y="525"/>
                        </a:lnTo>
                        <a:lnTo>
                          <a:pt x="187" y="525"/>
                        </a:lnTo>
                        <a:lnTo>
                          <a:pt x="180" y="524"/>
                        </a:lnTo>
                        <a:lnTo>
                          <a:pt x="174" y="524"/>
                        </a:lnTo>
                        <a:lnTo>
                          <a:pt x="167" y="523"/>
                        </a:lnTo>
                        <a:lnTo>
                          <a:pt x="161" y="523"/>
                        </a:lnTo>
                        <a:lnTo>
                          <a:pt x="155" y="522"/>
                        </a:lnTo>
                        <a:lnTo>
                          <a:pt x="149" y="522"/>
                        </a:lnTo>
                        <a:lnTo>
                          <a:pt x="142" y="521"/>
                        </a:lnTo>
                        <a:lnTo>
                          <a:pt x="137" y="521"/>
                        </a:lnTo>
                        <a:lnTo>
                          <a:pt x="131" y="520"/>
                        </a:lnTo>
                        <a:lnTo>
                          <a:pt x="126" y="520"/>
                        </a:lnTo>
                        <a:lnTo>
                          <a:pt x="120" y="518"/>
                        </a:lnTo>
                        <a:lnTo>
                          <a:pt x="115" y="518"/>
                        </a:lnTo>
                        <a:lnTo>
                          <a:pt x="110" y="518"/>
                        </a:lnTo>
                        <a:lnTo>
                          <a:pt x="106" y="518"/>
                        </a:lnTo>
                        <a:lnTo>
                          <a:pt x="101" y="517"/>
                        </a:lnTo>
                        <a:lnTo>
                          <a:pt x="97" y="517"/>
                        </a:lnTo>
                        <a:lnTo>
                          <a:pt x="94" y="516"/>
                        </a:lnTo>
                        <a:lnTo>
                          <a:pt x="89" y="516"/>
                        </a:lnTo>
                        <a:lnTo>
                          <a:pt x="86" y="515"/>
                        </a:lnTo>
                        <a:lnTo>
                          <a:pt x="82" y="515"/>
                        </a:lnTo>
                        <a:lnTo>
                          <a:pt x="80" y="515"/>
                        </a:lnTo>
                        <a:lnTo>
                          <a:pt x="76" y="515"/>
                        </a:lnTo>
                        <a:lnTo>
                          <a:pt x="73" y="514"/>
                        </a:lnTo>
                        <a:lnTo>
                          <a:pt x="70" y="512"/>
                        </a:lnTo>
                        <a:lnTo>
                          <a:pt x="68" y="512"/>
                        </a:lnTo>
                        <a:lnTo>
                          <a:pt x="63" y="512"/>
                        </a:lnTo>
                        <a:lnTo>
                          <a:pt x="61" y="512"/>
                        </a:lnTo>
                        <a:lnTo>
                          <a:pt x="60" y="512"/>
                        </a:lnTo>
                        <a:lnTo>
                          <a:pt x="56" y="509"/>
                        </a:lnTo>
                        <a:lnTo>
                          <a:pt x="51" y="506"/>
                        </a:lnTo>
                        <a:lnTo>
                          <a:pt x="48" y="503"/>
                        </a:lnTo>
                        <a:lnTo>
                          <a:pt x="44" y="499"/>
                        </a:lnTo>
                        <a:lnTo>
                          <a:pt x="41" y="495"/>
                        </a:lnTo>
                        <a:lnTo>
                          <a:pt x="37" y="490"/>
                        </a:lnTo>
                        <a:lnTo>
                          <a:pt x="34" y="485"/>
                        </a:lnTo>
                        <a:lnTo>
                          <a:pt x="31" y="480"/>
                        </a:lnTo>
                        <a:lnTo>
                          <a:pt x="30" y="477"/>
                        </a:lnTo>
                        <a:lnTo>
                          <a:pt x="28" y="473"/>
                        </a:lnTo>
                        <a:lnTo>
                          <a:pt x="26" y="470"/>
                        </a:lnTo>
                        <a:lnTo>
                          <a:pt x="25" y="467"/>
                        </a:lnTo>
                        <a:lnTo>
                          <a:pt x="24" y="464"/>
                        </a:lnTo>
                        <a:lnTo>
                          <a:pt x="23" y="460"/>
                        </a:lnTo>
                        <a:lnTo>
                          <a:pt x="22" y="457"/>
                        </a:lnTo>
                        <a:lnTo>
                          <a:pt x="21" y="454"/>
                        </a:lnTo>
                        <a:lnTo>
                          <a:pt x="19" y="451"/>
                        </a:lnTo>
                        <a:lnTo>
                          <a:pt x="18" y="447"/>
                        </a:lnTo>
                        <a:lnTo>
                          <a:pt x="17" y="444"/>
                        </a:lnTo>
                        <a:lnTo>
                          <a:pt x="16" y="440"/>
                        </a:lnTo>
                        <a:lnTo>
                          <a:pt x="15" y="436"/>
                        </a:lnTo>
                        <a:lnTo>
                          <a:pt x="15" y="433"/>
                        </a:lnTo>
                        <a:lnTo>
                          <a:pt x="13" y="429"/>
                        </a:lnTo>
                        <a:lnTo>
                          <a:pt x="12" y="426"/>
                        </a:lnTo>
                        <a:lnTo>
                          <a:pt x="11" y="421"/>
                        </a:lnTo>
                        <a:lnTo>
                          <a:pt x="11" y="417"/>
                        </a:lnTo>
                        <a:lnTo>
                          <a:pt x="10" y="414"/>
                        </a:lnTo>
                        <a:lnTo>
                          <a:pt x="9" y="409"/>
                        </a:lnTo>
                        <a:lnTo>
                          <a:pt x="8" y="404"/>
                        </a:lnTo>
                        <a:lnTo>
                          <a:pt x="8" y="401"/>
                        </a:lnTo>
                        <a:lnTo>
                          <a:pt x="6" y="397"/>
                        </a:lnTo>
                        <a:lnTo>
                          <a:pt x="6" y="394"/>
                        </a:lnTo>
                        <a:lnTo>
                          <a:pt x="5" y="389"/>
                        </a:lnTo>
                        <a:lnTo>
                          <a:pt x="5" y="384"/>
                        </a:lnTo>
                        <a:lnTo>
                          <a:pt x="5" y="381"/>
                        </a:lnTo>
                        <a:lnTo>
                          <a:pt x="5" y="376"/>
                        </a:lnTo>
                        <a:lnTo>
                          <a:pt x="4" y="372"/>
                        </a:lnTo>
                        <a:lnTo>
                          <a:pt x="3" y="369"/>
                        </a:lnTo>
                        <a:lnTo>
                          <a:pt x="3" y="363"/>
                        </a:lnTo>
                        <a:lnTo>
                          <a:pt x="3" y="360"/>
                        </a:lnTo>
                        <a:lnTo>
                          <a:pt x="3" y="356"/>
                        </a:lnTo>
                        <a:lnTo>
                          <a:pt x="2" y="351"/>
                        </a:lnTo>
                        <a:lnTo>
                          <a:pt x="0" y="347"/>
                        </a:lnTo>
                        <a:lnTo>
                          <a:pt x="0" y="343"/>
                        </a:lnTo>
                        <a:lnTo>
                          <a:pt x="0" y="338"/>
                        </a:lnTo>
                        <a:lnTo>
                          <a:pt x="0" y="334"/>
                        </a:lnTo>
                        <a:lnTo>
                          <a:pt x="0" y="330"/>
                        </a:lnTo>
                        <a:lnTo>
                          <a:pt x="0" y="325"/>
                        </a:lnTo>
                        <a:lnTo>
                          <a:pt x="0" y="321"/>
                        </a:lnTo>
                        <a:lnTo>
                          <a:pt x="0" y="317"/>
                        </a:lnTo>
                        <a:lnTo>
                          <a:pt x="0" y="313"/>
                        </a:lnTo>
                        <a:lnTo>
                          <a:pt x="0" y="308"/>
                        </a:lnTo>
                        <a:lnTo>
                          <a:pt x="0" y="303"/>
                        </a:lnTo>
                        <a:lnTo>
                          <a:pt x="0" y="300"/>
                        </a:lnTo>
                        <a:lnTo>
                          <a:pt x="0" y="295"/>
                        </a:lnTo>
                        <a:lnTo>
                          <a:pt x="0" y="292"/>
                        </a:lnTo>
                        <a:lnTo>
                          <a:pt x="0" y="287"/>
                        </a:lnTo>
                        <a:lnTo>
                          <a:pt x="0" y="282"/>
                        </a:lnTo>
                        <a:lnTo>
                          <a:pt x="3" y="281"/>
                        </a:lnTo>
                        <a:lnTo>
                          <a:pt x="6" y="280"/>
                        </a:lnTo>
                        <a:lnTo>
                          <a:pt x="10" y="277"/>
                        </a:lnTo>
                        <a:lnTo>
                          <a:pt x="15" y="275"/>
                        </a:lnTo>
                        <a:lnTo>
                          <a:pt x="18" y="271"/>
                        </a:lnTo>
                        <a:lnTo>
                          <a:pt x="22" y="268"/>
                        </a:lnTo>
                        <a:lnTo>
                          <a:pt x="24" y="264"/>
                        </a:lnTo>
                        <a:lnTo>
                          <a:pt x="28" y="260"/>
                        </a:lnTo>
                        <a:lnTo>
                          <a:pt x="30" y="255"/>
                        </a:lnTo>
                        <a:lnTo>
                          <a:pt x="31" y="250"/>
                        </a:lnTo>
                        <a:lnTo>
                          <a:pt x="32" y="246"/>
                        </a:lnTo>
                        <a:lnTo>
                          <a:pt x="32" y="242"/>
                        </a:lnTo>
                        <a:lnTo>
                          <a:pt x="31" y="238"/>
                        </a:lnTo>
                        <a:lnTo>
                          <a:pt x="29" y="235"/>
                        </a:lnTo>
                        <a:lnTo>
                          <a:pt x="26" y="233"/>
                        </a:lnTo>
                        <a:lnTo>
                          <a:pt x="25" y="231"/>
                        </a:lnTo>
                        <a:lnTo>
                          <a:pt x="23" y="231"/>
                        </a:lnTo>
                        <a:lnTo>
                          <a:pt x="21" y="230"/>
                        </a:lnTo>
                        <a:lnTo>
                          <a:pt x="16" y="235"/>
                        </a:lnTo>
                        <a:lnTo>
                          <a:pt x="11" y="239"/>
                        </a:lnTo>
                        <a:lnTo>
                          <a:pt x="8" y="242"/>
                        </a:lnTo>
                        <a:lnTo>
                          <a:pt x="5" y="244"/>
                        </a:lnTo>
                        <a:lnTo>
                          <a:pt x="3" y="246"/>
                        </a:lnTo>
                        <a:lnTo>
                          <a:pt x="0" y="249"/>
                        </a:lnTo>
                        <a:lnTo>
                          <a:pt x="0" y="246"/>
                        </a:lnTo>
                        <a:lnTo>
                          <a:pt x="0" y="244"/>
                        </a:lnTo>
                        <a:lnTo>
                          <a:pt x="0" y="242"/>
                        </a:lnTo>
                        <a:lnTo>
                          <a:pt x="0" y="239"/>
                        </a:lnTo>
                        <a:lnTo>
                          <a:pt x="0" y="236"/>
                        </a:lnTo>
                        <a:lnTo>
                          <a:pt x="0" y="233"/>
                        </a:lnTo>
                        <a:lnTo>
                          <a:pt x="0" y="231"/>
                        </a:lnTo>
                        <a:lnTo>
                          <a:pt x="2" y="229"/>
                        </a:lnTo>
                        <a:lnTo>
                          <a:pt x="2" y="225"/>
                        </a:lnTo>
                        <a:lnTo>
                          <a:pt x="2" y="223"/>
                        </a:lnTo>
                        <a:lnTo>
                          <a:pt x="2" y="219"/>
                        </a:lnTo>
                        <a:lnTo>
                          <a:pt x="3" y="217"/>
                        </a:lnTo>
                        <a:lnTo>
                          <a:pt x="3" y="214"/>
                        </a:lnTo>
                        <a:lnTo>
                          <a:pt x="3" y="211"/>
                        </a:lnTo>
                        <a:lnTo>
                          <a:pt x="3" y="208"/>
                        </a:lnTo>
                        <a:lnTo>
                          <a:pt x="3" y="206"/>
                        </a:lnTo>
                        <a:lnTo>
                          <a:pt x="3" y="204"/>
                        </a:lnTo>
                        <a:lnTo>
                          <a:pt x="3" y="201"/>
                        </a:lnTo>
                        <a:lnTo>
                          <a:pt x="3" y="198"/>
                        </a:lnTo>
                        <a:lnTo>
                          <a:pt x="3" y="195"/>
                        </a:lnTo>
                        <a:lnTo>
                          <a:pt x="3" y="192"/>
                        </a:lnTo>
                        <a:lnTo>
                          <a:pt x="4" y="190"/>
                        </a:lnTo>
                        <a:lnTo>
                          <a:pt x="5" y="186"/>
                        </a:lnTo>
                        <a:lnTo>
                          <a:pt x="5" y="184"/>
                        </a:lnTo>
                        <a:lnTo>
                          <a:pt x="5" y="181"/>
                        </a:lnTo>
                        <a:lnTo>
                          <a:pt x="5" y="178"/>
                        </a:lnTo>
                        <a:lnTo>
                          <a:pt x="5" y="175"/>
                        </a:lnTo>
                        <a:lnTo>
                          <a:pt x="5" y="172"/>
                        </a:lnTo>
                        <a:lnTo>
                          <a:pt x="5" y="169"/>
                        </a:lnTo>
                        <a:lnTo>
                          <a:pt x="5" y="166"/>
                        </a:lnTo>
                        <a:lnTo>
                          <a:pt x="6" y="163"/>
                        </a:lnTo>
                        <a:lnTo>
                          <a:pt x="6" y="161"/>
                        </a:lnTo>
                        <a:lnTo>
                          <a:pt x="8" y="165"/>
                        </a:lnTo>
                        <a:lnTo>
                          <a:pt x="11" y="167"/>
                        </a:lnTo>
                        <a:lnTo>
                          <a:pt x="13" y="167"/>
                        </a:lnTo>
                        <a:lnTo>
                          <a:pt x="16" y="168"/>
                        </a:lnTo>
                        <a:lnTo>
                          <a:pt x="19" y="168"/>
                        </a:lnTo>
                        <a:lnTo>
                          <a:pt x="23" y="168"/>
                        </a:lnTo>
                        <a:lnTo>
                          <a:pt x="25" y="166"/>
                        </a:lnTo>
                        <a:lnTo>
                          <a:pt x="29" y="166"/>
                        </a:lnTo>
                        <a:lnTo>
                          <a:pt x="32" y="163"/>
                        </a:lnTo>
                        <a:lnTo>
                          <a:pt x="36" y="162"/>
                        </a:lnTo>
                        <a:lnTo>
                          <a:pt x="40" y="160"/>
                        </a:lnTo>
                        <a:lnTo>
                          <a:pt x="43" y="159"/>
                        </a:lnTo>
                        <a:lnTo>
                          <a:pt x="47" y="155"/>
                        </a:lnTo>
                        <a:lnTo>
                          <a:pt x="50" y="153"/>
                        </a:lnTo>
                        <a:lnTo>
                          <a:pt x="53" y="150"/>
                        </a:lnTo>
                        <a:lnTo>
                          <a:pt x="56" y="147"/>
                        </a:lnTo>
                        <a:lnTo>
                          <a:pt x="59" y="143"/>
                        </a:lnTo>
                        <a:lnTo>
                          <a:pt x="61" y="141"/>
                        </a:lnTo>
                        <a:lnTo>
                          <a:pt x="62" y="136"/>
                        </a:lnTo>
                        <a:lnTo>
                          <a:pt x="64" y="133"/>
                        </a:lnTo>
                        <a:lnTo>
                          <a:pt x="66" y="129"/>
                        </a:lnTo>
                        <a:lnTo>
                          <a:pt x="66" y="125"/>
                        </a:lnTo>
                        <a:lnTo>
                          <a:pt x="66" y="122"/>
                        </a:lnTo>
                        <a:lnTo>
                          <a:pt x="66" y="117"/>
                        </a:lnTo>
                        <a:lnTo>
                          <a:pt x="63" y="114"/>
                        </a:lnTo>
                        <a:lnTo>
                          <a:pt x="62" y="110"/>
                        </a:lnTo>
                        <a:lnTo>
                          <a:pt x="59" y="105"/>
                        </a:lnTo>
                        <a:lnTo>
                          <a:pt x="56" y="102"/>
                        </a:lnTo>
                        <a:lnTo>
                          <a:pt x="51" y="97"/>
                        </a:lnTo>
                        <a:lnTo>
                          <a:pt x="47" y="95"/>
                        </a:lnTo>
                        <a:lnTo>
                          <a:pt x="44" y="97"/>
                        </a:lnTo>
                        <a:lnTo>
                          <a:pt x="42" y="99"/>
                        </a:lnTo>
                        <a:lnTo>
                          <a:pt x="40" y="103"/>
                        </a:lnTo>
                        <a:lnTo>
                          <a:pt x="38" y="105"/>
                        </a:lnTo>
                        <a:lnTo>
                          <a:pt x="35" y="110"/>
                        </a:lnTo>
                        <a:lnTo>
                          <a:pt x="32" y="112"/>
                        </a:lnTo>
                        <a:lnTo>
                          <a:pt x="30" y="115"/>
                        </a:lnTo>
                        <a:lnTo>
                          <a:pt x="29" y="117"/>
                        </a:lnTo>
                        <a:lnTo>
                          <a:pt x="25" y="121"/>
                        </a:lnTo>
                        <a:lnTo>
                          <a:pt x="24" y="123"/>
                        </a:lnTo>
                        <a:lnTo>
                          <a:pt x="22" y="125"/>
                        </a:lnTo>
                        <a:lnTo>
                          <a:pt x="19" y="129"/>
                        </a:lnTo>
                        <a:lnTo>
                          <a:pt x="16" y="134"/>
                        </a:lnTo>
                        <a:lnTo>
                          <a:pt x="13" y="138"/>
                        </a:lnTo>
                        <a:lnTo>
                          <a:pt x="10" y="142"/>
                        </a:lnTo>
                        <a:lnTo>
                          <a:pt x="9" y="147"/>
                        </a:lnTo>
                        <a:lnTo>
                          <a:pt x="8" y="150"/>
                        </a:lnTo>
                        <a:lnTo>
                          <a:pt x="8" y="154"/>
                        </a:lnTo>
                        <a:lnTo>
                          <a:pt x="8" y="150"/>
                        </a:lnTo>
                        <a:lnTo>
                          <a:pt x="8" y="147"/>
                        </a:lnTo>
                        <a:lnTo>
                          <a:pt x="8" y="143"/>
                        </a:lnTo>
                        <a:lnTo>
                          <a:pt x="8" y="140"/>
                        </a:lnTo>
                        <a:lnTo>
                          <a:pt x="8" y="135"/>
                        </a:lnTo>
                        <a:lnTo>
                          <a:pt x="9" y="133"/>
                        </a:lnTo>
                        <a:lnTo>
                          <a:pt x="9" y="128"/>
                        </a:lnTo>
                        <a:lnTo>
                          <a:pt x="10" y="125"/>
                        </a:lnTo>
                        <a:lnTo>
                          <a:pt x="10" y="121"/>
                        </a:lnTo>
                        <a:lnTo>
                          <a:pt x="10" y="117"/>
                        </a:lnTo>
                        <a:lnTo>
                          <a:pt x="10" y="115"/>
                        </a:lnTo>
                        <a:lnTo>
                          <a:pt x="10" y="110"/>
                        </a:lnTo>
                        <a:lnTo>
                          <a:pt x="10" y="108"/>
                        </a:lnTo>
                        <a:lnTo>
                          <a:pt x="11" y="104"/>
                        </a:lnTo>
                        <a:lnTo>
                          <a:pt x="11" y="100"/>
                        </a:lnTo>
                        <a:lnTo>
                          <a:pt x="12" y="97"/>
                        </a:lnTo>
                        <a:lnTo>
                          <a:pt x="12" y="95"/>
                        </a:lnTo>
                        <a:lnTo>
                          <a:pt x="12" y="91"/>
                        </a:lnTo>
                        <a:lnTo>
                          <a:pt x="12" y="87"/>
                        </a:lnTo>
                        <a:lnTo>
                          <a:pt x="12" y="85"/>
                        </a:lnTo>
                        <a:lnTo>
                          <a:pt x="12" y="81"/>
                        </a:lnTo>
                        <a:lnTo>
                          <a:pt x="13" y="78"/>
                        </a:lnTo>
                        <a:lnTo>
                          <a:pt x="13" y="74"/>
                        </a:lnTo>
                        <a:lnTo>
                          <a:pt x="15" y="72"/>
                        </a:lnTo>
                        <a:lnTo>
                          <a:pt x="15" y="70"/>
                        </a:lnTo>
                        <a:lnTo>
                          <a:pt x="15" y="67"/>
                        </a:lnTo>
                        <a:lnTo>
                          <a:pt x="15" y="64"/>
                        </a:lnTo>
                        <a:lnTo>
                          <a:pt x="15" y="61"/>
                        </a:lnTo>
                        <a:lnTo>
                          <a:pt x="15" y="58"/>
                        </a:lnTo>
                        <a:lnTo>
                          <a:pt x="16" y="55"/>
                        </a:lnTo>
                        <a:lnTo>
                          <a:pt x="16" y="53"/>
                        </a:lnTo>
                        <a:lnTo>
                          <a:pt x="17" y="51"/>
                        </a:lnTo>
                        <a:lnTo>
                          <a:pt x="17" y="47"/>
                        </a:lnTo>
                        <a:lnTo>
                          <a:pt x="17" y="45"/>
                        </a:lnTo>
                        <a:lnTo>
                          <a:pt x="17" y="41"/>
                        </a:lnTo>
                        <a:lnTo>
                          <a:pt x="17" y="40"/>
                        </a:lnTo>
                        <a:lnTo>
                          <a:pt x="18" y="35"/>
                        </a:lnTo>
                        <a:lnTo>
                          <a:pt x="18" y="32"/>
                        </a:lnTo>
                        <a:lnTo>
                          <a:pt x="18" y="27"/>
                        </a:lnTo>
                        <a:lnTo>
                          <a:pt x="19" y="23"/>
                        </a:lnTo>
                        <a:lnTo>
                          <a:pt x="19" y="20"/>
                        </a:lnTo>
                        <a:lnTo>
                          <a:pt x="21" y="16"/>
                        </a:lnTo>
                        <a:lnTo>
                          <a:pt x="21" y="14"/>
                        </a:lnTo>
                        <a:lnTo>
                          <a:pt x="21" y="11"/>
                        </a:lnTo>
                        <a:lnTo>
                          <a:pt x="21" y="9"/>
                        </a:lnTo>
                        <a:lnTo>
                          <a:pt x="21" y="8"/>
                        </a:lnTo>
                        <a:lnTo>
                          <a:pt x="21" y="5"/>
                        </a:lnTo>
                        <a:lnTo>
                          <a:pt x="22" y="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50" name="Freeform 108"/>
                  <p:cNvSpPr/>
                  <p:nvPr/>
                </p:nvSpPr>
                <p:spPr bwMode="auto">
                  <a:xfrm>
                    <a:off x="5458" y="1947"/>
                    <a:ext cx="14" cy="10"/>
                  </a:xfrm>
                  <a:custGeom>
                    <a:avLst/>
                    <a:gdLst>
                      <a:gd name="T0" fmla="*/ 0 w 43"/>
                      <a:gd name="T1" fmla="*/ 0 h 31"/>
                      <a:gd name="T2" fmla="*/ 0 w 43"/>
                      <a:gd name="T3" fmla="*/ 0 h 31"/>
                      <a:gd name="T4" fmla="*/ 0 w 43"/>
                      <a:gd name="T5" fmla="*/ 0 h 31"/>
                      <a:gd name="T6" fmla="*/ 0 w 43"/>
                      <a:gd name="T7" fmla="*/ 0 h 31"/>
                      <a:gd name="T8" fmla="*/ 0 w 43"/>
                      <a:gd name="T9" fmla="*/ 0 h 31"/>
                      <a:gd name="T10" fmla="*/ 0 w 43"/>
                      <a:gd name="T11" fmla="*/ 0 h 31"/>
                      <a:gd name="T12" fmla="*/ 0 w 43"/>
                      <a:gd name="T13" fmla="*/ 0 h 31"/>
                      <a:gd name="T14" fmla="*/ 0 w 43"/>
                      <a:gd name="T15" fmla="*/ 0 h 31"/>
                      <a:gd name="T16" fmla="*/ 0 w 43"/>
                      <a:gd name="T17" fmla="*/ 0 h 31"/>
                      <a:gd name="T18" fmla="*/ 0 w 43"/>
                      <a:gd name="T19" fmla="*/ 0 h 31"/>
                      <a:gd name="T20" fmla="*/ 0 w 43"/>
                      <a:gd name="T21" fmla="*/ 0 h 31"/>
                      <a:gd name="T22" fmla="*/ 0 w 43"/>
                      <a:gd name="T23" fmla="*/ 0 h 31"/>
                      <a:gd name="T24" fmla="*/ 0 w 43"/>
                      <a:gd name="T25" fmla="*/ 0 h 31"/>
                      <a:gd name="T26" fmla="*/ 0 w 43"/>
                      <a:gd name="T27" fmla="*/ 0 h 31"/>
                      <a:gd name="T28" fmla="*/ 0 w 43"/>
                      <a:gd name="T29" fmla="*/ 0 h 31"/>
                      <a:gd name="T30" fmla="*/ 0 w 43"/>
                      <a:gd name="T31" fmla="*/ 0 h 31"/>
                      <a:gd name="T32" fmla="*/ 0 w 43"/>
                      <a:gd name="T33" fmla="*/ 0 h 31"/>
                      <a:gd name="T34" fmla="*/ 0 w 43"/>
                      <a:gd name="T35" fmla="*/ 0 h 31"/>
                      <a:gd name="T36" fmla="*/ 0 w 43"/>
                      <a:gd name="T37" fmla="*/ 0 h 31"/>
                      <a:gd name="T38" fmla="*/ 0 w 43"/>
                      <a:gd name="T39" fmla="*/ 0 h 31"/>
                      <a:gd name="T40" fmla="*/ 0 w 43"/>
                      <a:gd name="T41" fmla="*/ 0 h 31"/>
                      <a:gd name="T42" fmla="*/ 0 w 43"/>
                      <a:gd name="T43" fmla="*/ 0 h 31"/>
                      <a:gd name="T44" fmla="*/ 0 w 43"/>
                      <a:gd name="T45" fmla="*/ 0 h 31"/>
                      <a:gd name="T46" fmla="*/ 0 w 43"/>
                      <a:gd name="T47" fmla="*/ 0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
                      <a:gd name="T73" fmla="*/ 0 h 31"/>
                      <a:gd name="T74" fmla="*/ 43 w 43"/>
                      <a:gd name="T75" fmla="*/ 31 h 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 h="31">
                        <a:moveTo>
                          <a:pt x="0" y="0"/>
                        </a:moveTo>
                        <a:lnTo>
                          <a:pt x="43" y="3"/>
                        </a:lnTo>
                        <a:lnTo>
                          <a:pt x="42" y="6"/>
                        </a:lnTo>
                        <a:lnTo>
                          <a:pt x="41" y="9"/>
                        </a:lnTo>
                        <a:lnTo>
                          <a:pt x="40" y="11"/>
                        </a:lnTo>
                        <a:lnTo>
                          <a:pt x="37" y="13"/>
                        </a:lnTo>
                        <a:lnTo>
                          <a:pt x="37" y="16"/>
                        </a:lnTo>
                        <a:lnTo>
                          <a:pt x="35" y="18"/>
                        </a:lnTo>
                        <a:lnTo>
                          <a:pt x="33" y="20"/>
                        </a:lnTo>
                        <a:lnTo>
                          <a:pt x="32" y="23"/>
                        </a:lnTo>
                        <a:lnTo>
                          <a:pt x="30" y="26"/>
                        </a:lnTo>
                        <a:lnTo>
                          <a:pt x="26" y="29"/>
                        </a:lnTo>
                        <a:lnTo>
                          <a:pt x="20" y="31"/>
                        </a:lnTo>
                        <a:lnTo>
                          <a:pt x="16" y="30"/>
                        </a:lnTo>
                        <a:lnTo>
                          <a:pt x="13" y="28"/>
                        </a:lnTo>
                        <a:lnTo>
                          <a:pt x="13" y="24"/>
                        </a:lnTo>
                        <a:lnTo>
                          <a:pt x="13" y="20"/>
                        </a:lnTo>
                        <a:lnTo>
                          <a:pt x="13" y="17"/>
                        </a:lnTo>
                        <a:lnTo>
                          <a:pt x="13" y="13"/>
                        </a:lnTo>
                        <a:lnTo>
                          <a:pt x="14" y="11"/>
                        </a:lnTo>
                        <a:lnTo>
                          <a:pt x="15" y="11"/>
                        </a:lnTo>
                        <a:lnTo>
                          <a:pt x="0"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51" name="Freeform 109"/>
                  <p:cNvSpPr/>
                  <p:nvPr/>
                </p:nvSpPr>
                <p:spPr bwMode="auto">
                  <a:xfrm>
                    <a:off x="5487" y="1968"/>
                    <a:ext cx="19" cy="7"/>
                  </a:xfrm>
                  <a:custGeom>
                    <a:avLst/>
                    <a:gdLst>
                      <a:gd name="T0" fmla="*/ 0 w 57"/>
                      <a:gd name="T1" fmla="*/ 0 h 22"/>
                      <a:gd name="T2" fmla="*/ 0 w 57"/>
                      <a:gd name="T3" fmla="*/ 0 h 22"/>
                      <a:gd name="T4" fmla="*/ 0 w 57"/>
                      <a:gd name="T5" fmla="*/ 0 h 22"/>
                      <a:gd name="T6" fmla="*/ 0 w 57"/>
                      <a:gd name="T7" fmla="*/ 0 h 22"/>
                      <a:gd name="T8" fmla="*/ 0 w 57"/>
                      <a:gd name="T9" fmla="*/ 0 h 22"/>
                      <a:gd name="T10" fmla="*/ 0 w 57"/>
                      <a:gd name="T11" fmla="*/ 0 h 22"/>
                      <a:gd name="T12" fmla="*/ 0 w 57"/>
                      <a:gd name="T13" fmla="*/ 0 h 22"/>
                      <a:gd name="T14" fmla="*/ 0 w 57"/>
                      <a:gd name="T15" fmla="*/ 0 h 22"/>
                      <a:gd name="T16" fmla="*/ 0 w 57"/>
                      <a:gd name="T17" fmla="*/ 0 h 22"/>
                      <a:gd name="T18" fmla="*/ 0 w 57"/>
                      <a:gd name="T19" fmla="*/ 0 h 22"/>
                      <a:gd name="T20" fmla="*/ 0 w 57"/>
                      <a:gd name="T21" fmla="*/ 0 h 22"/>
                      <a:gd name="T22" fmla="*/ 0 w 57"/>
                      <a:gd name="T23" fmla="*/ 0 h 22"/>
                      <a:gd name="T24" fmla="*/ 0 w 57"/>
                      <a:gd name="T25" fmla="*/ 0 h 22"/>
                      <a:gd name="T26" fmla="*/ 0 w 57"/>
                      <a:gd name="T27" fmla="*/ 0 h 22"/>
                      <a:gd name="T28" fmla="*/ 0 w 57"/>
                      <a:gd name="T29" fmla="*/ 0 h 22"/>
                      <a:gd name="T30" fmla="*/ 0 w 57"/>
                      <a:gd name="T31" fmla="*/ 0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22"/>
                      <a:gd name="T50" fmla="*/ 57 w 57"/>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22">
                        <a:moveTo>
                          <a:pt x="57" y="19"/>
                        </a:moveTo>
                        <a:lnTo>
                          <a:pt x="0" y="22"/>
                        </a:lnTo>
                        <a:lnTo>
                          <a:pt x="20" y="0"/>
                        </a:lnTo>
                        <a:lnTo>
                          <a:pt x="23" y="0"/>
                        </a:lnTo>
                        <a:lnTo>
                          <a:pt x="26" y="3"/>
                        </a:lnTo>
                        <a:lnTo>
                          <a:pt x="29" y="4"/>
                        </a:lnTo>
                        <a:lnTo>
                          <a:pt x="32" y="6"/>
                        </a:lnTo>
                        <a:lnTo>
                          <a:pt x="36" y="7"/>
                        </a:lnTo>
                        <a:lnTo>
                          <a:pt x="39" y="8"/>
                        </a:lnTo>
                        <a:lnTo>
                          <a:pt x="43" y="11"/>
                        </a:lnTo>
                        <a:lnTo>
                          <a:pt x="45" y="13"/>
                        </a:lnTo>
                        <a:lnTo>
                          <a:pt x="49" y="13"/>
                        </a:lnTo>
                        <a:lnTo>
                          <a:pt x="51" y="16"/>
                        </a:lnTo>
                        <a:lnTo>
                          <a:pt x="56" y="18"/>
                        </a:lnTo>
                        <a:lnTo>
                          <a:pt x="57" y="1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grpSp>
          <p:nvGrpSpPr>
            <p:cNvPr id="357" name="Group 110"/>
            <p:cNvGrpSpPr/>
            <p:nvPr/>
          </p:nvGrpSpPr>
          <p:grpSpPr bwMode="auto">
            <a:xfrm>
              <a:off x="4656" y="3117"/>
              <a:ext cx="475" cy="442"/>
              <a:chOff x="4656" y="3117"/>
              <a:chExt cx="475" cy="442"/>
            </a:xfrm>
          </p:grpSpPr>
          <p:sp>
            <p:nvSpPr>
              <p:cNvPr id="482" name="Rectangle 111"/>
              <p:cNvSpPr>
                <a:spLocks noChangeArrowheads="1"/>
              </p:cNvSpPr>
              <p:nvPr/>
            </p:nvSpPr>
            <p:spPr bwMode="auto">
              <a:xfrm>
                <a:off x="4742" y="3139"/>
                <a:ext cx="288" cy="240"/>
              </a:xfrm>
              <a:prstGeom prst="rect">
                <a:avLst/>
              </a:prstGeom>
              <a:solidFill>
                <a:srgbClr val="B2B2B2"/>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483" name="Rectangle 112"/>
              <p:cNvSpPr>
                <a:spLocks noChangeArrowheads="1"/>
              </p:cNvSpPr>
              <p:nvPr/>
            </p:nvSpPr>
            <p:spPr bwMode="auto">
              <a:xfrm>
                <a:off x="4684" y="3441"/>
                <a:ext cx="418" cy="96"/>
              </a:xfrm>
              <a:prstGeom prst="rect">
                <a:avLst/>
              </a:prstGeom>
              <a:solidFill>
                <a:srgbClr val="B2B2B2"/>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484" name="Group 113"/>
              <p:cNvGrpSpPr/>
              <p:nvPr/>
            </p:nvGrpSpPr>
            <p:grpSpPr bwMode="auto">
              <a:xfrm>
                <a:off x="4656" y="3117"/>
                <a:ext cx="475" cy="442"/>
                <a:chOff x="4656" y="3117"/>
                <a:chExt cx="475" cy="442"/>
              </a:xfrm>
            </p:grpSpPr>
            <p:sp>
              <p:nvSpPr>
                <p:cNvPr id="485" name="Rectangle 114"/>
                <p:cNvSpPr>
                  <a:spLocks noChangeArrowheads="1"/>
                </p:cNvSpPr>
                <p:nvPr/>
              </p:nvSpPr>
              <p:spPr bwMode="auto">
                <a:xfrm>
                  <a:off x="4795" y="3193"/>
                  <a:ext cx="192" cy="144"/>
                </a:xfrm>
                <a:prstGeom prst="rect">
                  <a:avLst/>
                </a:prstGeom>
                <a:solidFill>
                  <a:srgbClr val="FF0000"/>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486" name="Group 115"/>
                <p:cNvGrpSpPr/>
                <p:nvPr/>
              </p:nvGrpSpPr>
              <p:grpSpPr bwMode="auto">
                <a:xfrm>
                  <a:off x="4656" y="3117"/>
                  <a:ext cx="475" cy="442"/>
                  <a:chOff x="5285" y="1536"/>
                  <a:chExt cx="475" cy="442"/>
                </a:xfrm>
              </p:grpSpPr>
              <p:sp>
                <p:nvSpPr>
                  <p:cNvPr id="487" name="Freeform 116"/>
                  <p:cNvSpPr/>
                  <p:nvPr/>
                </p:nvSpPr>
                <p:spPr bwMode="auto">
                  <a:xfrm>
                    <a:off x="5365" y="1943"/>
                    <a:ext cx="369" cy="35"/>
                  </a:xfrm>
                  <a:custGeom>
                    <a:avLst/>
                    <a:gdLst>
                      <a:gd name="T0" fmla="*/ 0 w 1105"/>
                      <a:gd name="T1" fmla="*/ 0 h 104"/>
                      <a:gd name="T2" fmla="*/ 0 w 1105"/>
                      <a:gd name="T3" fmla="*/ 0 h 104"/>
                      <a:gd name="T4" fmla="*/ 0 w 1105"/>
                      <a:gd name="T5" fmla="*/ 0 h 104"/>
                      <a:gd name="T6" fmla="*/ 0 w 1105"/>
                      <a:gd name="T7" fmla="*/ 0 h 104"/>
                      <a:gd name="T8" fmla="*/ 0 w 1105"/>
                      <a:gd name="T9" fmla="*/ 0 h 104"/>
                      <a:gd name="T10" fmla="*/ 0 w 1105"/>
                      <a:gd name="T11" fmla="*/ 0 h 104"/>
                      <a:gd name="T12" fmla="*/ 0 w 1105"/>
                      <a:gd name="T13" fmla="*/ 0 h 104"/>
                      <a:gd name="T14" fmla="*/ 0 w 1105"/>
                      <a:gd name="T15" fmla="*/ 0 h 104"/>
                      <a:gd name="T16" fmla="*/ 0 w 1105"/>
                      <a:gd name="T17" fmla="*/ 0 h 104"/>
                      <a:gd name="T18" fmla="*/ 0 w 1105"/>
                      <a:gd name="T19" fmla="*/ 0 h 104"/>
                      <a:gd name="T20" fmla="*/ 0 w 1105"/>
                      <a:gd name="T21" fmla="*/ 0 h 104"/>
                      <a:gd name="T22" fmla="*/ 0 w 1105"/>
                      <a:gd name="T23" fmla="*/ 0 h 104"/>
                      <a:gd name="T24" fmla="*/ 0 w 1105"/>
                      <a:gd name="T25" fmla="*/ 0 h 104"/>
                      <a:gd name="T26" fmla="*/ 0 w 1105"/>
                      <a:gd name="T27" fmla="*/ 0 h 104"/>
                      <a:gd name="T28" fmla="*/ 0 w 1105"/>
                      <a:gd name="T29" fmla="*/ 0 h 104"/>
                      <a:gd name="T30" fmla="*/ 0 w 1105"/>
                      <a:gd name="T31" fmla="*/ 0 h 104"/>
                      <a:gd name="T32" fmla="*/ 0 w 1105"/>
                      <a:gd name="T33" fmla="*/ 0 h 104"/>
                      <a:gd name="T34" fmla="*/ 0 w 1105"/>
                      <a:gd name="T35" fmla="*/ 0 h 104"/>
                      <a:gd name="T36" fmla="*/ 0 w 1105"/>
                      <a:gd name="T37" fmla="*/ 0 h 104"/>
                      <a:gd name="T38" fmla="*/ 0 w 1105"/>
                      <a:gd name="T39" fmla="*/ 0 h 104"/>
                      <a:gd name="T40" fmla="*/ 0 w 1105"/>
                      <a:gd name="T41" fmla="*/ 0 h 104"/>
                      <a:gd name="T42" fmla="*/ 0 w 1105"/>
                      <a:gd name="T43" fmla="*/ 0 h 104"/>
                      <a:gd name="T44" fmla="*/ 0 w 1105"/>
                      <a:gd name="T45" fmla="*/ 0 h 104"/>
                      <a:gd name="T46" fmla="*/ 0 w 1105"/>
                      <a:gd name="T47" fmla="*/ 0 h 104"/>
                      <a:gd name="T48" fmla="*/ 0 w 1105"/>
                      <a:gd name="T49" fmla="*/ 0 h 104"/>
                      <a:gd name="T50" fmla="*/ 0 w 1105"/>
                      <a:gd name="T51" fmla="*/ 0 h 104"/>
                      <a:gd name="T52" fmla="*/ 0 w 1105"/>
                      <a:gd name="T53" fmla="*/ 0 h 104"/>
                      <a:gd name="T54" fmla="*/ 0 w 1105"/>
                      <a:gd name="T55" fmla="*/ 0 h 104"/>
                      <a:gd name="T56" fmla="*/ 0 w 1105"/>
                      <a:gd name="T57" fmla="*/ 0 h 104"/>
                      <a:gd name="T58" fmla="*/ 0 w 1105"/>
                      <a:gd name="T59" fmla="*/ 0 h 104"/>
                      <a:gd name="T60" fmla="*/ 0 w 1105"/>
                      <a:gd name="T61" fmla="*/ 0 h 104"/>
                      <a:gd name="T62" fmla="*/ 0 w 1105"/>
                      <a:gd name="T63" fmla="*/ 0 h 104"/>
                      <a:gd name="T64" fmla="*/ 0 w 1105"/>
                      <a:gd name="T65" fmla="*/ 0 h 104"/>
                      <a:gd name="T66" fmla="*/ 0 w 1105"/>
                      <a:gd name="T67" fmla="*/ 0 h 104"/>
                      <a:gd name="T68" fmla="*/ 0 w 1105"/>
                      <a:gd name="T69" fmla="*/ 0 h 104"/>
                      <a:gd name="T70" fmla="*/ 0 w 1105"/>
                      <a:gd name="T71" fmla="*/ 0 h 104"/>
                      <a:gd name="T72" fmla="*/ 0 w 1105"/>
                      <a:gd name="T73" fmla="*/ 0 h 104"/>
                      <a:gd name="T74" fmla="*/ 0 w 1105"/>
                      <a:gd name="T75" fmla="*/ 0 h 104"/>
                      <a:gd name="T76" fmla="*/ 0 w 1105"/>
                      <a:gd name="T77" fmla="*/ 0 h 104"/>
                      <a:gd name="T78" fmla="*/ 0 w 1105"/>
                      <a:gd name="T79" fmla="*/ 0 h 104"/>
                      <a:gd name="T80" fmla="*/ 0 w 1105"/>
                      <a:gd name="T81" fmla="*/ 0 h 104"/>
                      <a:gd name="T82" fmla="*/ 0 w 1105"/>
                      <a:gd name="T83" fmla="*/ 0 h 104"/>
                      <a:gd name="T84" fmla="*/ 0 w 1105"/>
                      <a:gd name="T85" fmla="*/ 0 h 104"/>
                      <a:gd name="T86" fmla="*/ 0 w 1105"/>
                      <a:gd name="T87" fmla="*/ 0 h 104"/>
                      <a:gd name="T88" fmla="*/ 0 w 1105"/>
                      <a:gd name="T89" fmla="*/ 0 h 104"/>
                      <a:gd name="T90" fmla="*/ 0 w 1105"/>
                      <a:gd name="T91" fmla="*/ 0 h 104"/>
                      <a:gd name="T92" fmla="*/ 0 w 1105"/>
                      <a:gd name="T93" fmla="*/ 0 h 104"/>
                      <a:gd name="T94" fmla="*/ 0 w 1105"/>
                      <a:gd name="T95" fmla="*/ 0 h 104"/>
                      <a:gd name="T96" fmla="*/ 0 w 1105"/>
                      <a:gd name="T97" fmla="*/ 0 h 104"/>
                      <a:gd name="T98" fmla="*/ 0 w 1105"/>
                      <a:gd name="T99" fmla="*/ 0 h 104"/>
                      <a:gd name="T100" fmla="*/ 0 w 1105"/>
                      <a:gd name="T101" fmla="*/ 0 h 104"/>
                      <a:gd name="T102" fmla="*/ 0 w 1105"/>
                      <a:gd name="T103" fmla="*/ 0 h 104"/>
                      <a:gd name="T104" fmla="*/ 0 w 1105"/>
                      <a:gd name="T105" fmla="*/ 0 h 104"/>
                      <a:gd name="T106" fmla="*/ 0 w 1105"/>
                      <a:gd name="T107" fmla="*/ 0 h 104"/>
                      <a:gd name="T108" fmla="*/ 0 w 1105"/>
                      <a:gd name="T109" fmla="*/ 0 h 104"/>
                      <a:gd name="T110" fmla="*/ 0 w 1105"/>
                      <a:gd name="T111" fmla="*/ 0 h 104"/>
                      <a:gd name="T112" fmla="*/ 0 w 1105"/>
                      <a:gd name="T113" fmla="*/ 0 h 1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05"/>
                      <a:gd name="T172" fmla="*/ 0 h 104"/>
                      <a:gd name="T173" fmla="*/ 1105 w 1105"/>
                      <a:gd name="T174" fmla="*/ 104 h 1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05" h="104">
                        <a:moveTo>
                          <a:pt x="872" y="13"/>
                        </a:moveTo>
                        <a:lnTo>
                          <a:pt x="876" y="13"/>
                        </a:lnTo>
                        <a:lnTo>
                          <a:pt x="879" y="13"/>
                        </a:lnTo>
                        <a:lnTo>
                          <a:pt x="883" y="13"/>
                        </a:lnTo>
                        <a:lnTo>
                          <a:pt x="886" y="13"/>
                        </a:lnTo>
                        <a:lnTo>
                          <a:pt x="890" y="13"/>
                        </a:lnTo>
                        <a:lnTo>
                          <a:pt x="893" y="13"/>
                        </a:lnTo>
                        <a:lnTo>
                          <a:pt x="897" y="13"/>
                        </a:lnTo>
                        <a:lnTo>
                          <a:pt x="900" y="13"/>
                        </a:lnTo>
                        <a:lnTo>
                          <a:pt x="904" y="13"/>
                        </a:lnTo>
                        <a:lnTo>
                          <a:pt x="909" y="13"/>
                        </a:lnTo>
                        <a:lnTo>
                          <a:pt x="911" y="13"/>
                        </a:lnTo>
                        <a:lnTo>
                          <a:pt x="916" y="13"/>
                        </a:lnTo>
                        <a:lnTo>
                          <a:pt x="918" y="11"/>
                        </a:lnTo>
                        <a:lnTo>
                          <a:pt x="923" y="11"/>
                        </a:lnTo>
                        <a:lnTo>
                          <a:pt x="927" y="11"/>
                        </a:lnTo>
                        <a:lnTo>
                          <a:pt x="930" y="11"/>
                        </a:lnTo>
                        <a:lnTo>
                          <a:pt x="932" y="10"/>
                        </a:lnTo>
                        <a:lnTo>
                          <a:pt x="936" y="10"/>
                        </a:lnTo>
                        <a:lnTo>
                          <a:pt x="940" y="10"/>
                        </a:lnTo>
                        <a:lnTo>
                          <a:pt x="943" y="10"/>
                        </a:lnTo>
                        <a:lnTo>
                          <a:pt x="947" y="9"/>
                        </a:lnTo>
                        <a:lnTo>
                          <a:pt x="950" y="9"/>
                        </a:lnTo>
                        <a:lnTo>
                          <a:pt x="954" y="8"/>
                        </a:lnTo>
                        <a:lnTo>
                          <a:pt x="957" y="8"/>
                        </a:lnTo>
                        <a:lnTo>
                          <a:pt x="960" y="8"/>
                        </a:lnTo>
                        <a:lnTo>
                          <a:pt x="964" y="8"/>
                        </a:lnTo>
                        <a:lnTo>
                          <a:pt x="967" y="7"/>
                        </a:lnTo>
                        <a:lnTo>
                          <a:pt x="972" y="7"/>
                        </a:lnTo>
                        <a:lnTo>
                          <a:pt x="974" y="5"/>
                        </a:lnTo>
                        <a:lnTo>
                          <a:pt x="978" y="5"/>
                        </a:lnTo>
                        <a:lnTo>
                          <a:pt x="981" y="5"/>
                        </a:lnTo>
                        <a:lnTo>
                          <a:pt x="985" y="5"/>
                        </a:lnTo>
                        <a:lnTo>
                          <a:pt x="988" y="4"/>
                        </a:lnTo>
                        <a:lnTo>
                          <a:pt x="992" y="3"/>
                        </a:lnTo>
                        <a:lnTo>
                          <a:pt x="994" y="3"/>
                        </a:lnTo>
                        <a:lnTo>
                          <a:pt x="998" y="3"/>
                        </a:lnTo>
                        <a:lnTo>
                          <a:pt x="1001" y="3"/>
                        </a:lnTo>
                        <a:lnTo>
                          <a:pt x="1005" y="2"/>
                        </a:lnTo>
                        <a:lnTo>
                          <a:pt x="1007" y="2"/>
                        </a:lnTo>
                        <a:lnTo>
                          <a:pt x="1012" y="2"/>
                        </a:lnTo>
                        <a:lnTo>
                          <a:pt x="1014" y="1"/>
                        </a:lnTo>
                        <a:lnTo>
                          <a:pt x="1018" y="1"/>
                        </a:lnTo>
                        <a:lnTo>
                          <a:pt x="1021" y="1"/>
                        </a:lnTo>
                        <a:lnTo>
                          <a:pt x="1025" y="1"/>
                        </a:lnTo>
                        <a:lnTo>
                          <a:pt x="1029" y="1"/>
                        </a:lnTo>
                        <a:lnTo>
                          <a:pt x="1032" y="1"/>
                        </a:lnTo>
                        <a:lnTo>
                          <a:pt x="1034" y="1"/>
                        </a:lnTo>
                        <a:lnTo>
                          <a:pt x="1039" y="1"/>
                        </a:lnTo>
                        <a:lnTo>
                          <a:pt x="1042" y="0"/>
                        </a:lnTo>
                        <a:lnTo>
                          <a:pt x="1045" y="0"/>
                        </a:lnTo>
                        <a:lnTo>
                          <a:pt x="1048" y="0"/>
                        </a:lnTo>
                        <a:lnTo>
                          <a:pt x="1052" y="0"/>
                        </a:lnTo>
                        <a:lnTo>
                          <a:pt x="1055" y="0"/>
                        </a:lnTo>
                        <a:lnTo>
                          <a:pt x="1058" y="1"/>
                        </a:lnTo>
                        <a:lnTo>
                          <a:pt x="1062" y="1"/>
                        </a:lnTo>
                        <a:lnTo>
                          <a:pt x="1065" y="1"/>
                        </a:lnTo>
                        <a:lnTo>
                          <a:pt x="1068" y="1"/>
                        </a:lnTo>
                        <a:lnTo>
                          <a:pt x="1072" y="2"/>
                        </a:lnTo>
                        <a:lnTo>
                          <a:pt x="1075" y="2"/>
                        </a:lnTo>
                        <a:lnTo>
                          <a:pt x="1078" y="3"/>
                        </a:lnTo>
                        <a:lnTo>
                          <a:pt x="1082" y="3"/>
                        </a:lnTo>
                        <a:lnTo>
                          <a:pt x="1086" y="4"/>
                        </a:lnTo>
                        <a:lnTo>
                          <a:pt x="1089" y="5"/>
                        </a:lnTo>
                        <a:lnTo>
                          <a:pt x="1093" y="7"/>
                        </a:lnTo>
                        <a:lnTo>
                          <a:pt x="1093" y="9"/>
                        </a:lnTo>
                        <a:lnTo>
                          <a:pt x="1094" y="11"/>
                        </a:lnTo>
                        <a:lnTo>
                          <a:pt x="1095" y="14"/>
                        </a:lnTo>
                        <a:lnTo>
                          <a:pt x="1095" y="17"/>
                        </a:lnTo>
                        <a:lnTo>
                          <a:pt x="1096" y="20"/>
                        </a:lnTo>
                        <a:lnTo>
                          <a:pt x="1097" y="22"/>
                        </a:lnTo>
                        <a:lnTo>
                          <a:pt x="1097" y="24"/>
                        </a:lnTo>
                        <a:lnTo>
                          <a:pt x="1099" y="28"/>
                        </a:lnTo>
                        <a:lnTo>
                          <a:pt x="1099" y="30"/>
                        </a:lnTo>
                        <a:lnTo>
                          <a:pt x="1100" y="33"/>
                        </a:lnTo>
                        <a:lnTo>
                          <a:pt x="1101" y="35"/>
                        </a:lnTo>
                        <a:lnTo>
                          <a:pt x="1101" y="39"/>
                        </a:lnTo>
                        <a:lnTo>
                          <a:pt x="1102" y="41"/>
                        </a:lnTo>
                        <a:lnTo>
                          <a:pt x="1103" y="43"/>
                        </a:lnTo>
                        <a:lnTo>
                          <a:pt x="1103" y="46"/>
                        </a:lnTo>
                        <a:lnTo>
                          <a:pt x="1105" y="49"/>
                        </a:lnTo>
                        <a:lnTo>
                          <a:pt x="1099" y="53"/>
                        </a:lnTo>
                        <a:lnTo>
                          <a:pt x="1093" y="57"/>
                        </a:lnTo>
                        <a:lnTo>
                          <a:pt x="1086" y="60"/>
                        </a:lnTo>
                        <a:lnTo>
                          <a:pt x="1077" y="64"/>
                        </a:lnTo>
                        <a:lnTo>
                          <a:pt x="1068" y="66"/>
                        </a:lnTo>
                        <a:lnTo>
                          <a:pt x="1057" y="68"/>
                        </a:lnTo>
                        <a:lnTo>
                          <a:pt x="1048" y="72"/>
                        </a:lnTo>
                        <a:lnTo>
                          <a:pt x="1036" y="76"/>
                        </a:lnTo>
                        <a:lnTo>
                          <a:pt x="1024" y="78"/>
                        </a:lnTo>
                        <a:lnTo>
                          <a:pt x="1011" y="80"/>
                        </a:lnTo>
                        <a:lnTo>
                          <a:pt x="997" y="81"/>
                        </a:lnTo>
                        <a:lnTo>
                          <a:pt x="982" y="84"/>
                        </a:lnTo>
                        <a:lnTo>
                          <a:pt x="968" y="86"/>
                        </a:lnTo>
                        <a:lnTo>
                          <a:pt x="953" y="89"/>
                        </a:lnTo>
                        <a:lnTo>
                          <a:pt x="936" y="90"/>
                        </a:lnTo>
                        <a:lnTo>
                          <a:pt x="921" y="92"/>
                        </a:lnTo>
                        <a:lnTo>
                          <a:pt x="903" y="92"/>
                        </a:lnTo>
                        <a:lnTo>
                          <a:pt x="885" y="95"/>
                        </a:lnTo>
                        <a:lnTo>
                          <a:pt x="866" y="96"/>
                        </a:lnTo>
                        <a:lnTo>
                          <a:pt x="847" y="97"/>
                        </a:lnTo>
                        <a:lnTo>
                          <a:pt x="829" y="98"/>
                        </a:lnTo>
                        <a:lnTo>
                          <a:pt x="809" y="99"/>
                        </a:lnTo>
                        <a:lnTo>
                          <a:pt x="790" y="99"/>
                        </a:lnTo>
                        <a:lnTo>
                          <a:pt x="770" y="102"/>
                        </a:lnTo>
                        <a:lnTo>
                          <a:pt x="750" y="102"/>
                        </a:lnTo>
                        <a:lnTo>
                          <a:pt x="728" y="102"/>
                        </a:lnTo>
                        <a:lnTo>
                          <a:pt x="708" y="102"/>
                        </a:lnTo>
                        <a:lnTo>
                          <a:pt x="688" y="104"/>
                        </a:lnTo>
                        <a:lnTo>
                          <a:pt x="665" y="104"/>
                        </a:lnTo>
                        <a:lnTo>
                          <a:pt x="645" y="104"/>
                        </a:lnTo>
                        <a:lnTo>
                          <a:pt x="623" y="104"/>
                        </a:lnTo>
                        <a:lnTo>
                          <a:pt x="601" y="104"/>
                        </a:lnTo>
                        <a:lnTo>
                          <a:pt x="580" y="104"/>
                        </a:lnTo>
                        <a:lnTo>
                          <a:pt x="558" y="104"/>
                        </a:lnTo>
                        <a:lnTo>
                          <a:pt x="536" y="104"/>
                        </a:lnTo>
                        <a:lnTo>
                          <a:pt x="514" y="104"/>
                        </a:lnTo>
                        <a:lnTo>
                          <a:pt x="492" y="104"/>
                        </a:lnTo>
                        <a:lnTo>
                          <a:pt x="471" y="104"/>
                        </a:lnTo>
                        <a:lnTo>
                          <a:pt x="450" y="104"/>
                        </a:lnTo>
                        <a:lnTo>
                          <a:pt x="427" y="104"/>
                        </a:lnTo>
                        <a:lnTo>
                          <a:pt x="407" y="104"/>
                        </a:lnTo>
                        <a:lnTo>
                          <a:pt x="384" y="104"/>
                        </a:lnTo>
                        <a:lnTo>
                          <a:pt x="363" y="103"/>
                        </a:lnTo>
                        <a:lnTo>
                          <a:pt x="343" y="103"/>
                        </a:lnTo>
                        <a:lnTo>
                          <a:pt x="321" y="102"/>
                        </a:lnTo>
                        <a:lnTo>
                          <a:pt x="301" y="102"/>
                        </a:lnTo>
                        <a:lnTo>
                          <a:pt x="282" y="102"/>
                        </a:lnTo>
                        <a:lnTo>
                          <a:pt x="263" y="102"/>
                        </a:lnTo>
                        <a:lnTo>
                          <a:pt x="243" y="102"/>
                        </a:lnTo>
                        <a:lnTo>
                          <a:pt x="224" y="102"/>
                        </a:lnTo>
                        <a:lnTo>
                          <a:pt x="205" y="100"/>
                        </a:lnTo>
                        <a:lnTo>
                          <a:pt x="187" y="100"/>
                        </a:lnTo>
                        <a:lnTo>
                          <a:pt x="170" y="99"/>
                        </a:lnTo>
                        <a:lnTo>
                          <a:pt x="153" y="99"/>
                        </a:lnTo>
                        <a:lnTo>
                          <a:pt x="136" y="99"/>
                        </a:lnTo>
                        <a:lnTo>
                          <a:pt x="120" y="99"/>
                        </a:lnTo>
                        <a:lnTo>
                          <a:pt x="104" y="99"/>
                        </a:lnTo>
                        <a:lnTo>
                          <a:pt x="89" y="99"/>
                        </a:lnTo>
                        <a:lnTo>
                          <a:pt x="76" y="99"/>
                        </a:lnTo>
                        <a:lnTo>
                          <a:pt x="63" y="99"/>
                        </a:lnTo>
                        <a:lnTo>
                          <a:pt x="49" y="99"/>
                        </a:lnTo>
                        <a:lnTo>
                          <a:pt x="37" y="99"/>
                        </a:lnTo>
                        <a:lnTo>
                          <a:pt x="25" y="99"/>
                        </a:lnTo>
                        <a:lnTo>
                          <a:pt x="15" y="99"/>
                        </a:lnTo>
                        <a:lnTo>
                          <a:pt x="14" y="97"/>
                        </a:lnTo>
                        <a:lnTo>
                          <a:pt x="12" y="93"/>
                        </a:lnTo>
                        <a:lnTo>
                          <a:pt x="11" y="91"/>
                        </a:lnTo>
                        <a:lnTo>
                          <a:pt x="9" y="89"/>
                        </a:lnTo>
                        <a:lnTo>
                          <a:pt x="7" y="83"/>
                        </a:lnTo>
                        <a:lnTo>
                          <a:pt x="6" y="78"/>
                        </a:lnTo>
                        <a:lnTo>
                          <a:pt x="5" y="76"/>
                        </a:lnTo>
                        <a:lnTo>
                          <a:pt x="5" y="73"/>
                        </a:lnTo>
                        <a:lnTo>
                          <a:pt x="3" y="70"/>
                        </a:lnTo>
                        <a:lnTo>
                          <a:pt x="2" y="67"/>
                        </a:lnTo>
                        <a:lnTo>
                          <a:pt x="2" y="65"/>
                        </a:lnTo>
                        <a:lnTo>
                          <a:pt x="2" y="62"/>
                        </a:lnTo>
                        <a:lnTo>
                          <a:pt x="0" y="59"/>
                        </a:lnTo>
                        <a:lnTo>
                          <a:pt x="0" y="57"/>
                        </a:lnTo>
                        <a:lnTo>
                          <a:pt x="2" y="54"/>
                        </a:lnTo>
                        <a:lnTo>
                          <a:pt x="7" y="51"/>
                        </a:lnTo>
                        <a:lnTo>
                          <a:pt x="9" y="48"/>
                        </a:lnTo>
                        <a:lnTo>
                          <a:pt x="14" y="46"/>
                        </a:lnTo>
                        <a:lnTo>
                          <a:pt x="18" y="42"/>
                        </a:lnTo>
                        <a:lnTo>
                          <a:pt x="21" y="41"/>
                        </a:lnTo>
                        <a:lnTo>
                          <a:pt x="25" y="39"/>
                        </a:lnTo>
                        <a:lnTo>
                          <a:pt x="28" y="36"/>
                        </a:lnTo>
                        <a:lnTo>
                          <a:pt x="32" y="35"/>
                        </a:lnTo>
                        <a:lnTo>
                          <a:pt x="35" y="33"/>
                        </a:lnTo>
                        <a:lnTo>
                          <a:pt x="40" y="32"/>
                        </a:lnTo>
                        <a:lnTo>
                          <a:pt x="44" y="30"/>
                        </a:lnTo>
                        <a:lnTo>
                          <a:pt x="47" y="29"/>
                        </a:lnTo>
                        <a:lnTo>
                          <a:pt x="52" y="28"/>
                        </a:lnTo>
                        <a:lnTo>
                          <a:pt x="57" y="27"/>
                        </a:lnTo>
                        <a:lnTo>
                          <a:pt x="60" y="26"/>
                        </a:lnTo>
                        <a:lnTo>
                          <a:pt x="65" y="24"/>
                        </a:lnTo>
                        <a:lnTo>
                          <a:pt x="69" y="23"/>
                        </a:lnTo>
                        <a:lnTo>
                          <a:pt x="73" y="23"/>
                        </a:lnTo>
                        <a:lnTo>
                          <a:pt x="78" y="23"/>
                        </a:lnTo>
                        <a:lnTo>
                          <a:pt x="82" y="22"/>
                        </a:lnTo>
                        <a:lnTo>
                          <a:pt x="85" y="21"/>
                        </a:lnTo>
                        <a:lnTo>
                          <a:pt x="91" y="21"/>
                        </a:lnTo>
                        <a:lnTo>
                          <a:pt x="95" y="21"/>
                        </a:lnTo>
                        <a:lnTo>
                          <a:pt x="98" y="21"/>
                        </a:lnTo>
                        <a:lnTo>
                          <a:pt x="103" y="21"/>
                        </a:lnTo>
                        <a:lnTo>
                          <a:pt x="108" y="21"/>
                        </a:lnTo>
                        <a:lnTo>
                          <a:pt x="113" y="21"/>
                        </a:lnTo>
                        <a:lnTo>
                          <a:pt x="116" y="21"/>
                        </a:lnTo>
                        <a:lnTo>
                          <a:pt x="121" y="21"/>
                        </a:lnTo>
                        <a:lnTo>
                          <a:pt x="126" y="21"/>
                        </a:lnTo>
                        <a:lnTo>
                          <a:pt x="130" y="21"/>
                        </a:lnTo>
                        <a:lnTo>
                          <a:pt x="135" y="21"/>
                        </a:lnTo>
                        <a:lnTo>
                          <a:pt x="139" y="21"/>
                        </a:lnTo>
                        <a:lnTo>
                          <a:pt x="143" y="21"/>
                        </a:lnTo>
                        <a:lnTo>
                          <a:pt x="148" y="21"/>
                        </a:lnTo>
                        <a:lnTo>
                          <a:pt x="153" y="21"/>
                        </a:lnTo>
                        <a:lnTo>
                          <a:pt x="158" y="22"/>
                        </a:lnTo>
                        <a:lnTo>
                          <a:pt x="161" y="22"/>
                        </a:lnTo>
                        <a:lnTo>
                          <a:pt x="167" y="23"/>
                        </a:lnTo>
                        <a:lnTo>
                          <a:pt x="171" y="23"/>
                        </a:lnTo>
                        <a:lnTo>
                          <a:pt x="175" y="23"/>
                        </a:lnTo>
                        <a:lnTo>
                          <a:pt x="179" y="23"/>
                        </a:lnTo>
                        <a:lnTo>
                          <a:pt x="184" y="23"/>
                        </a:lnTo>
                        <a:lnTo>
                          <a:pt x="190" y="23"/>
                        </a:lnTo>
                        <a:lnTo>
                          <a:pt x="194" y="23"/>
                        </a:lnTo>
                        <a:lnTo>
                          <a:pt x="199" y="23"/>
                        </a:lnTo>
                        <a:lnTo>
                          <a:pt x="203" y="24"/>
                        </a:lnTo>
                        <a:lnTo>
                          <a:pt x="208" y="23"/>
                        </a:lnTo>
                        <a:lnTo>
                          <a:pt x="212" y="23"/>
                        </a:lnTo>
                        <a:lnTo>
                          <a:pt x="216" y="23"/>
                        </a:lnTo>
                        <a:lnTo>
                          <a:pt x="221" y="23"/>
                        </a:lnTo>
                        <a:lnTo>
                          <a:pt x="225" y="23"/>
                        </a:lnTo>
                        <a:lnTo>
                          <a:pt x="230" y="23"/>
                        </a:lnTo>
                        <a:lnTo>
                          <a:pt x="234" y="23"/>
                        </a:lnTo>
                        <a:lnTo>
                          <a:pt x="238" y="23"/>
                        </a:lnTo>
                        <a:lnTo>
                          <a:pt x="243" y="22"/>
                        </a:lnTo>
                        <a:lnTo>
                          <a:pt x="248" y="22"/>
                        </a:lnTo>
                        <a:lnTo>
                          <a:pt x="251" y="21"/>
                        </a:lnTo>
                        <a:lnTo>
                          <a:pt x="256" y="21"/>
                        </a:lnTo>
                        <a:lnTo>
                          <a:pt x="260" y="21"/>
                        </a:lnTo>
                        <a:lnTo>
                          <a:pt x="264" y="20"/>
                        </a:lnTo>
                        <a:lnTo>
                          <a:pt x="269" y="19"/>
                        </a:lnTo>
                        <a:lnTo>
                          <a:pt x="273" y="19"/>
                        </a:lnTo>
                        <a:lnTo>
                          <a:pt x="282" y="17"/>
                        </a:lnTo>
                        <a:lnTo>
                          <a:pt x="291" y="17"/>
                        </a:lnTo>
                        <a:lnTo>
                          <a:pt x="300" y="17"/>
                        </a:lnTo>
                        <a:lnTo>
                          <a:pt x="310" y="17"/>
                        </a:lnTo>
                        <a:lnTo>
                          <a:pt x="319" y="16"/>
                        </a:lnTo>
                        <a:lnTo>
                          <a:pt x="329" y="16"/>
                        </a:lnTo>
                        <a:lnTo>
                          <a:pt x="337" y="16"/>
                        </a:lnTo>
                        <a:lnTo>
                          <a:pt x="346" y="16"/>
                        </a:lnTo>
                        <a:lnTo>
                          <a:pt x="356" y="16"/>
                        </a:lnTo>
                        <a:lnTo>
                          <a:pt x="365" y="16"/>
                        </a:lnTo>
                        <a:lnTo>
                          <a:pt x="374" y="16"/>
                        </a:lnTo>
                        <a:lnTo>
                          <a:pt x="384" y="16"/>
                        </a:lnTo>
                        <a:lnTo>
                          <a:pt x="394" y="16"/>
                        </a:lnTo>
                        <a:lnTo>
                          <a:pt x="402" y="16"/>
                        </a:lnTo>
                        <a:lnTo>
                          <a:pt x="412" y="16"/>
                        </a:lnTo>
                        <a:lnTo>
                          <a:pt x="422" y="17"/>
                        </a:lnTo>
                        <a:lnTo>
                          <a:pt x="431" y="17"/>
                        </a:lnTo>
                        <a:lnTo>
                          <a:pt x="440" y="17"/>
                        </a:lnTo>
                        <a:lnTo>
                          <a:pt x="450" y="17"/>
                        </a:lnTo>
                        <a:lnTo>
                          <a:pt x="459" y="17"/>
                        </a:lnTo>
                        <a:lnTo>
                          <a:pt x="469" y="17"/>
                        </a:lnTo>
                        <a:lnTo>
                          <a:pt x="478" y="17"/>
                        </a:lnTo>
                        <a:lnTo>
                          <a:pt x="488" y="17"/>
                        </a:lnTo>
                        <a:lnTo>
                          <a:pt x="498" y="17"/>
                        </a:lnTo>
                        <a:lnTo>
                          <a:pt x="507" y="17"/>
                        </a:lnTo>
                        <a:lnTo>
                          <a:pt x="516" y="17"/>
                        </a:lnTo>
                        <a:lnTo>
                          <a:pt x="525" y="17"/>
                        </a:lnTo>
                        <a:lnTo>
                          <a:pt x="536" y="17"/>
                        </a:lnTo>
                        <a:lnTo>
                          <a:pt x="544" y="17"/>
                        </a:lnTo>
                        <a:lnTo>
                          <a:pt x="554" y="17"/>
                        </a:lnTo>
                        <a:lnTo>
                          <a:pt x="563" y="17"/>
                        </a:lnTo>
                        <a:lnTo>
                          <a:pt x="574" y="19"/>
                        </a:lnTo>
                        <a:lnTo>
                          <a:pt x="582" y="17"/>
                        </a:lnTo>
                        <a:lnTo>
                          <a:pt x="592" y="17"/>
                        </a:lnTo>
                        <a:lnTo>
                          <a:pt x="601" y="17"/>
                        </a:lnTo>
                        <a:lnTo>
                          <a:pt x="611" y="17"/>
                        </a:lnTo>
                        <a:lnTo>
                          <a:pt x="619" y="17"/>
                        </a:lnTo>
                        <a:lnTo>
                          <a:pt x="630" y="17"/>
                        </a:lnTo>
                        <a:lnTo>
                          <a:pt x="639" y="17"/>
                        </a:lnTo>
                        <a:lnTo>
                          <a:pt x="649" y="17"/>
                        </a:lnTo>
                        <a:lnTo>
                          <a:pt x="657" y="17"/>
                        </a:lnTo>
                        <a:lnTo>
                          <a:pt x="668" y="17"/>
                        </a:lnTo>
                        <a:lnTo>
                          <a:pt x="677" y="17"/>
                        </a:lnTo>
                        <a:lnTo>
                          <a:pt x="687" y="17"/>
                        </a:lnTo>
                        <a:lnTo>
                          <a:pt x="695" y="17"/>
                        </a:lnTo>
                        <a:lnTo>
                          <a:pt x="706" y="17"/>
                        </a:lnTo>
                        <a:lnTo>
                          <a:pt x="715" y="17"/>
                        </a:lnTo>
                        <a:lnTo>
                          <a:pt x="724" y="17"/>
                        </a:lnTo>
                        <a:lnTo>
                          <a:pt x="733" y="16"/>
                        </a:lnTo>
                        <a:lnTo>
                          <a:pt x="743" y="16"/>
                        </a:lnTo>
                        <a:lnTo>
                          <a:pt x="751" y="16"/>
                        </a:lnTo>
                        <a:lnTo>
                          <a:pt x="762" y="16"/>
                        </a:lnTo>
                        <a:lnTo>
                          <a:pt x="770" y="16"/>
                        </a:lnTo>
                        <a:lnTo>
                          <a:pt x="779" y="16"/>
                        </a:lnTo>
                        <a:lnTo>
                          <a:pt x="789" y="15"/>
                        </a:lnTo>
                        <a:lnTo>
                          <a:pt x="798" y="15"/>
                        </a:lnTo>
                        <a:lnTo>
                          <a:pt x="807" y="15"/>
                        </a:lnTo>
                        <a:lnTo>
                          <a:pt x="817" y="14"/>
                        </a:lnTo>
                        <a:lnTo>
                          <a:pt x="824" y="14"/>
                        </a:lnTo>
                        <a:lnTo>
                          <a:pt x="835" y="14"/>
                        </a:lnTo>
                        <a:lnTo>
                          <a:pt x="843" y="13"/>
                        </a:lnTo>
                        <a:lnTo>
                          <a:pt x="853" y="13"/>
                        </a:lnTo>
                        <a:lnTo>
                          <a:pt x="862" y="13"/>
                        </a:lnTo>
                        <a:lnTo>
                          <a:pt x="872" y="13"/>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88" name="Freeform 117"/>
                  <p:cNvSpPr/>
                  <p:nvPr/>
                </p:nvSpPr>
                <p:spPr bwMode="auto">
                  <a:xfrm>
                    <a:off x="5365" y="1536"/>
                    <a:ext cx="315" cy="39"/>
                  </a:xfrm>
                  <a:custGeom>
                    <a:avLst/>
                    <a:gdLst>
                      <a:gd name="T0" fmla="*/ 0 w 943"/>
                      <a:gd name="T1" fmla="*/ 0 h 116"/>
                      <a:gd name="T2" fmla="*/ 0 w 943"/>
                      <a:gd name="T3" fmla="*/ 0 h 116"/>
                      <a:gd name="T4" fmla="*/ 0 w 943"/>
                      <a:gd name="T5" fmla="*/ 0 h 116"/>
                      <a:gd name="T6" fmla="*/ 0 w 943"/>
                      <a:gd name="T7" fmla="*/ 0 h 116"/>
                      <a:gd name="T8" fmla="*/ 0 w 943"/>
                      <a:gd name="T9" fmla="*/ 0 h 116"/>
                      <a:gd name="T10" fmla="*/ 0 w 943"/>
                      <a:gd name="T11" fmla="*/ 0 h 116"/>
                      <a:gd name="T12" fmla="*/ 0 w 943"/>
                      <a:gd name="T13" fmla="*/ 0 h 116"/>
                      <a:gd name="T14" fmla="*/ 0 w 943"/>
                      <a:gd name="T15" fmla="*/ 0 h 116"/>
                      <a:gd name="T16" fmla="*/ 0 w 943"/>
                      <a:gd name="T17" fmla="*/ 0 h 116"/>
                      <a:gd name="T18" fmla="*/ 0 w 943"/>
                      <a:gd name="T19" fmla="*/ 0 h 116"/>
                      <a:gd name="T20" fmla="*/ 0 w 943"/>
                      <a:gd name="T21" fmla="*/ 0 h 116"/>
                      <a:gd name="T22" fmla="*/ 0 w 943"/>
                      <a:gd name="T23" fmla="*/ 0 h 116"/>
                      <a:gd name="T24" fmla="*/ 0 w 943"/>
                      <a:gd name="T25" fmla="*/ 0 h 116"/>
                      <a:gd name="T26" fmla="*/ 0 w 943"/>
                      <a:gd name="T27" fmla="*/ 0 h 116"/>
                      <a:gd name="T28" fmla="*/ 0 w 943"/>
                      <a:gd name="T29" fmla="*/ 0 h 116"/>
                      <a:gd name="T30" fmla="*/ 0 w 943"/>
                      <a:gd name="T31" fmla="*/ 0 h 116"/>
                      <a:gd name="T32" fmla="*/ 0 w 943"/>
                      <a:gd name="T33" fmla="*/ 0 h 116"/>
                      <a:gd name="T34" fmla="*/ 0 w 943"/>
                      <a:gd name="T35" fmla="*/ 0 h 116"/>
                      <a:gd name="T36" fmla="*/ 0 w 943"/>
                      <a:gd name="T37" fmla="*/ 0 h 116"/>
                      <a:gd name="T38" fmla="*/ 0 w 943"/>
                      <a:gd name="T39" fmla="*/ 0 h 116"/>
                      <a:gd name="T40" fmla="*/ 0 w 943"/>
                      <a:gd name="T41" fmla="*/ 0 h 116"/>
                      <a:gd name="T42" fmla="*/ 0 w 943"/>
                      <a:gd name="T43" fmla="*/ 0 h 116"/>
                      <a:gd name="T44" fmla="*/ 0 w 943"/>
                      <a:gd name="T45" fmla="*/ 0 h 116"/>
                      <a:gd name="T46" fmla="*/ 0 w 943"/>
                      <a:gd name="T47" fmla="*/ 0 h 116"/>
                      <a:gd name="T48" fmla="*/ 0 w 943"/>
                      <a:gd name="T49" fmla="*/ 0 h 116"/>
                      <a:gd name="T50" fmla="*/ 0 w 943"/>
                      <a:gd name="T51" fmla="*/ 0 h 116"/>
                      <a:gd name="T52" fmla="*/ 0 w 943"/>
                      <a:gd name="T53" fmla="*/ 0 h 116"/>
                      <a:gd name="T54" fmla="*/ 0 w 943"/>
                      <a:gd name="T55" fmla="*/ 0 h 116"/>
                      <a:gd name="T56" fmla="*/ 0 w 943"/>
                      <a:gd name="T57" fmla="*/ 0 h 116"/>
                      <a:gd name="T58" fmla="*/ 0 w 943"/>
                      <a:gd name="T59" fmla="*/ 0 h 116"/>
                      <a:gd name="T60" fmla="*/ 0 w 943"/>
                      <a:gd name="T61" fmla="*/ 0 h 116"/>
                      <a:gd name="T62" fmla="*/ 0 w 943"/>
                      <a:gd name="T63" fmla="*/ 0 h 116"/>
                      <a:gd name="T64" fmla="*/ 0 w 943"/>
                      <a:gd name="T65" fmla="*/ 0 h 116"/>
                      <a:gd name="T66" fmla="*/ 0 w 943"/>
                      <a:gd name="T67" fmla="*/ 0 h 116"/>
                      <a:gd name="T68" fmla="*/ 0 w 943"/>
                      <a:gd name="T69" fmla="*/ 0 h 116"/>
                      <a:gd name="T70" fmla="*/ 0 w 943"/>
                      <a:gd name="T71" fmla="*/ 0 h 116"/>
                      <a:gd name="T72" fmla="*/ 0 w 943"/>
                      <a:gd name="T73" fmla="*/ 0 h 116"/>
                      <a:gd name="T74" fmla="*/ 0 w 943"/>
                      <a:gd name="T75" fmla="*/ 0 h 116"/>
                      <a:gd name="T76" fmla="*/ 0 w 943"/>
                      <a:gd name="T77" fmla="*/ 0 h 116"/>
                      <a:gd name="T78" fmla="*/ 0 w 943"/>
                      <a:gd name="T79" fmla="*/ 0 h 116"/>
                      <a:gd name="T80" fmla="*/ 0 w 943"/>
                      <a:gd name="T81" fmla="*/ 0 h 116"/>
                      <a:gd name="T82" fmla="*/ 0 w 943"/>
                      <a:gd name="T83" fmla="*/ 0 h 116"/>
                      <a:gd name="T84" fmla="*/ 0 w 943"/>
                      <a:gd name="T85" fmla="*/ 0 h 116"/>
                      <a:gd name="T86" fmla="*/ 0 w 943"/>
                      <a:gd name="T87" fmla="*/ 0 h 116"/>
                      <a:gd name="T88" fmla="*/ 0 w 943"/>
                      <a:gd name="T89" fmla="*/ 0 h 116"/>
                      <a:gd name="T90" fmla="*/ 0 w 943"/>
                      <a:gd name="T91" fmla="*/ 0 h 116"/>
                      <a:gd name="T92" fmla="*/ 0 w 943"/>
                      <a:gd name="T93" fmla="*/ 0 h 116"/>
                      <a:gd name="T94" fmla="*/ 0 w 943"/>
                      <a:gd name="T95" fmla="*/ 0 h 116"/>
                      <a:gd name="T96" fmla="*/ 0 w 943"/>
                      <a:gd name="T97" fmla="*/ 0 h 116"/>
                      <a:gd name="T98" fmla="*/ 0 w 943"/>
                      <a:gd name="T99" fmla="*/ 0 h 116"/>
                      <a:gd name="T100" fmla="*/ 0 w 943"/>
                      <a:gd name="T101" fmla="*/ 0 h 116"/>
                      <a:gd name="T102" fmla="*/ 0 w 943"/>
                      <a:gd name="T103" fmla="*/ 0 h 116"/>
                      <a:gd name="T104" fmla="*/ 0 w 943"/>
                      <a:gd name="T105" fmla="*/ 0 h 116"/>
                      <a:gd name="T106" fmla="*/ 0 w 943"/>
                      <a:gd name="T107" fmla="*/ 0 h 116"/>
                      <a:gd name="T108" fmla="*/ 0 w 943"/>
                      <a:gd name="T109" fmla="*/ 0 h 116"/>
                      <a:gd name="T110" fmla="*/ 0 w 943"/>
                      <a:gd name="T111" fmla="*/ 0 h 1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43"/>
                      <a:gd name="T169" fmla="*/ 0 h 116"/>
                      <a:gd name="T170" fmla="*/ 943 w 943"/>
                      <a:gd name="T171" fmla="*/ 116 h 1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43" h="116">
                        <a:moveTo>
                          <a:pt x="435" y="0"/>
                        </a:moveTo>
                        <a:lnTo>
                          <a:pt x="442" y="0"/>
                        </a:lnTo>
                        <a:lnTo>
                          <a:pt x="450" y="1"/>
                        </a:lnTo>
                        <a:lnTo>
                          <a:pt x="458" y="1"/>
                        </a:lnTo>
                        <a:lnTo>
                          <a:pt x="465" y="1"/>
                        </a:lnTo>
                        <a:lnTo>
                          <a:pt x="472" y="1"/>
                        </a:lnTo>
                        <a:lnTo>
                          <a:pt x="480" y="1"/>
                        </a:lnTo>
                        <a:lnTo>
                          <a:pt x="488" y="1"/>
                        </a:lnTo>
                        <a:lnTo>
                          <a:pt x="496" y="2"/>
                        </a:lnTo>
                        <a:lnTo>
                          <a:pt x="503" y="2"/>
                        </a:lnTo>
                        <a:lnTo>
                          <a:pt x="510" y="2"/>
                        </a:lnTo>
                        <a:lnTo>
                          <a:pt x="518" y="2"/>
                        </a:lnTo>
                        <a:lnTo>
                          <a:pt x="525" y="4"/>
                        </a:lnTo>
                        <a:lnTo>
                          <a:pt x="533" y="4"/>
                        </a:lnTo>
                        <a:lnTo>
                          <a:pt x="540" y="5"/>
                        </a:lnTo>
                        <a:lnTo>
                          <a:pt x="548" y="5"/>
                        </a:lnTo>
                        <a:lnTo>
                          <a:pt x="555" y="5"/>
                        </a:lnTo>
                        <a:lnTo>
                          <a:pt x="562" y="5"/>
                        </a:lnTo>
                        <a:lnTo>
                          <a:pt x="571" y="5"/>
                        </a:lnTo>
                        <a:lnTo>
                          <a:pt x="578" y="5"/>
                        </a:lnTo>
                        <a:lnTo>
                          <a:pt x="586" y="5"/>
                        </a:lnTo>
                        <a:lnTo>
                          <a:pt x="593" y="5"/>
                        </a:lnTo>
                        <a:lnTo>
                          <a:pt x="600" y="6"/>
                        </a:lnTo>
                        <a:lnTo>
                          <a:pt x="609" y="6"/>
                        </a:lnTo>
                        <a:lnTo>
                          <a:pt x="616" y="7"/>
                        </a:lnTo>
                        <a:lnTo>
                          <a:pt x="623" y="7"/>
                        </a:lnTo>
                        <a:lnTo>
                          <a:pt x="630" y="7"/>
                        </a:lnTo>
                        <a:lnTo>
                          <a:pt x="638" y="7"/>
                        </a:lnTo>
                        <a:lnTo>
                          <a:pt x="645" y="7"/>
                        </a:lnTo>
                        <a:lnTo>
                          <a:pt x="652" y="7"/>
                        </a:lnTo>
                        <a:lnTo>
                          <a:pt x="661" y="8"/>
                        </a:lnTo>
                        <a:lnTo>
                          <a:pt x="668" y="9"/>
                        </a:lnTo>
                        <a:lnTo>
                          <a:pt x="676" y="9"/>
                        </a:lnTo>
                        <a:lnTo>
                          <a:pt x="683" y="9"/>
                        </a:lnTo>
                        <a:lnTo>
                          <a:pt x="690" y="9"/>
                        </a:lnTo>
                        <a:lnTo>
                          <a:pt x="699" y="9"/>
                        </a:lnTo>
                        <a:lnTo>
                          <a:pt x="706" y="11"/>
                        </a:lnTo>
                        <a:lnTo>
                          <a:pt x="713" y="11"/>
                        </a:lnTo>
                        <a:lnTo>
                          <a:pt x="720" y="12"/>
                        </a:lnTo>
                        <a:lnTo>
                          <a:pt x="728" y="12"/>
                        </a:lnTo>
                        <a:lnTo>
                          <a:pt x="735" y="12"/>
                        </a:lnTo>
                        <a:lnTo>
                          <a:pt x="743" y="12"/>
                        </a:lnTo>
                        <a:lnTo>
                          <a:pt x="750" y="13"/>
                        </a:lnTo>
                        <a:lnTo>
                          <a:pt x="757" y="14"/>
                        </a:lnTo>
                        <a:lnTo>
                          <a:pt x="765" y="14"/>
                        </a:lnTo>
                        <a:lnTo>
                          <a:pt x="772" y="15"/>
                        </a:lnTo>
                        <a:lnTo>
                          <a:pt x="779" y="17"/>
                        </a:lnTo>
                        <a:lnTo>
                          <a:pt x="787" y="17"/>
                        </a:lnTo>
                        <a:lnTo>
                          <a:pt x="795" y="18"/>
                        </a:lnTo>
                        <a:lnTo>
                          <a:pt x="802" y="18"/>
                        </a:lnTo>
                        <a:lnTo>
                          <a:pt x="809" y="19"/>
                        </a:lnTo>
                        <a:lnTo>
                          <a:pt x="816" y="19"/>
                        </a:lnTo>
                        <a:lnTo>
                          <a:pt x="824" y="20"/>
                        </a:lnTo>
                        <a:lnTo>
                          <a:pt x="832" y="23"/>
                        </a:lnTo>
                        <a:lnTo>
                          <a:pt x="839" y="23"/>
                        </a:lnTo>
                        <a:lnTo>
                          <a:pt x="846" y="24"/>
                        </a:lnTo>
                        <a:lnTo>
                          <a:pt x="853" y="25"/>
                        </a:lnTo>
                        <a:lnTo>
                          <a:pt x="860" y="26"/>
                        </a:lnTo>
                        <a:lnTo>
                          <a:pt x="867" y="27"/>
                        </a:lnTo>
                        <a:lnTo>
                          <a:pt x="876" y="28"/>
                        </a:lnTo>
                        <a:lnTo>
                          <a:pt x="883" y="30"/>
                        </a:lnTo>
                        <a:lnTo>
                          <a:pt x="890" y="31"/>
                        </a:lnTo>
                        <a:lnTo>
                          <a:pt x="897" y="32"/>
                        </a:lnTo>
                        <a:lnTo>
                          <a:pt x="904" y="34"/>
                        </a:lnTo>
                        <a:lnTo>
                          <a:pt x="912" y="36"/>
                        </a:lnTo>
                        <a:lnTo>
                          <a:pt x="916" y="39"/>
                        </a:lnTo>
                        <a:lnTo>
                          <a:pt x="919" y="44"/>
                        </a:lnTo>
                        <a:lnTo>
                          <a:pt x="923" y="49"/>
                        </a:lnTo>
                        <a:lnTo>
                          <a:pt x="928" y="52"/>
                        </a:lnTo>
                        <a:lnTo>
                          <a:pt x="931" y="57"/>
                        </a:lnTo>
                        <a:lnTo>
                          <a:pt x="934" y="62"/>
                        </a:lnTo>
                        <a:lnTo>
                          <a:pt x="938" y="65"/>
                        </a:lnTo>
                        <a:lnTo>
                          <a:pt x="943" y="70"/>
                        </a:lnTo>
                        <a:lnTo>
                          <a:pt x="940" y="75"/>
                        </a:lnTo>
                        <a:lnTo>
                          <a:pt x="936" y="78"/>
                        </a:lnTo>
                        <a:lnTo>
                          <a:pt x="934" y="83"/>
                        </a:lnTo>
                        <a:lnTo>
                          <a:pt x="931" y="88"/>
                        </a:lnTo>
                        <a:lnTo>
                          <a:pt x="929" y="91"/>
                        </a:lnTo>
                        <a:lnTo>
                          <a:pt x="927" y="95"/>
                        </a:lnTo>
                        <a:lnTo>
                          <a:pt x="925" y="101"/>
                        </a:lnTo>
                        <a:lnTo>
                          <a:pt x="923" y="106"/>
                        </a:lnTo>
                        <a:lnTo>
                          <a:pt x="918" y="106"/>
                        </a:lnTo>
                        <a:lnTo>
                          <a:pt x="915" y="106"/>
                        </a:lnTo>
                        <a:lnTo>
                          <a:pt x="911" y="106"/>
                        </a:lnTo>
                        <a:lnTo>
                          <a:pt x="906" y="106"/>
                        </a:lnTo>
                        <a:lnTo>
                          <a:pt x="902" y="106"/>
                        </a:lnTo>
                        <a:lnTo>
                          <a:pt x="898" y="106"/>
                        </a:lnTo>
                        <a:lnTo>
                          <a:pt x="893" y="106"/>
                        </a:lnTo>
                        <a:lnTo>
                          <a:pt x="889" y="106"/>
                        </a:lnTo>
                        <a:lnTo>
                          <a:pt x="885" y="106"/>
                        </a:lnTo>
                        <a:lnTo>
                          <a:pt x="880" y="106"/>
                        </a:lnTo>
                        <a:lnTo>
                          <a:pt x="876" y="106"/>
                        </a:lnTo>
                        <a:lnTo>
                          <a:pt x="872" y="106"/>
                        </a:lnTo>
                        <a:lnTo>
                          <a:pt x="867" y="106"/>
                        </a:lnTo>
                        <a:lnTo>
                          <a:pt x="864" y="106"/>
                        </a:lnTo>
                        <a:lnTo>
                          <a:pt x="859" y="106"/>
                        </a:lnTo>
                        <a:lnTo>
                          <a:pt x="855" y="106"/>
                        </a:lnTo>
                        <a:lnTo>
                          <a:pt x="851" y="104"/>
                        </a:lnTo>
                        <a:lnTo>
                          <a:pt x="847" y="104"/>
                        </a:lnTo>
                        <a:lnTo>
                          <a:pt x="842" y="103"/>
                        </a:lnTo>
                        <a:lnTo>
                          <a:pt x="838" y="103"/>
                        </a:lnTo>
                        <a:lnTo>
                          <a:pt x="834" y="103"/>
                        </a:lnTo>
                        <a:lnTo>
                          <a:pt x="829" y="102"/>
                        </a:lnTo>
                        <a:lnTo>
                          <a:pt x="826" y="102"/>
                        </a:lnTo>
                        <a:lnTo>
                          <a:pt x="822" y="102"/>
                        </a:lnTo>
                        <a:lnTo>
                          <a:pt x="817" y="101"/>
                        </a:lnTo>
                        <a:lnTo>
                          <a:pt x="814" y="101"/>
                        </a:lnTo>
                        <a:lnTo>
                          <a:pt x="809" y="100"/>
                        </a:lnTo>
                        <a:lnTo>
                          <a:pt x="806" y="100"/>
                        </a:lnTo>
                        <a:lnTo>
                          <a:pt x="801" y="100"/>
                        </a:lnTo>
                        <a:lnTo>
                          <a:pt x="797" y="99"/>
                        </a:lnTo>
                        <a:lnTo>
                          <a:pt x="792" y="99"/>
                        </a:lnTo>
                        <a:lnTo>
                          <a:pt x="789" y="99"/>
                        </a:lnTo>
                        <a:lnTo>
                          <a:pt x="784" y="97"/>
                        </a:lnTo>
                        <a:lnTo>
                          <a:pt x="781" y="97"/>
                        </a:lnTo>
                        <a:lnTo>
                          <a:pt x="776" y="96"/>
                        </a:lnTo>
                        <a:lnTo>
                          <a:pt x="772" y="95"/>
                        </a:lnTo>
                        <a:lnTo>
                          <a:pt x="768" y="95"/>
                        </a:lnTo>
                        <a:lnTo>
                          <a:pt x="764" y="95"/>
                        </a:lnTo>
                        <a:lnTo>
                          <a:pt x="759" y="94"/>
                        </a:lnTo>
                        <a:lnTo>
                          <a:pt x="756" y="94"/>
                        </a:lnTo>
                        <a:lnTo>
                          <a:pt x="751" y="93"/>
                        </a:lnTo>
                        <a:lnTo>
                          <a:pt x="746" y="93"/>
                        </a:lnTo>
                        <a:lnTo>
                          <a:pt x="743" y="93"/>
                        </a:lnTo>
                        <a:lnTo>
                          <a:pt x="739" y="93"/>
                        </a:lnTo>
                        <a:lnTo>
                          <a:pt x="734" y="91"/>
                        </a:lnTo>
                        <a:lnTo>
                          <a:pt x="731" y="91"/>
                        </a:lnTo>
                        <a:lnTo>
                          <a:pt x="726" y="91"/>
                        </a:lnTo>
                        <a:lnTo>
                          <a:pt x="722" y="91"/>
                        </a:lnTo>
                        <a:lnTo>
                          <a:pt x="719" y="90"/>
                        </a:lnTo>
                        <a:lnTo>
                          <a:pt x="713" y="90"/>
                        </a:lnTo>
                        <a:lnTo>
                          <a:pt x="709" y="90"/>
                        </a:lnTo>
                        <a:lnTo>
                          <a:pt x="706" y="90"/>
                        </a:lnTo>
                        <a:lnTo>
                          <a:pt x="701" y="89"/>
                        </a:lnTo>
                        <a:lnTo>
                          <a:pt x="696" y="89"/>
                        </a:lnTo>
                        <a:lnTo>
                          <a:pt x="693" y="89"/>
                        </a:lnTo>
                        <a:lnTo>
                          <a:pt x="688" y="89"/>
                        </a:lnTo>
                        <a:lnTo>
                          <a:pt x="684" y="89"/>
                        </a:lnTo>
                        <a:lnTo>
                          <a:pt x="680" y="89"/>
                        </a:lnTo>
                        <a:lnTo>
                          <a:pt x="675" y="89"/>
                        </a:lnTo>
                        <a:lnTo>
                          <a:pt x="671" y="89"/>
                        </a:lnTo>
                        <a:lnTo>
                          <a:pt x="667" y="89"/>
                        </a:lnTo>
                        <a:lnTo>
                          <a:pt x="663" y="89"/>
                        </a:lnTo>
                        <a:lnTo>
                          <a:pt x="658" y="89"/>
                        </a:lnTo>
                        <a:lnTo>
                          <a:pt x="655" y="90"/>
                        </a:lnTo>
                        <a:lnTo>
                          <a:pt x="650" y="89"/>
                        </a:lnTo>
                        <a:lnTo>
                          <a:pt x="645" y="88"/>
                        </a:lnTo>
                        <a:lnTo>
                          <a:pt x="641" y="88"/>
                        </a:lnTo>
                        <a:lnTo>
                          <a:pt x="636" y="88"/>
                        </a:lnTo>
                        <a:lnTo>
                          <a:pt x="632" y="87"/>
                        </a:lnTo>
                        <a:lnTo>
                          <a:pt x="628" y="87"/>
                        </a:lnTo>
                        <a:lnTo>
                          <a:pt x="623" y="85"/>
                        </a:lnTo>
                        <a:lnTo>
                          <a:pt x="619" y="85"/>
                        </a:lnTo>
                        <a:lnTo>
                          <a:pt x="614" y="85"/>
                        </a:lnTo>
                        <a:lnTo>
                          <a:pt x="610" y="84"/>
                        </a:lnTo>
                        <a:lnTo>
                          <a:pt x="605" y="84"/>
                        </a:lnTo>
                        <a:lnTo>
                          <a:pt x="600" y="84"/>
                        </a:lnTo>
                        <a:lnTo>
                          <a:pt x="595" y="83"/>
                        </a:lnTo>
                        <a:lnTo>
                          <a:pt x="592" y="83"/>
                        </a:lnTo>
                        <a:lnTo>
                          <a:pt x="587" y="83"/>
                        </a:lnTo>
                        <a:lnTo>
                          <a:pt x="582" y="83"/>
                        </a:lnTo>
                        <a:lnTo>
                          <a:pt x="578" y="82"/>
                        </a:lnTo>
                        <a:lnTo>
                          <a:pt x="573" y="82"/>
                        </a:lnTo>
                        <a:lnTo>
                          <a:pt x="568" y="81"/>
                        </a:lnTo>
                        <a:lnTo>
                          <a:pt x="563" y="81"/>
                        </a:lnTo>
                        <a:lnTo>
                          <a:pt x="559" y="81"/>
                        </a:lnTo>
                        <a:lnTo>
                          <a:pt x="554" y="81"/>
                        </a:lnTo>
                        <a:lnTo>
                          <a:pt x="549" y="81"/>
                        </a:lnTo>
                        <a:lnTo>
                          <a:pt x="544" y="81"/>
                        </a:lnTo>
                        <a:lnTo>
                          <a:pt x="540" y="81"/>
                        </a:lnTo>
                        <a:lnTo>
                          <a:pt x="536" y="81"/>
                        </a:lnTo>
                        <a:lnTo>
                          <a:pt x="531" y="81"/>
                        </a:lnTo>
                        <a:lnTo>
                          <a:pt x="525" y="81"/>
                        </a:lnTo>
                        <a:lnTo>
                          <a:pt x="521" y="81"/>
                        </a:lnTo>
                        <a:lnTo>
                          <a:pt x="516" y="81"/>
                        </a:lnTo>
                        <a:lnTo>
                          <a:pt x="512" y="81"/>
                        </a:lnTo>
                        <a:lnTo>
                          <a:pt x="508" y="82"/>
                        </a:lnTo>
                        <a:lnTo>
                          <a:pt x="501" y="81"/>
                        </a:lnTo>
                        <a:lnTo>
                          <a:pt x="493" y="81"/>
                        </a:lnTo>
                        <a:lnTo>
                          <a:pt x="485" y="81"/>
                        </a:lnTo>
                        <a:lnTo>
                          <a:pt x="479" y="81"/>
                        </a:lnTo>
                        <a:lnTo>
                          <a:pt x="472" y="80"/>
                        </a:lnTo>
                        <a:lnTo>
                          <a:pt x="465" y="80"/>
                        </a:lnTo>
                        <a:lnTo>
                          <a:pt x="458" y="80"/>
                        </a:lnTo>
                        <a:lnTo>
                          <a:pt x="451" y="80"/>
                        </a:lnTo>
                        <a:lnTo>
                          <a:pt x="444" y="78"/>
                        </a:lnTo>
                        <a:lnTo>
                          <a:pt x="438" y="78"/>
                        </a:lnTo>
                        <a:lnTo>
                          <a:pt x="429" y="78"/>
                        </a:lnTo>
                        <a:lnTo>
                          <a:pt x="422" y="78"/>
                        </a:lnTo>
                        <a:lnTo>
                          <a:pt x="415" y="78"/>
                        </a:lnTo>
                        <a:lnTo>
                          <a:pt x="409" y="78"/>
                        </a:lnTo>
                        <a:lnTo>
                          <a:pt x="402" y="78"/>
                        </a:lnTo>
                        <a:lnTo>
                          <a:pt x="395" y="78"/>
                        </a:lnTo>
                        <a:lnTo>
                          <a:pt x="387" y="78"/>
                        </a:lnTo>
                        <a:lnTo>
                          <a:pt x="381" y="78"/>
                        </a:lnTo>
                        <a:lnTo>
                          <a:pt x="374" y="78"/>
                        </a:lnTo>
                        <a:lnTo>
                          <a:pt x="366" y="78"/>
                        </a:lnTo>
                        <a:lnTo>
                          <a:pt x="359" y="78"/>
                        </a:lnTo>
                        <a:lnTo>
                          <a:pt x="352" y="78"/>
                        </a:lnTo>
                        <a:lnTo>
                          <a:pt x="345" y="80"/>
                        </a:lnTo>
                        <a:lnTo>
                          <a:pt x="339" y="80"/>
                        </a:lnTo>
                        <a:lnTo>
                          <a:pt x="331" y="80"/>
                        </a:lnTo>
                        <a:lnTo>
                          <a:pt x="325" y="80"/>
                        </a:lnTo>
                        <a:lnTo>
                          <a:pt x="318" y="81"/>
                        </a:lnTo>
                        <a:lnTo>
                          <a:pt x="311" y="81"/>
                        </a:lnTo>
                        <a:lnTo>
                          <a:pt x="304" y="81"/>
                        </a:lnTo>
                        <a:lnTo>
                          <a:pt x="298" y="82"/>
                        </a:lnTo>
                        <a:lnTo>
                          <a:pt x="291" y="82"/>
                        </a:lnTo>
                        <a:lnTo>
                          <a:pt x="283" y="83"/>
                        </a:lnTo>
                        <a:lnTo>
                          <a:pt x="276" y="83"/>
                        </a:lnTo>
                        <a:lnTo>
                          <a:pt x="269" y="83"/>
                        </a:lnTo>
                        <a:lnTo>
                          <a:pt x="263" y="84"/>
                        </a:lnTo>
                        <a:lnTo>
                          <a:pt x="256" y="84"/>
                        </a:lnTo>
                        <a:lnTo>
                          <a:pt x="249" y="85"/>
                        </a:lnTo>
                        <a:lnTo>
                          <a:pt x="242" y="85"/>
                        </a:lnTo>
                        <a:lnTo>
                          <a:pt x="235" y="87"/>
                        </a:lnTo>
                        <a:lnTo>
                          <a:pt x="229" y="88"/>
                        </a:lnTo>
                        <a:lnTo>
                          <a:pt x="222" y="88"/>
                        </a:lnTo>
                        <a:lnTo>
                          <a:pt x="215" y="89"/>
                        </a:lnTo>
                        <a:lnTo>
                          <a:pt x="208" y="90"/>
                        </a:lnTo>
                        <a:lnTo>
                          <a:pt x="202" y="90"/>
                        </a:lnTo>
                        <a:lnTo>
                          <a:pt x="194" y="91"/>
                        </a:lnTo>
                        <a:lnTo>
                          <a:pt x="187" y="93"/>
                        </a:lnTo>
                        <a:lnTo>
                          <a:pt x="181" y="94"/>
                        </a:lnTo>
                        <a:lnTo>
                          <a:pt x="174" y="95"/>
                        </a:lnTo>
                        <a:lnTo>
                          <a:pt x="167" y="95"/>
                        </a:lnTo>
                        <a:lnTo>
                          <a:pt x="161" y="96"/>
                        </a:lnTo>
                        <a:lnTo>
                          <a:pt x="154" y="97"/>
                        </a:lnTo>
                        <a:lnTo>
                          <a:pt x="147" y="99"/>
                        </a:lnTo>
                        <a:lnTo>
                          <a:pt x="141" y="100"/>
                        </a:lnTo>
                        <a:lnTo>
                          <a:pt x="134" y="101"/>
                        </a:lnTo>
                        <a:lnTo>
                          <a:pt x="127" y="103"/>
                        </a:lnTo>
                        <a:lnTo>
                          <a:pt x="121" y="104"/>
                        </a:lnTo>
                        <a:lnTo>
                          <a:pt x="114" y="106"/>
                        </a:lnTo>
                        <a:lnTo>
                          <a:pt x="108" y="107"/>
                        </a:lnTo>
                        <a:lnTo>
                          <a:pt x="101" y="108"/>
                        </a:lnTo>
                        <a:lnTo>
                          <a:pt x="95" y="110"/>
                        </a:lnTo>
                        <a:lnTo>
                          <a:pt x="88" y="112"/>
                        </a:lnTo>
                        <a:lnTo>
                          <a:pt x="82" y="113"/>
                        </a:lnTo>
                        <a:lnTo>
                          <a:pt x="76" y="115"/>
                        </a:lnTo>
                        <a:lnTo>
                          <a:pt x="69" y="116"/>
                        </a:lnTo>
                        <a:lnTo>
                          <a:pt x="65" y="115"/>
                        </a:lnTo>
                        <a:lnTo>
                          <a:pt x="62" y="115"/>
                        </a:lnTo>
                        <a:lnTo>
                          <a:pt x="58" y="114"/>
                        </a:lnTo>
                        <a:lnTo>
                          <a:pt x="56" y="114"/>
                        </a:lnTo>
                        <a:lnTo>
                          <a:pt x="52" y="113"/>
                        </a:lnTo>
                        <a:lnTo>
                          <a:pt x="49" y="113"/>
                        </a:lnTo>
                        <a:lnTo>
                          <a:pt x="45" y="113"/>
                        </a:lnTo>
                        <a:lnTo>
                          <a:pt x="43" y="113"/>
                        </a:lnTo>
                        <a:lnTo>
                          <a:pt x="39" y="113"/>
                        </a:lnTo>
                        <a:lnTo>
                          <a:pt x="37" y="113"/>
                        </a:lnTo>
                        <a:lnTo>
                          <a:pt x="33" y="113"/>
                        </a:lnTo>
                        <a:lnTo>
                          <a:pt x="31" y="113"/>
                        </a:lnTo>
                        <a:lnTo>
                          <a:pt x="27" y="113"/>
                        </a:lnTo>
                        <a:lnTo>
                          <a:pt x="25" y="113"/>
                        </a:lnTo>
                        <a:lnTo>
                          <a:pt x="22" y="113"/>
                        </a:lnTo>
                        <a:lnTo>
                          <a:pt x="19" y="113"/>
                        </a:lnTo>
                        <a:lnTo>
                          <a:pt x="18" y="109"/>
                        </a:lnTo>
                        <a:lnTo>
                          <a:pt x="16" y="107"/>
                        </a:lnTo>
                        <a:lnTo>
                          <a:pt x="15" y="103"/>
                        </a:lnTo>
                        <a:lnTo>
                          <a:pt x="14" y="101"/>
                        </a:lnTo>
                        <a:lnTo>
                          <a:pt x="12" y="95"/>
                        </a:lnTo>
                        <a:lnTo>
                          <a:pt x="9" y="91"/>
                        </a:lnTo>
                        <a:lnTo>
                          <a:pt x="7" y="87"/>
                        </a:lnTo>
                        <a:lnTo>
                          <a:pt x="5" y="83"/>
                        </a:lnTo>
                        <a:lnTo>
                          <a:pt x="2" y="78"/>
                        </a:lnTo>
                        <a:lnTo>
                          <a:pt x="0" y="75"/>
                        </a:lnTo>
                        <a:lnTo>
                          <a:pt x="2" y="70"/>
                        </a:lnTo>
                        <a:lnTo>
                          <a:pt x="6" y="68"/>
                        </a:lnTo>
                        <a:lnTo>
                          <a:pt x="8" y="64"/>
                        </a:lnTo>
                        <a:lnTo>
                          <a:pt x="12" y="61"/>
                        </a:lnTo>
                        <a:lnTo>
                          <a:pt x="14" y="58"/>
                        </a:lnTo>
                        <a:lnTo>
                          <a:pt x="18" y="55"/>
                        </a:lnTo>
                        <a:lnTo>
                          <a:pt x="21" y="52"/>
                        </a:lnTo>
                        <a:lnTo>
                          <a:pt x="25" y="51"/>
                        </a:lnTo>
                        <a:lnTo>
                          <a:pt x="27" y="49"/>
                        </a:lnTo>
                        <a:lnTo>
                          <a:pt x="31" y="46"/>
                        </a:lnTo>
                        <a:lnTo>
                          <a:pt x="34" y="44"/>
                        </a:lnTo>
                        <a:lnTo>
                          <a:pt x="38" y="43"/>
                        </a:lnTo>
                        <a:lnTo>
                          <a:pt x="41" y="40"/>
                        </a:lnTo>
                        <a:lnTo>
                          <a:pt x="45" y="39"/>
                        </a:lnTo>
                        <a:lnTo>
                          <a:pt x="49" y="38"/>
                        </a:lnTo>
                        <a:lnTo>
                          <a:pt x="53" y="37"/>
                        </a:lnTo>
                        <a:lnTo>
                          <a:pt x="56" y="34"/>
                        </a:lnTo>
                        <a:lnTo>
                          <a:pt x="60" y="33"/>
                        </a:lnTo>
                        <a:lnTo>
                          <a:pt x="64" y="32"/>
                        </a:lnTo>
                        <a:lnTo>
                          <a:pt x="67" y="31"/>
                        </a:lnTo>
                        <a:lnTo>
                          <a:pt x="71" y="30"/>
                        </a:lnTo>
                        <a:lnTo>
                          <a:pt x="76" y="30"/>
                        </a:lnTo>
                        <a:lnTo>
                          <a:pt x="79" y="28"/>
                        </a:lnTo>
                        <a:lnTo>
                          <a:pt x="83" y="27"/>
                        </a:lnTo>
                        <a:lnTo>
                          <a:pt x="88" y="27"/>
                        </a:lnTo>
                        <a:lnTo>
                          <a:pt x="91" y="26"/>
                        </a:lnTo>
                        <a:lnTo>
                          <a:pt x="95" y="25"/>
                        </a:lnTo>
                        <a:lnTo>
                          <a:pt x="98" y="25"/>
                        </a:lnTo>
                        <a:lnTo>
                          <a:pt x="103" y="25"/>
                        </a:lnTo>
                        <a:lnTo>
                          <a:pt x="107" y="25"/>
                        </a:lnTo>
                        <a:lnTo>
                          <a:pt x="111" y="24"/>
                        </a:lnTo>
                        <a:lnTo>
                          <a:pt x="116" y="24"/>
                        </a:lnTo>
                        <a:lnTo>
                          <a:pt x="120" y="23"/>
                        </a:lnTo>
                        <a:lnTo>
                          <a:pt x="123" y="23"/>
                        </a:lnTo>
                        <a:lnTo>
                          <a:pt x="127" y="23"/>
                        </a:lnTo>
                        <a:lnTo>
                          <a:pt x="132" y="23"/>
                        </a:lnTo>
                        <a:lnTo>
                          <a:pt x="135" y="23"/>
                        </a:lnTo>
                        <a:lnTo>
                          <a:pt x="140" y="21"/>
                        </a:lnTo>
                        <a:lnTo>
                          <a:pt x="143" y="21"/>
                        </a:lnTo>
                        <a:lnTo>
                          <a:pt x="148" y="21"/>
                        </a:lnTo>
                        <a:lnTo>
                          <a:pt x="152" y="20"/>
                        </a:lnTo>
                        <a:lnTo>
                          <a:pt x="156" y="20"/>
                        </a:lnTo>
                        <a:lnTo>
                          <a:pt x="161" y="20"/>
                        </a:lnTo>
                        <a:lnTo>
                          <a:pt x="165" y="20"/>
                        </a:lnTo>
                        <a:lnTo>
                          <a:pt x="170" y="19"/>
                        </a:lnTo>
                        <a:lnTo>
                          <a:pt x="173" y="19"/>
                        </a:lnTo>
                        <a:lnTo>
                          <a:pt x="177" y="19"/>
                        </a:lnTo>
                        <a:lnTo>
                          <a:pt x="181" y="19"/>
                        </a:lnTo>
                        <a:lnTo>
                          <a:pt x="186" y="19"/>
                        </a:lnTo>
                        <a:lnTo>
                          <a:pt x="190" y="19"/>
                        </a:lnTo>
                        <a:lnTo>
                          <a:pt x="194" y="18"/>
                        </a:lnTo>
                        <a:lnTo>
                          <a:pt x="198" y="18"/>
                        </a:lnTo>
                        <a:lnTo>
                          <a:pt x="202" y="17"/>
                        </a:lnTo>
                        <a:lnTo>
                          <a:pt x="206" y="17"/>
                        </a:lnTo>
                        <a:lnTo>
                          <a:pt x="210" y="15"/>
                        </a:lnTo>
                        <a:lnTo>
                          <a:pt x="215" y="15"/>
                        </a:lnTo>
                        <a:lnTo>
                          <a:pt x="218" y="14"/>
                        </a:lnTo>
                        <a:lnTo>
                          <a:pt x="222" y="14"/>
                        </a:lnTo>
                        <a:lnTo>
                          <a:pt x="225" y="13"/>
                        </a:lnTo>
                        <a:lnTo>
                          <a:pt x="230" y="12"/>
                        </a:lnTo>
                        <a:lnTo>
                          <a:pt x="234" y="12"/>
                        </a:lnTo>
                        <a:lnTo>
                          <a:pt x="237" y="11"/>
                        </a:lnTo>
                        <a:lnTo>
                          <a:pt x="242" y="9"/>
                        </a:lnTo>
                        <a:lnTo>
                          <a:pt x="245" y="9"/>
                        </a:lnTo>
                        <a:lnTo>
                          <a:pt x="249" y="7"/>
                        </a:lnTo>
                        <a:lnTo>
                          <a:pt x="251" y="7"/>
                        </a:lnTo>
                        <a:lnTo>
                          <a:pt x="255" y="7"/>
                        </a:lnTo>
                        <a:lnTo>
                          <a:pt x="257" y="7"/>
                        </a:lnTo>
                        <a:lnTo>
                          <a:pt x="260" y="7"/>
                        </a:lnTo>
                        <a:lnTo>
                          <a:pt x="263" y="6"/>
                        </a:lnTo>
                        <a:lnTo>
                          <a:pt x="266" y="6"/>
                        </a:lnTo>
                        <a:lnTo>
                          <a:pt x="269" y="6"/>
                        </a:lnTo>
                        <a:lnTo>
                          <a:pt x="272" y="5"/>
                        </a:lnTo>
                        <a:lnTo>
                          <a:pt x="275" y="5"/>
                        </a:lnTo>
                        <a:lnTo>
                          <a:pt x="278" y="5"/>
                        </a:lnTo>
                        <a:lnTo>
                          <a:pt x="281" y="5"/>
                        </a:lnTo>
                        <a:lnTo>
                          <a:pt x="283" y="5"/>
                        </a:lnTo>
                        <a:lnTo>
                          <a:pt x="287" y="5"/>
                        </a:lnTo>
                        <a:lnTo>
                          <a:pt x="289" y="5"/>
                        </a:lnTo>
                        <a:lnTo>
                          <a:pt x="293" y="5"/>
                        </a:lnTo>
                        <a:lnTo>
                          <a:pt x="295" y="5"/>
                        </a:lnTo>
                        <a:lnTo>
                          <a:pt x="298" y="5"/>
                        </a:lnTo>
                        <a:lnTo>
                          <a:pt x="301" y="5"/>
                        </a:lnTo>
                        <a:lnTo>
                          <a:pt x="304" y="5"/>
                        </a:lnTo>
                        <a:lnTo>
                          <a:pt x="307" y="5"/>
                        </a:lnTo>
                        <a:lnTo>
                          <a:pt x="311" y="5"/>
                        </a:lnTo>
                        <a:lnTo>
                          <a:pt x="313" y="5"/>
                        </a:lnTo>
                        <a:lnTo>
                          <a:pt x="315" y="5"/>
                        </a:lnTo>
                        <a:lnTo>
                          <a:pt x="319" y="5"/>
                        </a:lnTo>
                        <a:lnTo>
                          <a:pt x="321" y="5"/>
                        </a:lnTo>
                        <a:lnTo>
                          <a:pt x="325" y="5"/>
                        </a:lnTo>
                        <a:lnTo>
                          <a:pt x="329" y="5"/>
                        </a:lnTo>
                        <a:lnTo>
                          <a:pt x="331" y="5"/>
                        </a:lnTo>
                        <a:lnTo>
                          <a:pt x="333" y="5"/>
                        </a:lnTo>
                        <a:lnTo>
                          <a:pt x="337" y="5"/>
                        </a:lnTo>
                        <a:lnTo>
                          <a:pt x="340" y="6"/>
                        </a:lnTo>
                        <a:lnTo>
                          <a:pt x="343" y="5"/>
                        </a:lnTo>
                        <a:lnTo>
                          <a:pt x="346" y="5"/>
                        </a:lnTo>
                        <a:lnTo>
                          <a:pt x="349" y="5"/>
                        </a:lnTo>
                        <a:lnTo>
                          <a:pt x="351" y="5"/>
                        </a:lnTo>
                        <a:lnTo>
                          <a:pt x="355" y="5"/>
                        </a:lnTo>
                        <a:lnTo>
                          <a:pt x="357" y="5"/>
                        </a:lnTo>
                        <a:lnTo>
                          <a:pt x="361" y="5"/>
                        </a:lnTo>
                        <a:lnTo>
                          <a:pt x="364" y="5"/>
                        </a:lnTo>
                        <a:lnTo>
                          <a:pt x="366" y="5"/>
                        </a:lnTo>
                        <a:lnTo>
                          <a:pt x="369" y="5"/>
                        </a:lnTo>
                        <a:lnTo>
                          <a:pt x="371" y="5"/>
                        </a:lnTo>
                        <a:lnTo>
                          <a:pt x="376" y="5"/>
                        </a:lnTo>
                        <a:lnTo>
                          <a:pt x="378" y="5"/>
                        </a:lnTo>
                        <a:lnTo>
                          <a:pt x="382" y="5"/>
                        </a:lnTo>
                        <a:lnTo>
                          <a:pt x="384" y="5"/>
                        </a:lnTo>
                        <a:lnTo>
                          <a:pt x="387" y="5"/>
                        </a:lnTo>
                        <a:lnTo>
                          <a:pt x="390" y="5"/>
                        </a:lnTo>
                        <a:lnTo>
                          <a:pt x="394" y="5"/>
                        </a:lnTo>
                        <a:lnTo>
                          <a:pt x="396" y="5"/>
                        </a:lnTo>
                        <a:lnTo>
                          <a:pt x="400" y="5"/>
                        </a:lnTo>
                        <a:lnTo>
                          <a:pt x="402" y="5"/>
                        </a:lnTo>
                        <a:lnTo>
                          <a:pt x="404" y="5"/>
                        </a:lnTo>
                        <a:lnTo>
                          <a:pt x="407" y="4"/>
                        </a:lnTo>
                        <a:lnTo>
                          <a:pt x="410" y="4"/>
                        </a:lnTo>
                        <a:lnTo>
                          <a:pt x="414" y="2"/>
                        </a:lnTo>
                        <a:lnTo>
                          <a:pt x="418" y="2"/>
                        </a:lnTo>
                        <a:lnTo>
                          <a:pt x="420" y="1"/>
                        </a:lnTo>
                        <a:lnTo>
                          <a:pt x="422" y="1"/>
                        </a:lnTo>
                        <a:lnTo>
                          <a:pt x="426" y="1"/>
                        </a:lnTo>
                        <a:lnTo>
                          <a:pt x="428" y="1"/>
                        </a:lnTo>
                        <a:lnTo>
                          <a:pt x="432" y="0"/>
                        </a:lnTo>
                        <a:lnTo>
                          <a:pt x="435"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89" name="Freeform 118"/>
                  <p:cNvSpPr/>
                  <p:nvPr/>
                </p:nvSpPr>
                <p:spPr bwMode="auto">
                  <a:xfrm>
                    <a:off x="5406" y="1602"/>
                    <a:ext cx="36" cy="166"/>
                  </a:xfrm>
                  <a:custGeom>
                    <a:avLst/>
                    <a:gdLst>
                      <a:gd name="T0" fmla="*/ 0 w 107"/>
                      <a:gd name="T1" fmla="*/ 0 h 499"/>
                      <a:gd name="T2" fmla="*/ 0 w 107"/>
                      <a:gd name="T3" fmla="*/ 0 h 499"/>
                      <a:gd name="T4" fmla="*/ 0 w 107"/>
                      <a:gd name="T5" fmla="*/ 0 h 499"/>
                      <a:gd name="T6" fmla="*/ 0 w 107"/>
                      <a:gd name="T7" fmla="*/ 0 h 499"/>
                      <a:gd name="T8" fmla="*/ 0 w 107"/>
                      <a:gd name="T9" fmla="*/ 0 h 499"/>
                      <a:gd name="T10" fmla="*/ 0 w 107"/>
                      <a:gd name="T11" fmla="*/ 0 h 499"/>
                      <a:gd name="T12" fmla="*/ 0 w 107"/>
                      <a:gd name="T13" fmla="*/ 0 h 499"/>
                      <a:gd name="T14" fmla="*/ 0 w 107"/>
                      <a:gd name="T15" fmla="*/ 0 h 499"/>
                      <a:gd name="T16" fmla="*/ 0 w 107"/>
                      <a:gd name="T17" fmla="*/ 0 h 499"/>
                      <a:gd name="T18" fmla="*/ 0 w 107"/>
                      <a:gd name="T19" fmla="*/ 0 h 499"/>
                      <a:gd name="T20" fmla="*/ 0 w 107"/>
                      <a:gd name="T21" fmla="*/ 0 h 499"/>
                      <a:gd name="T22" fmla="*/ 0 w 107"/>
                      <a:gd name="T23" fmla="*/ 0 h 499"/>
                      <a:gd name="T24" fmla="*/ 0 w 107"/>
                      <a:gd name="T25" fmla="*/ 0 h 499"/>
                      <a:gd name="T26" fmla="*/ 0 w 107"/>
                      <a:gd name="T27" fmla="*/ 0 h 499"/>
                      <a:gd name="T28" fmla="*/ 0 w 107"/>
                      <a:gd name="T29" fmla="*/ 0 h 499"/>
                      <a:gd name="T30" fmla="*/ 0 w 107"/>
                      <a:gd name="T31" fmla="*/ 0 h 499"/>
                      <a:gd name="T32" fmla="*/ 0 w 107"/>
                      <a:gd name="T33" fmla="*/ 0 h 499"/>
                      <a:gd name="T34" fmla="*/ 0 w 107"/>
                      <a:gd name="T35" fmla="*/ 0 h 499"/>
                      <a:gd name="T36" fmla="*/ 0 w 107"/>
                      <a:gd name="T37" fmla="*/ 0 h 499"/>
                      <a:gd name="T38" fmla="*/ 0 w 107"/>
                      <a:gd name="T39" fmla="*/ 0 h 499"/>
                      <a:gd name="T40" fmla="*/ 0 w 107"/>
                      <a:gd name="T41" fmla="*/ 0 h 499"/>
                      <a:gd name="T42" fmla="*/ 0 w 107"/>
                      <a:gd name="T43" fmla="*/ 0 h 499"/>
                      <a:gd name="T44" fmla="*/ 0 w 107"/>
                      <a:gd name="T45" fmla="*/ 0 h 499"/>
                      <a:gd name="T46" fmla="*/ 0 w 107"/>
                      <a:gd name="T47" fmla="*/ 0 h 499"/>
                      <a:gd name="T48" fmla="*/ 0 w 107"/>
                      <a:gd name="T49" fmla="*/ 0 h 499"/>
                      <a:gd name="T50" fmla="*/ 0 w 107"/>
                      <a:gd name="T51" fmla="*/ 0 h 499"/>
                      <a:gd name="T52" fmla="*/ 0 w 107"/>
                      <a:gd name="T53" fmla="*/ 0 h 499"/>
                      <a:gd name="T54" fmla="*/ 0 w 107"/>
                      <a:gd name="T55" fmla="*/ 0 h 499"/>
                      <a:gd name="T56" fmla="*/ 0 w 107"/>
                      <a:gd name="T57" fmla="*/ 0 h 499"/>
                      <a:gd name="T58" fmla="*/ 0 w 107"/>
                      <a:gd name="T59" fmla="*/ 0 h 499"/>
                      <a:gd name="T60" fmla="*/ 0 w 107"/>
                      <a:gd name="T61" fmla="*/ 0 h 499"/>
                      <a:gd name="T62" fmla="*/ 0 w 107"/>
                      <a:gd name="T63" fmla="*/ 0 h 499"/>
                      <a:gd name="T64" fmla="*/ 0 w 107"/>
                      <a:gd name="T65" fmla="*/ 0 h 499"/>
                      <a:gd name="T66" fmla="*/ 0 w 107"/>
                      <a:gd name="T67" fmla="*/ 0 h 499"/>
                      <a:gd name="T68" fmla="*/ 0 w 107"/>
                      <a:gd name="T69" fmla="*/ 0 h 499"/>
                      <a:gd name="T70" fmla="*/ 0 w 107"/>
                      <a:gd name="T71" fmla="*/ 0 h 499"/>
                      <a:gd name="T72" fmla="*/ 0 w 107"/>
                      <a:gd name="T73" fmla="*/ 0 h 499"/>
                      <a:gd name="T74" fmla="*/ 0 w 107"/>
                      <a:gd name="T75" fmla="*/ 0 h 499"/>
                      <a:gd name="T76" fmla="*/ 0 w 107"/>
                      <a:gd name="T77" fmla="*/ 0 h 499"/>
                      <a:gd name="T78" fmla="*/ 0 w 107"/>
                      <a:gd name="T79" fmla="*/ 0 h 499"/>
                      <a:gd name="T80" fmla="*/ 0 w 107"/>
                      <a:gd name="T81" fmla="*/ 0 h 499"/>
                      <a:gd name="T82" fmla="*/ 0 w 107"/>
                      <a:gd name="T83" fmla="*/ 0 h 499"/>
                      <a:gd name="T84" fmla="*/ 0 w 107"/>
                      <a:gd name="T85" fmla="*/ 0 h 499"/>
                      <a:gd name="T86" fmla="*/ 0 w 107"/>
                      <a:gd name="T87" fmla="*/ 0 h 499"/>
                      <a:gd name="T88" fmla="*/ 0 w 107"/>
                      <a:gd name="T89" fmla="*/ 0 h 499"/>
                      <a:gd name="T90" fmla="*/ 0 w 107"/>
                      <a:gd name="T91" fmla="*/ 0 h 499"/>
                      <a:gd name="T92" fmla="*/ 0 w 107"/>
                      <a:gd name="T93" fmla="*/ 0 h 499"/>
                      <a:gd name="T94" fmla="*/ 0 w 107"/>
                      <a:gd name="T95" fmla="*/ 0 h 499"/>
                      <a:gd name="T96" fmla="*/ 0 w 107"/>
                      <a:gd name="T97" fmla="*/ 0 h 499"/>
                      <a:gd name="T98" fmla="*/ 0 w 107"/>
                      <a:gd name="T99" fmla="*/ 0 h 499"/>
                      <a:gd name="T100" fmla="*/ 0 w 107"/>
                      <a:gd name="T101" fmla="*/ 0 h 499"/>
                      <a:gd name="T102" fmla="*/ 0 w 107"/>
                      <a:gd name="T103" fmla="*/ 0 h 49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7"/>
                      <a:gd name="T157" fmla="*/ 0 h 499"/>
                      <a:gd name="T158" fmla="*/ 107 w 107"/>
                      <a:gd name="T159" fmla="*/ 499 h 49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7" h="499">
                        <a:moveTo>
                          <a:pt x="54" y="0"/>
                        </a:moveTo>
                        <a:lnTo>
                          <a:pt x="57" y="2"/>
                        </a:lnTo>
                        <a:lnTo>
                          <a:pt x="61" y="4"/>
                        </a:lnTo>
                        <a:lnTo>
                          <a:pt x="64" y="5"/>
                        </a:lnTo>
                        <a:lnTo>
                          <a:pt x="69" y="7"/>
                        </a:lnTo>
                        <a:lnTo>
                          <a:pt x="71" y="8"/>
                        </a:lnTo>
                        <a:lnTo>
                          <a:pt x="74" y="11"/>
                        </a:lnTo>
                        <a:lnTo>
                          <a:pt x="76" y="12"/>
                        </a:lnTo>
                        <a:lnTo>
                          <a:pt x="80" y="15"/>
                        </a:lnTo>
                        <a:lnTo>
                          <a:pt x="85" y="19"/>
                        </a:lnTo>
                        <a:lnTo>
                          <a:pt x="88" y="24"/>
                        </a:lnTo>
                        <a:lnTo>
                          <a:pt x="89" y="26"/>
                        </a:lnTo>
                        <a:lnTo>
                          <a:pt x="92" y="30"/>
                        </a:lnTo>
                        <a:lnTo>
                          <a:pt x="92" y="32"/>
                        </a:lnTo>
                        <a:lnTo>
                          <a:pt x="94" y="36"/>
                        </a:lnTo>
                        <a:lnTo>
                          <a:pt x="94" y="38"/>
                        </a:lnTo>
                        <a:lnTo>
                          <a:pt x="95" y="40"/>
                        </a:lnTo>
                        <a:lnTo>
                          <a:pt x="95" y="44"/>
                        </a:lnTo>
                        <a:lnTo>
                          <a:pt x="96" y="46"/>
                        </a:lnTo>
                        <a:lnTo>
                          <a:pt x="96" y="50"/>
                        </a:lnTo>
                        <a:lnTo>
                          <a:pt x="96" y="53"/>
                        </a:lnTo>
                        <a:lnTo>
                          <a:pt x="96" y="56"/>
                        </a:lnTo>
                        <a:lnTo>
                          <a:pt x="98" y="59"/>
                        </a:lnTo>
                        <a:lnTo>
                          <a:pt x="96" y="63"/>
                        </a:lnTo>
                        <a:lnTo>
                          <a:pt x="96" y="65"/>
                        </a:lnTo>
                        <a:lnTo>
                          <a:pt x="96" y="69"/>
                        </a:lnTo>
                        <a:lnTo>
                          <a:pt x="96" y="74"/>
                        </a:lnTo>
                        <a:lnTo>
                          <a:pt x="95" y="76"/>
                        </a:lnTo>
                        <a:lnTo>
                          <a:pt x="95" y="81"/>
                        </a:lnTo>
                        <a:lnTo>
                          <a:pt x="94" y="83"/>
                        </a:lnTo>
                        <a:lnTo>
                          <a:pt x="94" y="88"/>
                        </a:lnTo>
                        <a:lnTo>
                          <a:pt x="93" y="90"/>
                        </a:lnTo>
                        <a:lnTo>
                          <a:pt x="92" y="94"/>
                        </a:lnTo>
                        <a:lnTo>
                          <a:pt x="92" y="97"/>
                        </a:lnTo>
                        <a:lnTo>
                          <a:pt x="90" y="101"/>
                        </a:lnTo>
                        <a:lnTo>
                          <a:pt x="89" y="105"/>
                        </a:lnTo>
                        <a:lnTo>
                          <a:pt x="89" y="108"/>
                        </a:lnTo>
                        <a:lnTo>
                          <a:pt x="87" y="112"/>
                        </a:lnTo>
                        <a:lnTo>
                          <a:pt x="87" y="116"/>
                        </a:lnTo>
                        <a:lnTo>
                          <a:pt x="86" y="119"/>
                        </a:lnTo>
                        <a:lnTo>
                          <a:pt x="85" y="122"/>
                        </a:lnTo>
                        <a:lnTo>
                          <a:pt x="85" y="126"/>
                        </a:lnTo>
                        <a:lnTo>
                          <a:pt x="83" y="129"/>
                        </a:lnTo>
                        <a:lnTo>
                          <a:pt x="82" y="133"/>
                        </a:lnTo>
                        <a:lnTo>
                          <a:pt x="82" y="137"/>
                        </a:lnTo>
                        <a:lnTo>
                          <a:pt x="80" y="140"/>
                        </a:lnTo>
                        <a:lnTo>
                          <a:pt x="80" y="144"/>
                        </a:lnTo>
                        <a:lnTo>
                          <a:pt x="79" y="147"/>
                        </a:lnTo>
                        <a:lnTo>
                          <a:pt x="77" y="151"/>
                        </a:lnTo>
                        <a:lnTo>
                          <a:pt x="76" y="154"/>
                        </a:lnTo>
                        <a:lnTo>
                          <a:pt x="76" y="158"/>
                        </a:lnTo>
                        <a:lnTo>
                          <a:pt x="76" y="162"/>
                        </a:lnTo>
                        <a:lnTo>
                          <a:pt x="76" y="165"/>
                        </a:lnTo>
                        <a:lnTo>
                          <a:pt x="75" y="169"/>
                        </a:lnTo>
                        <a:lnTo>
                          <a:pt x="75" y="172"/>
                        </a:lnTo>
                        <a:lnTo>
                          <a:pt x="74" y="175"/>
                        </a:lnTo>
                        <a:lnTo>
                          <a:pt x="74" y="178"/>
                        </a:lnTo>
                        <a:lnTo>
                          <a:pt x="74" y="182"/>
                        </a:lnTo>
                        <a:lnTo>
                          <a:pt x="75" y="184"/>
                        </a:lnTo>
                        <a:lnTo>
                          <a:pt x="75" y="188"/>
                        </a:lnTo>
                        <a:lnTo>
                          <a:pt x="76" y="191"/>
                        </a:lnTo>
                        <a:lnTo>
                          <a:pt x="76" y="195"/>
                        </a:lnTo>
                        <a:lnTo>
                          <a:pt x="77" y="197"/>
                        </a:lnTo>
                        <a:lnTo>
                          <a:pt x="76" y="202"/>
                        </a:lnTo>
                        <a:lnTo>
                          <a:pt x="76" y="207"/>
                        </a:lnTo>
                        <a:lnTo>
                          <a:pt x="76" y="210"/>
                        </a:lnTo>
                        <a:lnTo>
                          <a:pt x="76" y="215"/>
                        </a:lnTo>
                        <a:lnTo>
                          <a:pt x="75" y="220"/>
                        </a:lnTo>
                        <a:lnTo>
                          <a:pt x="74" y="224"/>
                        </a:lnTo>
                        <a:lnTo>
                          <a:pt x="74" y="228"/>
                        </a:lnTo>
                        <a:lnTo>
                          <a:pt x="74" y="233"/>
                        </a:lnTo>
                        <a:lnTo>
                          <a:pt x="74" y="237"/>
                        </a:lnTo>
                        <a:lnTo>
                          <a:pt x="74" y="241"/>
                        </a:lnTo>
                        <a:lnTo>
                          <a:pt x="74" y="246"/>
                        </a:lnTo>
                        <a:lnTo>
                          <a:pt x="74" y="251"/>
                        </a:lnTo>
                        <a:lnTo>
                          <a:pt x="74" y="255"/>
                        </a:lnTo>
                        <a:lnTo>
                          <a:pt x="74" y="259"/>
                        </a:lnTo>
                        <a:lnTo>
                          <a:pt x="74" y="264"/>
                        </a:lnTo>
                        <a:lnTo>
                          <a:pt x="74" y="268"/>
                        </a:lnTo>
                        <a:lnTo>
                          <a:pt x="74" y="272"/>
                        </a:lnTo>
                        <a:lnTo>
                          <a:pt x="74" y="277"/>
                        </a:lnTo>
                        <a:lnTo>
                          <a:pt x="74" y="281"/>
                        </a:lnTo>
                        <a:lnTo>
                          <a:pt x="74" y="285"/>
                        </a:lnTo>
                        <a:lnTo>
                          <a:pt x="74" y="290"/>
                        </a:lnTo>
                        <a:lnTo>
                          <a:pt x="75" y="293"/>
                        </a:lnTo>
                        <a:lnTo>
                          <a:pt x="76" y="298"/>
                        </a:lnTo>
                        <a:lnTo>
                          <a:pt x="76" y="303"/>
                        </a:lnTo>
                        <a:lnTo>
                          <a:pt x="76" y="306"/>
                        </a:lnTo>
                        <a:lnTo>
                          <a:pt x="76" y="311"/>
                        </a:lnTo>
                        <a:lnTo>
                          <a:pt x="76" y="316"/>
                        </a:lnTo>
                        <a:lnTo>
                          <a:pt x="76" y="319"/>
                        </a:lnTo>
                        <a:lnTo>
                          <a:pt x="77" y="324"/>
                        </a:lnTo>
                        <a:lnTo>
                          <a:pt x="77" y="329"/>
                        </a:lnTo>
                        <a:lnTo>
                          <a:pt x="79" y="332"/>
                        </a:lnTo>
                        <a:lnTo>
                          <a:pt x="79" y="336"/>
                        </a:lnTo>
                        <a:lnTo>
                          <a:pt x="79" y="341"/>
                        </a:lnTo>
                        <a:lnTo>
                          <a:pt x="80" y="346"/>
                        </a:lnTo>
                        <a:lnTo>
                          <a:pt x="80" y="349"/>
                        </a:lnTo>
                        <a:lnTo>
                          <a:pt x="81" y="354"/>
                        </a:lnTo>
                        <a:lnTo>
                          <a:pt x="82" y="357"/>
                        </a:lnTo>
                        <a:lnTo>
                          <a:pt x="82" y="362"/>
                        </a:lnTo>
                        <a:lnTo>
                          <a:pt x="82" y="366"/>
                        </a:lnTo>
                        <a:lnTo>
                          <a:pt x="85" y="369"/>
                        </a:lnTo>
                        <a:lnTo>
                          <a:pt x="85" y="374"/>
                        </a:lnTo>
                        <a:lnTo>
                          <a:pt x="85" y="378"/>
                        </a:lnTo>
                        <a:lnTo>
                          <a:pt x="86" y="382"/>
                        </a:lnTo>
                        <a:lnTo>
                          <a:pt x="87" y="387"/>
                        </a:lnTo>
                        <a:lnTo>
                          <a:pt x="87" y="391"/>
                        </a:lnTo>
                        <a:lnTo>
                          <a:pt x="89" y="395"/>
                        </a:lnTo>
                        <a:lnTo>
                          <a:pt x="89" y="400"/>
                        </a:lnTo>
                        <a:lnTo>
                          <a:pt x="90" y="404"/>
                        </a:lnTo>
                        <a:lnTo>
                          <a:pt x="92" y="407"/>
                        </a:lnTo>
                        <a:lnTo>
                          <a:pt x="92" y="412"/>
                        </a:lnTo>
                        <a:lnTo>
                          <a:pt x="93" y="416"/>
                        </a:lnTo>
                        <a:lnTo>
                          <a:pt x="94" y="420"/>
                        </a:lnTo>
                        <a:lnTo>
                          <a:pt x="94" y="424"/>
                        </a:lnTo>
                        <a:lnTo>
                          <a:pt x="95" y="429"/>
                        </a:lnTo>
                        <a:lnTo>
                          <a:pt x="96" y="433"/>
                        </a:lnTo>
                        <a:lnTo>
                          <a:pt x="98" y="437"/>
                        </a:lnTo>
                        <a:lnTo>
                          <a:pt x="99" y="440"/>
                        </a:lnTo>
                        <a:lnTo>
                          <a:pt x="100" y="445"/>
                        </a:lnTo>
                        <a:lnTo>
                          <a:pt x="101" y="449"/>
                        </a:lnTo>
                        <a:lnTo>
                          <a:pt x="102" y="454"/>
                        </a:lnTo>
                        <a:lnTo>
                          <a:pt x="103" y="458"/>
                        </a:lnTo>
                        <a:lnTo>
                          <a:pt x="105" y="462"/>
                        </a:lnTo>
                        <a:lnTo>
                          <a:pt x="106" y="467"/>
                        </a:lnTo>
                        <a:lnTo>
                          <a:pt x="107" y="471"/>
                        </a:lnTo>
                        <a:lnTo>
                          <a:pt x="103" y="474"/>
                        </a:lnTo>
                        <a:lnTo>
                          <a:pt x="99" y="477"/>
                        </a:lnTo>
                        <a:lnTo>
                          <a:pt x="94" y="481"/>
                        </a:lnTo>
                        <a:lnTo>
                          <a:pt x="90" y="484"/>
                        </a:lnTo>
                        <a:lnTo>
                          <a:pt x="87" y="488"/>
                        </a:lnTo>
                        <a:lnTo>
                          <a:pt x="82" y="492"/>
                        </a:lnTo>
                        <a:lnTo>
                          <a:pt x="77" y="494"/>
                        </a:lnTo>
                        <a:lnTo>
                          <a:pt x="74" y="499"/>
                        </a:lnTo>
                        <a:lnTo>
                          <a:pt x="68" y="495"/>
                        </a:lnTo>
                        <a:lnTo>
                          <a:pt x="64" y="493"/>
                        </a:lnTo>
                        <a:lnTo>
                          <a:pt x="58" y="489"/>
                        </a:lnTo>
                        <a:lnTo>
                          <a:pt x="55" y="487"/>
                        </a:lnTo>
                        <a:lnTo>
                          <a:pt x="51" y="483"/>
                        </a:lnTo>
                        <a:lnTo>
                          <a:pt x="48" y="481"/>
                        </a:lnTo>
                        <a:lnTo>
                          <a:pt x="44" y="477"/>
                        </a:lnTo>
                        <a:lnTo>
                          <a:pt x="41" y="475"/>
                        </a:lnTo>
                        <a:lnTo>
                          <a:pt x="37" y="471"/>
                        </a:lnTo>
                        <a:lnTo>
                          <a:pt x="33" y="467"/>
                        </a:lnTo>
                        <a:lnTo>
                          <a:pt x="31" y="463"/>
                        </a:lnTo>
                        <a:lnTo>
                          <a:pt x="29" y="459"/>
                        </a:lnTo>
                        <a:lnTo>
                          <a:pt x="26" y="456"/>
                        </a:lnTo>
                        <a:lnTo>
                          <a:pt x="23" y="451"/>
                        </a:lnTo>
                        <a:lnTo>
                          <a:pt x="20" y="448"/>
                        </a:lnTo>
                        <a:lnTo>
                          <a:pt x="19" y="444"/>
                        </a:lnTo>
                        <a:lnTo>
                          <a:pt x="17" y="439"/>
                        </a:lnTo>
                        <a:lnTo>
                          <a:pt x="16" y="435"/>
                        </a:lnTo>
                        <a:lnTo>
                          <a:pt x="13" y="430"/>
                        </a:lnTo>
                        <a:lnTo>
                          <a:pt x="12" y="426"/>
                        </a:lnTo>
                        <a:lnTo>
                          <a:pt x="11" y="421"/>
                        </a:lnTo>
                        <a:lnTo>
                          <a:pt x="9" y="417"/>
                        </a:lnTo>
                        <a:lnTo>
                          <a:pt x="9" y="412"/>
                        </a:lnTo>
                        <a:lnTo>
                          <a:pt x="7" y="407"/>
                        </a:lnTo>
                        <a:lnTo>
                          <a:pt x="6" y="402"/>
                        </a:lnTo>
                        <a:lnTo>
                          <a:pt x="5" y="398"/>
                        </a:lnTo>
                        <a:lnTo>
                          <a:pt x="4" y="392"/>
                        </a:lnTo>
                        <a:lnTo>
                          <a:pt x="4" y="387"/>
                        </a:lnTo>
                        <a:lnTo>
                          <a:pt x="3" y="382"/>
                        </a:lnTo>
                        <a:lnTo>
                          <a:pt x="3" y="378"/>
                        </a:lnTo>
                        <a:lnTo>
                          <a:pt x="1" y="372"/>
                        </a:lnTo>
                        <a:lnTo>
                          <a:pt x="1" y="367"/>
                        </a:lnTo>
                        <a:lnTo>
                          <a:pt x="1" y="362"/>
                        </a:lnTo>
                        <a:lnTo>
                          <a:pt x="0" y="357"/>
                        </a:lnTo>
                        <a:lnTo>
                          <a:pt x="0" y="351"/>
                        </a:lnTo>
                        <a:lnTo>
                          <a:pt x="0" y="347"/>
                        </a:lnTo>
                        <a:lnTo>
                          <a:pt x="0" y="341"/>
                        </a:lnTo>
                        <a:lnTo>
                          <a:pt x="0" y="336"/>
                        </a:lnTo>
                        <a:lnTo>
                          <a:pt x="0" y="330"/>
                        </a:lnTo>
                        <a:lnTo>
                          <a:pt x="0" y="325"/>
                        </a:lnTo>
                        <a:lnTo>
                          <a:pt x="0" y="319"/>
                        </a:lnTo>
                        <a:lnTo>
                          <a:pt x="0" y="313"/>
                        </a:lnTo>
                        <a:lnTo>
                          <a:pt x="0" y="309"/>
                        </a:lnTo>
                        <a:lnTo>
                          <a:pt x="0" y="304"/>
                        </a:lnTo>
                        <a:lnTo>
                          <a:pt x="0" y="298"/>
                        </a:lnTo>
                        <a:lnTo>
                          <a:pt x="0" y="292"/>
                        </a:lnTo>
                        <a:lnTo>
                          <a:pt x="0" y="287"/>
                        </a:lnTo>
                        <a:lnTo>
                          <a:pt x="1" y="281"/>
                        </a:lnTo>
                        <a:lnTo>
                          <a:pt x="1" y="275"/>
                        </a:lnTo>
                        <a:lnTo>
                          <a:pt x="1" y="271"/>
                        </a:lnTo>
                        <a:lnTo>
                          <a:pt x="1" y="266"/>
                        </a:lnTo>
                        <a:lnTo>
                          <a:pt x="1" y="260"/>
                        </a:lnTo>
                        <a:lnTo>
                          <a:pt x="1" y="255"/>
                        </a:lnTo>
                        <a:lnTo>
                          <a:pt x="1" y="251"/>
                        </a:lnTo>
                        <a:lnTo>
                          <a:pt x="1" y="245"/>
                        </a:lnTo>
                        <a:lnTo>
                          <a:pt x="1" y="240"/>
                        </a:lnTo>
                        <a:lnTo>
                          <a:pt x="1" y="235"/>
                        </a:lnTo>
                        <a:lnTo>
                          <a:pt x="1" y="230"/>
                        </a:lnTo>
                        <a:lnTo>
                          <a:pt x="1" y="224"/>
                        </a:lnTo>
                        <a:lnTo>
                          <a:pt x="1" y="220"/>
                        </a:lnTo>
                        <a:lnTo>
                          <a:pt x="0" y="215"/>
                        </a:lnTo>
                        <a:lnTo>
                          <a:pt x="0" y="210"/>
                        </a:lnTo>
                        <a:lnTo>
                          <a:pt x="0" y="205"/>
                        </a:lnTo>
                        <a:lnTo>
                          <a:pt x="0" y="201"/>
                        </a:lnTo>
                        <a:lnTo>
                          <a:pt x="0" y="197"/>
                        </a:lnTo>
                        <a:lnTo>
                          <a:pt x="0" y="194"/>
                        </a:lnTo>
                        <a:lnTo>
                          <a:pt x="0" y="190"/>
                        </a:lnTo>
                        <a:lnTo>
                          <a:pt x="0" y="188"/>
                        </a:lnTo>
                        <a:lnTo>
                          <a:pt x="0" y="183"/>
                        </a:lnTo>
                        <a:lnTo>
                          <a:pt x="1" y="181"/>
                        </a:lnTo>
                        <a:lnTo>
                          <a:pt x="1" y="177"/>
                        </a:lnTo>
                        <a:lnTo>
                          <a:pt x="1" y="173"/>
                        </a:lnTo>
                        <a:lnTo>
                          <a:pt x="1" y="170"/>
                        </a:lnTo>
                        <a:lnTo>
                          <a:pt x="1" y="166"/>
                        </a:lnTo>
                        <a:lnTo>
                          <a:pt x="1" y="163"/>
                        </a:lnTo>
                        <a:lnTo>
                          <a:pt x="3" y="159"/>
                        </a:lnTo>
                        <a:lnTo>
                          <a:pt x="3" y="156"/>
                        </a:lnTo>
                        <a:lnTo>
                          <a:pt x="3" y="153"/>
                        </a:lnTo>
                        <a:lnTo>
                          <a:pt x="3" y="150"/>
                        </a:lnTo>
                        <a:lnTo>
                          <a:pt x="3" y="146"/>
                        </a:lnTo>
                        <a:lnTo>
                          <a:pt x="3" y="143"/>
                        </a:lnTo>
                        <a:lnTo>
                          <a:pt x="3" y="139"/>
                        </a:lnTo>
                        <a:lnTo>
                          <a:pt x="3" y="135"/>
                        </a:lnTo>
                        <a:lnTo>
                          <a:pt x="4" y="132"/>
                        </a:lnTo>
                        <a:lnTo>
                          <a:pt x="4" y="129"/>
                        </a:lnTo>
                        <a:lnTo>
                          <a:pt x="4" y="126"/>
                        </a:lnTo>
                        <a:lnTo>
                          <a:pt x="4" y="121"/>
                        </a:lnTo>
                        <a:lnTo>
                          <a:pt x="5" y="119"/>
                        </a:lnTo>
                        <a:lnTo>
                          <a:pt x="5" y="115"/>
                        </a:lnTo>
                        <a:lnTo>
                          <a:pt x="5" y="112"/>
                        </a:lnTo>
                        <a:lnTo>
                          <a:pt x="6" y="108"/>
                        </a:lnTo>
                        <a:lnTo>
                          <a:pt x="6" y="106"/>
                        </a:lnTo>
                        <a:lnTo>
                          <a:pt x="6" y="101"/>
                        </a:lnTo>
                        <a:lnTo>
                          <a:pt x="6" y="99"/>
                        </a:lnTo>
                        <a:lnTo>
                          <a:pt x="7" y="95"/>
                        </a:lnTo>
                        <a:lnTo>
                          <a:pt x="9" y="91"/>
                        </a:lnTo>
                        <a:lnTo>
                          <a:pt x="9" y="88"/>
                        </a:lnTo>
                        <a:lnTo>
                          <a:pt x="9" y="86"/>
                        </a:lnTo>
                        <a:lnTo>
                          <a:pt x="9" y="81"/>
                        </a:lnTo>
                        <a:lnTo>
                          <a:pt x="10" y="78"/>
                        </a:lnTo>
                        <a:lnTo>
                          <a:pt x="11" y="75"/>
                        </a:lnTo>
                        <a:lnTo>
                          <a:pt x="11" y="71"/>
                        </a:lnTo>
                        <a:lnTo>
                          <a:pt x="12" y="68"/>
                        </a:lnTo>
                        <a:lnTo>
                          <a:pt x="13" y="65"/>
                        </a:lnTo>
                        <a:lnTo>
                          <a:pt x="13" y="62"/>
                        </a:lnTo>
                        <a:lnTo>
                          <a:pt x="14" y="59"/>
                        </a:lnTo>
                        <a:lnTo>
                          <a:pt x="16" y="56"/>
                        </a:lnTo>
                        <a:lnTo>
                          <a:pt x="17" y="53"/>
                        </a:lnTo>
                        <a:lnTo>
                          <a:pt x="18" y="50"/>
                        </a:lnTo>
                        <a:lnTo>
                          <a:pt x="19" y="48"/>
                        </a:lnTo>
                        <a:lnTo>
                          <a:pt x="20" y="44"/>
                        </a:lnTo>
                        <a:lnTo>
                          <a:pt x="22" y="42"/>
                        </a:lnTo>
                        <a:lnTo>
                          <a:pt x="23" y="38"/>
                        </a:lnTo>
                        <a:lnTo>
                          <a:pt x="24" y="36"/>
                        </a:lnTo>
                        <a:lnTo>
                          <a:pt x="26" y="32"/>
                        </a:lnTo>
                        <a:lnTo>
                          <a:pt x="28" y="30"/>
                        </a:lnTo>
                        <a:lnTo>
                          <a:pt x="29" y="27"/>
                        </a:lnTo>
                        <a:lnTo>
                          <a:pt x="31" y="24"/>
                        </a:lnTo>
                        <a:lnTo>
                          <a:pt x="32" y="21"/>
                        </a:lnTo>
                        <a:lnTo>
                          <a:pt x="35" y="19"/>
                        </a:lnTo>
                        <a:lnTo>
                          <a:pt x="38" y="14"/>
                        </a:lnTo>
                        <a:lnTo>
                          <a:pt x="44" y="10"/>
                        </a:lnTo>
                        <a:lnTo>
                          <a:pt x="45" y="7"/>
                        </a:lnTo>
                        <a:lnTo>
                          <a:pt x="48" y="5"/>
                        </a:lnTo>
                        <a:lnTo>
                          <a:pt x="51" y="2"/>
                        </a:lnTo>
                        <a:lnTo>
                          <a:pt x="5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0" name="Freeform 119"/>
                  <p:cNvSpPr/>
                  <p:nvPr/>
                </p:nvSpPr>
                <p:spPr bwMode="auto">
                  <a:xfrm>
                    <a:off x="5636" y="1551"/>
                    <a:ext cx="53" cy="264"/>
                  </a:xfrm>
                  <a:custGeom>
                    <a:avLst/>
                    <a:gdLst>
                      <a:gd name="T0" fmla="*/ 0 w 159"/>
                      <a:gd name="T1" fmla="*/ 0 h 792"/>
                      <a:gd name="T2" fmla="*/ 0 w 159"/>
                      <a:gd name="T3" fmla="*/ 0 h 792"/>
                      <a:gd name="T4" fmla="*/ 0 w 159"/>
                      <a:gd name="T5" fmla="*/ 0 h 792"/>
                      <a:gd name="T6" fmla="*/ 0 w 159"/>
                      <a:gd name="T7" fmla="*/ 0 h 792"/>
                      <a:gd name="T8" fmla="*/ 0 w 159"/>
                      <a:gd name="T9" fmla="*/ 0 h 792"/>
                      <a:gd name="T10" fmla="*/ 0 w 159"/>
                      <a:gd name="T11" fmla="*/ 0 h 792"/>
                      <a:gd name="T12" fmla="*/ 0 w 159"/>
                      <a:gd name="T13" fmla="*/ 0 h 792"/>
                      <a:gd name="T14" fmla="*/ 0 w 159"/>
                      <a:gd name="T15" fmla="*/ 0 h 792"/>
                      <a:gd name="T16" fmla="*/ 0 w 159"/>
                      <a:gd name="T17" fmla="*/ 0 h 792"/>
                      <a:gd name="T18" fmla="*/ 0 w 159"/>
                      <a:gd name="T19" fmla="*/ 0 h 792"/>
                      <a:gd name="T20" fmla="*/ 0 w 159"/>
                      <a:gd name="T21" fmla="*/ 0 h 792"/>
                      <a:gd name="T22" fmla="*/ 0 w 159"/>
                      <a:gd name="T23" fmla="*/ 0 h 792"/>
                      <a:gd name="T24" fmla="*/ 0 w 159"/>
                      <a:gd name="T25" fmla="*/ 0 h 792"/>
                      <a:gd name="T26" fmla="*/ 0 w 159"/>
                      <a:gd name="T27" fmla="*/ 0 h 792"/>
                      <a:gd name="T28" fmla="*/ 0 w 159"/>
                      <a:gd name="T29" fmla="*/ 0 h 792"/>
                      <a:gd name="T30" fmla="*/ 0 w 159"/>
                      <a:gd name="T31" fmla="*/ 0 h 792"/>
                      <a:gd name="T32" fmla="*/ 0 w 159"/>
                      <a:gd name="T33" fmla="*/ 0 h 792"/>
                      <a:gd name="T34" fmla="*/ 0 w 159"/>
                      <a:gd name="T35" fmla="*/ 0 h 792"/>
                      <a:gd name="T36" fmla="*/ 0 w 159"/>
                      <a:gd name="T37" fmla="*/ 0 h 792"/>
                      <a:gd name="T38" fmla="*/ 0 w 159"/>
                      <a:gd name="T39" fmla="*/ 0 h 792"/>
                      <a:gd name="T40" fmla="*/ 0 w 159"/>
                      <a:gd name="T41" fmla="*/ 0 h 792"/>
                      <a:gd name="T42" fmla="*/ 0 w 159"/>
                      <a:gd name="T43" fmla="*/ 0 h 792"/>
                      <a:gd name="T44" fmla="*/ 0 w 159"/>
                      <a:gd name="T45" fmla="*/ 0 h 792"/>
                      <a:gd name="T46" fmla="*/ 0 w 159"/>
                      <a:gd name="T47" fmla="*/ 0 h 792"/>
                      <a:gd name="T48" fmla="*/ 0 w 159"/>
                      <a:gd name="T49" fmla="*/ 0 h 792"/>
                      <a:gd name="T50" fmla="*/ 0 w 159"/>
                      <a:gd name="T51" fmla="*/ 0 h 792"/>
                      <a:gd name="T52" fmla="*/ 0 w 159"/>
                      <a:gd name="T53" fmla="*/ 0 h 792"/>
                      <a:gd name="T54" fmla="*/ 0 w 159"/>
                      <a:gd name="T55" fmla="*/ 0 h 792"/>
                      <a:gd name="T56" fmla="*/ 0 w 159"/>
                      <a:gd name="T57" fmla="*/ 0 h 792"/>
                      <a:gd name="T58" fmla="*/ 0 w 159"/>
                      <a:gd name="T59" fmla="*/ 0 h 792"/>
                      <a:gd name="T60" fmla="*/ 0 w 159"/>
                      <a:gd name="T61" fmla="*/ 0 h 792"/>
                      <a:gd name="T62" fmla="*/ 0 w 159"/>
                      <a:gd name="T63" fmla="*/ 0 h 792"/>
                      <a:gd name="T64" fmla="*/ 0 w 159"/>
                      <a:gd name="T65" fmla="*/ 0 h 792"/>
                      <a:gd name="T66" fmla="*/ 0 w 159"/>
                      <a:gd name="T67" fmla="*/ 0 h 792"/>
                      <a:gd name="T68" fmla="*/ 0 w 159"/>
                      <a:gd name="T69" fmla="*/ 0 h 792"/>
                      <a:gd name="T70" fmla="*/ 0 w 159"/>
                      <a:gd name="T71" fmla="*/ 0 h 792"/>
                      <a:gd name="T72" fmla="*/ 0 w 159"/>
                      <a:gd name="T73" fmla="*/ 0 h 792"/>
                      <a:gd name="T74" fmla="*/ 0 w 159"/>
                      <a:gd name="T75" fmla="*/ 0 h 792"/>
                      <a:gd name="T76" fmla="*/ 0 w 159"/>
                      <a:gd name="T77" fmla="*/ 0 h 792"/>
                      <a:gd name="T78" fmla="*/ 0 w 159"/>
                      <a:gd name="T79" fmla="*/ 0 h 792"/>
                      <a:gd name="T80" fmla="*/ 0 w 159"/>
                      <a:gd name="T81" fmla="*/ 0 h 792"/>
                      <a:gd name="T82" fmla="*/ 0 w 159"/>
                      <a:gd name="T83" fmla="*/ 0 h 792"/>
                      <a:gd name="T84" fmla="*/ 0 w 159"/>
                      <a:gd name="T85" fmla="*/ 0 h 792"/>
                      <a:gd name="T86" fmla="*/ 0 w 159"/>
                      <a:gd name="T87" fmla="*/ 0 h 79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59"/>
                      <a:gd name="T133" fmla="*/ 0 h 792"/>
                      <a:gd name="T134" fmla="*/ 159 w 159"/>
                      <a:gd name="T135" fmla="*/ 792 h 79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59" h="792">
                        <a:moveTo>
                          <a:pt x="144" y="0"/>
                        </a:moveTo>
                        <a:lnTo>
                          <a:pt x="58" y="8"/>
                        </a:lnTo>
                        <a:lnTo>
                          <a:pt x="60" y="23"/>
                        </a:lnTo>
                        <a:lnTo>
                          <a:pt x="60" y="38"/>
                        </a:lnTo>
                        <a:lnTo>
                          <a:pt x="63" y="52"/>
                        </a:lnTo>
                        <a:lnTo>
                          <a:pt x="64" y="67"/>
                        </a:lnTo>
                        <a:lnTo>
                          <a:pt x="65" y="81"/>
                        </a:lnTo>
                        <a:lnTo>
                          <a:pt x="65" y="95"/>
                        </a:lnTo>
                        <a:lnTo>
                          <a:pt x="66" y="109"/>
                        </a:lnTo>
                        <a:lnTo>
                          <a:pt x="67" y="124"/>
                        </a:lnTo>
                        <a:lnTo>
                          <a:pt x="68" y="137"/>
                        </a:lnTo>
                        <a:lnTo>
                          <a:pt x="70" y="151"/>
                        </a:lnTo>
                        <a:lnTo>
                          <a:pt x="70" y="165"/>
                        </a:lnTo>
                        <a:lnTo>
                          <a:pt x="71" y="179"/>
                        </a:lnTo>
                        <a:lnTo>
                          <a:pt x="71" y="192"/>
                        </a:lnTo>
                        <a:lnTo>
                          <a:pt x="72" y="205"/>
                        </a:lnTo>
                        <a:lnTo>
                          <a:pt x="72" y="219"/>
                        </a:lnTo>
                        <a:lnTo>
                          <a:pt x="73" y="233"/>
                        </a:lnTo>
                        <a:lnTo>
                          <a:pt x="73" y="246"/>
                        </a:lnTo>
                        <a:lnTo>
                          <a:pt x="73" y="258"/>
                        </a:lnTo>
                        <a:lnTo>
                          <a:pt x="73" y="271"/>
                        </a:lnTo>
                        <a:lnTo>
                          <a:pt x="73" y="284"/>
                        </a:lnTo>
                        <a:lnTo>
                          <a:pt x="73" y="297"/>
                        </a:lnTo>
                        <a:lnTo>
                          <a:pt x="73" y="310"/>
                        </a:lnTo>
                        <a:lnTo>
                          <a:pt x="73" y="322"/>
                        </a:lnTo>
                        <a:lnTo>
                          <a:pt x="73" y="335"/>
                        </a:lnTo>
                        <a:lnTo>
                          <a:pt x="72" y="347"/>
                        </a:lnTo>
                        <a:lnTo>
                          <a:pt x="72" y="360"/>
                        </a:lnTo>
                        <a:lnTo>
                          <a:pt x="71" y="372"/>
                        </a:lnTo>
                        <a:lnTo>
                          <a:pt x="71" y="385"/>
                        </a:lnTo>
                        <a:lnTo>
                          <a:pt x="70" y="395"/>
                        </a:lnTo>
                        <a:lnTo>
                          <a:pt x="70" y="407"/>
                        </a:lnTo>
                        <a:lnTo>
                          <a:pt x="68" y="420"/>
                        </a:lnTo>
                        <a:lnTo>
                          <a:pt x="68" y="432"/>
                        </a:lnTo>
                        <a:lnTo>
                          <a:pt x="67" y="443"/>
                        </a:lnTo>
                        <a:lnTo>
                          <a:pt x="66" y="455"/>
                        </a:lnTo>
                        <a:lnTo>
                          <a:pt x="65" y="467"/>
                        </a:lnTo>
                        <a:lnTo>
                          <a:pt x="64" y="479"/>
                        </a:lnTo>
                        <a:lnTo>
                          <a:pt x="63" y="488"/>
                        </a:lnTo>
                        <a:lnTo>
                          <a:pt x="61" y="500"/>
                        </a:lnTo>
                        <a:lnTo>
                          <a:pt x="60" y="512"/>
                        </a:lnTo>
                        <a:lnTo>
                          <a:pt x="58" y="522"/>
                        </a:lnTo>
                        <a:lnTo>
                          <a:pt x="57" y="533"/>
                        </a:lnTo>
                        <a:lnTo>
                          <a:pt x="54" y="544"/>
                        </a:lnTo>
                        <a:lnTo>
                          <a:pt x="53" y="554"/>
                        </a:lnTo>
                        <a:lnTo>
                          <a:pt x="52" y="565"/>
                        </a:lnTo>
                        <a:lnTo>
                          <a:pt x="49" y="576"/>
                        </a:lnTo>
                        <a:lnTo>
                          <a:pt x="47" y="587"/>
                        </a:lnTo>
                        <a:lnTo>
                          <a:pt x="46" y="597"/>
                        </a:lnTo>
                        <a:lnTo>
                          <a:pt x="45" y="608"/>
                        </a:lnTo>
                        <a:lnTo>
                          <a:pt x="42" y="617"/>
                        </a:lnTo>
                        <a:lnTo>
                          <a:pt x="40" y="628"/>
                        </a:lnTo>
                        <a:lnTo>
                          <a:pt x="38" y="638"/>
                        </a:lnTo>
                        <a:lnTo>
                          <a:pt x="34" y="648"/>
                        </a:lnTo>
                        <a:lnTo>
                          <a:pt x="32" y="658"/>
                        </a:lnTo>
                        <a:lnTo>
                          <a:pt x="29" y="667"/>
                        </a:lnTo>
                        <a:lnTo>
                          <a:pt x="27" y="677"/>
                        </a:lnTo>
                        <a:lnTo>
                          <a:pt x="25" y="686"/>
                        </a:lnTo>
                        <a:lnTo>
                          <a:pt x="21" y="696"/>
                        </a:lnTo>
                        <a:lnTo>
                          <a:pt x="19" y="706"/>
                        </a:lnTo>
                        <a:lnTo>
                          <a:pt x="15" y="715"/>
                        </a:lnTo>
                        <a:lnTo>
                          <a:pt x="11" y="724"/>
                        </a:lnTo>
                        <a:lnTo>
                          <a:pt x="9" y="734"/>
                        </a:lnTo>
                        <a:lnTo>
                          <a:pt x="6" y="743"/>
                        </a:lnTo>
                        <a:lnTo>
                          <a:pt x="2" y="752"/>
                        </a:lnTo>
                        <a:lnTo>
                          <a:pt x="0" y="762"/>
                        </a:lnTo>
                        <a:lnTo>
                          <a:pt x="80" y="792"/>
                        </a:lnTo>
                        <a:lnTo>
                          <a:pt x="83" y="782"/>
                        </a:lnTo>
                        <a:lnTo>
                          <a:pt x="86" y="773"/>
                        </a:lnTo>
                        <a:lnTo>
                          <a:pt x="90" y="763"/>
                        </a:lnTo>
                        <a:lnTo>
                          <a:pt x="93" y="754"/>
                        </a:lnTo>
                        <a:lnTo>
                          <a:pt x="96" y="743"/>
                        </a:lnTo>
                        <a:lnTo>
                          <a:pt x="99" y="734"/>
                        </a:lnTo>
                        <a:lnTo>
                          <a:pt x="103" y="723"/>
                        </a:lnTo>
                        <a:lnTo>
                          <a:pt x="105" y="714"/>
                        </a:lnTo>
                        <a:lnTo>
                          <a:pt x="108" y="703"/>
                        </a:lnTo>
                        <a:lnTo>
                          <a:pt x="111" y="692"/>
                        </a:lnTo>
                        <a:lnTo>
                          <a:pt x="115" y="682"/>
                        </a:lnTo>
                        <a:lnTo>
                          <a:pt x="117" y="671"/>
                        </a:lnTo>
                        <a:lnTo>
                          <a:pt x="119" y="661"/>
                        </a:lnTo>
                        <a:lnTo>
                          <a:pt x="122" y="651"/>
                        </a:lnTo>
                        <a:lnTo>
                          <a:pt x="124" y="640"/>
                        </a:lnTo>
                        <a:lnTo>
                          <a:pt x="128" y="629"/>
                        </a:lnTo>
                        <a:lnTo>
                          <a:pt x="129" y="617"/>
                        </a:lnTo>
                        <a:lnTo>
                          <a:pt x="131" y="607"/>
                        </a:lnTo>
                        <a:lnTo>
                          <a:pt x="134" y="595"/>
                        </a:lnTo>
                        <a:lnTo>
                          <a:pt x="136" y="584"/>
                        </a:lnTo>
                        <a:lnTo>
                          <a:pt x="137" y="572"/>
                        </a:lnTo>
                        <a:lnTo>
                          <a:pt x="138" y="562"/>
                        </a:lnTo>
                        <a:lnTo>
                          <a:pt x="141" y="550"/>
                        </a:lnTo>
                        <a:lnTo>
                          <a:pt x="143" y="539"/>
                        </a:lnTo>
                        <a:lnTo>
                          <a:pt x="144" y="526"/>
                        </a:lnTo>
                        <a:lnTo>
                          <a:pt x="146" y="515"/>
                        </a:lnTo>
                        <a:lnTo>
                          <a:pt x="147" y="503"/>
                        </a:lnTo>
                        <a:lnTo>
                          <a:pt x="149" y="492"/>
                        </a:lnTo>
                        <a:lnTo>
                          <a:pt x="150" y="480"/>
                        </a:lnTo>
                        <a:lnTo>
                          <a:pt x="151" y="468"/>
                        </a:lnTo>
                        <a:lnTo>
                          <a:pt x="153" y="456"/>
                        </a:lnTo>
                        <a:lnTo>
                          <a:pt x="154" y="443"/>
                        </a:lnTo>
                        <a:lnTo>
                          <a:pt x="154" y="430"/>
                        </a:lnTo>
                        <a:lnTo>
                          <a:pt x="156" y="418"/>
                        </a:lnTo>
                        <a:lnTo>
                          <a:pt x="156" y="405"/>
                        </a:lnTo>
                        <a:lnTo>
                          <a:pt x="156" y="393"/>
                        </a:lnTo>
                        <a:lnTo>
                          <a:pt x="157" y="380"/>
                        </a:lnTo>
                        <a:lnTo>
                          <a:pt x="157" y="367"/>
                        </a:lnTo>
                        <a:lnTo>
                          <a:pt x="159" y="354"/>
                        </a:lnTo>
                        <a:lnTo>
                          <a:pt x="159" y="342"/>
                        </a:lnTo>
                        <a:lnTo>
                          <a:pt x="159" y="328"/>
                        </a:lnTo>
                        <a:lnTo>
                          <a:pt x="159" y="315"/>
                        </a:lnTo>
                        <a:lnTo>
                          <a:pt x="159" y="302"/>
                        </a:lnTo>
                        <a:lnTo>
                          <a:pt x="159" y="289"/>
                        </a:lnTo>
                        <a:lnTo>
                          <a:pt x="159" y="274"/>
                        </a:lnTo>
                        <a:lnTo>
                          <a:pt x="159" y="260"/>
                        </a:lnTo>
                        <a:lnTo>
                          <a:pt x="159" y="248"/>
                        </a:lnTo>
                        <a:lnTo>
                          <a:pt x="159" y="234"/>
                        </a:lnTo>
                        <a:lnTo>
                          <a:pt x="159" y="220"/>
                        </a:lnTo>
                        <a:lnTo>
                          <a:pt x="159" y="205"/>
                        </a:lnTo>
                        <a:lnTo>
                          <a:pt x="157" y="191"/>
                        </a:lnTo>
                        <a:lnTo>
                          <a:pt x="157" y="177"/>
                        </a:lnTo>
                        <a:lnTo>
                          <a:pt x="156" y="163"/>
                        </a:lnTo>
                        <a:lnTo>
                          <a:pt x="156" y="148"/>
                        </a:lnTo>
                        <a:lnTo>
                          <a:pt x="154" y="134"/>
                        </a:lnTo>
                        <a:lnTo>
                          <a:pt x="154" y="120"/>
                        </a:lnTo>
                        <a:lnTo>
                          <a:pt x="153" y="105"/>
                        </a:lnTo>
                        <a:lnTo>
                          <a:pt x="151" y="90"/>
                        </a:lnTo>
                        <a:lnTo>
                          <a:pt x="151" y="76"/>
                        </a:lnTo>
                        <a:lnTo>
                          <a:pt x="149" y="61"/>
                        </a:lnTo>
                        <a:lnTo>
                          <a:pt x="148" y="45"/>
                        </a:lnTo>
                        <a:lnTo>
                          <a:pt x="147" y="30"/>
                        </a:lnTo>
                        <a:lnTo>
                          <a:pt x="146" y="16"/>
                        </a:lnTo>
                        <a:lnTo>
                          <a:pt x="14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1" name="Freeform 120"/>
                  <p:cNvSpPr/>
                  <p:nvPr/>
                </p:nvSpPr>
                <p:spPr bwMode="auto">
                  <a:xfrm>
                    <a:off x="5345" y="1557"/>
                    <a:ext cx="318" cy="269"/>
                  </a:xfrm>
                  <a:custGeom>
                    <a:avLst/>
                    <a:gdLst>
                      <a:gd name="T0" fmla="*/ 0 w 954"/>
                      <a:gd name="T1" fmla="*/ 0 h 808"/>
                      <a:gd name="T2" fmla="*/ 0 w 954"/>
                      <a:gd name="T3" fmla="*/ 0 h 808"/>
                      <a:gd name="T4" fmla="*/ 0 w 954"/>
                      <a:gd name="T5" fmla="*/ 0 h 808"/>
                      <a:gd name="T6" fmla="*/ 0 w 954"/>
                      <a:gd name="T7" fmla="*/ 0 h 808"/>
                      <a:gd name="T8" fmla="*/ 0 w 954"/>
                      <a:gd name="T9" fmla="*/ 0 h 808"/>
                      <a:gd name="T10" fmla="*/ 0 w 954"/>
                      <a:gd name="T11" fmla="*/ 0 h 808"/>
                      <a:gd name="T12" fmla="*/ 0 w 954"/>
                      <a:gd name="T13" fmla="*/ 0 h 808"/>
                      <a:gd name="T14" fmla="*/ 0 w 954"/>
                      <a:gd name="T15" fmla="*/ 0 h 808"/>
                      <a:gd name="T16" fmla="*/ 0 w 954"/>
                      <a:gd name="T17" fmla="*/ 0 h 808"/>
                      <a:gd name="T18" fmla="*/ 0 w 954"/>
                      <a:gd name="T19" fmla="*/ 0 h 808"/>
                      <a:gd name="T20" fmla="*/ 0 w 954"/>
                      <a:gd name="T21" fmla="*/ 0 h 808"/>
                      <a:gd name="T22" fmla="*/ 0 w 954"/>
                      <a:gd name="T23" fmla="*/ 0 h 808"/>
                      <a:gd name="T24" fmla="*/ 0 w 954"/>
                      <a:gd name="T25" fmla="*/ 0 h 808"/>
                      <a:gd name="T26" fmla="*/ 0 w 954"/>
                      <a:gd name="T27" fmla="*/ 0 h 808"/>
                      <a:gd name="T28" fmla="*/ 0 w 954"/>
                      <a:gd name="T29" fmla="*/ 0 h 808"/>
                      <a:gd name="T30" fmla="*/ 0 w 954"/>
                      <a:gd name="T31" fmla="*/ 0 h 808"/>
                      <a:gd name="T32" fmla="*/ 0 w 954"/>
                      <a:gd name="T33" fmla="*/ 0 h 808"/>
                      <a:gd name="T34" fmla="*/ 0 w 954"/>
                      <a:gd name="T35" fmla="*/ 0 h 808"/>
                      <a:gd name="T36" fmla="*/ 0 w 954"/>
                      <a:gd name="T37" fmla="*/ 0 h 808"/>
                      <a:gd name="T38" fmla="*/ 0 w 954"/>
                      <a:gd name="T39" fmla="*/ 0 h 808"/>
                      <a:gd name="T40" fmla="*/ 0 w 954"/>
                      <a:gd name="T41" fmla="*/ 0 h 808"/>
                      <a:gd name="T42" fmla="*/ 0 w 954"/>
                      <a:gd name="T43" fmla="*/ 0 h 808"/>
                      <a:gd name="T44" fmla="*/ 0 w 954"/>
                      <a:gd name="T45" fmla="*/ 0 h 808"/>
                      <a:gd name="T46" fmla="*/ 0 w 954"/>
                      <a:gd name="T47" fmla="*/ 0 h 808"/>
                      <a:gd name="T48" fmla="*/ 0 w 954"/>
                      <a:gd name="T49" fmla="*/ 0 h 808"/>
                      <a:gd name="T50" fmla="*/ 0 w 954"/>
                      <a:gd name="T51" fmla="*/ 0 h 808"/>
                      <a:gd name="T52" fmla="*/ 0 w 954"/>
                      <a:gd name="T53" fmla="*/ 0 h 808"/>
                      <a:gd name="T54" fmla="*/ 0 w 954"/>
                      <a:gd name="T55" fmla="*/ 0 h 808"/>
                      <a:gd name="T56" fmla="*/ 0 w 954"/>
                      <a:gd name="T57" fmla="*/ 0 h 808"/>
                      <a:gd name="T58" fmla="*/ 0 w 954"/>
                      <a:gd name="T59" fmla="*/ 0 h 808"/>
                      <a:gd name="T60" fmla="*/ 0 w 954"/>
                      <a:gd name="T61" fmla="*/ 0 h 808"/>
                      <a:gd name="T62" fmla="*/ 0 w 954"/>
                      <a:gd name="T63" fmla="*/ 0 h 808"/>
                      <a:gd name="T64" fmla="*/ 0 w 954"/>
                      <a:gd name="T65" fmla="*/ 0 h 808"/>
                      <a:gd name="T66" fmla="*/ 0 w 954"/>
                      <a:gd name="T67" fmla="*/ 0 h 808"/>
                      <a:gd name="T68" fmla="*/ 0 w 954"/>
                      <a:gd name="T69" fmla="*/ 0 h 808"/>
                      <a:gd name="T70" fmla="*/ 0 w 954"/>
                      <a:gd name="T71" fmla="*/ 0 h 808"/>
                      <a:gd name="T72" fmla="*/ 0 w 954"/>
                      <a:gd name="T73" fmla="*/ 0 h 808"/>
                      <a:gd name="T74" fmla="*/ 0 w 954"/>
                      <a:gd name="T75" fmla="*/ 0 h 808"/>
                      <a:gd name="T76" fmla="*/ 0 w 954"/>
                      <a:gd name="T77" fmla="*/ 0 h 808"/>
                      <a:gd name="T78" fmla="*/ 0 w 954"/>
                      <a:gd name="T79" fmla="*/ 0 h 808"/>
                      <a:gd name="T80" fmla="*/ 0 w 954"/>
                      <a:gd name="T81" fmla="*/ 0 h 808"/>
                      <a:gd name="T82" fmla="*/ 0 w 954"/>
                      <a:gd name="T83" fmla="*/ 0 h 808"/>
                      <a:gd name="T84" fmla="*/ 0 w 954"/>
                      <a:gd name="T85" fmla="*/ 0 h 808"/>
                      <a:gd name="T86" fmla="*/ 0 w 954"/>
                      <a:gd name="T87" fmla="*/ 0 h 808"/>
                      <a:gd name="T88" fmla="*/ 0 w 954"/>
                      <a:gd name="T89" fmla="*/ 0 h 808"/>
                      <a:gd name="T90" fmla="*/ 0 w 954"/>
                      <a:gd name="T91" fmla="*/ 0 h 808"/>
                      <a:gd name="T92" fmla="*/ 0 w 954"/>
                      <a:gd name="T93" fmla="*/ 0 h 808"/>
                      <a:gd name="T94" fmla="*/ 0 w 954"/>
                      <a:gd name="T95" fmla="*/ 0 h 808"/>
                      <a:gd name="T96" fmla="*/ 0 w 954"/>
                      <a:gd name="T97" fmla="*/ 0 h 808"/>
                      <a:gd name="T98" fmla="*/ 0 w 954"/>
                      <a:gd name="T99" fmla="*/ 0 h 808"/>
                      <a:gd name="T100" fmla="*/ 0 w 954"/>
                      <a:gd name="T101" fmla="*/ 0 h 808"/>
                      <a:gd name="T102" fmla="*/ 0 w 954"/>
                      <a:gd name="T103" fmla="*/ 0 h 808"/>
                      <a:gd name="T104" fmla="*/ 0 w 954"/>
                      <a:gd name="T105" fmla="*/ 0 h 808"/>
                      <a:gd name="T106" fmla="*/ 0 w 954"/>
                      <a:gd name="T107" fmla="*/ 0 h 808"/>
                      <a:gd name="T108" fmla="*/ 0 w 954"/>
                      <a:gd name="T109" fmla="*/ 0 h 808"/>
                      <a:gd name="T110" fmla="*/ 0 w 954"/>
                      <a:gd name="T111" fmla="*/ 0 h 808"/>
                      <a:gd name="T112" fmla="*/ 0 w 954"/>
                      <a:gd name="T113" fmla="*/ 0 h 808"/>
                      <a:gd name="T114" fmla="*/ 0 w 954"/>
                      <a:gd name="T115" fmla="*/ 0 h 8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54"/>
                      <a:gd name="T175" fmla="*/ 0 h 808"/>
                      <a:gd name="T176" fmla="*/ 954 w 954"/>
                      <a:gd name="T177" fmla="*/ 808 h 80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54" h="808">
                        <a:moveTo>
                          <a:pt x="932" y="710"/>
                        </a:moveTo>
                        <a:lnTo>
                          <a:pt x="916" y="711"/>
                        </a:lnTo>
                        <a:lnTo>
                          <a:pt x="899" y="711"/>
                        </a:lnTo>
                        <a:lnTo>
                          <a:pt x="882" y="712"/>
                        </a:lnTo>
                        <a:lnTo>
                          <a:pt x="865" y="712"/>
                        </a:lnTo>
                        <a:lnTo>
                          <a:pt x="849" y="713"/>
                        </a:lnTo>
                        <a:lnTo>
                          <a:pt x="832" y="714"/>
                        </a:lnTo>
                        <a:lnTo>
                          <a:pt x="814" y="714"/>
                        </a:lnTo>
                        <a:lnTo>
                          <a:pt x="799" y="716"/>
                        </a:lnTo>
                        <a:lnTo>
                          <a:pt x="782" y="716"/>
                        </a:lnTo>
                        <a:lnTo>
                          <a:pt x="764" y="717"/>
                        </a:lnTo>
                        <a:lnTo>
                          <a:pt x="748" y="717"/>
                        </a:lnTo>
                        <a:lnTo>
                          <a:pt x="731" y="717"/>
                        </a:lnTo>
                        <a:lnTo>
                          <a:pt x="715" y="717"/>
                        </a:lnTo>
                        <a:lnTo>
                          <a:pt x="698" y="718"/>
                        </a:lnTo>
                        <a:lnTo>
                          <a:pt x="681" y="718"/>
                        </a:lnTo>
                        <a:lnTo>
                          <a:pt x="666" y="719"/>
                        </a:lnTo>
                        <a:lnTo>
                          <a:pt x="648" y="719"/>
                        </a:lnTo>
                        <a:lnTo>
                          <a:pt x="633" y="720"/>
                        </a:lnTo>
                        <a:lnTo>
                          <a:pt x="615" y="720"/>
                        </a:lnTo>
                        <a:lnTo>
                          <a:pt x="600" y="720"/>
                        </a:lnTo>
                        <a:lnTo>
                          <a:pt x="583" y="720"/>
                        </a:lnTo>
                        <a:lnTo>
                          <a:pt x="566" y="720"/>
                        </a:lnTo>
                        <a:lnTo>
                          <a:pt x="552" y="720"/>
                        </a:lnTo>
                        <a:lnTo>
                          <a:pt x="535" y="721"/>
                        </a:lnTo>
                        <a:lnTo>
                          <a:pt x="520" y="721"/>
                        </a:lnTo>
                        <a:lnTo>
                          <a:pt x="503" y="721"/>
                        </a:lnTo>
                        <a:lnTo>
                          <a:pt x="488" y="721"/>
                        </a:lnTo>
                        <a:lnTo>
                          <a:pt x="474" y="721"/>
                        </a:lnTo>
                        <a:lnTo>
                          <a:pt x="458" y="721"/>
                        </a:lnTo>
                        <a:lnTo>
                          <a:pt x="444" y="721"/>
                        </a:lnTo>
                        <a:lnTo>
                          <a:pt x="430" y="721"/>
                        </a:lnTo>
                        <a:lnTo>
                          <a:pt x="414" y="721"/>
                        </a:lnTo>
                        <a:lnTo>
                          <a:pt x="400" y="721"/>
                        </a:lnTo>
                        <a:lnTo>
                          <a:pt x="387" y="720"/>
                        </a:lnTo>
                        <a:lnTo>
                          <a:pt x="372" y="720"/>
                        </a:lnTo>
                        <a:lnTo>
                          <a:pt x="359" y="720"/>
                        </a:lnTo>
                        <a:lnTo>
                          <a:pt x="346" y="720"/>
                        </a:lnTo>
                        <a:lnTo>
                          <a:pt x="333" y="719"/>
                        </a:lnTo>
                        <a:lnTo>
                          <a:pt x="320" y="719"/>
                        </a:lnTo>
                        <a:lnTo>
                          <a:pt x="308" y="719"/>
                        </a:lnTo>
                        <a:lnTo>
                          <a:pt x="295" y="718"/>
                        </a:lnTo>
                        <a:lnTo>
                          <a:pt x="283" y="717"/>
                        </a:lnTo>
                        <a:lnTo>
                          <a:pt x="271" y="717"/>
                        </a:lnTo>
                        <a:lnTo>
                          <a:pt x="260" y="717"/>
                        </a:lnTo>
                        <a:lnTo>
                          <a:pt x="248" y="716"/>
                        </a:lnTo>
                        <a:lnTo>
                          <a:pt x="238" y="714"/>
                        </a:lnTo>
                        <a:lnTo>
                          <a:pt x="228" y="714"/>
                        </a:lnTo>
                        <a:lnTo>
                          <a:pt x="219" y="714"/>
                        </a:lnTo>
                        <a:lnTo>
                          <a:pt x="208" y="713"/>
                        </a:lnTo>
                        <a:lnTo>
                          <a:pt x="200" y="712"/>
                        </a:lnTo>
                        <a:lnTo>
                          <a:pt x="190" y="711"/>
                        </a:lnTo>
                        <a:lnTo>
                          <a:pt x="182" y="711"/>
                        </a:lnTo>
                        <a:lnTo>
                          <a:pt x="174" y="710"/>
                        </a:lnTo>
                        <a:lnTo>
                          <a:pt x="166" y="708"/>
                        </a:lnTo>
                        <a:lnTo>
                          <a:pt x="159" y="707"/>
                        </a:lnTo>
                        <a:lnTo>
                          <a:pt x="152" y="707"/>
                        </a:lnTo>
                        <a:lnTo>
                          <a:pt x="145" y="705"/>
                        </a:lnTo>
                        <a:lnTo>
                          <a:pt x="139" y="705"/>
                        </a:lnTo>
                        <a:lnTo>
                          <a:pt x="134" y="702"/>
                        </a:lnTo>
                        <a:lnTo>
                          <a:pt x="128" y="702"/>
                        </a:lnTo>
                        <a:lnTo>
                          <a:pt x="125" y="700"/>
                        </a:lnTo>
                        <a:lnTo>
                          <a:pt x="120" y="699"/>
                        </a:lnTo>
                        <a:lnTo>
                          <a:pt x="117" y="698"/>
                        </a:lnTo>
                        <a:lnTo>
                          <a:pt x="114" y="697"/>
                        </a:lnTo>
                        <a:lnTo>
                          <a:pt x="113" y="693"/>
                        </a:lnTo>
                        <a:lnTo>
                          <a:pt x="111" y="689"/>
                        </a:lnTo>
                        <a:lnTo>
                          <a:pt x="110" y="687"/>
                        </a:lnTo>
                        <a:lnTo>
                          <a:pt x="108" y="682"/>
                        </a:lnTo>
                        <a:lnTo>
                          <a:pt x="107" y="678"/>
                        </a:lnTo>
                        <a:lnTo>
                          <a:pt x="106" y="674"/>
                        </a:lnTo>
                        <a:lnTo>
                          <a:pt x="105" y="668"/>
                        </a:lnTo>
                        <a:lnTo>
                          <a:pt x="104" y="663"/>
                        </a:lnTo>
                        <a:lnTo>
                          <a:pt x="102" y="656"/>
                        </a:lnTo>
                        <a:lnTo>
                          <a:pt x="101" y="650"/>
                        </a:lnTo>
                        <a:lnTo>
                          <a:pt x="101" y="644"/>
                        </a:lnTo>
                        <a:lnTo>
                          <a:pt x="100" y="636"/>
                        </a:lnTo>
                        <a:lnTo>
                          <a:pt x="99" y="629"/>
                        </a:lnTo>
                        <a:lnTo>
                          <a:pt x="99" y="622"/>
                        </a:lnTo>
                        <a:lnTo>
                          <a:pt x="98" y="613"/>
                        </a:lnTo>
                        <a:lnTo>
                          <a:pt x="96" y="606"/>
                        </a:lnTo>
                        <a:lnTo>
                          <a:pt x="95" y="597"/>
                        </a:lnTo>
                        <a:lnTo>
                          <a:pt x="95" y="589"/>
                        </a:lnTo>
                        <a:lnTo>
                          <a:pt x="94" y="578"/>
                        </a:lnTo>
                        <a:lnTo>
                          <a:pt x="93" y="570"/>
                        </a:lnTo>
                        <a:lnTo>
                          <a:pt x="93" y="559"/>
                        </a:lnTo>
                        <a:lnTo>
                          <a:pt x="92" y="549"/>
                        </a:lnTo>
                        <a:lnTo>
                          <a:pt x="91" y="540"/>
                        </a:lnTo>
                        <a:lnTo>
                          <a:pt x="91" y="529"/>
                        </a:lnTo>
                        <a:lnTo>
                          <a:pt x="91" y="517"/>
                        </a:lnTo>
                        <a:lnTo>
                          <a:pt x="89" y="507"/>
                        </a:lnTo>
                        <a:lnTo>
                          <a:pt x="89" y="496"/>
                        </a:lnTo>
                        <a:lnTo>
                          <a:pt x="89" y="484"/>
                        </a:lnTo>
                        <a:lnTo>
                          <a:pt x="88" y="473"/>
                        </a:lnTo>
                        <a:lnTo>
                          <a:pt x="88" y="462"/>
                        </a:lnTo>
                        <a:lnTo>
                          <a:pt x="88" y="450"/>
                        </a:lnTo>
                        <a:lnTo>
                          <a:pt x="88" y="438"/>
                        </a:lnTo>
                        <a:lnTo>
                          <a:pt x="87" y="425"/>
                        </a:lnTo>
                        <a:lnTo>
                          <a:pt x="87" y="413"/>
                        </a:lnTo>
                        <a:lnTo>
                          <a:pt x="86" y="400"/>
                        </a:lnTo>
                        <a:lnTo>
                          <a:pt x="86" y="388"/>
                        </a:lnTo>
                        <a:lnTo>
                          <a:pt x="86" y="374"/>
                        </a:lnTo>
                        <a:lnTo>
                          <a:pt x="86" y="361"/>
                        </a:lnTo>
                        <a:lnTo>
                          <a:pt x="86" y="348"/>
                        </a:lnTo>
                        <a:lnTo>
                          <a:pt x="86" y="334"/>
                        </a:lnTo>
                        <a:lnTo>
                          <a:pt x="85" y="320"/>
                        </a:lnTo>
                        <a:lnTo>
                          <a:pt x="85" y="307"/>
                        </a:lnTo>
                        <a:lnTo>
                          <a:pt x="85" y="294"/>
                        </a:lnTo>
                        <a:lnTo>
                          <a:pt x="85" y="280"/>
                        </a:lnTo>
                        <a:lnTo>
                          <a:pt x="85" y="267"/>
                        </a:lnTo>
                        <a:lnTo>
                          <a:pt x="85" y="253"/>
                        </a:lnTo>
                        <a:lnTo>
                          <a:pt x="85" y="238"/>
                        </a:lnTo>
                        <a:lnTo>
                          <a:pt x="86" y="226"/>
                        </a:lnTo>
                        <a:lnTo>
                          <a:pt x="86" y="211"/>
                        </a:lnTo>
                        <a:lnTo>
                          <a:pt x="86" y="198"/>
                        </a:lnTo>
                        <a:lnTo>
                          <a:pt x="86" y="184"/>
                        </a:lnTo>
                        <a:lnTo>
                          <a:pt x="86" y="169"/>
                        </a:lnTo>
                        <a:lnTo>
                          <a:pt x="86" y="155"/>
                        </a:lnTo>
                        <a:lnTo>
                          <a:pt x="86" y="141"/>
                        </a:lnTo>
                        <a:lnTo>
                          <a:pt x="86" y="127"/>
                        </a:lnTo>
                        <a:lnTo>
                          <a:pt x="87" y="114"/>
                        </a:lnTo>
                        <a:lnTo>
                          <a:pt x="87" y="99"/>
                        </a:lnTo>
                        <a:lnTo>
                          <a:pt x="87" y="85"/>
                        </a:lnTo>
                        <a:lnTo>
                          <a:pt x="87" y="71"/>
                        </a:lnTo>
                        <a:lnTo>
                          <a:pt x="88" y="58"/>
                        </a:lnTo>
                        <a:lnTo>
                          <a:pt x="88" y="44"/>
                        </a:lnTo>
                        <a:lnTo>
                          <a:pt x="88" y="31"/>
                        </a:lnTo>
                        <a:lnTo>
                          <a:pt x="89" y="18"/>
                        </a:lnTo>
                        <a:lnTo>
                          <a:pt x="91" y="4"/>
                        </a:lnTo>
                        <a:lnTo>
                          <a:pt x="88" y="2"/>
                        </a:lnTo>
                        <a:lnTo>
                          <a:pt x="86" y="1"/>
                        </a:lnTo>
                        <a:lnTo>
                          <a:pt x="83" y="1"/>
                        </a:lnTo>
                        <a:lnTo>
                          <a:pt x="81" y="1"/>
                        </a:lnTo>
                        <a:lnTo>
                          <a:pt x="79" y="1"/>
                        </a:lnTo>
                        <a:lnTo>
                          <a:pt x="76" y="1"/>
                        </a:lnTo>
                        <a:lnTo>
                          <a:pt x="73" y="0"/>
                        </a:lnTo>
                        <a:lnTo>
                          <a:pt x="69" y="0"/>
                        </a:lnTo>
                        <a:lnTo>
                          <a:pt x="66" y="0"/>
                        </a:lnTo>
                        <a:lnTo>
                          <a:pt x="63" y="0"/>
                        </a:lnTo>
                        <a:lnTo>
                          <a:pt x="58" y="0"/>
                        </a:lnTo>
                        <a:lnTo>
                          <a:pt x="55" y="1"/>
                        </a:lnTo>
                        <a:lnTo>
                          <a:pt x="50" y="1"/>
                        </a:lnTo>
                        <a:lnTo>
                          <a:pt x="48" y="1"/>
                        </a:lnTo>
                        <a:lnTo>
                          <a:pt x="43" y="1"/>
                        </a:lnTo>
                        <a:lnTo>
                          <a:pt x="38" y="1"/>
                        </a:lnTo>
                        <a:lnTo>
                          <a:pt x="35" y="2"/>
                        </a:lnTo>
                        <a:lnTo>
                          <a:pt x="30" y="2"/>
                        </a:lnTo>
                        <a:lnTo>
                          <a:pt x="28" y="2"/>
                        </a:lnTo>
                        <a:lnTo>
                          <a:pt x="24" y="3"/>
                        </a:lnTo>
                        <a:lnTo>
                          <a:pt x="21" y="3"/>
                        </a:lnTo>
                        <a:lnTo>
                          <a:pt x="17" y="4"/>
                        </a:lnTo>
                        <a:lnTo>
                          <a:pt x="15" y="4"/>
                        </a:lnTo>
                        <a:lnTo>
                          <a:pt x="12" y="6"/>
                        </a:lnTo>
                        <a:lnTo>
                          <a:pt x="9" y="6"/>
                        </a:lnTo>
                        <a:lnTo>
                          <a:pt x="7" y="6"/>
                        </a:lnTo>
                        <a:lnTo>
                          <a:pt x="5" y="7"/>
                        </a:lnTo>
                        <a:lnTo>
                          <a:pt x="4" y="8"/>
                        </a:lnTo>
                        <a:lnTo>
                          <a:pt x="4" y="10"/>
                        </a:lnTo>
                        <a:lnTo>
                          <a:pt x="4" y="13"/>
                        </a:lnTo>
                        <a:lnTo>
                          <a:pt x="4" y="16"/>
                        </a:lnTo>
                        <a:lnTo>
                          <a:pt x="3" y="20"/>
                        </a:lnTo>
                        <a:lnTo>
                          <a:pt x="3" y="26"/>
                        </a:lnTo>
                        <a:lnTo>
                          <a:pt x="3" y="28"/>
                        </a:lnTo>
                        <a:lnTo>
                          <a:pt x="3" y="31"/>
                        </a:lnTo>
                        <a:lnTo>
                          <a:pt x="3" y="34"/>
                        </a:lnTo>
                        <a:lnTo>
                          <a:pt x="3" y="39"/>
                        </a:lnTo>
                        <a:lnTo>
                          <a:pt x="3" y="41"/>
                        </a:lnTo>
                        <a:lnTo>
                          <a:pt x="3" y="46"/>
                        </a:lnTo>
                        <a:lnTo>
                          <a:pt x="3" y="50"/>
                        </a:lnTo>
                        <a:lnTo>
                          <a:pt x="3" y="53"/>
                        </a:lnTo>
                        <a:lnTo>
                          <a:pt x="3" y="58"/>
                        </a:lnTo>
                        <a:lnTo>
                          <a:pt x="3" y="61"/>
                        </a:lnTo>
                        <a:lnTo>
                          <a:pt x="3" y="66"/>
                        </a:lnTo>
                        <a:lnTo>
                          <a:pt x="3" y="72"/>
                        </a:lnTo>
                        <a:lnTo>
                          <a:pt x="2" y="77"/>
                        </a:lnTo>
                        <a:lnTo>
                          <a:pt x="2" y="82"/>
                        </a:lnTo>
                        <a:lnTo>
                          <a:pt x="2" y="86"/>
                        </a:lnTo>
                        <a:lnTo>
                          <a:pt x="2" y="92"/>
                        </a:lnTo>
                        <a:lnTo>
                          <a:pt x="2" y="98"/>
                        </a:lnTo>
                        <a:lnTo>
                          <a:pt x="2" y="104"/>
                        </a:lnTo>
                        <a:lnTo>
                          <a:pt x="2" y="110"/>
                        </a:lnTo>
                        <a:lnTo>
                          <a:pt x="2" y="117"/>
                        </a:lnTo>
                        <a:lnTo>
                          <a:pt x="0" y="122"/>
                        </a:lnTo>
                        <a:lnTo>
                          <a:pt x="0" y="128"/>
                        </a:lnTo>
                        <a:lnTo>
                          <a:pt x="0" y="134"/>
                        </a:lnTo>
                        <a:lnTo>
                          <a:pt x="0" y="141"/>
                        </a:lnTo>
                        <a:lnTo>
                          <a:pt x="0" y="147"/>
                        </a:lnTo>
                        <a:lnTo>
                          <a:pt x="0" y="154"/>
                        </a:lnTo>
                        <a:lnTo>
                          <a:pt x="0" y="160"/>
                        </a:lnTo>
                        <a:lnTo>
                          <a:pt x="0" y="167"/>
                        </a:lnTo>
                        <a:lnTo>
                          <a:pt x="0" y="174"/>
                        </a:lnTo>
                        <a:lnTo>
                          <a:pt x="0" y="181"/>
                        </a:lnTo>
                        <a:lnTo>
                          <a:pt x="0" y="188"/>
                        </a:lnTo>
                        <a:lnTo>
                          <a:pt x="0" y="196"/>
                        </a:lnTo>
                        <a:lnTo>
                          <a:pt x="0" y="203"/>
                        </a:lnTo>
                        <a:lnTo>
                          <a:pt x="0" y="210"/>
                        </a:lnTo>
                        <a:lnTo>
                          <a:pt x="0" y="218"/>
                        </a:lnTo>
                        <a:lnTo>
                          <a:pt x="0" y="225"/>
                        </a:lnTo>
                        <a:lnTo>
                          <a:pt x="0" y="232"/>
                        </a:lnTo>
                        <a:lnTo>
                          <a:pt x="0" y="240"/>
                        </a:lnTo>
                        <a:lnTo>
                          <a:pt x="0" y="247"/>
                        </a:lnTo>
                        <a:lnTo>
                          <a:pt x="0" y="255"/>
                        </a:lnTo>
                        <a:lnTo>
                          <a:pt x="0" y="262"/>
                        </a:lnTo>
                        <a:lnTo>
                          <a:pt x="0" y="269"/>
                        </a:lnTo>
                        <a:lnTo>
                          <a:pt x="0" y="278"/>
                        </a:lnTo>
                        <a:lnTo>
                          <a:pt x="0" y="286"/>
                        </a:lnTo>
                        <a:lnTo>
                          <a:pt x="0" y="293"/>
                        </a:lnTo>
                        <a:lnTo>
                          <a:pt x="0" y="301"/>
                        </a:lnTo>
                        <a:lnTo>
                          <a:pt x="0" y="308"/>
                        </a:lnTo>
                        <a:lnTo>
                          <a:pt x="0" y="317"/>
                        </a:lnTo>
                        <a:lnTo>
                          <a:pt x="0" y="325"/>
                        </a:lnTo>
                        <a:lnTo>
                          <a:pt x="0" y="332"/>
                        </a:lnTo>
                        <a:lnTo>
                          <a:pt x="0" y="340"/>
                        </a:lnTo>
                        <a:lnTo>
                          <a:pt x="0" y="349"/>
                        </a:lnTo>
                        <a:lnTo>
                          <a:pt x="0" y="364"/>
                        </a:lnTo>
                        <a:lnTo>
                          <a:pt x="0" y="381"/>
                        </a:lnTo>
                        <a:lnTo>
                          <a:pt x="0" y="395"/>
                        </a:lnTo>
                        <a:lnTo>
                          <a:pt x="0" y="410"/>
                        </a:lnTo>
                        <a:lnTo>
                          <a:pt x="0" y="424"/>
                        </a:lnTo>
                        <a:lnTo>
                          <a:pt x="2" y="439"/>
                        </a:lnTo>
                        <a:lnTo>
                          <a:pt x="2" y="452"/>
                        </a:lnTo>
                        <a:lnTo>
                          <a:pt x="3" y="465"/>
                        </a:lnTo>
                        <a:lnTo>
                          <a:pt x="3" y="478"/>
                        </a:lnTo>
                        <a:lnTo>
                          <a:pt x="3" y="490"/>
                        </a:lnTo>
                        <a:lnTo>
                          <a:pt x="3" y="502"/>
                        </a:lnTo>
                        <a:lnTo>
                          <a:pt x="4" y="514"/>
                        </a:lnTo>
                        <a:lnTo>
                          <a:pt x="4" y="524"/>
                        </a:lnTo>
                        <a:lnTo>
                          <a:pt x="5" y="535"/>
                        </a:lnTo>
                        <a:lnTo>
                          <a:pt x="5" y="546"/>
                        </a:lnTo>
                        <a:lnTo>
                          <a:pt x="6" y="556"/>
                        </a:lnTo>
                        <a:lnTo>
                          <a:pt x="6" y="565"/>
                        </a:lnTo>
                        <a:lnTo>
                          <a:pt x="7" y="575"/>
                        </a:lnTo>
                        <a:lnTo>
                          <a:pt x="7" y="584"/>
                        </a:lnTo>
                        <a:lnTo>
                          <a:pt x="9" y="593"/>
                        </a:lnTo>
                        <a:lnTo>
                          <a:pt x="10" y="600"/>
                        </a:lnTo>
                        <a:lnTo>
                          <a:pt x="10" y="609"/>
                        </a:lnTo>
                        <a:lnTo>
                          <a:pt x="11" y="617"/>
                        </a:lnTo>
                        <a:lnTo>
                          <a:pt x="12" y="625"/>
                        </a:lnTo>
                        <a:lnTo>
                          <a:pt x="12" y="631"/>
                        </a:lnTo>
                        <a:lnTo>
                          <a:pt x="13" y="638"/>
                        </a:lnTo>
                        <a:lnTo>
                          <a:pt x="15" y="646"/>
                        </a:lnTo>
                        <a:lnTo>
                          <a:pt x="15" y="651"/>
                        </a:lnTo>
                        <a:lnTo>
                          <a:pt x="16" y="657"/>
                        </a:lnTo>
                        <a:lnTo>
                          <a:pt x="17" y="663"/>
                        </a:lnTo>
                        <a:lnTo>
                          <a:pt x="17" y="669"/>
                        </a:lnTo>
                        <a:lnTo>
                          <a:pt x="19" y="674"/>
                        </a:lnTo>
                        <a:lnTo>
                          <a:pt x="21" y="679"/>
                        </a:lnTo>
                        <a:lnTo>
                          <a:pt x="21" y="685"/>
                        </a:lnTo>
                        <a:lnTo>
                          <a:pt x="22" y="689"/>
                        </a:lnTo>
                        <a:lnTo>
                          <a:pt x="23" y="693"/>
                        </a:lnTo>
                        <a:lnTo>
                          <a:pt x="23" y="697"/>
                        </a:lnTo>
                        <a:lnTo>
                          <a:pt x="25" y="701"/>
                        </a:lnTo>
                        <a:lnTo>
                          <a:pt x="25" y="705"/>
                        </a:lnTo>
                        <a:lnTo>
                          <a:pt x="26" y="708"/>
                        </a:lnTo>
                        <a:lnTo>
                          <a:pt x="28" y="712"/>
                        </a:lnTo>
                        <a:lnTo>
                          <a:pt x="28" y="714"/>
                        </a:lnTo>
                        <a:lnTo>
                          <a:pt x="29" y="718"/>
                        </a:lnTo>
                        <a:lnTo>
                          <a:pt x="30" y="720"/>
                        </a:lnTo>
                        <a:lnTo>
                          <a:pt x="30" y="723"/>
                        </a:lnTo>
                        <a:lnTo>
                          <a:pt x="32" y="726"/>
                        </a:lnTo>
                        <a:lnTo>
                          <a:pt x="32" y="729"/>
                        </a:lnTo>
                        <a:lnTo>
                          <a:pt x="34" y="731"/>
                        </a:lnTo>
                        <a:lnTo>
                          <a:pt x="35" y="735"/>
                        </a:lnTo>
                        <a:lnTo>
                          <a:pt x="37" y="738"/>
                        </a:lnTo>
                        <a:lnTo>
                          <a:pt x="38" y="740"/>
                        </a:lnTo>
                        <a:lnTo>
                          <a:pt x="41" y="744"/>
                        </a:lnTo>
                        <a:lnTo>
                          <a:pt x="43" y="749"/>
                        </a:lnTo>
                        <a:lnTo>
                          <a:pt x="48" y="752"/>
                        </a:lnTo>
                        <a:lnTo>
                          <a:pt x="50" y="757"/>
                        </a:lnTo>
                        <a:lnTo>
                          <a:pt x="55" y="762"/>
                        </a:lnTo>
                        <a:lnTo>
                          <a:pt x="56" y="763"/>
                        </a:lnTo>
                        <a:lnTo>
                          <a:pt x="61" y="765"/>
                        </a:lnTo>
                        <a:lnTo>
                          <a:pt x="63" y="768"/>
                        </a:lnTo>
                        <a:lnTo>
                          <a:pt x="68" y="771"/>
                        </a:lnTo>
                        <a:lnTo>
                          <a:pt x="70" y="773"/>
                        </a:lnTo>
                        <a:lnTo>
                          <a:pt x="73" y="774"/>
                        </a:lnTo>
                        <a:lnTo>
                          <a:pt x="75" y="775"/>
                        </a:lnTo>
                        <a:lnTo>
                          <a:pt x="79" y="775"/>
                        </a:lnTo>
                        <a:lnTo>
                          <a:pt x="81" y="777"/>
                        </a:lnTo>
                        <a:lnTo>
                          <a:pt x="85" y="778"/>
                        </a:lnTo>
                        <a:lnTo>
                          <a:pt x="88" y="780"/>
                        </a:lnTo>
                        <a:lnTo>
                          <a:pt x="92" y="781"/>
                        </a:lnTo>
                        <a:lnTo>
                          <a:pt x="96" y="782"/>
                        </a:lnTo>
                        <a:lnTo>
                          <a:pt x="100" y="783"/>
                        </a:lnTo>
                        <a:lnTo>
                          <a:pt x="105" y="784"/>
                        </a:lnTo>
                        <a:lnTo>
                          <a:pt x="110" y="786"/>
                        </a:lnTo>
                        <a:lnTo>
                          <a:pt x="114" y="786"/>
                        </a:lnTo>
                        <a:lnTo>
                          <a:pt x="119" y="788"/>
                        </a:lnTo>
                        <a:lnTo>
                          <a:pt x="125" y="788"/>
                        </a:lnTo>
                        <a:lnTo>
                          <a:pt x="131" y="790"/>
                        </a:lnTo>
                        <a:lnTo>
                          <a:pt x="137" y="790"/>
                        </a:lnTo>
                        <a:lnTo>
                          <a:pt x="144" y="793"/>
                        </a:lnTo>
                        <a:lnTo>
                          <a:pt x="150" y="793"/>
                        </a:lnTo>
                        <a:lnTo>
                          <a:pt x="157" y="794"/>
                        </a:lnTo>
                        <a:lnTo>
                          <a:pt x="164" y="795"/>
                        </a:lnTo>
                        <a:lnTo>
                          <a:pt x="172" y="796"/>
                        </a:lnTo>
                        <a:lnTo>
                          <a:pt x="181" y="796"/>
                        </a:lnTo>
                        <a:lnTo>
                          <a:pt x="190" y="799"/>
                        </a:lnTo>
                        <a:lnTo>
                          <a:pt x="198" y="799"/>
                        </a:lnTo>
                        <a:lnTo>
                          <a:pt x="208" y="800"/>
                        </a:lnTo>
                        <a:lnTo>
                          <a:pt x="217" y="800"/>
                        </a:lnTo>
                        <a:lnTo>
                          <a:pt x="228" y="801"/>
                        </a:lnTo>
                        <a:lnTo>
                          <a:pt x="238" y="801"/>
                        </a:lnTo>
                        <a:lnTo>
                          <a:pt x="250" y="802"/>
                        </a:lnTo>
                        <a:lnTo>
                          <a:pt x="260" y="803"/>
                        </a:lnTo>
                        <a:lnTo>
                          <a:pt x="273" y="803"/>
                        </a:lnTo>
                        <a:lnTo>
                          <a:pt x="284" y="803"/>
                        </a:lnTo>
                        <a:lnTo>
                          <a:pt x="297" y="805"/>
                        </a:lnTo>
                        <a:lnTo>
                          <a:pt x="310" y="806"/>
                        </a:lnTo>
                        <a:lnTo>
                          <a:pt x="324" y="806"/>
                        </a:lnTo>
                        <a:lnTo>
                          <a:pt x="339" y="806"/>
                        </a:lnTo>
                        <a:lnTo>
                          <a:pt x="352" y="806"/>
                        </a:lnTo>
                        <a:lnTo>
                          <a:pt x="367" y="807"/>
                        </a:lnTo>
                        <a:lnTo>
                          <a:pt x="384" y="808"/>
                        </a:lnTo>
                        <a:lnTo>
                          <a:pt x="399" y="808"/>
                        </a:lnTo>
                        <a:lnTo>
                          <a:pt x="416" y="808"/>
                        </a:lnTo>
                        <a:lnTo>
                          <a:pt x="432" y="808"/>
                        </a:lnTo>
                        <a:lnTo>
                          <a:pt x="451" y="808"/>
                        </a:lnTo>
                        <a:lnTo>
                          <a:pt x="470" y="808"/>
                        </a:lnTo>
                        <a:lnTo>
                          <a:pt x="488" y="808"/>
                        </a:lnTo>
                        <a:lnTo>
                          <a:pt x="508" y="808"/>
                        </a:lnTo>
                        <a:lnTo>
                          <a:pt x="528" y="808"/>
                        </a:lnTo>
                        <a:lnTo>
                          <a:pt x="538" y="808"/>
                        </a:lnTo>
                        <a:lnTo>
                          <a:pt x="546" y="808"/>
                        </a:lnTo>
                        <a:lnTo>
                          <a:pt x="557" y="807"/>
                        </a:lnTo>
                        <a:lnTo>
                          <a:pt x="566" y="807"/>
                        </a:lnTo>
                        <a:lnTo>
                          <a:pt x="575" y="806"/>
                        </a:lnTo>
                        <a:lnTo>
                          <a:pt x="585" y="806"/>
                        </a:lnTo>
                        <a:lnTo>
                          <a:pt x="595" y="806"/>
                        </a:lnTo>
                        <a:lnTo>
                          <a:pt x="604" y="806"/>
                        </a:lnTo>
                        <a:lnTo>
                          <a:pt x="614" y="806"/>
                        </a:lnTo>
                        <a:lnTo>
                          <a:pt x="622" y="806"/>
                        </a:lnTo>
                        <a:lnTo>
                          <a:pt x="632" y="806"/>
                        </a:lnTo>
                        <a:lnTo>
                          <a:pt x="641" y="806"/>
                        </a:lnTo>
                        <a:lnTo>
                          <a:pt x="651" y="806"/>
                        </a:lnTo>
                        <a:lnTo>
                          <a:pt x="660" y="806"/>
                        </a:lnTo>
                        <a:lnTo>
                          <a:pt x="668" y="806"/>
                        </a:lnTo>
                        <a:lnTo>
                          <a:pt x="678" y="806"/>
                        </a:lnTo>
                        <a:lnTo>
                          <a:pt x="686" y="805"/>
                        </a:lnTo>
                        <a:lnTo>
                          <a:pt x="696" y="803"/>
                        </a:lnTo>
                        <a:lnTo>
                          <a:pt x="704" y="803"/>
                        </a:lnTo>
                        <a:lnTo>
                          <a:pt x="713" y="803"/>
                        </a:lnTo>
                        <a:lnTo>
                          <a:pt x="722" y="803"/>
                        </a:lnTo>
                        <a:lnTo>
                          <a:pt x="730" y="803"/>
                        </a:lnTo>
                        <a:lnTo>
                          <a:pt x="738" y="803"/>
                        </a:lnTo>
                        <a:lnTo>
                          <a:pt x="747" y="803"/>
                        </a:lnTo>
                        <a:lnTo>
                          <a:pt x="755" y="802"/>
                        </a:lnTo>
                        <a:lnTo>
                          <a:pt x="763" y="801"/>
                        </a:lnTo>
                        <a:lnTo>
                          <a:pt x="772" y="801"/>
                        </a:lnTo>
                        <a:lnTo>
                          <a:pt x="780" y="801"/>
                        </a:lnTo>
                        <a:lnTo>
                          <a:pt x="787" y="801"/>
                        </a:lnTo>
                        <a:lnTo>
                          <a:pt x="794" y="801"/>
                        </a:lnTo>
                        <a:lnTo>
                          <a:pt x="802" y="801"/>
                        </a:lnTo>
                        <a:lnTo>
                          <a:pt x="810" y="801"/>
                        </a:lnTo>
                        <a:lnTo>
                          <a:pt x="817" y="801"/>
                        </a:lnTo>
                        <a:lnTo>
                          <a:pt x="824" y="800"/>
                        </a:lnTo>
                        <a:lnTo>
                          <a:pt x="830" y="800"/>
                        </a:lnTo>
                        <a:lnTo>
                          <a:pt x="838" y="800"/>
                        </a:lnTo>
                        <a:lnTo>
                          <a:pt x="844" y="799"/>
                        </a:lnTo>
                        <a:lnTo>
                          <a:pt x="850" y="799"/>
                        </a:lnTo>
                        <a:lnTo>
                          <a:pt x="856" y="799"/>
                        </a:lnTo>
                        <a:lnTo>
                          <a:pt x="863" y="799"/>
                        </a:lnTo>
                        <a:lnTo>
                          <a:pt x="868" y="797"/>
                        </a:lnTo>
                        <a:lnTo>
                          <a:pt x="875" y="797"/>
                        </a:lnTo>
                        <a:lnTo>
                          <a:pt x="881" y="797"/>
                        </a:lnTo>
                        <a:lnTo>
                          <a:pt x="885" y="797"/>
                        </a:lnTo>
                        <a:lnTo>
                          <a:pt x="890" y="796"/>
                        </a:lnTo>
                        <a:lnTo>
                          <a:pt x="896" y="796"/>
                        </a:lnTo>
                        <a:lnTo>
                          <a:pt x="901" y="796"/>
                        </a:lnTo>
                        <a:lnTo>
                          <a:pt x="906" y="796"/>
                        </a:lnTo>
                        <a:lnTo>
                          <a:pt x="909" y="796"/>
                        </a:lnTo>
                        <a:lnTo>
                          <a:pt x="914" y="795"/>
                        </a:lnTo>
                        <a:lnTo>
                          <a:pt x="919" y="795"/>
                        </a:lnTo>
                        <a:lnTo>
                          <a:pt x="921" y="795"/>
                        </a:lnTo>
                        <a:lnTo>
                          <a:pt x="925" y="794"/>
                        </a:lnTo>
                        <a:lnTo>
                          <a:pt x="928" y="794"/>
                        </a:lnTo>
                        <a:lnTo>
                          <a:pt x="932" y="794"/>
                        </a:lnTo>
                        <a:lnTo>
                          <a:pt x="935" y="794"/>
                        </a:lnTo>
                        <a:lnTo>
                          <a:pt x="940" y="794"/>
                        </a:lnTo>
                        <a:lnTo>
                          <a:pt x="944" y="794"/>
                        </a:lnTo>
                        <a:lnTo>
                          <a:pt x="947" y="794"/>
                        </a:lnTo>
                        <a:lnTo>
                          <a:pt x="950" y="794"/>
                        </a:lnTo>
                        <a:lnTo>
                          <a:pt x="952" y="793"/>
                        </a:lnTo>
                        <a:lnTo>
                          <a:pt x="954" y="790"/>
                        </a:lnTo>
                        <a:lnTo>
                          <a:pt x="954" y="788"/>
                        </a:lnTo>
                        <a:lnTo>
                          <a:pt x="954" y="786"/>
                        </a:lnTo>
                        <a:lnTo>
                          <a:pt x="954" y="783"/>
                        </a:lnTo>
                        <a:lnTo>
                          <a:pt x="954" y="781"/>
                        </a:lnTo>
                        <a:lnTo>
                          <a:pt x="954" y="777"/>
                        </a:lnTo>
                        <a:lnTo>
                          <a:pt x="953" y="774"/>
                        </a:lnTo>
                        <a:lnTo>
                          <a:pt x="952" y="770"/>
                        </a:lnTo>
                        <a:lnTo>
                          <a:pt x="952" y="767"/>
                        </a:lnTo>
                        <a:lnTo>
                          <a:pt x="951" y="763"/>
                        </a:lnTo>
                        <a:lnTo>
                          <a:pt x="950" y="759"/>
                        </a:lnTo>
                        <a:lnTo>
                          <a:pt x="950" y="755"/>
                        </a:lnTo>
                        <a:lnTo>
                          <a:pt x="948" y="751"/>
                        </a:lnTo>
                        <a:lnTo>
                          <a:pt x="946" y="748"/>
                        </a:lnTo>
                        <a:lnTo>
                          <a:pt x="945" y="743"/>
                        </a:lnTo>
                        <a:lnTo>
                          <a:pt x="944" y="739"/>
                        </a:lnTo>
                        <a:lnTo>
                          <a:pt x="942" y="736"/>
                        </a:lnTo>
                        <a:lnTo>
                          <a:pt x="941" y="732"/>
                        </a:lnTo>
                        <a:lnTo>
                          <a:pt x="939" y="729"/>
                        </a:lnTo>
                        <a:lnTo>
                          <a:pt x="939" y="725"/>
                        </a:lnTo>
                        <a:lnTo>
                          <a:pt x="938" y="723"/>
                        </a:lnTo>
                        <a:lnTo>
                          <a:pt x="937" y="720"/>
                        </a:lnTo>
                        <a:lnTo>
                          <a:pt x="934" y="717"/>
                        </a:lnTo>
                        <a:lnTo>
                          <a:pt x="934" y="714"/>
                        </a:lnTo>
                        <a:lnTo>
                          <a:pt x="934" y="713"/>
                        </a:lnTo>
                        <a:lnTo>
                          <a:pt x="932" y="711"/>
                        </a:lnTo>
                        <a:lnTo>
                          <a:pt x="932" y="71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2" name="Freeform 121"/>
                  <p:cNvSpPr/>
                  <p:nvPr/>
                </p:nvSpPr>
                <p:spPr bwMode="auto">
                  <a:xfrm>
                    <a:off x="5409" y="1590"/>
                    <a:ext cx="202" cy="39"/>
                  </a:xfrm>
                  <a:custGeom>
                    <a:avLst/>
                    <a:gdLst>
                      <a:gd name="T0" fmla="*/ 0 w 605"/>
                      <a:gd name="T1" fmla="*/ 0 h 119"/>
                      <a:gd name="T2" fmla="*/ 0 w 605"/>
                      <a:gd name="T3" fmla="*/ 0 h 119"/>
                      <a:gd name="T4" fmla="*/ 0 w 605"/>
                      <a:gd name="T5" fmla="*/ 0 h 119"/>
                      <a:gd name="T6" fmla="*/ 0 w 605"/>
                      <a:gd name="T7" fmla="*/ 0 h 119"/>
                      <a:gd name="T8" fmla="*/ 0 w 605"/>
                      <a:gd name="T9" fmla="*/ 0 h 119"/>
                      <a:gd name="T10" fmla="*/ 0 w 605"/>
                      <a:gd name="T11" fmla="*/ 0 h 119"/>
                      <a:gd name="T12" fmla="*/ 0 w 605"/>
                      <a:gd name="T13" fmla="*/ 0 h 119"/>
                      <a:gd name="T14" fmla="*/ 0 w 605"/>
                      <a:gd name="T15" fmla="*/ 0 h 119"/>
                      <a:gd name="T16" fmla="*/ 0 w 605"/>
                      <a:gd name="T17" fmla="*/ 0 h 119"/>
                      <a:gd name="T18" fmla="*/ 0 w 605"/>
                      <a:gd name="T19" fmla="*/ 0 h 119"/>
                      <a:gd name="T20" fmla="*/ 0 w 605"/>
                      <a:gd name="T21" fmla="*/ 0 h 119"/>
                      <a:gd name="T22" fmla="*/ 0 w 605"/>
                      <a:gd name="T23" fmla="*/ 0 h 119"/>
                      <a:gd name="T24" fmla="*/ 0 w 605"/>
                      <a:gd name="T25" fmla="*/ 0 h 119"/>
                      <a:gd name="T26" fmla="*/ 0 w 605"/>
                      <a:gd name="T27" fmla="*/ 0 h 119"/>
                      <a:gd name="T28" fmla="*/ 0 w 605"/>
                      <a:gd name="T29" fmla="*/ 0 h 119"/>
                      <a:gd name="T30" fmla="*/ 0 w 605"/>
                      <a:gd name="T31" fmla="*/ 0 h 119"/>
                      <a:gd name="T32" fmla="*/ 0 w 605"/>
                      <a:gd name="T33" fmla="*/ 0 h 119"/>
                      <a:gd name="T34" fmla="*/ 0 w 605"/>
                      <a:gd name="T35" fmla="*/ 0 h 119"/>
                      <a:gd name="T36" fmla="*/ 0 w 605"/>
                      <a:gd name="T37" fmla="*/ 0 h 119"/>
                      <a:gd name="T38" fmla="*/ 0 w 605"/>
                      <a:gd name="T39" fmla="*/ 0 h 119"/>
                      <a:gd name="T40" fmla="*/ 0 w 605"/>
                      <a:gd name="T41" fmla="*/ 0 h 119"/>
                      <a:gd name="T42" fmla="*/ 0 w 605"/>
                      <a:gd name="T43" fmla="*/ 0 h 119"/>
                      <a:gd name="T44" fmla="*/ 0 w 605"/>
                      <a:gd name="T45" fmla="*/ 0 h 119"/>
                      <a:gd name="T46" fmla="*/ 0 w 605"/>
                      <a:gd name="T47" fmla="*/ 0 h 119"/>
                      <a:gd name="T48" fmla="*/ 0 w 605"/>
                      <a:gd name="T49" fmla="*/ 0 h 119"/>
                      <a:gd name="T50" fmla="*/ 0 w 605"/>
                      <a:gd name="T51" fmla="*/ 0 h 119"/>
                      <a:gd name="T52" fmla="*/ 0 w 605"/>
                      <a:gd name="T53" fmla="*/ 0 h 119"/>
                      <a:gd name="T54" fmla="*/ 0 w 605"/>
                      <a:gd name="T55" fmla="*/ 0 h 119"/>
                      <a:gd name="T56" fmla="*/ 0 w 605"/>
                      <a:gd name="T57" fmla="*/ 0 h 119"/>
                      <a:gd name="T58" fmla="*/ 0 w 605"/>
                      <a:gd name="T59" fmla="*/ 0 h 119"/>
                      <a:gd name="T60" fmla="*/ 0 w 605"/>
                      <a:gd name="T61" fmla="*/ 0 h 119"/>
                      <a:gd name="T62" fmla="*/ 0 w 605"/>
                      <a:gd name="T63" fmla="*/ 0 h 119"/>
                      <a:gd name="T64" fmla="*/ 0 w 605"/>
                      <a:gd name="T65" fmla="*/ 0 h 119"/>
                      <a:gd name="T66" fmla="*/ 0 w 605"/>
                      <a:gd name="T67" fmla="*/ 0 h 119"/>
                      <a:gd name="T68" fmla="*/ 0 w 605"/>
                      <a:gd name="T69" fmla="*/ 0 h 119"/>
                      <a:gd name="T70" fmla="*/ 0 w 605"/>
                      <a:gd name="T71" fmla="*/ 0 h 119"/>
                      <a:gd name="T72" fmla="*/ 0 w 605"/>
                      <a:gd name="T73" fmla="*/ 0 h 119"/>
                      <a:gd name="T74" fmla="*/ 0 w 605"/>
                      <a:gd name="T75" fmla="*/ 0 h 119"/>
                      <a:gd name="T76" fmla="*/ 0 w 605"/>
                      <a:gd name="T77" fmla="*/ 0 h 119"/>
                      <a:gd name="T78" fmla="*/ 0 w 605"/>
                      <a:gd name="T79" fmla="*/ 0 h 119"/>
                      <a:gd name="T80" fmla="*/ 0 w 605"/>
                      <a:gd name="T81" fmla="*/ 0 h 119"/>
                      <a:gd name="T82" fmla="*/ 0 w 605"/>
                      <a:gd name="T83" fmla="*/ 0 h 119"/>
                      <a:gd name="T84" fmla="*/ 0 w 605"/>
                      <a:gd name="T85" fmla="*/ 0 h 119"/>
                      <a:gd name="T86" fmla="*/ 0 w 605"/>
                      <a:gd name="T87" fmla="*/ 0 h 11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05"/>
                      <a:gd name="T133" fmla="*/ 0 h 119"/>
                      <a:gd name="T134" fmla="*/ 605 w 605"/>
                      <a:gd name="T135" fmla="*/ 119 h 11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05" h="119">
                        <a:moveTo>
                          <a:pt x="0" y="34"/>
                        </a:moveTo>
                        <a:lnTo>
                          <a:pt x="14" y="119"/>
                        </a:lnTo>
                        <a:lnTo>
                          <a:pt x="23" y="117"/>
                        </a:lnTo>
                        <a:lnTo>
                          <a:pt x="34" y="114"/>
                        </a:lnTo>
                        <a:lnTo>
                          <a:pt x="42" y="112"/>
                        </a:lnTo>
                        <a:lnTo>
                          <a:pt x="52" y="111"/>
                        </a:lnTo>
                        <a:lnTo>
                          <a:pt x="62" y="110"/>
                        </a:lnTo>
                        <a:lnTo>
                          <a:pt x="72" y="108"/>
                        </a:lnTo>
                        <a:lnTo>
                          <a:pt x="80" y="106"/>
                        </a:lnTo>
                        <a:lnTo>
                          <a:pt x="91" y="105"/>
                        </a:lnTo>
                        <a:lnTo>
                          <a:pt x="100" y="104"/>
                        </a:lnTo>
                        <a:lnTo>
                          <a:pt x="110" y="101"/>
                        </a:lnTo>
                        <a:lnTo>
                          <a:pt x="119" y="101"/>
                        </a:lnTo>
                        <a:lnTo>
                          <a:pt x="129" y="99"/>
                        </a:lnTo>
                        <a:lnTo>
                          <a:pt x="138" y="98"/>
                        </a:lnTo>
                        <a:lnTo>
                          <a:pt x="148" y="97"/>
                        </a:lnTo>
                        <a:lnTo>
                          <a:pt x="156" y="97"/>
                        </a:lnTo>
                        <a:lnTo>
                          <a:pt x="166" y="95"/>
                        </a:lnTo>
                        <a:lnTo>
                          <a:pt x="176" y="94"/>
                        </a:lnTo>
                        <a:lnTo>
                          <a:pt x="185" y="94"/>
                        </a:lnTo>
                        <a:lnTo>
                          <a:pt x="194" y="93"/>
                        </a:lnTo>
                        <a:lnTo>
                          <a:pt x="204" y="92"/>
                        </a:lnTo>
                        <a:lnTo>
                          <a:pt x="212" y="92"/>
                        </a:lnTo>
                        <a:lnTo>
                          <a:pt x="221" y="91"/>
                        </a:lnTo>
                        <a:lnTo>
                          <a:pt x="231" y="89"/>
                        </a:lnTo>
                        <a:lnTo>
                          <a:pt x="239" y="89"/>
                        </a:lnTo>
                        <a:lnTo>
                          <a:pt x="249" y="89"/>
                        </a:lnTo>
                        <a:lnTo>
                          <a:pt x="257" y="88"/>
                        </a:lnTo>
                        <a:lnTo>
                          <a:pt x="268" y="88"/>
                        </a:lnTo>
                        <a:lnTo>
                          <a:pt x="276" y="88"/>
                        </a:lnTo>
                        <a:lnTo>
                          <a:pt x="286" y="87"/>
                        </a:lnTo>
                        <a:lnTo>
                          <a:pt x="294" y="87"/>
                        </a:lnTo>
                        <a:lnTo>
                          <a:pt x="303" y="87"/>
                        </a:lnTo>
                        <a:lnTo>
                          <a:pt x="313" y="87"/>
                        </a:lnTo>
                        <a:lnTo>
                          <a:pt x="321" y="86"/>
                        </a:lnTo>
                        <a:lnTo>
                          <a:pt x="329" y="86"/>
                        </a:lnTo>
                        <a:lnTo>
                          <a:pt x="339" y="86"/>
                        </a:lnTo>
                        <a:lnTo>
                          <a:pt x="347" y="86"/>
                        </a:lnTo>
                        <a:lnTo>
                          <a:pt x="356" y="86"/>
                        </a:lnTo>
                        <a:lnTo>
                          <a:pt x="365" y="86"/>
                        </a:lnTo>
                        <a:lnTo>
                          <a:pt x="373" y="86"/>
                        </a:lnTo>
                        <a:lnTo>
                          <a:pt x="383" y="87"/>
                        </a:lnTo>
                        <a:lnTo>
                          <a:pt x="391" y="87"/>
                        </a:lnTo>
                        <a:lnTo>
                          <a:pt x="399" y="88"/>
                        </a:lnTo>
                        <a:lnTo>
                          <a:pt x="409" y="88"/>
                        </a:lnTo>
                        <a:lnTo>
                          <a:pt x="417" y="89"/>
                        </a:lnTo>
                        <a:lnTo>
                          <a:pt x="427" y="89"/>
                        </a:lnTo>
                        <a:lnTo>
                          <a:pt x="435" y="91"/>
                        </a:lnTo>
                        <a:lnTo>
                          <a:pt x="443" y="91"/>
                        </a:lnTo>
                        <a:lnTo>
                          <a:pt x="453" y="92"/>
                        </a:lnTo>
                        <a:lnTo>
                          <a:pt x="461" y="92"/>
                        </a:lnTo>
                        <a:lnTo>
                          <a:pt x="469" y="93"/>
                        </a:lnTo>
                        <a:lnTo>
                          <a:pt x="478" y="94"/>
                        </a:lnTo>
                        <a:lnTo>
                          <a:pt x="487" y="95"/>
                        </a:lnTo>
                        <a:lnTo>
                          <a:pt x="496" y="97"/>
                        </a:lnTo>
                        <a:lnTo>
                          <a:pt x="503" y="97"/>
                        </a:lnTo>
                        <a:lnTo>
                          <a:pt x="512" y="98"/>
                        </a:lnTo>
                        <a:lnTo>
                          <a:pt x="520" y="99"/>
                        </a:lnTo>
                        <a:lnTo>
                          <a:pt x="529" y="100"/>
                        </a:lnTo>
                        <a:lnTo>
                          <a:pt x="537" y="101"/>
                        </a:lnTo>
                        <a:lnTo>
                          <a:pt x="545" y="104"/>
                        </a:lnTo>
                        <a:lnTo>
                          <a:pt x="555" y="104"/>
                        </a:lnTo>
                        <a:lnTo>
                          <a:pt x="563" y="106"/>
                        </a:lnTo>
                        <a:lnTo>
                          <a:pt x="571" y="107"/>
                        </a:lnTo>
                        <a:lnTo>
                          <a:pt x="580" y="110"/>
                        </a:lnTo>
                        <a:lnTo>
                          <a:pt x="589" y="111"/>
                        </a:lnTo>
                        <a:lnTo>
                          <a:pt x="605" y="25"/>
                        </a:lnTo>
                        <a:lnTo>
                          <a:pt x="594" y="23"/>
                        </a:lnTo>
                        <a:lnTo>
                          <a:pt x="586" y="22"/>
                        </a:lnTo>
                        <a:lnTo>
                          <a:pt x="576" y="21"/>
                        </a:lnTo>
                        <a:lnTo>
                          <a:pt x="568" y="18"/>
                        </a:lnTo>
                        <a:lnTo>
                          <a:pt x="558" y="18"/>
                        </a:lnTo>
                        <a:lnTo>
                          <a:pt x="550" y="16"/>
                        </a:lnTo>
                        <a:lnTo>
                          <a:pt x="541" y="15"/>
                        </a:lnTo>
                        <a:lnTo>
                          <a:pt x="532" y="14"/>
                        </a:lnTo>
                        <a:lnTo>
                          <a:pt x="523" y="12"/>
                        </a:lnTo>
                        <a:lnTo>
                          <a:pt x="513" y="11"/>
                        </a:lnTo>
                        <a:lnTo>
                          <a:pt x="505" y="10"/>
                        </a:lnTo>
                        <a:lnTo>
                          <a:pt x="496" y="9"/>
                        </a:lnTo>
                        <a:lnTo>
                          <a:pt x="487" y="8"/>
                        </a:lnTo>
                        <a:lnTo>
                          <a:pt x="478" y="8"/>
                        </a:lnTo>
                        <a:lnTo>
                          <a:pt x="468" y="6"/>
                        </a:lnTo>
                        <a:lnTo>
                          <a:pt x="460" y="5"/>
                        </a:lnTo>
                        <a:lnTo>
                          <a:pt x="450" y="4"/>
                        </a:lnTo>
                        <a:lnTo>
                          <a:pt x="441" y="4"/>
                        </a:lnTo>
                        <a:lnTo>
                          <a:pt x="431" y="3"/>
                        </a:lnTo>
                        <a:lnTo>
                          <a:pt x="423" y="3"/>
                        </a:lnTo>
                        <a:lnTo>
                          <a:pt x="414" y="2"/>
                        </a:lnTo>
                        <a:lnTo>
                          <a:pt x="404" y="2"/>
                        </a:lnTo>
                        <a:lnTo>
                          <a:pt x="395" y="0"/>
                        </a:lnTo>
                        <a:lnTo>
                          <a:pt x="386" y="0"/>
                        </a:lnTo>
                        <a:lnTo>
                          <a:pt x="377" y="0"/>
                        </a:lnTo>
                        <a:lnTo>
                          <a:pt x="369" y="0"/>
                        </a:lnTo>
                        <a:lnTo>
                          <a:pt x="359" y="0"/>
                        </a:lnTo>
                        <a:lnTo>
                          <a:pt x="350" y="0"/>
                        </a:lnTo>
                        <a:lnTo>
                          <a:pt x="340" y="0"/>
                        </a:lnTo>
                        <a:lnTo>
                          <a:pt x="331" y="0"/>
                        </a:lnTo>
                        <a:lnTo>
                          <a:pt x="321" y="0"/>
                        </a:lnTo>
                        <a:lnTo>
                          <a:pt x="312" y="0"/>
                        </a:lnTo>
                        <a:lnTo>
                          <a:pt x="302" y="0"/>
                        </a:lnTo>
                        <a:lnTo>
                          <a:pt x="293" y="0"/>
                        </a:lnTo>
                        <a:lnTo>
                          <a:pt x="283" y="0"/>
                        </a:lnTo>
                        <a:lnTo>
                          <a:pt x="274" y="0"/>
                        </a:lnTo>
                        <a:lnTo>
                          <a:pt x="264" y="0"/>
                        </a:lnTo>
                        <a:lnTo>
                          <a:pt x="255" y="2"/>
                        </a:lnTo>
                        <a:lnTo>
                          <a:pt x="245" y="2"/>
                        </a:lnTo>
                        <a:lnTo>
                          <a:pt x="236" y="3"/>
                        </a:lnTo>
                        <a:lnTo>
                          <a:pt x="226" y="3"/>
                        </a:lnTo>
                        <a:lnTo>
                          <a:pt x="217" y="4"/>
                        </a:lnTo>
                        <a:lnTo>
                          <a:pt x="207" y="5"/>
                        </a:lnTo>
                        <a:lnTo>
                          <a:pt x="197" y="5"/>
                        </a:lnTo>
                        <a:lnTo>
                          <a:pt x="187" y="6"/>
                        </a:lnTo>
                        <a:lnTo>
                          <a:pt x="178" y="8"/>
                        </a:lnTo>
                        <a:lnTo>
                          <a:pt x="168" y="8"/>
                        </a:lnTo>
                        <a:lnTo>
                          <a:pt x="159" y="10"/>
                        </a:lnTo>
                        <a:lnTo>
                          <a:pt x="149" y="10"/>
                        </a:lnTo>
                        <a:lnTo>
                          <a:pt x="138" y="11"/>
                        </a:lnTo>
                        <a:lnTo>
                          <a:pt x="128" y="14"/>
                        </a:lnTo>
                        <a:lnTo>
                          <a:pt x="118" y="14"/>
                        </a:lnTo>
                        <a:lnTo>
                          <a:pt x="109" y="16"/>
                        </a:lnTo>
                        <a:lnTo>
                          <a:pt x="99" y="17"/>
                        </a:lnTo>
                        <a:lnTo>
                          <a:pt x="89" y="18"/>
                        </a:lnTo>
                        <a:lnTo>
                          <a:pt x="80" y="19"/>
                        </a:lnTo>
                        <a:lnTo>
                          <a:pt x="70" y="21"/>
                        </a:lnTo>
                        <a:lnTo>
                          <a:pt x="60" y="23"/>
                        </a:lnTo>
                        <a:lnTo>
                          <a:pt x="49" y="24"/>
                        </a:lnTo>
                        <a:lnTo>
                          <a:pt x="40" y="25"/>
                        </a:lnTo>
                        <a:lnTo>
                          <a:pt x="29" y="28"/>
                        </a:lnTo>
                        <a:lnTo>
                          <a:pt x="20" y="29"/>
                        </a:lnTo>
                        <a:lnTo>
                          <a:pt x="9" y="31"/>
                        </a:lnTo>
                        <a:lnTo>
                          <a:pt x="0" y="3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3" name="Freeform 122"/>
                  <p:cNvSpPr/>
                  <p:nvPr/>
                </p:nvSpPr>
                <p:spPr bwMode="auto">
                  <a:xfrm>
                    <a:off x="5338" y="1833"/>
                    <a:ext cx="380" cy="33"/>
                  </a:xfrm>
                  <a:custGeom>
                    <a:avLst/>
                    <a:gdLst>
                      <a:gd name="T0" fmla="*/ 0 w 1140"/>
                      <a:gd name="T1" fmla="*/ 0 h 99"/>
                      <a:gd name="T2" fmla="*/ 0 w 1140"/>
                      <a:gd name="T3" fmla="*/ 0 h 99"/>
                      <a:gd name="T4" fmla="*/ 0 w 1140"/>
                      <a:gd name="T5" fmla="*/ 0 h 99"/>
                      <a:gd name="T6" fmla="*/ 0 w 1140"/>
                      <a:gd name="T7" fmla="*/ 0 h 99"/>
                      <a:gd name="T8" fmla="*/ 0 w 1140"/>
                      <a:gd name="T9" fmla="*/ 0 h 99"/>
                      <a:gd name="T10" fmla="*/ 0 w 1140"/>
                      <a:gd name="T11" fmla="*/ 0 h 99"/>
                      <a:gd name="T12" fmla="*/ 0 w 1140"/>
                      <a:gd name="T13" fmla="*/ 0 h 99"/>
                      <a:gd name="T14" fmla="*/ 0 w 1140"/>
                      <a:gd name="T15" fmla="*/ 0 h 99"/>
                      <a:gd name="T16" fmla="*/ 0 w 1140"/>
                      <a:gd name="T17" fmla="*/ 0 h 99"/>
                      <a:gd name="T18" fmla="*/ 0 w 1140"/>
                      <a:gd name="T19" fmla="*/ 0 h 99"/>
                      <a:gd name="T20" fmla="*/ 0 w 1140"/>
                      <a:gd name="T21" fmla="*/ 0 h 99"/>
                      <a:gd name="T22" fmla="*/ 0 w 1140"/>
                      <a:gd name="T23" fmla="*/ 0 h 99"/>
                      <a:gd name="T24" fmla="*/ 0 w 1140"/>
                      <a:gd name="T25" fmla="*/ 0 h 99"/>
                      <a:gd name="T26" fmla="*/ 0 w 1140"/>
                      <a:gd name="T27" fmla="*/ 0 h 99"/>
                      <a:gd name="T28" fmla="*/ 0 w 1140"/>
                      <a:gd name="T29" fmla="*/ 0 h 99"/>
                      <a:gd name="T30" fmla="*/ 0 w 1140"/>
                      <a:gd name="T31" fmla="*/ 0 h 99"/>
                      <a:gd name="T32" fmla="*/ 0 w 1140"/>
                      <a:gd name="T33" fmla="*/ 0 h 99"/>
                      <a:gd name="T34" fmla="*/ 0 w 1140"/>
                      <a:gd name="T35" fmla="*/ 0 h 99"/>
                      <a:gd name="T36" fmla="*/ 0 w 1140"/>
                      <a:gd name="T37" fmla="*/ 0 h 99"/>
                      <a:gd name="T38" fmla="*/ 0 w 1140"/>
                      <a:gd name="T39" fmla="*/ 0 h 99"/>
                      <a:gd name="T40" fmla="*/ 0 w 1140"/>
                      <a:gd name="T41" fmla="*/ 0 h 99"/>
                      <a:gd name="T42" fmla="*/ 0 w 1140"/>
                      <a:gd name="T43" fmla="*/ 0 h 99"/>
                      <a:gd name="T44" fmla="*/ 0 w 1140"/>
                      <a:gd name="T45" fmla="*/ 0 h 99"/>
                      <a:gd name="T46" fmla="*/ 0 w 1140"/>
                      <a:gd name="T47" fmla="*/ 0 h 99"/>
                      <a:gd name="T48" fmla="*/ 0 w 1140"/>
                      <a:gd name="T49" fmla="*/ 0 h 99"/>
                      <a:gd name="T50" fmla="*/ 0 w 1140"/>
                      <a:gd name="T51" fmla="*/ 0 h 99"/>
                      <a:gd name="T52" fmla="*/ 0 w 1140"/>
                      <a:gd name="T53" fmla="*/ 0 h 99"/>
                      <a:gd name="T54" fmla="*/ 0 w 1140"/>
                      <a:gd name="T55" fmla="*/ 0 h 99"/>
                      <a:gd name="T56" fmla="*/ 0 w 1140"/>
                      <a:gd name="T57" fmla="*/ 0 h 99"/>
                      <a:gd name="T58" fmla="*/ 0 w 1140"/>
                      <a:gd name="T59" fmla="*/ 0 h 99"/>
                      <a:gd name="T60" fmla="*/ 0 w 1140"/>
                      <a:gd name="T61" fmla="*/ 0 h 99"/>
                      <a:gd name="T62" fmla="*/ 0 w 1140"/>
                      <a:gd name="T63" fmla="*/ 0 h 99"/>
                      <a:gd name="T64" fmla="*/ 0 w 1140"/>
                      <a:gd name="T65" fmla="*/ 0 h 99"/>
                      <a:gd name="T66" fmla="*/ 0 w 1140"/>
                      <a:gd name="T67" fmla="*/ 0 h 99"/>
                      <a:gd name="T68" fmla="*/ 0 w 1140"/>
                      <a:gd name="T69" fmla="*/ 0 h 99"/>
                      <a:gd name="T70" fmla="*/ 0 w 1140"/>
                      <a:gd name="T71" fmla="*/ 0 h 99"/>
                      <a:gd name="T72" fmla="*/ 0 w 1140"/>
                      <a:gd name="T73" fmla="*/ 0 h 99"/>
                      <a:gd name="T74" fmla="*/ 0 w 1140"/>
                      <a:gd name="T75" fmla="*/ 0 h 99"/>
                      <a:gd name="T76" fmla="*/ 0 w 1140"/>
                      <a:gd name="T77" fmla="*/ 0 h 99"/>
                      <a:gd name="T78" fmla="*/ 0 w 1140"/>
                      <a:gd name="T79" fmla="*/ 0 h 99"/>
                      <a:gd name="T80" fmla="*/ 0 w 1140"/>
                      <a:gd name="T81" fmla="*/ 0 h 99"/>
                      <a:gd name="T82" fmla="*/ 0 w 1140"/>
                      <a:gd name="T83" fmla="*/ 0 h 99"/>
                      <a:gd name="T84" fmla="*/ 0 w 1140"/>
                      <a:gd name="T85" fmla="*/ 0 h 99"/>
                      <a:gd name="T86" fmla="*/ 0 w 1140"/>
                      <a:gd name="T87" fmla="*/ 0 h 9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40"/>
                      <a:gd name="T133" fmla="*/ 0 h 99"/>
                      <a:gd name="T134" fmla="*/ 1140 w 1140"/>
                      <a:gd name="T135" fmla="*/ 99 h 9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40" h="99">
                        <a:moveTo>
                          <a:pt x="0" y="13"/>
                        </a:moveTo>
                        <a:lnTo>
                          <a:pt x="3" y="99"/>
                        </a:lnTo>
                        <a:lnTo>
                          <a:pt x="19" y="97"/>
                        </a:lnTo>
                        <a:lnTo>
                          <a:pt x="35" y="97"/>
                        </a:lnTo>
                        <a:lnTo>
                          <a:pt x="52" y="97"/>
                        </a:lnTo>
                        <a:lnTo>
                          <a:pt x="69" y="96"/>
                        </a:lnTo>
                        <a:lnTo>
                          <a:pt x="86" y="94"/>
                        </a:lnTo>
                        <a:lnTo>
                          <a:pt x="102" y="94"/>
                        </a:lnTo>
                        <a:lnTo>
                          <a:pt x="120" y="94"/>
                        </a:lnTo>
                        <a:lnTo>
                          <a:pt x="137" y="94"/>
                        </a:lnTo>
                        <a:lnTo>
                          <a:pt x="154" y="93"/>
                        </a:lnTo>
                        <a:lnTo>
                          <a:pt x="171" y="92"/>
                        </a:lnTo>
                        <a:lnTo>
                          <a:pt x="188" y="92"/>
                        </a:lnTo>
                        <a:lnTo>
                          <a:pt x="204" y="92"/>
                        </a:lnTo>
                        <a:lnTo>
                          <a:pt x="222" y="92"/>
                        </a:lnTo>
                        <a:lnTo>
                          <a:pt x="240" y="91"/>
                        </a:lnTo>
                        <a:lnTo>
                          <a:pt x="256" y="91"/>
                        </a:lnTo>
                        <a:lnTo>
                          <a:pt x="274" y="91"/>
                        </a:lnTo>
                        <a:lnTo>
                          <a:pt x="291" y="90"/>
                        </a:lnTo>
                        <a:lnTo>
                          <a:pt x="309" y="90"/>
                        </a:lnTo>
                        <a:lnTo>
                          <a:pt x="326" y="90"/>
                        </a:lnTo>
                        <a:lnTo>
                          <a:pt x="343" y="90"/>
                        </a:lnTo>
                        <a:lnTo>
                          <a:pt x="361" y="89"/>
                        </a:lnTo>
                        <a:lnTo>
                          <a:pt x="379" y="89"/>
                        </a:lnTo>
                        <a:lnTo>
                          <a:pt x="395" y="87"/>
                        </a:lnTo>
                        <a:lnTo>
                          <a:pt x="413" y="87"/>
                        </a:lnTo>
                        <a:lnTo>
                          <a:pt x="430" y="87"/>
                        </a:lnTo>
                        <a:lnTo>
                          <a:pt x="447" y="87"/>
                        </a:lnTo>
                        <a:lnTo>
                          <a:pt x="465" y="87"/>
                        </a:lnTo>
                        <a:lnTo>
                          <a:pt x="483" y="87"/>
                        </a:lnTo>
                        <a:lnTo>
                          <a:pt x="501" y="87"/>
                        </a:lnTo>
                        <a:lnTo>
                          <a:pt x="519" y="87"/>
                        </a:lnTo>
                        <a:lnTo>
                          <a:pt x="536" y="87"/>
                        </a:lnTo>
                        <a:lnTo>
                          <a:pt x="554" y="87"/>
                        </a:lnTo>
                        <a:lnTo>
                          <a:pt x="572" y="86"/>
                        </a:lnTo>
                        <a:lnTo>
                          <a:pt x="590" y="86"/>
                        </a:lnTo>
                        <a:lnTo>
                          <a:pt x="606" y="86"/>
                        </a:lnTo>
                        <a:lnTo>
                          <a:pt x="625" y="86"/>
                        </a:lnTo>
                        <a:lnTo>
                          <a:pt x="643" y="86"/>
                        </a:lnTo>
                        <a:lnTo>
                          <a:pt x="661" y="86"/>
                        </a:lnTo>
                        <a:lnTo>
                          <a:pt x="679" y="86"/>
                        </a:lnTo>
                        <a:lnTo>
                          <a:pt x="698" y="87"/>
                        </a:lnTo>
                        <a:lnTo>
                          <a:pt x="714" y="87"/>
                        </a:lnTo>
                        <a:lnTo>
                          <a:pt x="733" y="87"/>
                        </a:lnTo>
                        <a:lnTo>
                          <a:pt x="751" y="87"/>
                        </a:lnTo>
                        <a:lnTo>
                          <a:pt x="769" y="87"/>
                        </a:lnTo>
                        <a:lnTo>
                          <a:pt x="787" y="87"/>
                        </a:lnTo>
                        <a:lnTo>
                          <a:pt x="805" y="87"/>
                        </a:lnTo>
                        <a:lnTo>
                          <a:pt x="824" y="87"/>
                        </a:lnTo>
                        <a:lnTo>
                          <a:pt x="843" y="89"/>
                        </a:lnTo>
                        <a:lnTo>
                          <a:pt x="860" y="89"/>
                        </a:lnTo>
                        <a:lnTo>
                          <a:pt x="878" y="89"/>
                        </a:lnTo>
                        <a:lnTo>
                          <a:pt x="896" y="90"/>
                        </a:lnTo>
                        <a:lnTo>
                          <a:pt x="915" y="90"/>
                        </a:lnTo>
                        <a:lnTo>
                          <a:pt x="934" y="90"/>
                        </a:lnTo>
                        <a:lnTo>
                          <a:pt x="952" y="91"/>
                        </a:lnTo>
                        <a:lnTo>
                          <a:pt x="970" y="91"/>
                        </a:lnTo>
                        <a:lnTo>
                          <a:pt x="989" y="92"/>
                        </a:lnTo>
                        <a:lnTo>
                          <a:pt x="1006" y="92"/>
                        </a:lnTo>
                        <a:lnTo>
                          <a:pt x="1024" y="93"/>
                        </a:lnTo>
                        <a:lnTo>
                          <a:pt x="1043" y="94"/>
                        </a:lnTo>
                        <a:lnTo>
                          <a:pt x="1062" y="94"/>
                        </a:lnTo>
                        <a:lnTo>
                          <a:pt x="1080" y="96"/>
                        </a:lnTo>
                        <a:lnTo>
                          <a:pt x="1099" y="97"/>
                        </a:lnTo>
                        <a:lnTo>
                          <a:pt x="1118" y="97"/>
                        </a:lnTo>
                        <a:lnTo>
                          <a:pt x="1136" y="99"/>
                        </a:lnTo>
                        <a:lnTo>
                          <a:pt x="1140" y="13"/>
                        </a:lnTo>
                        <a:lnTo>
                          <a:pt x="1121" y="11"/>
                        </a:lnTo>
                        <a:lnTo>
                          <a:pt x="1102" y="10"/>
                        </a:lnTo>
                        <a:lnTo>
                          <a:pt x="1083" y="9"/>
                        </a:lnTo>
                        <a:lnTo>
                          <a:pt x="1066" y="9"/>
                        </a:lnTo>
                        <a:lnTo>
                          <a:pt x="1047" y="8"/>
                        </a:lnTo>
                        <a:lnTo>
                          <a:pt x="1028" y="7"/>
                        </a:lnTo>
                        <a:lnTo>
                          <a:pt x="1010" y="7"/>
                        </a:lnTo>
                        <a:lnTo>
                          <a:pt x="991" y="7"/>
                        </a:lnTo>
                        <a:lnTo>
                          <a:pt x="972" y="4"/>
                        </a:lnTo>
                        <a:lnTo>
                          <a:pt x="954" y="4"/>
                        </a:lnTo>
                        <a:lnTo>
                          <a:pt x="936" y="4"/>
                        </a:lnTo>
                        <a:lnTo>
                          <a:pt x="917" y="4"/>
                        </a:lnTo>
                        <a:lnTo>
                          <a:pt x="898" y="3"/>
                        </a:lnTo>
                        <a:lnTo>
                          <a:pt x="881" y="2"/>
                        </a:lnTo>
                        <a:lnTo>
                          <a:pt x="863" y="2"/>
                        </a:lnTo>
                        <a:lnTo>
                          <a:pt x="844" y="2"/>
                        </a:lnTo>
                        <a:lnTo>
                          <a:pt x="825" y="1"/>
                        </a:lnTo>
                        <a:lnTo>
                          <a:pt x="807" y="1"/>
                        </a:lnTo>
                        <a:lnTo>
                          <a:pt x="789" y="1"/>
                        </a:lnTo>
                        <a:lnTo>
                          <a:pt x="771" y="1"/>
                        </a:lnTo>
                        <a:lnTo>
                          <a:pt x="752" y="1"/>
                        </a:lnTo>
                        <a:lnTo>
                          <a:pt x="733" y="1"/>
                        </a:lnTo>
                        <a:lnTo>
                          <a:pt x="716" y="1"/>
                        </a:lnTo>
                        <a:lnTo>
                          <a:pt x="698" y="1"/>
                        </a:lnTo>
                        <a:lnTo>
                          <a:pt x="680" y="0"/>
                        </a:lnTo>
                        <a:lnTo>
                          <a:pt x="662" y="0"/>
                        </a:lnTo>
                        <a:lnTo>
                          <a:pt x="643" y="0"/>
                        </a:lnTo>
                        <a:lnTo>
                          <a:pt x="625" y="0"/>
                        </a:lnTo>
                        <a:lnTo>
                          <a:pt x="608" y="0"/>
                        </a:lnTo>
                        <a:lnTo>
                          <a:pt x="590" y="0"/>
                        </a:lnTo>
                        <a:lnTo>
                          <a:pt x="572" y="0"/>
                        </a:lnTo>
                        <a:lnTo>
                          <a:pt x="554" y="1"/>
                        </a:lnTo>
                        <a:lnTo>
                          <a:pt x="536" y="1"/>
                        </a:lnTo>
                        <a:lnTo>
                          <a:pt x="519" y="1"/>
                        </a:lnTo>
                        <a:lnTo>
                          <a:pt x="501" y="1"/>
                        </a:lnTo>
                        <a:lnTo>
                          <a:pt x="483" y="1"/>
                        </a:lnTo>
                        <a:lnTo>
                          <a:pt x="465" y="1"/>
                        </a:lnTo>
                        <a:lnTo>
                          <a:pt x="447" y="1"/>
                        </a:lnTo>
                        <a:lnTo>
                          <a:pt x="430" y="1"/>
                        </a:lnTo>
                        <a:lnTo>
                          <a:pt x="412" y="1"/>
                        </a:lnTo>
                        <a:lnTo>
                          <a:pt x="394" y="1"/>
                        </a:lnTo>
                        <a:lnTo>
                          <a:pt x="376" y="2"/>
                        </a:lnTo>
                        <a:lnTo>
                          <a:pt x="359" y="2"/>
                        </a:lnTo>
                        <a:lnTo>
                          <a:pt x="342" y="3"/>
                        </a:lnTo>
                        <a:lnTo>
                          <a:pt x="324" y="3"/>
                        </a:lnTo>
                        <a:lnTo>
                          <a:pt x="307" y="4"/>
                        </a:lnTo>
                        <a:lnTo>
                          <a:pt x="291" y="4"/>
                        </a:lnTo>
                        <a:lnTo>
                          <a:pt x="273" y="4"/>
                        </a:lnTo>
                        <a:lnTo>
                          <a:pt x="255" y="4"/>
                        </a:lnTo>
                        <a:lnTo>
                          <a:pt x="237" y="4"/>
                        </a:lnTo>
                        <a:lnTo>
                          <a:pt x="221" y="5"/>
                        </a:lnTo>
                        <a:lnTo>
                          <a:pt x="203" y="7"/>
                        </a:lnTo>
                        <a:lnTo>
                          <a:pt x="186" y="7"/>
                        </a:lnTo>
                        <a:lnTo>
                          <a:pt x="169" y="7"/>
                        </a:lnTo>
                        <a:lnTo>
                          <a:pt x="151" y="7"/>
                        </a:lnTo>
                        <a:lnTo>
                          <a:pt x="135" y="8"/>
                        </a:lnTo>
                        <a:lnTo>
                          <a:pt x="118" y="8"/>
                        </a:lnTo>
                        <a:lnTo>
                          <a:pt x="101" y="9"/>
                        </a:lnTo>
                        <a:lnTo>
                          <a:pt x="83" y="9"/>
                        </a:lnTo>
                        <a:lnTo>
                          <a:pt x="68" y="9"/>
                        </a:lnTo>
                        <a:lnTo>
                          <a:pt x="50" y="10"/>
                        </a:lnTo>
                        <a:lnTo>
                          <a:pt x="33" y="11"/>
                        </a:lnTo>
                        <a:lnTo>
                          <a:pt x="17" y="11"/>
                        </a:lnTo>
                        <a:lnTo>
                          <a:pt x="0" y="13"/>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4" name="Freeform 123"/>
                  <p:cNvSpPr/>
                  <p:nvPr/>
                </p:nvSpPr>
                <p:spPr bwMode="auto">
                  <a:xfrm>
                    <a:off x="5285" y="1836"/>
                    <a:ext cx="67" cy="128"/>
                  </a:xfrm>
                  <a:custGeom>
                    <a:avLst/>
                    <a:gdLst>
                      <a:gd name="T0" fmla="*/ 0 w 202"/>
                      <a:gd name="T1" fmla="*/ 0 h 383"/>
                      <a:gd name="T2" fmla="*/ 0 w 202"/>
                      <a:gd name="T3" fmla="*/ 0 h 383"/>
                      <a:gd name="T4" fmla="*/ 0 w 202"/>
                      <a:gd name="T5" fmla="*/ 0 h 383"/>
                      <a:gd name="T6" fmla="*/ 0 w 202"/>
                      <a:gd name="T7" fmla="*/ 0 h 383"/>
                      <a:gd name="T8" fmla="*/ 0 w 202"/>
                      <a:gd name="T9" fmla="*/ 0 h 383"/>
                      <a:gd name="T10" fmla="*/ 0 w 202"/>
                      <a:gd name="T11" fmla="*/ 0 h 383"/>
                      <a:gd name="T12" fmla="*/ 0 w 202"/>
                      <a:gd name="T13" fmla="*/ 0 h 383"/>
                      <a:gd name="T14" fmla="*/ 0 w 202"/>
                      <a:gd name="T15" fmla="*/ 0 h 383"/>
                      <a:gd name="T16" fmla="*/ 0 w 202"/>
                      <a:gd name="T17" fmla="*/ 0 h 383"/>
                      <a:gd name="T18" fmla="*/ 0 w 202"/>
                      <a:gd name="T19" fmla="*/ 0 h 383"/>
                      <a:gd name="T20" fmla="*/ 0 w 202"/>
                      <a:gd name="T21" fmla="*/ 0 h 383"/>
                      <a:gd name="T22" fmla="*/ 0 w 202"/>
                      <a:gd name="T23" fmla="*/ 0 h 383"/>
                      <a:gd name="T24" fmla="*/ 0 w 202"/>
                      <a:gd name="T25" fmla="*/ 0 h 383"/>
                      <a:gd name="T26" fmla="*/ 0 w 202"/>
                      <a:gd name="T27" fmla="*/ 0 h 383"/>
                      <a:gd name="T28" fmla="*/ 0 w 202"/>
                      <a:gd name="T29" fmla="*/ 0 h 383"/>
                      <a:gd name="T30" fmla="*/ 0 w 202"/>
                      <a:gd name="T31" fmla="*/ 0 h 383"/>
                      <a:gd name="T32" fmla="*/ 0 w 202"/>
                      <a:gd name="T33" fmla="*/ 0 h 383"/>
                      <a:gd name="T34" fmla="*/ 0 w 202"/>
                      <a:gd name="T35" fmla="*/ 0 h 383"/>
                      <a:gd name="T36" fmla="*/ 0 w 202"/>
                      <a:gd name="T37" fmla="*/ 0 h 383"/>
                      <a:gd name="T38" fmla="*/ 0 w 202"/>
                      <a:gd name="T39" fmla="*/ 0 h 383"/>
                      <a:gd name="T40" fmla="*/ 0 w 202"/>
                      <a:gd name="T41" fmla="*/ 0 h 383"/>
                      <a:gd name="T42" fmla="*/ 0 w 202"/>
                      <a:gd name="T43" fmla="*/ 0 h 383"/>
                      <a:gd name="T44" fmla="*/ 0 w 202"/>
                      <a:gd name="T45" fmla="*/ 0 h 383"/>
                      <a:gd name="T46" fmla="*/ 0 w 202"/>
                      <a:gd name="T47" fmla="*/ 0 h 383"/>
                      <a:gd name="T48" fmla="*/ 0 w 202"/>
                      <a:gd name="T49" fmla="*/ 0 h 383"/>
                      <a:gd name="T50" fmla="*/ 0 w 202"/>
                      <a:gd name="T51" fmla="*/ 0 h 383"/>
                      <a:gd name="T52" fmla="*/ 0 w 202"/>
                      <a:gd name="T53" fmla="*/ 0 h 383"/>
                      <a:gd name="T54" fmla="*/ 0 w 202"/>
                      <a:gd name="T55" fmla="*/ 0 h 383"/>
                      <a:gd name="T56" fmla="*/ 0 w 202"/>
                      <a:gd name="T57" fmla="*/ 0 h 383"/>
                      <a:gd name="T58" fmla="*/ 0 w 202"/>
                      <a:gd name="T59" fmla="*/ 0 h 383"/>
                      <a:gd name="T60" fmla="*/ 0 w 202"/>
                      <a:gd name="T61" fmla="*/ 0 h 383"/>
                      <a:gd name="T62" fmla="*/ 0 w 202"/>
                      <a:gd name="T63" fmla="*/ 0 h 383"/>
                      <a:gd name="T64" fmla="*/ 0 w 202"/>
                      <a:gd name="T65" fmla="*/ 0 h 383"/>
                      <a:gd name="T66" fmla="*/ 0 w 202"/>
                      <a:gd name="T67" fmla="*/ 0 h 383"/>
                      <a:gd name="T68" fmla="*/ 0 w 202"/>
                      <a:gd name="T69" fmla="*/ 0 h 383"/>
                      <a:gd name="T70" fmla="*/ 0 w 202"/>
                      <a:gd name="T71" fmla="*/ 0 h 383"/>
                      <a:gd name="T72" fmla="*/ 0 w 202"/>
                      <a:gd name="T73" fmla="*/ 0 h 383"/>
                      <a:gd name="T74" fmla="*/ 0 w 202"/>
                      <a:gd name="T75" fmla="*/ 0 h 383"/>
                      <a:gd name="T76" fmla="*/ 0 w 202"/>
                      <a:gd name="T77" fmla="*/ 0 h 383"/>
                      <a:gd name="T78" fmla="*/ 0 w 202"/>
                      <a:gd name="T79" fmla="*/ 0 h 383"/>
                      <a:gd name="T80" fmla="*/ 0 w 202"/>
                      <a:gd name="T81" fmla="*/ 0 h 383"/>
                      <a:gd name="T82" fmla="*/ 0 w 202"/>
                      <a:gd name="T83" fmla="*/ 0 h 383"/>
                      <a:gd name="T84" fmla="*/ 0 w 202"/>
                      <a:gd name="T85" fmla="*/ 0 h 383"/>
                      <a:gd name="T86" fmla="*/ 0 w 202"/>
                      <a:gd name="T87" fmla="*/ 0 h 38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2"/>
                      <a:gd name="T133" fmla="*/ 0 h 383"/>
                      <a:gd name="T134" fmla="*/ 202 w 202"/>
                      <a:gd name="T135" fmla="*/ 383 h 38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2" h="383">
                        <a:moveTo>
                          <a:pt x="109" y="6"/>
                        </a:moveTo>
                        <a:lnTo>
                          <a:pt x="104" y="13"/>
                        </a:lnTo>
                        <a:lnTo>
                          <a:pt x="101" y="20"/>
                        </a:lnTo>
                        <a:lnTo>
                          <a:pt x="98" y="27"/>
                        </a:lnTo>
                        <a:lnTo>
                          <a:pt x="96" y="34"/>
                        </a:lnTo>
                        <a:lnTo>
                          <a:pt x="94" y="42"/>
                        </a:lnTo>
                        <a:lnTo>
                          <a:pt x="90" y="49"/>
                        </a:lnTo>
                        <a:lnTo>
                          <a:pt x="88" y="56"/>
                        </a:lnTo>
                        <a:lnTo>
                          <a:pt x="85" y="63"/>
                        </a:lnTo>
                        <a:lnTo>
                          <a:pt x="82" y="69"/>
                        </a:lnTo>
                        <a:lnTo>
                          <a:pt x="79" y="76"/>
                        </a:lnTo>
                        <a:lnTo>
                          <a:pt x="77" y="82"/>
                        </a:lnTo>
                        <a:lnTo>
                          <a:pt x="75" y="88"/>
                        </a:lnTo>
                        <a:lnTo>
                          <a:pt x="72" y="95"/>
                        </a:lnTo>
                        <a:lnTo>
                          <a:pt x="70" y="101"/>
                        </a:lnTo>
                        <a:lnTo>
                          <a:pt x="68" y="108"/>
                        </a:lnTo>
                        <a:lnTo>
                          <a:pt x="65" y="114"/>
                        </a:lnTo>
                        <a:lnTo>
                          <a:pt x="63" y="121"/>
                        </a:lnTo>
                        <a:lnTo>
                          <a:pt x="61" y="126"/>
                        </a:lnTo>
                        <a:lnTo>
                          <a:pt x="58" y="133"/>
                        </a:lnTo>
                        <a:lnTo>
                          <a:pt x="56" y="139"/>
                        </a:lnTo>
                        <a:lnTo>
                          <a:pt x="53" y="145"/>
                        </a:lnTo>
                        <a:lnTo>
                          <a:pt x="52" y="152"/>
                        </a:lnTo>
                        <a:lnTo>
                          <a:pt x="50" y="157"/>
                        </a:lnTo>
                        <a:lnTo>
                          <a:pt x="49" y="164"/>
                        </a:lnTo>
                        <a:lnTo>
                          <a:pt x="46" y="170"/>
                        </a:lnTo>
                        <a:lnTo>
                          <a:pt x="45" y="175"/>
                        </a:lnTo>
                        <a:lnTo>
                          <a:pt x="43" y="180"/>
                        </a:lnTo>
                        <a:lnTo>
                          <a:pt x="42" y="186"/>
                        </a:lnTo>
                        <a:lnTo>
                          <a:pt x="39" y="192"/>
                        </a:lnTo>
                        <a:lnTo>
                          <a:pt x="38" y="198"/>
                        </a:lnTo>
                        <a:lnTo>
                          <a:pt x="37" y="204"/>
                        </a:lnTo>
                        <a:lnTo>
                          <a:pt x="36" y="210"/>
                        </a:lnTo>
                        <a:lnTo>
                          <a:pt x="33" y="215"/>
                        </a:lnTo>
                        <a:lnTo>
                          <a:pt x="32" y="221"/>
                        </a:lnTo>
                        <a:lnTo>
                          <a:pt x="31" y="226"/>
                        </a:lnTo>
                        <a:lnTo>
                          <a:pt x="28" y="232"/>
                        </a:lnTo>
                        <a:lnTo>
                          <a:pt x="28" y="237"/>
                        </a:lnTo>
                        <a:lnTo>
                          <a:pt x="26" y="243"/>
                        </a:lnTo>
                        <a:lnTo>
                          <a:pt x="25" y="248"/>
                        </a:lnTo>
                        <a:lnTo>
                          <a:pt x="23" y="253"/>
                        </a:lnTo>
                        <a:lnTo>
                          <a:pt x="21" y="259"/>
                        </a:lnTo>
                        <a:lnTo>
                          <a:pt x="20" y="264"/>
                        </a:lnTo>
                        <a:lnTo>
                          <a:pt x="20" y="269"/>
                        </a:lnTo>
                        <a:lnTo>
                          <a:pt x="18" y="275"/>
                        </a:lnTo>
                        <a:lnTo>
                          <a:pt x="18" y="281"/>
                        </a:lnTo>
                        <a:lnTo>
                          <a:pt x="15" y="286"/>
                        </a:lnTo>
                        <a:lnTo>
                          <a:pt x="15" y="291"/>
                        </a:lnTo>
                        <a:lnTo>
                          <a:pt x="14" y="297"/>
                        </a:lnTo>
                        <a:lnTo>
                          <a:pt x="13" y="302"/>
                        </a:lnTo>
                        <a:lnTo>
                          <a:pt x="12" y="307"/>
                        </a:lnTo>
                        <a:lnTo>
                          <a:pt x="11" y="312"/>
                        </a:lnTo>
                        <a:lnTo>
                          <a:pt x="11" y="319"/>
                        </a:lnTo>
                        <a:lnTo>
                          <a:pt x="8" y="324"/>
                        </a:lnTo>
                        <a:lnTo>
                          <a:pt x="7" y="329"/>
                        </a:lnTo>
                        <a:lnTo>
                          <a:pt x="7" y="334"/>
                        </a:lnTo>
                        <a:lnTo>
                          <a:pt x="7" y="340"/>
                        </a:lnTo>
                        <a:lnTo>
                          <a:pt x="5" y="345"/>
                        </a:lnTo>
                        <a:lnTo>
                          <a:pt x="5" y="350"/>
                        </a:lnTo>
                        <a:lnTo>
                          <a:pt x="5" y="356"/>
                        </a:lnTo>
                        <a:lnTo>
                          <a:pt x="4" y="362"/>
                        </a:lnTo>
                        <a:lnTo>
                          <a:pt x="2" y="367"/>
                        </a:lnTo>
                        <a:lnTo>
                          <a:pt x="2" y="372"/>
                        </a:lnTo>
                        <a:lnTo>
                          <a:pt x="1" y="378"/>
                        </a:lnTo>
                        <a:lnTo>
                          <a:pt x="0" y="383"/>
                        </a:lnTo>
                        <a:lnTo>
                          <a:pt x="93" y="383"/>
                        </a:lnTo>
                        <a:lnTo>
                          <a:pt x="93" y="378"/>
                        </a:lnTo>
                        <a:lnTo>
                          <a:pt x="94" y="372"/>
                        </a:lnTo>
                        <a:lnTo>
                          <a:pt x="94" y="367"/>
                        </a:lnTo>
                        <a:lnTo>
                          <a:pt x="95" y="362"/>
                        </a:lnTo>
                        <a:lnTo>
                          <a:pt x="96" y="357"/>
                        </a:lnTo>
                        <a:lnTo>
                          <a:pt x="96" y="351"/>
                        </a:lnTo>
                        <a:lnTo>
                          <a:pt x="98" y="347"/>
                        </a:lnTo>
                        <a:lnTo>
                          <a:pt x="98" y="342"/>
                        </a:lnTo>
                        <a:lnTo>
                          <a:pt x="100" y="336"/>
                        </a:lnTo>
                        <a:lnTo>
                          <a:pt x="101" y="331"/>
                        </a:lnTo>
                        <a:lnTo>
                          <a:pt x="101" y="325"/>
                        </a:lnTo>
                        <a:lnTo>
                          <a:pt x="103" y="321"/>
                        </a:lnTo>
                        <a:lnTo>
                          <a:pt x="104" y="315"/>
                        </a:lnTo>
                        <a:lnTo>
                          <a:pt x="107" y="310"/>
                        </a:lnTo>
                        <a:lnTo>
                          <a:pt x="107" y="304"/>
                        </a:lnTo>
                        <a:lnTo>
                          <a:pt x="109" y="299"/>
                        </a:lnTo>
                        <a:lnTo>
                          <a:pt x="109" y="293"/>
                        </a:lnTo>
                        <a:lnTo>
                          <a:pt x="112" y="288"/>
                        </a:lnTo>
                        <a:lnTo>
                          <a:pt x="113" y="284"/>
                        </a:lnTo>
                        <a:lnTo>
                          <a:pt x="114" y="278"/>
                        </a:lnTo>
                        <a:lnTo>
                          <a:pt x="116" y="272"/>
                        </a:lnTo>
                        <a:lnTo>
                          <a:pt x="117" y="266"/>
                        </a:lnTo>
                        <a:lnTo>
                          <a:pt x="119" y="261"/>
                        </a:lnTo>
                        <a:lnTo>
                          <a:pt x="121" y="255"/>
                        </a:lnTo>
                        <a:lnTo>
                          <a:pt x="122" y="249"/>
                        </a:lnTo>
                        <a:lnTo>
                          <a:pt x="125" y="243"/>
                        </a:lnTo>
                        <a:lnTo>
                          <a:pt x="126" y="237"/>
                        </a:lnTo>
                        <a:lnTo>
                          <a:pt x="127" y="233"/>
                        </a:lnTo>
                        <a:lnTo>
                          <a:pt x="129" y="227"/>
                        </a:lnTo>
                        <a:lnTo>
                          <a:pt x="132" y="221"/>
                        </a:lnTo>
                        <a:lnTo>
                          <a:pt x="133" y="215"/>
                        </a:lnTo>
                        <a:lnTo>
                          <a:pt x="134" y="209"/>
                        </a:lnTo>
                        <a:lnTo>
                          <a:pt x="136" y="203"/>
                        </a:lnTo>
                        <a:lnTo>
                          <a:pt x="138" y="197"/>
                        </a:lnTo>
                        <a:lnTo>
                          <a:pt x="140" y="190"/>
                        </a:lnTo>
                        <a:lnTo>
                          <a:pt x="142" y="185"/>
                        </a:lnTo>
                        <a:lnTo>
                          <a:pt x="144" y="178"/>
                        </a:lnTo>
                        <a:lnTo>
                          <a:pt x="145" y="172"/>
                        </a:lnTo>
                        <a:lnTo>
                          <a:pt x="147" y="166"/>
                        </a:lnTo>
                        <a:lnTo>
                          <a:pt x="150" y="160"/>
                        </a:lnTo>
                        <a:lnTo>
                          <a:pt x="152" y="154"/>
                        </a:lnTo>
                        <a:lnTo>
                          <a:pt x="153" y="147"/>
                        </a:lnTo>
                        <a:lnTo>
                          <a:pt x="155" y="141"/>
                        </a:lnTo>
                        <a:lnTo>
                          <a:pt x="158" y="134"/>
                        </a:lnTo>
                        <a:lnTo>
                          <a:pt x="159" y="128"/>
                        </a:lnTo>
                        <a:lnTo>
                          <a:pt x="163" y="121"/>
                        </a:lnTo>
                        <a:lnTo>
                          <a:pt x="164" y="116"/>
                        </a:lnTo>
                        <a:lnTo>
                          <a:pt x="166" y="109"/>
                        </a:lnTo>
                        <a:lnTo>
                          <a:pt x="168" y="103"/>
                        </a:lnTo>
                        <a:lnTo>
                          <a:pt x="171" y="96"/>
                        </a:lnTo>
                        <a:lnTo>
                          <a:pt x="172" y="89"/>
                        </a:lnTo>
                        <a:lnTo>
                          <a:pt x="174" y="83"/>
                        </a:lnTo>
                        <a:lnTo>
                          <a:pt x="177" y="76"/>
                        </a:lnTo>
                        <a:lnTo>
                          <a:pt x="179" y="70"/>
                        </a:lnTo>
                        <a:lnTo>
                          <a:pt x="182" y="63"/>
                        </a:lnTo>
                        <a:lnTo>
                          <a:pt x="184" y="56"/>
                        </a:lnTo>
                        <a:lnTo>
                          <a:pt x="185" y="49"/>
                        </a:lnTo>
                        <a:lnTo>
                          <a:pt x="187" y="43"/>
                        </a:lnTo>
                        <a:lnTo>
                          <a:pt x="190" y="36"/>
                        </a:lnTo>
                        <a:lnTo>
                          <a:pt x="192" y="29"/>
                        </a:lnTo>
                        <a:lnTo>
                          <a:pt x="195" y="21"/>
                        </a:lnTo>
                        <a:lnTo>
                          <a:pt x="197" y="15"/>
                        </a:lnTo>
                        <a:lnTo>
                          <a:pt x="198" y="7"/>
                        </a:lnTo>
                        <a:lnTo>
                          <a:pt x="202" y="0"/>
                        </a:lnTo>
                        <a:lnTo>
                          <a:pt x="109" y="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5" name="Freeform 124"/>
                  <p:cNvSpPr/>
                  <p:nvPr/>
                </p:nvSpPr>
                <p:spPr bwMode="auto">
                  <a:xfrm>
                    <a:off x="5695" y="1837"/>
                    <a:ext cx="64" cy="124"/>
                  </a:xfrm>
                  <a:custGeom>
                    <a:avLst/>
                    <a:gdLst>
                      <a:gd name="T0" fmla="*/ 0 w 193"/>
                      <a:gd name="T1" fmla="*/ 0 h 372"/>
                      <a:gd name="T2" fmla="*/ 0 w 193"/>
                      <a:gd name="T3" fmla="*/ 0 h 372"/>
                      <a:gd name="T4" fmla="*/ 0 w 193"/>
                      <a:gd name="T5" fmla="*/ 0 h 372"/>
                      <a:gd name="T6" fmla="*/ 0 w 193"/>
                      <a:gd name="T7" fmla="*/ 0 h 372"/>
                      <a:gd name="T8" fmla="*/ 0 w 193"/>
                      <a:gd name="T9" fmla="*/ 0 h 372"/>
                      <a:gd name="T10" fmla="*/ 0 w 193"/>
                      <a:gd name="T11" fmla="*/ 0 h 372"/>
                      <a:gd name="T12" fmla="*/ 0 w 193"/>
                      <a:gd name="T13" fmla="*/ 0 h 372"/>
                      <a:gd name="T14" fmla="*/ 0 w 193"/>
                      <a:gd name="T15" fmla="*/ 0 h 372"/>
                      <a:gd name="T16" fmla="*/ 0 w 193"/>
                      <a:gd name="T17" fmla="*/ 0 h 372"/>
                      <a:gd name="T18" fmla="*/ 0 w 193"/>
                      <a:gd name="T19" fmla="*/ 0 h 372"/>
                      <a:gd name="T20" fmla="*/ 0 w 193"/>
                      <a:gd name="T21" fmla="*/ 0 h 372"/>
                      <a:gd name="T22" fmla="*/ 0 w 193"/>
                      <a:gd name="T23" fmla="*/ 0 h 372"/>
                      <a:gd name="T24" fmla="*/ 0 w 193"/>
                      <a:gd name="T25" fmla="*/ 0 h 372"/>
                      <a:gd name="T26" fmla="*/ 0 w 193"/>
                      <a:gd name="T27" fmla="*/ 0 h 372"/>
                      <a:gd name="T28" fmla="*/ 0 w 193"/>
                      <a:gd name="T29" fmla="*/ 0 h 372"/>
                      <a:gd name="T30" fmla="*/ 0 w 193"/>
                      <a:gd name="T31" fmla="*/ 0 h 372"/>
                      <a:gd name="T32" fmla="*/ 0 w 193"/>
                      <a:gd name="T33" fmla="*/ 0 h 372"/>
                      <a:gd name="T34" fmla="*/ 0 w 193"/>
                      <a:gd name="T35" fmla="*/ 0 h 372"/>
                      <a:gd name="T36" fmla="*/ 0 w 193"/>
                      <a:gd name="T37" fmla="*/ 0 h 372"/>
                      <a:gd name="T38" fmla="*/ 0 w 193"/>
                      <a:gd name="T39" fmla="*/ 0 h 372"/>
                      <a:gd name="T40" fmla="*/ 0 w 193"/>
                      <a:gd name="T41" fmla="*/ 0 h 372"/>
                      <a:gd name="T42" fmla="*/ 0 w 193"/>
                      <a:gd name="T43" fmla="*/ 0 h 372"/>
                      <a:gd name="T44" fmla="*/ 0 w 193"/>
                      <a:gd name="T45" fmla="*/ 0 h 372"/>
                      <a:gd name="T46" fmla="*/ 0 w 193"/>
                      <a:gd name="T47" fmla="*/ 0 h 372"/>
                      <a:gd name="T48" fmla="*/ 0 w 193"/>
                      <a:gd name="T49" fmla="*/ 0 h 372"/>
                      <a:gd name="T50" fmla="*/ 0 w 193"/>
                      <a:gd name="T51" fmla="*/ 0 h 372"/>
                      <a:gd name="T52" fmla="*/ 0 w 193"/>
                      <a:gd name="T53" fmla="*/ 0 h 372"/>
                      <a:gd name="T54" fmla="*/ 0 w 193"/>
                      <a:gd name="T55" fmla="*/ 0 h 372"/>
                      <a:gd name="T56" fmla="*/ 0 w 193"/>
                      <a:gd name="T57" fmla="*/ 0 h 372"/>
                      <a:gd name="T58" fmla="*/ 0 w 193"/>
                      <a:gd name="T59" fmla="*/ 0 h 372"/>
                      <a:gd name="T60" fmla="*/ 0 w 193"/>
                      <a:gd name="T61" fmla="*/ 0 h 372"/>
                      <a:gd name="T62" fmla="*/ 0 w 193"/>
                      <a:gd name="T63" fmla="*/ 0 h 372"/>
                      <a:gd name="T64" fmla="*/ 0 w 193"/>
                      <a:gd name="T65" fmla="*/ 0 h 372"/>
                      <a:gd name="T66" fmla="*/ 0 w 193"/>
                      <a:gd name="T67" fmla="*/ 0 h 372"/>
                      <a:gd name="T68" fmla="*/ 0 w 193"/>
                      <a:gd name="T69" fmla="*/ 0 h 372"/>
                      <a:gd name="T70" fmla="*/ 0 w 193"/>
                      <a:gd name="T71" fmla="*/ 0 h 372"/>
                      <a:gd name="T72" fmla="*/ 0 w 193"/>
                      <a:gd name="T73" fmla="*/ 0 h 372"/>
                      <a:gd name="T74" fmla="*/ 0 w 193"/>
                      <a:gd name="T75" fmla="*/ 0 h 372"/>
                      <a:gd name="T76" fmla="*/ 0 w 193"/>
                      <a:gd name="T77" fmla="*/ 0 h 372"/>
                      <a:gd name="T78" fmla="*/ 0 w 193"/>
                      <a:gd name="T79" fmla="*/ 0 h 372"/>
                      <a:gd name="T80" fmla="*/ 0 w 193"/>
                      <a:gd name="T81" fmla="*/ 0 h 372"/>
                      <a:gd name="T82" fmla="*/ 0 w 193"/>
                      <a:gd name="T83" fmla="*/ 0 h 372"/>
                      <a:gd name="T84" fmla="*/ 0 w 193"/>
                      <a:gd name="T85" fmla="*/ 0 h 372"/>
                      <a:gd name="T86" fmla="*/ 0 w 193"/>
                      <a:gd name="T87" fmla="*/ 0 h 3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
                      <a:gd name="T133" fmla="*/ 0 h 372"/>
                      <a:gd name="T134" fmla="*/ 193 w 193"/>
                      <a:gd name="T135" fmla="*/ 372 h 3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 h="372">
                        <a:moveTo>
                          <a:pt x="74" y="0"/>
                        </a:moveTo>
                        <a:lnTo>
                          <a:pt x="0" y="49"/>
                        </a:lnTo>
                        <a:lnTo>
                          <a:pt x="3" y="54"/>
                        </a:lnTo>
                        <a:lnTo>
                          <a:pt x="5" y="60"/>
                        </a:lnTo>
                        <a:lnTo>
                          <a:pt x="9" y="66"/>
                        </a:lnTo>
                        <a:lnTo>
                          <a:pt x="11" y="72"/>
                        </a:lnTo>
                        <a:lnTo>
                          <a:pt x="15" y="76"/>
                        </a:lnTo>
                        <a:lnTo>
                          <a:pt x="17" y="82"/>
                        </a:lnTo>
                        <a:lnTo>
                          <a:pt x="21" y="88"/>
                        </a:lnTo>
                        <a:lnTo>
                          <a:pt x="23" y="94"/>
                        </a:lnTo>
                        <a:lnTo>
                          <a:pt x="25" y="99"/>
                        </a:lnTo>
                        <a:lnTo>
                          <a:pt x="28" y="104"/>
                        </a:lnTo>
                        <a:lnTo>
                          <a:pt x="30" y="110"/>
                        </a:lnTo>
                        <a:lnTo>
                          <a:pt x="34" y="114"/>
                        </a:lnTo>
                        <a:lnTo>
                          <a:pt x="36" y="120"/>
                        </a:lnTo>
                        <a:lnTo>
                          <a:pt x="38" y="126"/>
                        </a:lnTo>
                        <a:lnTo>
                          <a:pt x="41" y="131"/>
                        </a:lnTo>
                        <a:lnTo>
                          <a:pt x="43" y="137"/>
                        </a:lnTo>
                        <a:lnTo>
                          <a:pt x="45" y="142"/>
                        </a:lnTo>
                        <a:lnTo>
                          <a:pt x="48" y="148"/>
                        </a:lnTo>
                        <a:lnTo>
                          <a:pt x="50" y="152"/>
                        </a:lnTo>
                        <a:lnTo>
                          <a:pt x="53" y="157"/>
                        </a:lnTo>
                        <a:lnTo>
                          <a:pt x="54" y="162"/>
                        </a:lnTo>
                        <a:lnTo>
                          <a:pt x="56" y="168"/>
                        </a:lnTo>
                        <a:lnTo>
                          <a:pt x="59" y="173"/>
                        </a:lnTo>
                        <a:lnTo>
                          <a:pt x="61" y="178"/>
                        </a:lnTo>
                        <a:lnTo>
                          <a:pt x="63" y="183"/>
                        </a:lnTo>
                        <a:lnTo>
                          <a:pt x="64" y="188"/>
                        </a:lnTo>
                        <a:lnTo>
                          <a:pt x="66" y="194"/>
                        </a:lnTo>
                        <a:lnTo>
                          <a:pt x="68" y="199"/>
                        </a:lnTo>
                        <a:lnTo>
                          <a:pt x="70" y="203"/>
                        </a:lnTo>
                        <a:lnTo>
                          <a:pt x="72" y="209"/>
                        </a:lnTo>
                        <a:lnTo>
                          <a:pt x="74" y="214"/>
                        </a:lnTo>
                        <a:lnTo>
                          <a:pt x="76" y="220"/>
                        </a:lnTo>
                        <a:lnTo>
                          <a:pt x="78" y="225"/>
                        </a:lnTo>
                        <a:lnTo>
                          <a:pt x="79" y="230"/>
                        </a:lnTo>
                        <a:lnTo>
                          <a:pt x="80" y="234"/>
                        </a:lnTo>
                        <a:lnTo>
                          <a:pt x="81" y="239"/>
                        </a:lnTo>
                        <a:lnTo>
                          <a:pt x="83" y="244"/>
                        </a:lnTo>
                        <a:lnTo>
                          <a:pt x="85" y="248"/>
                        </a:lnTo>
                        <a:lnTo>
                          <a:pt x="86" y="253"/>
                        </a:lnTo>
                        <a:lnTo>
                          <a:pt x="87" y="259"/>
                        </a:lnTo>
                        <a:lnTo>
                          <a:pt x="89" y="264"/>
                        </a:lnTo>
                        <a:lnTo>
                          <a:pt x="89" y="269"/>
                        </a:lnTo>
                        <a:lnTo>
                          <a:pt x="92" y="273"/>
                        </a:lnTo>
                        <a:lnTo>
                          <a:pt x="92" y="278"/>
                        </a:lnTo>
                        <a:lnTo>
                          <a:pt x="93" y="283"/>
                        </a:lnTo>
                        <a:lnTo>
                          <a:pt x="94" y="288"/>
                        </a:lnTo>
                        <a:lnTo>
                          <a:pt x="95" y="292"/>
                        </a:lnTo>
                        <a:lnTo>
                          <a:pt x="97" y="297"/>
                        </a:lnTo>
                        <a:lnTo>
                          <a:pt x="97" y="302"/>
                        </a:lnTo>
                        <a:lnTo>
                          <a:pt x="98" y="307"/>
                        </a:lnTo>
                        <a:lnTo>
                          <a:pt x="99" y="311"/>
                        </a:lnTo>
                        <a:lnTo>
                          <a:pt x="99" y="316"/>
                        </a:lnTo>
                        <a:lnTo>
                          <a:pt x="100" y="320"/>
                        </a:lnTo>
                        <a:lnTo>
                          <a:pt x="101" y="324"/>
                        </a:lnTo>
                        <a:lnTo>
                          <a:pt x="101" y="329"/>
                        </a:lnTo>
                        <a:lnTo>
                          <a:pt x="102" y="335"/>
                        </a:lnTo>
                        <a:lnTo>
                          <a:pt x="102" y="339"/>
                        </a:lnTo>
                        <a:lnTo>
                          <a:pt x="104" y="343"/>
                        </a:lnTo>
                        <a:lnTo>
                          <a:pt x="104" y="348"/>
                        </a:lnTo>
                        <a:lnTo>
                          <a:pt x="104" y="353"/>
                        </a:lnTo>
                        <a:lnTo>
                          <a:pt x="105" y="358"/>
                        </a:lnTo>
                        <a:lnTo>
                          <a:pt x="105" y="362"/>
                        </a:lnTo>
                        <a:lnTo>
                          <a:pt x="106" y="367"/>
                        </a:lnTo>
                        <a:lnTo>
                          <a:pt x="106" y="372"/>
                        </a:lnTo>
                        <a:lnTo>
                          <a:pt x="193" y="366"/>
                        </a:lnTo>
                        <a:lnTo>
                          <a:pt x="191" y="360"/>
                        </a:lnTo>
                        <a:lnTo>
                          <a:pt x="191" y="355"/>
                        </a:lnTo>
                        <a:lnTo>
                          <a:pt x="190" y="349"/>
                        </a:lnTo>
                        <a:lnTo>
                          <a:pt x="190" y="345"/>
                        </a:lnTo>
                        <a:lnTo>
                          <a:pt x="190" y="340"/>
                        </a:lnTo>
                        <a:lnTo>
                          <a:pt x="189" y="334"/>
                        </a:lnTo>
                        <a:lnTo>
                          <a:pt x="188" y="329"/>
                        </a:lnTo>
                        <a:lnTo>
                          <a:pt x="188" y="323"/>
                        </a:lnTo>
                        <a:lnTo>
                          <a:pt x="188" y="317"/>
                        </a:lnTo>
                        <a:lnTo>
                          <a:pt x="186" y="313"/>
                        </a:lnTo>
                        <a:lnTo>
                          <a:pt x="186" y="307"/>
                        </a:lnTo>
                        <a:lnTo>
                          <a:pt x="186" y="302"/>
                        </a:lnTo>
                        <a:lnTo>
                          <a:pt x="183" y="297"/>
                        </a:lnTo>
                        <a:lnTo>
                          <a:pt x="182" y="291"/>
                        </a:lnTo>
                        <a:lnTo>
                          <a:pt x="182" y="286"/>
                        </a:lnTo>
                        <a:lnTo>
                          <a:pt x="182" y="282"/>
                        </a:lnTo>
                        <a:lnTo>
                          <a:pt x="180" y="276"/>
                        </a:lnTo>
                        <a:lnTo>
                          <a:pt x="180" y="269"/>
                        </a:lnTo>
                        <a:lnTo>
                          <a:pt x="177" y="264"/>
                        </a:lnTo>
                        <a:lnTo>
                          <a:pt x="177" y="259"/>
                        </a:lnTo>
                        <a:lnTo>
                          <a:pt x="175" y="253"/>
                        </a:lnTo>
                        <a:lnTo>
                          <a:pt x="174" y="247"/>
                        </a:lnTo>
                        <a:lnTo>
                          <a:pt x="172" y="241"/>
                        </a:lnTo>
                        <a:lnTo>
                          <a:pt x="171" y="235"/>
                        </a:lnTo>
                        <a:lnTo>
                          <a:pt x="170" y="231"/>
                        </a:lnTo>
                        <a:lnTo>
                          <a:pt x="168" y="225"/>
                        </a:lnTo>
                        <a:lnTo>
                          <a:pt x="167" y="219"/>
                        </a:lnTo>
                        <a:lnTo>
                          <a:pt x="165" y="214"/>
                        </a:lnTo>
                        <a:lnTo>
                          <a:pt x="163" y="208"/>
                        </a:lnTo>
                        <a:lnTo>
                          <a:pt x="162" y="203"/>
                        </a:lnTo>
                        <a:lnTo>
                          <a:pt x="159" y="197"/>
                        </a:lnTo>
                        <a:lnTo>
                          <a:pt x="158" y="192"/>
                        </a:lnTo>
                        <a:lnTo>
                          <a:pt x="156" y="186"/>
                        </a:lnTo>
                        <a:lnTo>
                          <a:pt x="155" y="180"/>
                        </a:lnTo>
                        <a:lnTo>
                          <a:pt x="152" y="175"/>
                        </a:lnTo>
                        <a:lnTo>
                          <a:pt x="150" y="169"/>
                        </a:lnTo>
                        <a:lnTo>
                          <a:pt x="148" y="163"/>
                        </a:lnTo>
                        <a:lnTo>
                          <a:pt x="146" y="157"/>
                        </a:lnTo>
                        <a:lnTo>
                          <a:pt x="144" y="152"/>
                        </a:lnTo>
                        <a:lnTo>
                          <a:pt x="142" y="145"/>
                        </a:lnTo>
                        <a:lnTo>
                          <a:pt x="139" y="139"/>
                        </a:lnTo>
                        <a:lnTo>
                          <a:pt x="137" y="135"/>
                        </a:lnTo>
                        <a:lnTo>
                          <a:pt x="134" y="127"/>
                        </a:lnTo>
                        <a:lnTo>
                          <a:pt x="132" y="121"/>
                        </a:lnTo>
                        <a:lnTo>
                          <a:pt x="130" y="116"/>
                        </a:lnTo>
                        <a:lnTo>
                          <a:pt x="127" y="110"/>
                        </a:lnTo>
                        <a:lnTo>
                          <a:pt x="125" y="104"/>
                        </a:lnTo>
                        <a:lnTo>
                          <a:pt x="123" y="99"/>
                        </a:lnTo>
                        <a:lnTo>
                          <a:pt x="119" y="92"/>
                        </a:lnTo>
                        <a:lnTo>
                          <a:pt x="117" y="86"/>
                        </a:lnTo>
                        <a:lnTo>
                          <a:pt x="114" y="80"/>
                        </a:lnTo>
                        <a:lnTo>
                          <a:pt x="111" y="74"/>
                        </a:lnTo>
                        <a:lnTo>
                          <a:pt x="108" y="68"/>
                        </a:lnTo>
                        <a:lnTo>
                          <a:pt x="105" y="62"/>
                        </a:lnTo>
                        <a:lnTo>
                          <a:pt x="102" y="56"/>
                        </a:lnTo>
                        <a:lnTo>
                          <a:pt x="99" y="50"/>
                        </a:lnTo>
                        <a:lnTo>
                          <a:pt x="97" y="43"/>
                        </a:lnTo>
                        <a:lnTo>
                          <a:pt x="93" y="37"/>
                        </a:lnTo>
                        <a:lnTo>
                          <a:pt x="89" y="31"/>
                        </a:lnTo>
                        <a:lnTo>
                          <a:pt x="86" y="25"/>
                        </a:lnTo>
                        <a:lnTo>
                          <a:pt x="83" y="18"/>
                        </a:lnTo>
                        <a:lnTo>
                          <a:pt x="80" y="12"/>
                        </a:lnTo>
                        <a:lnTo>
                          <a:pt x="76" y="5"/>
                        </a:lnTo>
                        <a:lnTo>
                          <a:pt x="7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6" name="Freeform 125"/>
                  <p:cNvSpPr/>
                  <p:nvPr/>
                </p:nvSpPr>
                <p:spPr bwMode="auto">
                  <a:xfrm>
                    <a:off x="5361" y="1875"/>
                    <a:ext cx="25" cy="26"/>
                  </a:xfrm>
                  <a:custGeom>
                    <a:avLst/>
                    <a:gdLst>
                      <a:gd name="T0" fmla="*/ 0 w 77"/>
                      <a:gd name="T1" fmla="*/ 0 h 79"/>
                      <a:gd name="T2" fmla="*/ 0 w 77"/>
                      <a:gd name="T3" fmla="*/ 0 h 79"/>
                      <a:gd name="T4" fmla="*/ 0 w 77"/>
                      <a:gd name="T5" fmla="*/ 0 h 79"/>
                      <a:gd name="T6" fmla="*/ 0 w 77"/>
                      <a:gd name="T7" fmla="*/ 0 h 79"/>
                      <a:gd name="T8" fmla="*/ 0 w 77"/>
                      <a:gd name="T9" fmla="*/ 0 h 79"/>
                      <a:gd name="T10" fmla="*/ 0 w 77"/>
                      <a:gd name="T11" fmla="*/ 0 h 79"/>
                      <a:gd name="T12" fmla="*/ 0 w 77"/>
                      <a:gd name="T13" fmla="*/ 0 h 79"/>
                      <a:gd name="T14" fmla="*/ 0 w 77"/>
                      <a:gd name="T15" fmla="*/ 0 h 79"/>
                      <a:gd name="T16" fmla="*/ 0 w 77"/>
                      <a:gd name="T17" fmla="*/ 0 h 79"/>
                      <a:gd name="T18" fmla="*/ 0 w 77"/>
                      <a:gd name="T19" fmla="*/ 0 h 79"/>
                      <a:gd name="T20" fmla="*/ 0 w 77"/>
                      <a:gd name="T21" fmla="*/ 0 h 79"/>
                      <a:gd name="T22" fmla="*/ 0 w 77"/>
                      <a:gd name="T23" fmla="*/ 0 h 79"/>
                      <a:gd name="T24" fmla="*/ 0 w 77"/>
                      <a:gd name="T25" fmla="*/ 0 h 79"/>
                      <a:gd name="T26" fmla="*/ 0 w 77"/>
                      <a:gd name="T27" fmla="*/ 0 h 79"/>
                      <a:gd name="T28" fmla="*/ 0 w 77"/>
                      <a:gd name="T29" fmla="*/ 0 h 79"/>
                      <a:gd name="T30" fmla="*/ 0 w 77"/>
                      <a:gd name="T31" fmla="*/ 0 h 79"/>
                      <a:gd name="T32" fmla="*/ 0 w 77"/>
                      <a:gd name="T33" fmla="*/ 0 h 79"/>
                      <a:gd name="T34" fmla="*/ 0 w 77"/>
                      <a:gd name="T35" fmla="*/ 0 h 79"/>
                      <a:gd name="T36" fmla="*/ 0 w 77"/>
                      <a:gd name="T37" fmla="*/ 0 h 79"/>
                      <a:gd name="T38" fmla="*/ 0 w 77"/>
                      <a:gd name="T39" fmla="*/ 0 h 79"/>
                      <a:gd name="T40" fmla="*/ 0 w 77"/>
                      <a:gd name="T41" fmla="*/ 0 h 79"/>
                      <a:gd name="T42" fmla="*/ 0 w 77"/>
                      <a:gd name="T43" fmla="*/ 0 h 79"/>
                      <a:gd name="T44" fmla="*/ 0 w 77"/>
                      <a:gd name="T45" fmla="*/ 0 h 79"/>
                      <a:gd name="T46" fmla="*/ 0 w 77"/>
                      <a:gd name="T47" fmla="*/ 0 h 79"/>
                      <a:gd name="T48" fmla="*/ 0 w 77"/>
                      <a:gd name="T49" fmla="*/ 0 h 79"/>
                      <a:gd name="T50" fmla="*/ 0 w 77"/>
                      <a:gd name="T51" fmla="*/ 0 h 79"/>
                      <a:gd name="T52" fmla="*/ 0 w 77"/>
                      <a:gd name="T53" fmla="*/ 0 h 79"/>
                      <a:gd name="T54" fmla="*/ 0 w 77"/>
                      <a:gd name="T55" fmla="*/ 0 h 79"/>
                      <a:gd name="T56" fmla="*/ 0 w 77"/>
                      <a:gd name="T57" fmla="*/ 0 h 79"/>
                      <a:gd name="T58" fmla="*/ 0 w 77"/>
                      <a:gd name="T59" fmla="*/ 0 h 79"/>
                      <a:gd name="T60" fmla="*/ 0 w 77"/>
                      <a:gd name="T61" fmla="*/ 0 h 79"/>
                      <a:gd name="T62" fmla="*/ 0 w 77"/>
                      <a:gd name="T63" fmla="*/ 0 h 79"/>
                      <a:gd name="T64" fmla="*/ 0 w 77"/>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9"/>
                      <a:gd name="T101" fmla="*/ 77 w 77"/>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9">
                        <a:moveTo>
                          <a:pt x="38" y="79"/>
                        </a:moveTo>
                        <a:lnTo>
                          <a:pt x="41" y="78"/>
                        </a:lnTo>
                        <a:lnTo>
                          <a:pt x="45" y="78"/>
                        </a:lnTo>
                        <a:lnTo>
                          <a:pt x="49" y="76"/>
                        </a:lnTo>
                        <a:lnTo>
                          <a:pt x="53" y="75"/>
                        </a:lnTo>
                        <a:lnTo>
                          <a:pt x="57" y="73"/>
                        </a:lnTo>
                        <a:lnTo>
                          <a:pt x="59" y="72"/>
                        </a:lnTo>
                        <a:lnTo>
                          <a:pt x="63" y="69"/>
                        </a:lnTo>
                        <a:lnTo>
                          <a:pt x="65" y="67"/>
                        </a:lnTo>
                        <a:lnTo>
                          <a:pt x="67" y="63"/>
                        </a:lnTo>
                        <a:lnTo>
                          <a:pt x="70" y="61"/>
                        </a:lnTo>
                        <a:lnTo>
                          <a:pt x="72" y="57"/>
                        </a:lnTo>
                        <a:lnTo>
                          <a:pt x="74" y="55"/>
                        </a:lnTo>
                        <a:lnTo>
                          <a:pt x="74" y="51"/>
                        </a:lnTo>
                        <a:lnTo>
                          <a:pt x="77" y="47"/>
                        </a:lnTo>
                        <a:lnTo>
                          <a:pt x="77" y="43"/>
                        </a:lnTo>
                        <a:lnTo>
                          <a:pt x="77" y="40"/>
                        </a:lnTo>
                        <a:lnTo>
                          <a:pt x="77" y="36"/>
                        </a:lnTo>
                        <a:lnTo>
                          <a:pt x="77" y="31"/>
                        </a:lnTo>
                        <a:lnTo>
                          <a:pt x="74" y="28"/>
                        </a:lnTo>
                        <a:lnTo>
                          <a:pt x="74" y="24"/>
                        </a:lnTo>
                        <a:lnTo>
                          <a:pt x="72" y="21"/>
                        </a:lnTo>
                        <a:lnTo>
                          <a:pt x="70" y="18"/>
                        </a:lnTo>
                        <a:lnTo>
                          <a:pt x="67" y="15"/>
                        </a:lnTo>
                        <a:lnTo>
                          <a:pt x="65" y="12"/>
                        </a:lnTo>
                        <a:lnTo>
                          <a:pt x="63" y="10"/>
                        </a:lnTo>
                        <a:lnTo>
                          <a:pt x="59" y="7"/>
                        </a:lnTo>
                        <a:lnTo>
                          <a:pt x="57" y="5"/>
                        </a:lnTo>
                        <a:lnTo>
                          <a:pt x="53" y="3"/>
                        </a:lnTo>
                        <a:lnTo>
                          <a:pt x="49" y="3"/>
                        </a:lnTo>
                        <a:lnTo>
                          <a:pt x="45" y="0"/>
                        </a:lnTo>
                        <a:lnTo>
                          <a:pt x="41" y="0"/>
                        </a:lnTo>
                        <a:lnTo>
                          <a:pt x="38" y="0"/>
                        </a:lnTo>
                        <a:lnTo>
                          <a:pt x="34" y="0"/>
                        </a:lnTo>
                        <a:lnTo>
                          <a:pt x="29" y="0"/>
                        </a:lnTo>
                        <a:lnTo>
                          <a:pt x="26" y="3"/>
                        </a:lnTo>
                        <a:lnTo>
                          <a:pt x="22" y="3"/>
                        </a:lnTo>
                        <a:lnTo>
                          <a:pt x="19" y="5"/>
                        </a:lnTo>
                        <a:lnTo>
                          <a:pt x="16" y="7"/>
                        </a:lnTo>
                        <a:lnTo>
                          <a:pt x="14" y="10"/>
                        </a:lnTo>
                        <a:lnTo>
                          <a:pt x="11" y="12"/>
                        </a:lnTo>
                        <a:lnTo>
                          <a:pt x="8" y="15"/>
                        </a:lnTo>
                        <a:lnTo>
                          <a:pt x="6" y="18"/>
                        </a:lnTo>
                        <a:lnTo>
                          <a:pt x="3" y="21"/>
                        </a:lnTo>
                        <a:lnTo>
                          <a:pt x="3" y="24"/>
                        </a:lnTo>
                        <a:lnTo>
                          <a:pt x="1" y="28"/>
                        </a:lnTo>
                        <a:lnTo>
                          <a:pt x="1" y="31"/>
                        </a:lnTo>
                        <a:lnTo>
                          <a:pt x="0" y="36"/>
                        </a:lnTo>
                        <a:lnTo>
                          <a:pt x="0" y="40"/>
                        </a:lnTo>
                        <a:lnTo>
                          <a:pt x="0" y="43"/>
                        </a:lnTo>
                        <a:lnTo>
                          <a:pt x="1" y="47"/>
                        </a:lnTo>
                        <a:lnTo>
                          <a:pt x="1" y="51"/>
                        </a:lnTo>
                        <a:lnTo>
                          <a:pt x="3" y="55"/>
                        </a:lnTo>
                        <a:lnTo>
                          <a:pt x="3" y="57"/>
                        </a:lnTo>
                        <a:lnTo>
                          <a:pt x="6" y="61"/>
                        </a:lnTo>
                        <a:lnTo>
                          <a:pt x="8" y="63"/>
                        </a:lnTo>
                        <a:lnTo>
                          <a:pt x="11" y="67"/>
                        </a:lnTo>
                        <a:lnTo>
                          <a:pt x="14" y="69"/>
                        </a:lnTo>
                        <a:lnTo>
                          <a:pt x="16" y="72"/>
                        </a:lnTo>
                        <a:lnTo>
                          <a:pt x="19" y="73"/>
                        </a:lnTo>
                        <a:lnTo>
                          <a:pt x="22" y="75"/>
                        </a:lnTo>
                        <a:lnTo>
                          <a:pt x="26" y="76"/>
                        </a:lnTo>
                        <a:lnTo>
                          <a:pt x="29" y="78"/>
                        </a:lnTo>
                        <a:lnTo>
                          <a:pt x="34" y="78"/>
                        </a:lnTo>
                        <a:lnTo>
                          <a:pt x="38" y="7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7" name="Freeform 126"/>
                  <p:cNvSpPr/>
                  <p:nvPr/>
                </p:nvSpPr>
                <p:spPr bwMode="auto">
                  <a:xfrm>
                    <a:off x="5412" y="1877"/>
                    <a:ext cx="26"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3" y="76"/>
                        </a:lnTo>
                        <a:lnTo>
                          <a:pt x="46" y="76"/>
                        </a:lnTo>
                        <a:lnTo>
                          <a:pt x="50" y="75"/>
                        </a:lnTo>
                        <a:lnTo>
                          <a:pt x="53" y="74"/>
                        </a:lnTo>
                        <a:lnTo>
                          <a:pt x="56" y="71"/>
                        </a:lnTo>
                        <a:lnTo>
                          <a:pt x="59" y="70"/>
                        </a:lnTo>
                        <a:lnTo>
                          <a:pt x="63" y="68"/>
                        </a:lnTo>
                        <a:lnTo>
                          <a:pt x="67" y="65"/>
                        </a:lnTo>
                        <a:lnTo>
                          <a:pt x="69" y="62"/>
                        </a:lnTo>
                        <a:lnTo>
                          <a:pt x="71" y="59"/>
                        </a:lnTo>
                        <a:lnTo>
                          <a:pt x="72" y="56"/>
                        </a:lnTo>
                        <a:lnTo>
                          <a:pt x="74" y="54"/>
                        </a:lnTo>
                        <a:lnTo>
                          <a:pt x="75" y="49"/>
                        </a:lnTo>
                        <a:lnTo>
                          <a:pt x="76" y="46"/>
                        </a:lnTo>
                        <a:lnTo>
                          <a:pt x="77" y="42"/>
                        </a:lnTo>
                        <a:lnTo>
                          <a:pt x="77" y="38"/>
                        </a:lnTo>
                        <a:lnTo>
                          <a:pt x="77" y="33"/>
                        </a:lnTo>
                        <a:lnTo>
                          <a:pt x="76" y="31"/>
                        </a:lnTo>
                        <a:lnTo>
                          <a:pt x="75" y="26"/>
                        </a:lnTo>
                        <a:lnTo>
                          <a:pt x="74" y="23"/>
                        </a:lnTo>
                        <a:lnTo>
                          <a:pt x="72" y="19"/>
                        </a:lnTo>
                        <a:lnTo>
                          <a:pt x="71" y="16"/>
                        </a:lnTo>
                        <a:lnTo>
                          <a:pt x="69" y="13"/>
                        </a:lnTo>
                        <a:lnTo>
                          <a:pt x="67" y="11"/>
                        </a:lnTo>
                        <a:lnTo>
                          <a:pt x="63" y="8"/>
                        </a:lnTo>
                        <a:lnTo>
                          <a:pt x="59" y="6"/>
                        </a:lnTo>
                        <a:lnTo>
                          <a:pt x="56" y="5"/>
                        </a:lnTo>
                        <a:lnTo>
                          <a:pt x="53" y="2"/>
                        </a:lnTo>
                        <a:lnTo>
                          <a:pt x="50" y="1"/>
                        </a:lnTo>
                        <a:lnTo>
                          <a:pt x="46" y="0"/>
                        </a:lnTo>
                        <a:lnTo>
                          <a:pt x="43" y="0"/>
                        </a:lnTo>
                        <a:lnTo>
                          <a:pt x="38" y="0"/>
                        </a:lnTo>
                        <a:lnTo>
                          <a:pt x="34" y="0"/>
                        </a:lnTo>
                        <a:lnTo>
                          <a:pt x="31" y="0"/>
                        </a:lnTo>
                        <a:lnTo>
                          <a:pt x="26" y="1"/>
                        </a:lnTo>
                        <a:lnTo>
                          <a:pt x="23" y="2"/>
                        </a:lnTo>
                        <a:lnTo>
                          <a:pt x="20" y="5"/>
                        </a:lnTo>
                        <a:lnTo>
                          <a:pt x="17" y="6"/>
                        </a:lnTo>
                        <a:lnTo>
                          <a:pt x="13" y="8"/>
                        </a:lnTo>
                        <a:lnTo>
                          <a:pt x="11" y="11"/>
                        </a:lnTo>
                        <a:lnTo>
                          <a:pt x="8" y="13"/>
                        </a:lnTo>
                        <a:lnTo>
                          <a:pt x="6" y="16"/>
                        </a:lnTo>
                        <a:lnTo>
                          <a:pt x="5" y="19"/>
                        </a:lnTo>
                        <a:lnTo>
                          <a:pt x="2" y="23"/>
                        </a:lnTo>
                        <a:lnTo>
                          <a:pt x="1" y="26"/>
                        </a:lnTo>
                        <a:lnTo>
                          <a:pt x="0" y="31"/>
                        </a:lnTo>
                        <a:lnTo>
                          <a:pt x="0" y="33"/>
                        </a:lnTo>
                        <a:lnTo>
                          <a:pt x="0" y="38"/>
                        </a:lnTo>
                        <a:lnTo>
                          <a:pt x="0" y="42"/>
                        </a:lnTo>
                        <a:lnTo>
                          <a:pt x="0" y="46"/>
                        </a:lnTo>
                        <a:lnTo>
                          <a:pt x="1" y="49"/>
                        </a:lnTo>
                        <a:lnTo>
                          <a:pt x="2" y="54"/>
                        </a:lnTo>
                        <a:lnTo>
                          <a:pt x="5" y="56"/>
                        </a:lnTo>
                        <a:lnTo>
                          <a:pt x="6" y="59"/>
                        </a:lnTo>
                        <a:lnTo>
                          <a:pt x="8" y="62"/>
                        </a:lnTo>
                        <a:lnTo>
                          <a:pt x="11" y="65"/>
                        </a:lnTo>
                        <a:lnTo>
                          <a:pt x="13" y="68"/>
                        </a:lnTo>
                        <a:lnTo>
                          <a:pt x="17" y="70"/>
                        </a:lnTo>
                        <a:lnTo>
                          <a:pt x="20" y="71"/>
                        </a:lnTo>
                        <a:lnTo>
                          <a:pt x="23" y="74"/>
                        </a:lnTo>
                        <a:lnTo>
                          <a:pt x="26" y="75"/>
                        </a:lnTo>
                        <a:lnTo>
                          <a:pt x="31" y="76"/>
                        </a:lnTo>
                        <a:lnTo>
                          <a:pt x="34" y="76"/>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8" name="Freeform 127"/>
                  <p:cNvSpPr/>
                  <p:nvPr/>
                </p:nvSpPr>
                <p:spPr bwMode="auto">
                  <a:xfrm>
                    <a:off x="5461" y="187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41" y="77"/>
                        </a:moveTo>
                        <a:lnTo>
                          <a:pt x="43" y="76"/>
                        </a:lnTo>
                        <a:lnTo>
                          <a:pt x="48" y="76"/>
                        </a:lnTo>
                        <a:lnTo>
                          <a:pt x="51" y="75"/>
                        </a:lnTo>
                        <a:lnTo>
                          <a:pt x="55" y="73"/>
                        </a:lnTo>
                        <a:lnTo>
                          <a:pt x="57" y="71"/>
                        </a:lnTo>
                        <a:lnTo>
                          <a:pt x="61" y="70"/>
                        </a:lnTo>
                        <a:lnTo>
                          <a:pt x="63" y="67"/>
                        </a:lnTo>
                        <a:lnTo>
                          <a:pt x="67" y="65"/>
                        </a:lnTo>
                        <a:lnTo>
                          <a:pt x="69" y="61"/>
                        </a:lnTo>
                        <a:lnTo>
                          <a:pt x="71" y="59"/>
                        </a:lnTo>
                        <a:lnTo>
                          <a:pt x="74" y="56"/>
                        </a:lnTo>
                        <a:lnTo>
                          <a:pt x="75" y="53"/>
                        </a:lnTo>
                        <a:lnTo>
                          <a:pt x="76" y="48"/>
                        </a:lnTo>
                        <a:lnTo>
                          <a:pt x="77" y="45"/>
                        </a:lnTo>
                        <a:lnTo>
                          <a:pt x="78" y="41"/>
                        </a:lnTo>
                        <a:lnTo>
                          <a:pt x="78" y="38"/>
                        </a:lnTo>
                        <a:lnTo>
                          <a:pt x="78" y="34"/>
                        </a:lnTo>
                        <a:lnTo>
                          <a:pt x="77" y="31"/>
                        </a:lnTo>
                        <a:lnTo>
                          <a:pt x="76" y="26"/>
                        </a:lnTo>
                        <a:lnTo>
                          <a:pt x="75" y="22"/>
                        </a:lnTo>
                        <a:lnTo>
                          <a:pt x="74" y="19"/>
                        </a:lnTo>
                        <a:lnTo>
                          <a:pt x="71" y="15"/>
                        </a:lnTo>
                        <a:lnTo>
                          <a:pt x="69" y="13"/>
                        </a:lnTo>
                        <a:lnTo>
                          <a:pt x="67" y="10"/>
                        </a:lnTo>
                        <a:lnTo>
                          <a:pt x="63" y="7"/>
                        </a:lnTo>
                        <a:lnTo>
                          <a:pt x="61" y="4"/>
                        </a:lnTo>
                        <a:lnTo>
                          <a:pt x="57" y="3"/>
                        </a:lnTo>
                        <a:lnTo>
                          <a:pt x="55" y="2"/>
                        </a:lnTo>
                        <a:lnTo>
                          <a:pt x="51" y="0"/>
                        </a:lnTo>
                        <a:lnTo>
                          <a:pt x="48" y="0"/>
                        </a:lnTo>
                        <a:lnTo>
                          <a:pt x="43" y="0"/>
                        </a:lnTo>
                        <a:lnTo>
                          <a:pt x="41" y="0"/>
                        </a:lnTo>
                        <a:lnTo>
                          <a:pt x="36" y="0"/>
                        </a:lnTo>
                        <a:lnTo>
                          <a:pt x="31" y="0"/>
                        </a:lnTo>
                        <a:lnTo>
                          <a:pt x="27" y="0"/>
                        </a:lnTo>
                        <a:lnTo>
                          <a:pt x="25" y="2"/>
                        </a:lnTo>
                        <a:lnTo>
                          <a:pt x="20" y="3"/>
                        </a:lnTo>
                        <a:lnTo>
                          <a:pt x="18" y="4"/>
                        </a:lnTo>
                        <a:lnTo>
                          <a:pt x="16" y="7"/>
                        </a:lnTo>
                        <a:lnTo>
                          <a:pt x="13" y="10"/>
                        </a:lnTo>
                        <a:lnTo>
                          <a:pt x="10" y="13"/>
                        </a:lnTo>
                        <a:lnTo>
                          <a:pt x="7" y="15"/>
                        </a:lnTo>
                        <a:lnTo>
                          <a:pt x="5" y="19"/>
                        </a:lnTo>
                        <a:lnTo>
                          <a:pt x="4" y="22"/>
                        </a:lnTo>
                        <a:lnTo>
                          <a:pt x="3" y="26"/>
                        </a:lnTo>
                        <a:lnTo>
                          <a:pt x="1" y="31"/>
                        </a:lnTo>
                        <a:lnTo>
                          <a:pt x="0" y="34"/>
                        </a:lnTo>
                        <a:lnTo>
                          <a:pt x="0" y="38"/>
                        </a:lnTo>
                        <a:lnTo>
                          <a:pt x="0" y="41"/>
                        </a:lnTo>
                        <a:lnTo>
                          <a:pt x="1" y="45"/>
                        </a:lnTo>
                        <a:lnTo>
                          <a:pt x="3" y="48"/>
                        </a:lnTo>
                        <a:lnTo>
                          <a:pt x="4" y="53"/>
                        </a:lnTo>
                        <a:lnTo>
                          <a:pt x="5" y="56"/>
                        </a:lnTo>
                        <a:lnTo>
                          <a:pt x="7" y="59"/>
                        </a:lnTo>
                        <a:lnTo>
                          <a:pt x="10" y="61"/>
                        </a:lnTo>
                        <a:lnTo>
                          <a:pt x="13" y="65"/>
                        </a:lnTo>
                        <a:lnTo>
                          <a:pt x="16" y="67"/>
                        </a:lnTo>
                        <a:lnTo>
                          <a:pt x="18" y="70"/>
                        </a:lnTo>
                        <a:lnTo>
                          <a:pt x="20" y="71"/>
                        </a:lnTo>
                        <a:lnTo>
                          <a:pt x="25" y="73"/>
                        </a:lnTo>
                        <a:lnTo>
                          <a:pt x="27" y="75"/>
                        </a:lnTo>
                        <a:lnTo>
                          <a:pt x="31" y="76"/>
                        </a:lnTo>
                        <a:lnTo>
                          <a:pt x="36" y="76"/>
                        </a:lnTo>
                        <a:lnTo>
                          <a:pt x="41"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9" name="Freeform 128"/>
                  <p:cNvSpPr/>
                  <p:nvPr/>
                </p:nvSpPr>
                <p:spPr bwMode="auto">
                  <a:xfrm>
                    <a:off x="5511" y="1877"/>
                    <a:ext cx="26" cy="26"/>
                  </a:xfrm>
                  <a:custGeom>
                    <a:avLst/>
                    <a:gdLst>
                      <a:gd name="T0" fmla="*/ 0 w 76"/>
                      <a:gd name="T1" fmla="*/ 0 h 78"/>
                      <a:gd name="T2" fmla="*/ 0 w 76"/>
                      <a:gd name="T3" fmla="*/ 0 h 78"/>
                      <a:gd name="T4" fmla="*/ 0 w 76"/>
                      <a:gd name="T5" fmla="*/ 0 h 78"/>
                      <a:gd name="T6" fmla="*/ 0 w 76"/>
                      <a:gd name="T7" fmla="*/ 0 h 78"/>
                      <a:gd name="T8" fmla="*/ 0 w 76"/>
                      <a:gd name="T9" fmla="*/ 0 h 78"/>
                      <a:gd name="T10" fmla="*/ 0 w 76"/>
                      <a:gd name="T11" fmla="*/ 0 h 78"/>
                      <a:gd name="T12" fmla="*/ 0 w 76"/>
                      <a:gd name="T13" fmla="*/ 0 h 78"/>
                      <a:gd name="T14" fmla="*/ 0 w 76"/>
                      <a:gd name="T15" fmla="*/ 0 h 78"/>
                      <a:gd name="T16" fmla="*/ 0 w 76"/>
                      <a:gd name="T17" fmla="*/ 0 h 78"/>
                      <a:gd name="T18" fmla="*/ 0 w 76"/>
                      <a:gd name="T19" fmla="*/ 0 h 78"/>
                      <a:gd name="T20" fmla="*/ 0 w 76"/>
                      <a:gd name="T21" fmla="*/ 0 h 78"/>
                      <a:gd name="T22" fmla="*/ 0 w 76"/>
                      <a:gd name="T23" fmla="*/ 0 h 78"/>
                      <a:gd name="T24" fmla="*/ 0 w 76"/>
                      <a:gd name="T25" fmla="*/ 0 h 78"/>
                      <a:gd name="T26" fmla="*/ 0 w 76"/>
                      <a:gd name="T27" fmla="*/ 0 h 78"/>
                      <a:gd name="T28" fmla="*/ 0 w 76"/>
                      <a:gd name="T29" fmla="*/ 0 h 78"/>
                      <a:gd name="T30" fmla="*/ 0 w 76"/>
                      <a:gd name="T31" fmla="*/ 0 h 78"/>
                      <a:gd name="T32" fmla="*/ 0 w 76"/>
                      <a:gd name="T33" fmla="*/ 0 h 78"/>
                      <a:gd name="T34" fmla="*/ 0 w 76"/>
                      <a:gd name="T35" fmla="*/ 0 h 78"/>
                      <a:gd name="T36" fmla="*/ 0 w 76"/>
                      <a:gd name="T37" fmla="*/ 0 h 78"/>
                      <a:gd name="T38" fmla="*/ 0 w 76"/>
                      <a:gd name="T39" fmla="*/ 0 h 78"/>
                      <a:gd name="T40" fmla="*/ 0 w 76"/>
                      <a:gd name="T41" fmla="*/ 0 h 78"/>
                      <a:gd name="T42" fmla="*/ 0 w 76"/>
                      <a:gd name="T43" fmla="*/ 0 h 78"/>
                      <a:gd name="T44" fmla="*/ 0 w 76"/>
                      <a:gd name="T45" fmla="*/ 0 h 78"/>
                      <a:gd name="T46" fmla="*/ 0 w 76"/>
                      <a:gd name="T47" fmla="*/ 0 h 78"/>
                      <a:gd name="T48" fmla="*/ 0 w 76"/>
                      <a:gd name="T49" fmla="*/ 0 h 78"/>
                      <a:gd name="T50" fmla="*/ 0 w 76"/>
                      <a:gd name="T51" fmla="*/ 0 h 78"/>
                      <a:gd name="T52" fmla="*/ 0 w 76"/>
                      <a:gd name="T53" fmla="*/ 0 h 78"/>
                      <a:gd name="T54" fmla="*/ 0 w 76"/>
                      <a:gd name="T55" fmla="*/ 0 h 78"/>
                      <a:gd name="T56" fmla="*/ 0 w 76"/>
                      <a:gd name="T57" fmla="*/ 0 h 78"/>
                      <a:gd name="T58" fmla="*/ 0 w 76"/>
                      <a:gd name="T59" fmla="*/ 0 h 78"/>
                      <a:gd name="T60" fmla="*/ 0 w 76"/>
                      <a:gd name="T61" fmla="*/ 0 h 78"/>
                      <a:gd name="T62" fmla="*/ 0 w 76"/>
                      <a:gd name="T63" fmla="*/ 0 h 78"/>
                      <a:gd name="T64" fmla="*/ 0 w 76"/>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6"/>
                      <a:gd name="T100" fmla="*/ 0 h 78"/>
                      <a:gd name="T101" fmla="*/ 76 w 76"/>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6" h="78">
                        <a:moveTo>
                          <a:pt x="38" y="78"/>
                        </a:moveTo>
                        <a:lnTo>
                          <a:pt x="41" y="77"/>
                        </a:lnTo>
                        <a:lnTo>
                          <a:pt x="45" y="77"/>
                        </a:lnTo>
                        <a:lnTo>
                          <a:pt x="50" y="76"/>
                        </a:lnTo>
                        <a:lnTo>
                          <a:pt x="53" y="75"/>
                        </a:lnTo>
                        <a:lnTo>
                          <a:pt x="55" y="73"/>
                        </a:lnTo>
                        <a:lnTo>
                          <a:pt x="59" y="71"/>
                        </a:lnTo>
                        <a:lnTo>
                          <a:pt x="63" y="69"/>
                        </a:lnTo>
                        <a:lnTo>
                          <a:pt x="65" y="67"/>
                        </a:lnTo>
                        <a:lnTo>
                          <a:pt x="67" y="64"/>
                        </a:lnTo>
                        <a:lnTo>
                          <a:pt x="70" y="61"/>
                        </a:lnTo>
                        <a:lnTo>
                          <a:pt x="71" y="57"/>
                        </a:lnTo>
                        <a:lnTo>
                          <a:pt x="73" y="55"/>
                        </a:lnTo>
                        <a:lnTo>
                          <a:pt x="74" y="51"/>
                        </a:lnTo>
                        <a:lnTo>
                          <a:pt x="76" y="46"/>
                        </a:lnTo>
                        <a:lnTo>
                          <a:pt x="76" y="43"/>
                        </a:lnTo>
                        <a:lnTo>
                          <a:pt x="76" y="39"/>
                        </a:lnTo>
                        <a:lnTo>
                          <a:pt x="76" y="36"/>
                        </a:lnTo>
                        <a:lnTo>
                          <a:pt x="76" y="31"/>
                        </a:lnTo>
                        <a:lnTo>
                          <a:pt x="74" y="27"/>
                        </a:lnTo>
                        <a:lnTo>
                          <a:pt x="73" y="24"/>
                        </a:lnTo>
                        <a:lnTo>
                          <a:pt x="71" y="20"/>
                        </a:lnTo>
                        <a:lnTo>
                          <a:pt x="70" y="17"/>
                        </a:lnTo>
                        <a:lnTo>
                          <a:pt x="67" y="14"/>
                        </a:lnTo>
                        <a:lnTo>
                          <a:pt x="65" y="12"/>
                        </a:lnTo>
                        <a:lnTo>
                          <a:pt x="63" y="8"/>
                        </a:lnTo>
                        <a:lnTo>
                          <a:pt x="59" y="7"/>
                        </a:lnTo>
                        <a:lnTo>
                          <a:pt x="55" y="5"/>
                        </a:lnTo>
                        <a:lnTo>
                          <a:pt x="53" y="2"/>
                        </a:lnTo>
                        <a:lnTo>
                          <a:pt x="50" y="2"/>
                        </a:lnTo>
                        <a:lnTo>
                          <a:pt x="45" y="0"/>
                        </a:lnTo>
                        <a:lnTo>
                          <a:pt x="41" y="0"/>
                        </a:lnTo>
                        <a:lnTo>
                          <a:pt x="38" y="0"/>
                        </a:lnTo>
                        <a:lnTo>
                          <a:pt x="34" y="0"/>
                        </a:lnTo>
                        <a:lnTo>
                          <a:pt x="29" y="0"/>
                        </a:lnTo>
                        <a:lnTo>
                          <a:pt x="26" y="2"/>
                        </a:lnTo>
                        <a:lnTo>
                          <a:pt x="22" y="2"/>
                        </a:lnTo>
                        <a:lnTo>
                          <a:pt x="19" y="5"/>
                        </a:lnTo>
                        <a:lnTo>
                          <a:pt x="15" y="7"/>
                        </a:lnTo>
                        <a:lnTo>
                          <a:pt x="13" y="8"/>
                        </a:lnTo>
                        <a:lnTo>
                          <a:pt x="10" y="12"/>
                        </a:lnTo>
                        <a:lnTo>
                          <a:pt x="7" y="14"/>
                        </a:lnTo>
                        <a:lnTo>
                          <a:pt x="6" y="17"/>
                        </a:lnTo>
                        <a:lnTo>
                          <a:pt x="3" y="20"/>
                        </a:lnTo>
                        <a:lnTo>
                          <a:pt x="2" y="24"/>
                        </a:lnTo>
                        <a:lnTo>
                          <a:pt x="1" y="27"/>
                        </a:lnTo>
                        <a:lnTo>
                          <a:pt x="0" y="31"/>
                        </a:lnTo>
                        <a:lnTo>
                          <a:pt x="0" y="36"/>
                        </a:lnTo>
                        <a:lnTo>
                          <a:pt x="0" y="39"/>
                        </a:lnTo>
                        <a:lnTo>
                          <a:pt x="0" y="43"/>
                        </a:lnTo>
                        <a:lnTo>
                          <a:pt x="0" y="46"/>
                        </a:lnTo>
                        <a:lnTo>
                          <a:pt x="1" y="51"/>
                        </a:lnTo>
                        <a:lnTo>
                          <a:pt x="2" y="55"/>
                        </a:lnTo>
                        <a:lnTo>
                          <a:pt x="3" y="57"/>
                        </a:lnTo>
                        <a:lnTo>
                          <a:pt x="6" y="61"/>
                        </a:lnTo>
                        <a:lnTo>
                          <a:pt x="7" y="64"/>
                        </a:lnTo>
                        <a:lnTo>
                          <a:pt x="10" y="67"/>
                        </a:lnTo>
                        <a:lnTo>
                          <a:pt x="13" y="69"/>
                        </a:lnTo>
                        <a:lnTo>
                          <a:pt x="15" y="71"/>
                        </a:lnTo>
                        <a:lnTo>
                          <a:pt x="19" y="73"/>
                        </a:lnTo>
                        <a:lnTo>
                          <a:pt x="22" y="75"/>
                        </a:lnTo>
                        <a:lnTo>
                          <a:pt x="26" y="76"/>
                        </a:lnTo>
                        <a:lnTo>
                          <a:pt x="29" y="77"/>
                        </a:lnTo>
                        <a:lnTo>
                          <a:pt x="34" y="77"/>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0" name="Freeform 129"/>
                  <p:cNvSpPr/>
                  <p:nvPr/>
                </p:nvSpPr>
                <p:spPr bwMode="auto">
                  <a:xfrm>
                    <a:off x="5560" y="1876"/>
                    <a:ext cx="26" cy="26"/>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9" y="77"/>
                        </a:moveTo>
                        <a:lnTo>
                          <a:pt x="42" y="76"/>
                        </a:lnTo>
                        <a:lnTo>
                          <a:pt x="46" y="76"/>
                        </a:lnTo>
                        <a:lnTo>
                          <a:pt x="49" y="75"/>
                        </a:lnTo>
                        <a:lnTo>
                          <a:pt x="53" y="73"/>
                        </a:lnTo>
                        <a:lnTo>
                          <a:pt x="55" y="71"/>
                        </a:lnTo>
                        <a:lnTo>
                          <a:pt x="59" y="70"/>
                        </a:lnTo>
                        <a:lnTo>
                          <a:pt x="63" y="67"/>
                        </a:lnTo>
                        <a:lnTo>
                          <a:pt x="66" y="65"/>
                        </a:lnTo>
                        <a:lnTo>
                          <a:pt x="67" y="61"/>
                        </a:lnTo>
                        <a:lnTo>
                          <a:pt x="70" y="59"/>
                        </a:lnTo>
                        <a:lnTo>
                          <a:pt x="72" y="56"/>
                        </a:lnTo>
                        <a:lnTo>
                          <a:pt x="73" y="53"/>
                        </a:lnTo>
                        <a:lnTo>
                          <a:pt x="74" y="48"/>
                        </a:lnTo>
                        <a:lnTo>
                          <a:pt x="77" y="45"/>
                        </a:lnTo>
                        <a:lnTo>
                          <a:pt x="77" y="41"/>
                        </a:lnTo>
                        <a:lnTo>
                          <a:pt x="77" y="38"/>
                        </a:lnTo>
                        <a:lnTo>
                          <a:pt x="77" y="34"/>
                        </a:lnTo>
                        <a:lnTo>
                          <a:pt x="77" y="31"/>
                        </a:lnTo>
                        <a:lnTo>
                          <a:pt x="74" y="26"/>
                        </a:lnTo>
                        <a:lnTo>
                          <a:pt x="73" y="22"/>
                        </a:lnTo>
                        <a:lnTo>
                          <a:pt x="72" y="19"/>
                        </a:lnTo>
                        <a:lnTo>
                          <a:pt x="70" y="15"/>
                        </a:lnTo>
                        <a:lnTo>
                          <a:pt x="67" y="13"/>
                        </a:lnTo>
                        <a:lnTo>
                          <a:pt x="66" y="10"/>
                        </a:lnTo>
                        <a:lnTo>
                          <a:pt x="63" y="7"/>
                        </a:lnTo>
                        <a:lnTo>
                          <a:pt x="59" y="4"/>
                        </a:lnTo>
                        <a:lnTo>
                          <a:pt x="55" y="3"/>
                        </a:lnTo>
                        <a:lnTo>
                          <a:pt x="53" y="2"/>
                        </a:lnTo>
                        <a:lnTo>
                          <a:pt x="49" y="0"/>
                        </a:lnTo>
                        <a:lnTo>
                          <a:pt x="46" y="0"/>
                        </a:lnTo>
                        <a:lnTo>
                          <a:pt x="42" y="0"/>
                        </a:lnTo>
                        <a:lnTo>
                          <a:pt x="39" y="0"/>
                        </a:lnTo>
                        <a:lnTo>
                          <a:pt x="35" y="0"/>
                        </a:lnTo>
                        <a:lnTo>
                          <a:pt x="30" y="0"/>
                        </a:lnTo>
                        <a:lnTo>
                          <a:pt x="27" y="0"/>
                        </a:lnTo>
                        <a:lnTo>
                          <a:pt x="23" y="2"/>
                        </a:lnTo>
                        <a:lnTo>
                          <a:pt x="20" y="3"/>
                        </a:lnTo>
                        <a:lnTo>
                          <a:pt x="16" y="4"/>
                        </a:lnTo>
                        <a:lnTo>
                          <a:pt x="13" y="7"/>
                        </a:lnTo>
                        <a:lnTo>
                          <a:pt x="11" y="10"/>
                        </a:lnTo>
                        <a:lnTo>
                          <a:pt x="8" y="13"/>
                        </a:lnTo>
                        <a:lnTo>
                          <a:pt x="6" y="15"/>
                        </a:lnTo>
                        <a:lnTo>
                          <a:pt x="4" y="19"/>
                        </a:lnTo>
                        <a:lnTo>
                          <a:pt x="3" y="22"/>
                        </a:lnTo>
                        <a:lnTo>
                          <a:pt x="1" y="26"/>
                        </a:lnTo>
                        <a:lnTo>
                          <a:pt x="1" y="31"/>
                        </a:lnTo>
                        <a:lnTo>
                          <a:pt x="0" y="34"/>
                        </a:lnTo>
                        <a:lnTo>
                          <a:pt x="0" y="38"/>
                        </a:lnTo>
                        <a:lnTo>
                          <a:pt x="0" y="41"/>
                        </a:lnTo>
                        <a:lnTo>
                          <a:pt x="1" y="45"/>
                        </a:lnTo>
                        <a:lnTo>
                          <a:pt x="1" y="48"/>
                        </a:lnTo>
                        <a:lnTo>
                          <a:pt x="3" y="53"/>
                        </a:lnTo>
                        <a:lnTo>
                          <a:pt x="4" y="56"/>
                        </a:lnTo>
                        <a:lnTo>
                          <a:pt x="6" y="59"/>
                        </a:lnTo>
                        <a:lnTo>
                          <a:pt x="8" y="61"/>
                        </a:lnTo>
                        <a:lnTo>
                          <a:pt x="11" y="65"/>
                        </a:lnTo>
                        <a:lnTo>
                          <a:pt x="13" y="67"/>
                        </a:lnTo>
                        <a:lnTo>
                          <a:pt x="16" y="70"/>
                        </a:lnTo>
                        <a:lnTo>
                          <a:pt x="20" y="71"/>
                        </a:lnTo>
                        <a:lnTo>
                          <a:pt x="23" y="73"/>
                        </a:lnTo>
                        <a:lnTo>
                          <a:pt x="27" y="75"/>
                        </a:lnTo>
                        <a:lnTo>
                          <a:pt x="30" y="76"/>
                        </a:lnTo>
                        <a:lnTo>
                          <a:pt x="35" y="76"/>
                        </a:lnTo>
                        <a:lnTo>
                          <a:pt x="39"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1" name="Freeform 130"/>
                  <p:cNvSpPr/>
                  <p:nvPr/>
                </p:nvSpPr>
                <p:spPr bwMode="auto">
                  <a:xfrm>
                    <a:off x="5612" y="1877"/>
                    <a:ext cx="26"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w 78"/>
                      <a:gd name="T25" fmla="*/ 0 h 78"/>
                      <a:gd name="T26" fmla="*/ 0 w 78"/>
                      <a:gd name="T27" fmla="*/ 0 h 78"/>
                      <a:gd name="T28" fmla="*/ 0 w 78"/>
                      <a:gd name="T29" fmla="*/ 0 h 78"/>
                      <a:gd name="T30" fmla="*/ 0 w 78"/>
                      <a:gd name="T31" fmla="*/ 0 h 78"/>
                      <a:gd name="T32" fmla="*/ 0 w 78"/>
                      <a:gd name="T33" fmla="*/ 0 h 78"/>
                      <a:gd name="T34" fmla="*/ 0 w 78"/>
                      <a:gd name="T35" fmla="*/ 0 h 78"/>
                      <a:gd name="T36" fmla="*/ 0 w 78"/>
                      <a:gd name="T37" fmla="*/ 0 h 78"/>
                      <a:gd name="T38" fmla="*/ 0 w 78"/>
                      <a:gd name="T39" fmla="*/ 0 h 78"/>
                      <a:gd name="T40" fmla="*/ 0 w 78"/>
                      <a:gd name="T41" fmla="*/ 0 h 78"/>
                      <a:gd name="T42" fmla="*/ 0 w 78"/>
                      <a:gd name="T43" fmla="*/ 0 h 78"/>
                      <a:gd name="T44" fmla="*/ 0 w 78"/>
                      <a:gd name="T45" fmla="*/ 0 h 78"/>
                      <a:gd name="T46" fmla="*/ 0 w 78"/>
                      <a:gd name="T47" fmla="*/ 0 h 78"/>
                      <a:gd name="T48" fmla="*/ 0 w 78"/>
                      <a:gd name="T49" fmla="*/ 0 h 78"/>
                      <a:gd name="T50" fmla="*/ 0 w 78"/>
                      <a:gd name="T51" fmla="*/ 0 h 78"/>
                      <a:gd name="T52" fmla="*/ 0 w 78"/>
                      <a:gd name="T53" fmla="*/ 0 h 78"/>
                      <a:gd name="T54" fmla="*/ 0 w 78"/>
                      <a:gd name="T55" fmla="*/ 0 h 78"/>
                      <a:gd name="T56" fmla="*/ 0 w 78"/>
                      <a:gd name="T57" fmla="*/ 0 h 78"/>
                      <a:gd name="T58" fmla="*/ 0 w 78"/>
                      <a:gd name="T59" fmla="*/ 0 h 78"/>
                      <a:gd name="T60" fmla="*/ 0 w 78"/>
                      <a:gd name="T61" fmla="*/ 0 h 78"/>
                      <a:gd name="T62" fmla="*/ 0 w 78"/>
                      <a:gd name="T63" fmla="*/ 0 h 78"/>
                      <a:gd name="T64" fmla="*/ 0 w 78"/>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8"/>
                      <a:gd name="T101" fmla="*/ 78 w 78"/>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8">
                        <a:moveTo>
                          <a:pt x="39" y="78"/>
                        </a:moveTo>
                        <a:lnTo>
                          <a:pt x="43" y="77"/>
                        </a:lnTo>
                        <a:lnTo>
                          <a:pt x="46" y="77"/>
                        </a:lnTo>
                        <a:lnTo>
                          <a:pt x="50" y="76"/>
                        </a:lnTo>
                        <a:lnTo>
                          <a:pt x="55" y="75"/>
                        </a:lnTo>
                        <a:lnTo>
                          <a:pt x="57" y="73"/>
                        </a:lnTo>
                        <a:lnTo>
                          <a:pt x="61" y="71"/>
                        </a:lnTo>
                        <a:lnTo>
                          <a:pt x="63" y="69"/>
                        </a:lnTo>
                        <a:lnTo>
                          <a:pt x="67" y="67"/>
                        </a:lnTo>
                        <a:lnTo>
                          <a:pt x="68" y="64"/>
                        </a:lnTo>
                        <a:lnTo>
                          <a:pt x="70" y="61"/>
                        </a:lnTo>
                        <a:lnTo>
                          <a:pt x="74" y="57"/>
                        </a:lnTo>
                        <a:lnTo>
                          <a:pt x="75" y="55"/>
                        </a:lnTo>
                        <a:lnTo>
                          <a:pt x="76" y="51"/>
                        </a:lnTo>
                        <a:lnTo>
                          <a:pt x="77" y="46"/>
                        </a:lnTo>
                        <a:lnTo>
                          <a:pt x="78" y="43"/>
                        </a:lnTo>
                        <a:lnTo>
                          <a:pt x="78" y="39"/>
                        </a:lnTo>
                        <a:lnTo>
                          <a:pt x="78" y="36"/>
                        </a:lnTo>
                        <a:lnTo>
                          <a:pt x="77" y="31"/>
                        </a:lnTo>
                        <a:lnTo>
                          <a:pt x="76" y="27"/>
                        </a:lnTo>
                        <a:lnTo>
                          <a:pt x="75" y="24"/>
                        </a:lnTo>
                        <a:lnTo>
                          <a:pt x="74" y="20"/>
                        </a:lnTo>
                        <a:lnTo>
                          <a:pt x="70" y="17"/>
                        </a:lnTo>
                        <a:lnTo>
                          <a:pt x="68" y="14"/>
                        </a:lnTo>
                        <a:lnTo>
                          <a:pt x="67" y="12"/>
                        </a:lnTo>
                        <a:lnTo>
                          <a:pt x="63" y="8"/>
                        </a:lnTo>
                        <a:lnTo>
                          <a:pt x="61" y="7"/>
                        </a:lnTo>
                        <a:lnTo>
                          <a:pt x="57" y="5"/>
                        </a:lnTo>
                        <a:lnTo>
                          <a:pt x="55" y="2"/>
                        </a:lnTo>
                        <a:lnTo>
                          <a:pt x="50" y="2"/>
                        </a:lnTo>
                        <a:lnTo>
                          <a:pt x="46" y="0"/>
                        </a:lnTo>
                        <a:lnTo>
                          <a:pt x="43" y="0"/>
                        </a:lnTo>
                        <a:lnTo>
                          <a:pt x="39" y="0"/>
                        </a:lnTo>
                        <a:lnTo>
                          <a:pt x="36" y="0"/>
                        </a:lnTo>
                        <a:lnTo>
                          <a:pt x="31" y="0"/>
                        </a:lnTo>
                        <a:lnTo>
                          <a:pt x="27" y="2"/>
                        </a:lnTo>
                        <a:lnTo>
                          <a:pt x="24" y="2"/>
                        </a:lnTo>
                        <a:lnTo>
                          <a:pt x="20" y="5"/>
                        </a:lnTo>
                        <a:lnTo>
                          <a:pt x="18" y="7"/>
                        </a:lnTo>
                        <a:lnTo>
                          <a:pt x="14" y="8"/>
                        </a:lnTo>
                        <a:lnTo>
                          <a:pt x="12" y="12"/>
                        </a:lnTo>
                        <a:lnTo>
                          <a:pt x="8" y="14"/>
                        </a:lnTo>
                        <a:lnTo>
                          <a:pt x="7" y="17"/>
                        </a:lnTo>
                        <a:lnTo>
                          <a:pt x="5" y="20"/>
                        </a:lnTo>
                        <a:lnTo>
                          <a:pt x="4" y="24"/>
                        </a:lnTo>
                        <a:lnTo>
                          <a:pt x="2" y="27"/>
                        </a:lnTo>
                        <a:lnTo>
                          <a:pt x="1" y="31"/>
                        </a:lnTo>
                        <a:lnTo>
                          <a:pt x="0" y="36"/>
                        </a:lnTo>
                        <a:lnTo>
                          <a:pt x="0" y="39"/>
                        </a:lnTo>
                        <a:lnTo>
                          <a:pt x="0" y="43"/>
                        </a:lnTo>
                        <a:lnTo>
                          <a:pt x="1" y="46"/>
                        </a:lnTo>
                        <a:lnTo>
                          <a:pt x="2" y="51"/>
                        </a:lnTo>
                        <a:lnTo>
                          <a:pt x="4" y="55"/>
                        </a:lnTo>
                        <a:lnTo>
                          <a:pt x="5" y="57"/>
                        </a:lnTo>
                        <a:lnTo>
                          <a:pt x="7" y="61"/>
                        </a:lnTo>
                        <a:lnTo>
                          <a:pt x="8" y="64"/>
                        </a:lnTo>
                        <a:lnTo>
                          <a:pt x="12" y="67"/>
                        </a:lnTo>
                        <a:lnTo>
                          <a:pt x="14" y="69"/>
                        </a:lnTo>
                        <a:lnTo>
                          <a:pt x="18" y="71"/>
                        </a:lnTo>
                        <a:lnTo>
                          <a:pt x="20" y="73"/>
                        </a:lnTo>
                        <a:lnTo>
                          <a:pt x="24" y="75"/>
                        </a:lnTo>
                        <a:lnTo>
                          <a:pt x="27" y="76"/>
                        </a:lnTo>
                        <a:lnTo>
                          <a:pt x="31" y="77"/>
                        </a:lnTo>
                        <a:lnTo>
                          <a:pt x="36" y="77"/>
                        </a:lnTo>
                        <a:lnTo>
                          <a:pt x="39"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2" name="Freeform 131"/>
                  <p:cNvSpPr/>
                  <p:nvPr/>
                </p:nvSpPr>
                <p:spPr bwMode="auto">
                  <a:xfrm>
                    <a:off x="5662" y="1876"/>
                    <a:ext cx="25" cy="26"/>
                  </a:xfrm>
                  <a:custGeom>
                    <a:avLst/>
                    <a:gdLst>
                      <a:gd name="T0" fmla="*/ 0 w 75"/>
                      <a:gd name="T1" fmla="*/ 0 h 78"/>
                      <a:gd name="T2" fmla="*/ 0 w 75"/>
                      <a:gd name="T3" fmla="*/ 0 h 78"/>
                      <a:gd name="T4" fmla="*/ 0 w 75"/>
                      <a:gd name="T5" fmla="*/ 0 h 78"/>
                      <a:gd name="T6" fmla="*/ 0 w 75"/>
                      <a:gd name="T7" fmla="*/ 0 h 78"/>
                      <a:gd name="T8" fmla="*/ 0 w 75"/>
                      <a:gd name="T9" fmla="*/ 0 h 78"/>
                      <a:gd name="T10" fmla="*/ 0 w 75"/>
                      <a:gd name="T11" fmla="*/ 0 h 78"/>
                      <a:gd name="T12" fmla="*/ 0 w 75"/>
                      <a:gd name="T13" fmla="*/ 0 h 78"/>
                      <a:gd name="T14" fmla="*/ 0 w 75"/>
                      <a:gd name="T15" fmla="*/ 0 h 78"/>
                      <a:gd name="T16" fmla="*/ 0 w 75"/>
                      <a:gd name="T17" fmla="*/ 0 h 78"/>
                      <a:gd name="T18" fmla="*/ 0 w 75"/>
                      <a:gd name="T19" fmla="*/ 0 h 78"/>
                      <a:gd name="T20" fmla="*/ 0 w 75"/>
                      <a:gd name="T21" fmla="*/ 0 h 78"/>
                      <a:gd name="T22" fmla="*/ 0 w 75"/>
                      <a:gd name="T23" fmla="*/ 0 h 78"/>
                      <a:gd name="T24" fmla="*/ 0 w 75"/>
                      <a:gd name="T25" fmla="*/ 0 h 78"/>
                      <a:gd name="T26" fmla="*/ 0 w 75"/>
                      <a:gd name="T27" fmla="*/ 0 h 78"/>
                      <a:gd name="T28" fmla="*/ 0 w 75"/>
                      <a:gd name="T29" fmla="*/ 0 h 78"/>
                      <a:gd name="T30" fmla="*/ 0 w 75"/>
                      <a:gd name="T31" fmla="*/ 0 h 78"/>
                      <a:gd name="T32" fmla="*/ 0 w 75"/>
                      <a:gd name="T33" fmla="*/ 0 h 78"/>
                      <a:gd name="T34" fmla="*/ 0 w 75"/>
                      <a:gd name="T35" fmla="*/ 0 h 78"/>
                      <a:gd name="T36" fmla="*/ 0 w 75"/>
                      <a:gd name="T37" fmla="*/ 0 h 78"/>
                      <a:gd name="T38" fmla="*/ 0 w 75"/>
                      <a:gd name="T39" fmla="*/ 0 h 78"/>
                      <a:gd name="T40" fmla="*/ 0 w 75"/>
                      <a:gd name="T41" fmla="*/ 0 h 78"/>
                      <a:gd name="T42" fmla="*/ 0 w 75"/>
                      <a:gd name="T43" fmla="*/ 0 h 78"/>
                      <a:gd name="T44" fmla="*/ 0 w 75"/>
                      <a:gd name="T45" fmla="*/ 0 h 78"/>
                      <a:gd name="T46" fmla="*/ 0 w 75"/>
                      <a:gd name="T47" fmla="*/ 0 h 78"/>
                      <a:gd name="T48" fmla="*/ 0 w 75"/>
                      <a:gd name="T49" fmla="*/ 0 h 78"/>
                      <a:gd name="T50" fmla="*/ 0 w 75"/>
                      <a:gd name="T51" fmla="*/ 0 h 78"/>
                      <a:gd name="T52" fmla="*/ 0 w 75"/>
                      <a:gd name="T53" fmla="*/ 0 h 78"/>
                      <a:gd name="T54" fmla="*/ 0 w 75"/>
                      <a:gd name="T55" fmla="*/ 0 h 78"/>
                      <a:gd name="T56" fmla="*/ 0 w 75"/>
                      <a:gd name="T57" fmla="*/ 0 h 78"/>
                      <a:gd name="T58" fmla="*/ 0 w 75"/>
                      <a:gd name="T59" fmla="*/ 0 h 78"/>
                      <a:gd name="T60" fmla="*/ 0 w 75"/>
                      <a:gd name="T61" fmla="*/ 0 h 78"/>
                      <a:gd name="T62" fmla="*/ 0 w 75"/>
                      <a:gd name="T63" fmla="*/ 0 h 78"/>
                      <a:gd name="T64" fmla="*/ 0 w 75"/>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8"/>
                      <a:gd name="T101" fmla="*/ 75 w 75"/>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8">
                        <a:moveTo>
                          <a:pt x="38" y="78"/>
                        </a:moveTo>
                        <a:lnTo>
                          <a:pt x="41" y="78"/>
                        </a:lnTo>
                        <a:lnTo>
                          <a:pt x="45" y="77"/>
                        </a:lnTo>
                        <a:lnTo>
                          <a:pt x="48" y="76"/>
                        </a:lnTo>
                        <a:lnTo>
                          <a:pt x="52" y="75"/>
                        </a:lnTo>
                        <a:lnTo>
                          <a:pt x="54" y="72"/>
                        </a:lnTo>
                        <a:lnTo>
                          <a:pt x="58" y="71"/>
                        </a:lnTo>
                        <a:lnTo>
                          <a:pt x="61" y="69"/>
                        </a:lnTo>
                        <a:lnTo>
                          <a:pt x="65" y="66"/>
                        </a:lnTo>
                        <a:lnTo>
                          <a:pt x="66" y="63"/>
                        </a:lnTo>
                        <a:lnTo>
                          <a:pt x="68" y="60"/>
                        </a:lnTo>
                        <a:lnTo>
                          <a:pt x="70" y="57"/>
                        </a:lnTo>
                        <a:lnTo>
                          <a:pt x="72" y="53"/>
                        </a:lnTo>
                        <a:lnTo>
                          <a:pt x="73" y="51"/>
                        </a:lnTo>
                        <a:lnTo>
                          <a:pt x="75" y="46"/>
                        </a:lnTo>
                        <a:lnTo>
                          <a:pt x="75" y="42"/>
                        </a:lnTo>
                        <a:lnTo>
                          <a:pt x="75" y="39"/>
                        </a:lnTo>
                        <a:lnTo>
                          <a:pt x="75" y="35"/>
                        </a:lnTo>
                        <a:lnTo>
                          <a:pt x="75" y="31"/>
                        </a:lnTo>
                        <a:lnTo>
                          <a:pt x="73" y="26"/>
                        </a:lnTo>
                        <a:lnTo>
                          <a:pt x="72" y="23"/>
                        </a:lnTo>
                        <a:lnTo>
                          <a:pt x="70" y="20"/>
                        </a:lnTo>
                        <a:lnTo>
                          <a:pt x="68" y="18"/>
                        </a:lnTo>
                        <a:lnTo>
                          <a:pt x="66" y="14"/>
                        </a:lnTo>
                        <a:lnTo>
                          <a:pt x="65" y="12"/>
                        </a:lnTo>
                        <a:lnTo>
                          <a:pt x="61" y="9"/>
                        </a:lnTo>
                        <a:lnTo>
                          <a:pt x="58" y="7"/>
                        </a:lnTo>
                        <a:lnTo>
                          <a:pt x="54" y="4"/>
                        </a:lnTo>
                        <a:lnTo>
                          <a:pt x="52" y="2"/>
                        </a:lnTo>
                        <a:lnTo>
                          <a:pt x="48" y="2"/>
                        </a:lnTo>
                        <a:lnTo>
                          <a:pt x="45" y="1"/>
                        </a:lnTo>
                        <a:lnTo>
                          <a:pt x="41" y="0"/>
                        </a:lnTo>
                        <a:lnTo>
                          <a:pt x="38" y="0"/>
                        </a:lnTo>
                        <a:lnTo>
                          <a:pt x="33" y="0"/>
                        </a:lnTo>
                        <a:lnTo>
                          <a:pt x="29" y="1"/>
                        </a:lnTo>
                        <a:lnTo>
                          <a:pt x="24" y="2"/>
                        </a:lnTo>
                        <a:lnTo>
                          <a:pt x="22" y="2"/>
                        </a:lnTo>
                        <a:lnTo>
                          <a:pt x="19" y="4"/>
                        </a:lnTo>
                        <a:lnTo>
                          <a:pt x="15" y="7"/>
                        </a:lnTo>
                        <a:lnTo>
                          <a:pt x="13" y="9"/>
                        </a:lnTo>
                        <a:lnTo>
                          <a:pt x="10" y="12"/>
                        </a:lnTo>
                        <a:lnTo>
                          <a:pt x="7" y="14"/>
                        </a:lnTo>
                        <a:lnTo>
                          <a:pt x="4" y="18"/>
                        </a:lnTo>
                        <a:lnTo>
                          <a:pt x="3" y="20"/>
                        </a:lnTo>
                        <a:lnTo>
                          <a:pt x="2" y="23"/>
                        </a:lnTo>
                        <a:lnTo>
                          <a:pt x="0" y="26"/>
                        </a:lnTo>
                        <a:lnTo>
                          <a:pt x="0" y="31"/>
                        </a:lnTo>
                        <a:lnTo>
                          <a:pt x="0" y="35"/>
                        </a:lnTo>
                        <a:lnTo>
                          <a:pt x="0" y="39"/>
                        </a:lnTo>
                        <a:lnTo>
                          <a:pt x="0" y="42"/>
                        </a:lnTo>
                        <a:lnTo>
                          <a:pt x="0" y="46"/>
                        </a:lnTo>
                        <a:lnTo>
                          <a:pt x="0" y="51"/>
                        </a:lnTo>
                        <a:lnTo>
                          <a:pt x="2" y="53"/>
                        </a:lnTo>
                        <a:lnTo>
                          <a:pt x="3" y="57"/>
                        </a:lnTo>
                        <a:lnTo>
                          <a:pt x="4" y="60"/>
                        </a:lnTo>
                        <a:lnTo>
                          <a:pt x="7" y="63"/>
                        </a:lnTo>
                        <a:lnTo>
                          <a:pt x="10" y="66"/>
                        </a:lnTo>
                        <a:lnTo>
                          <a:pt x="13" y="69"/>
                        </a:lnTo>
                        <a:lnTo>
                          <a:pt x="15" y="71"/>
                        </a:lnTo>
                        <a:lnTo>
                          <a:pt x="19" y="72"/>
                        </a:lnTo>
                        <a:lnTo>
                          <a:pt x="22" y="75"/>
                        </a:lnTo>
                        <a:lnTo>
                          <a:pt x="24" y="76"/>
                        </a:lnTo>
                        <a:lnTo>
                          <a:pt x="29" y="77"/>
                        </a:lnTo>
                        <a:lnTo>
                          <a:pt x="33" y="78"/>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3" name="Freeform 132"/>
                  <p:cNvSpPr/>
                  <p:nvPr/>
                </p:nvSpPr>
                <p:spPr bwMode="auto">
                  <a:xfrm>
                    <a:off x="5386" y="1906"/>
                    <a:ext cx="26" cy="26"/>
                  </a:xfrm>
                  <a:custGeom>
                    <a:avLst/>
                    <a:gdLst>
                      <a:gd name="T0" fmla="*/ 0 w 77"/>
                      <a:gd name="T1" fmla="*/ 0 h 78"/>
                      <a:gd name="T2" fmla="*/ 0 w 77"/>
                      <a:gd name="T3" fmla="*/ 0 h 78"/>
                      <a:gd name="T4" fmla="*/ 0 w 77"/>
                      <a:gd name="T5" fmla="*/ 0 h 78"/>
                      <a:gd name="T6" fmla="*/ 0 w 77"/>
                      <a:gd name="T7" fmla="*/ 0 h 78"/>
                      <a:gd name="T8" fmla="*/ 0 w 77"/>
                      <a:gd name="T9" fmla="*/ 0 h 78"/>
                      <a:gd name="T10" fmla="*/ 0 w 77"/>
                      <a:gd name="T11" fmla="*/ 0 h 78"/>
                      <a:gd name="T12" fmla="*/ 0 w 77"/>
                      <a:gd name="T13" fmla="*/ 0 h 78"/>
                      <a:gd name="T14" fmla="*/ 0 w 77"/>
                      <a:gd name="T15" fmla="*/ 0 h 78"/>
                      <a:gd name="T16" fmla="*/ 0 w 77"/>
                      <a:gd name="T17" fmla="*/ 0 h 78"/>
                      <a:gd name="T18" fmla="*/ 0 w 77"/>
                      <a:gd name="T19" fmla="*/ 0 h 78"/>
                      <a:gd name="T20" fmla="*/ 0 w 77"/>
                      <a:gd name="T21" fmla="*/ 0 h 78"/>
                      <a:gd name="T22" fmla="*/ 0 w 77"/>
                      <a:gd name="T23" fmla="*/ 0 h 78"/>
                      <a:gd name="T24" fmla="*/ 0 w 77"/>
                      <a:gd name="T25" fmla="*/ 0 h 78"/>
                      <a:gd name="T26" fmla="*/ 0 w 77"/>
                      <a:gd name="T27" fmla="*/ 0 h 78"/>
                      <a:gd name="T28" fmla="*/ 0 w 77"/>
                      <a:gd name="T29" fmla="*/ 0 h 78"/>
                      <a:gd name="T30" fmla="*/ 0 w 77"/>
                      <a:gd name="T31" fmla="*/ 0 h 78"/>
                      <a:gd name="T32" fmla="*/ 0 w 77"/>
                      <a:gd name="T33" fmla="*/ 0 h 78"/>
                      <a:gd name="T34" fmla="*/ 0 w 77"/>
                      <a:gd name="T35" fmla="*/ 0 h 78"/>
                      <a:gd name="T36" fmla="*/ 0 w 77"/>
                      <a:gd name="T37" fmla="*/ 0 h 78"/>
                      <a:gd name="T38" fmla="*/ 0 w 77"/>
                      <a:gd name="T39" fmla="*/ 0 h 78"/>
                      <a:gd name="T40" fmla="*/ 0 w 77"/>
                      <a:gd name="T41" fmla="*/ 0 h 78"/>
                      <a:gd name="T42" fmla="*/ 0 w 77"/>
                      <a:gd name="T43" fmla="*/ 0 h 78"/>
                      <a:gd name="T44" fmla="*/ 0 w 77"/>
                      <a:gd name="T45" fmla="*/ 0 h 78"/>
                      <a:gd name="T46" fmla="*/ 0 w 77"/>
                      <a:gd name="T47" fmla="*/ 0 h 78"/>
                      <a:gd name="T48" fmla="*/ 0 w 77"/>
                      <a:gd name="T49" fmla="*/ 0 h 78"/>
                      <a:gd name="T50" fmla="*/ 0 w 77"/>
                      <a:gd name="T51" fmla="*/ 0 h 78"/>
                      <a:gd name="T52" fmla="*/ 0 w 77"/>
                      <a:gd name="T53" fmla="*/ 0 h 78"/>
                      <a:gd name="T54" fmla="*/ 0 w 77"/>
                      <a:gd name="T55" fmla="*/ 0 h 78"/>
                      <a:gd name="T56" fmla="*/ 0 w 77"/>
                      <a:gd name="T57" fmla="*/ 0 h 78"/>
                      <a:gd name="T58" fmla="*/ 0 w 77"/>
                      <a:gd name="T59" fmla="*/ 0 h 78"/>
                      <a:gd name="T60" fmla="*/ 0 w 77"/>
                      <a:gd name="T61" fmla="*/ 0 h 78"/>
                      <a:gd name="T62" fmla="*/ 0 w 77"/>
                      <a:gd name="T63" fmla="*/ 0 h 78"/>
                      <a:gd name="T64" fmla="*/ 0 w 77"/>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8"/>
                      <a:gd name="T101" fmla="*/ 77 w 77"/>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8">
                        <a:moveTo>
                          <a:pt x="38" y="78"/>
                        </a:moveTo>
                        <a:lnTo>
                          <a:pt x="41" y="77"/>
                        </a:lnTo>
                        <a:lnTo>
                          <a:pt x="45" y="76"/>
                        </a:lnTo>
                        <a:lnTo>
                          <a:pt x="50" y="76"/>
                        </a:lnTo>
                        <a:lnTo>
                          <a:pt x="53" y="73"/>
                        </a:lnTo>
                        <a:lnTo>
                          <a:pt x="56" y="72"/>
                        </a:lnTo>
                        <a:lnTo>
                          <a:pt x="59" y="70"/>
                        </a:lnTo>
                        <a:lnTo>
                          <a:pt x="63" y="67"/>
                        </a:lnTo>
                        <a:lnTo>
                          <a:pt x="65" y="65"/>
                        </a:lnTo>
                        <a:lnTo>
                          <a:pt x="67" y="63"/>
                        </a:lnTo>
                        <a:lnTo>
                          <a:pt x="70" y="60"/>
                        </a:lnTo>
                        <a:lnTo>
                          <a:pt x="71" y="56"/>
                        </a:lnTo>
                        <a:lnTo>
                          <a:pt x="73" y="53"/>
                        </a:lnTo>
                        <a:lnTo>
                          <a:pt x="74" y="50"/>
                        </a:lnTo>
                        <a:lnTo>
                          <a:pt x="76" y="46"/>
                        </a:lnTo>
                        <a:lnTo>
                          <a:pt x="76" y="42"/>
                        </a:lnTo>
                        <a:lnTo>
                          <a:pt x="77" y="39"/>
                        </a:lnTo>
                        <a:lnTo>
                          <a:pt x="76" y="35"/>
                        </a:lnTo>
                        <a:lnTo>
                          <a:pt x="76" y="29"/>
                        </a:lnTo>
                        <a:lnTo>
                          <a:pt x="74" y="27"/>
                        </a:lnTo>
                        <a:lnTo>
                          <a:pt x="73" y="24"/>
                        </a:lnTo>
                        <a:lnTo>
                          <a:pt x="71" y="20"/>
                        </a:lnTo>
                        <a:lnTo>
                          <a:pt x="70" y="16"/>
                        </a:lnTo>
                        <a:lnTo>
                          <a:pt x="67" y="14"/>
                        </a:lnTo>
                        <a:lnTo>
                          <a:pt x="65" y="12"/>
                        </a:lnTo>
                        <a:lnTo>
                          <a:pt x="63" y="8"/>
                        </a:lnTo>
                        <a:lnTo>
                          <a:pt x="59" y="6"/>
                        </a:lnTo>
                        <a:lnTo>
                          <a:pt x="56" y="5"/>
                        </a:lnTo>
                        <a:lnTo>
                          <a:pt x="53" y="2"/>
                        </a:lnTo>
                        <a:lnTo>
                          <a:pt x="50" y="1"/>
                        </a:lnTo>
                        <a:lnTo>
                          <a:pt x="45" y="0"/>
                        </a:lnTo>
                        <a:lnTo>
                          <a:pt x="41" y="0"/>
                        </a:lnTo>
                        <a:lnTo>
                          <a:pt x="38" y="0"/>
                        </a:lnTo>
                        <a:lnTo>
                          <a:pt x="34" y="0"/>
                        </a:lnTo>
                        <a:lnTo>
                          <a:pt x="31" y="0"/>
                        </a:lnTo>
                        <a:lnTo>
                          <a:pt x="26" y="1"/>
                        </a:lnTo>
                        <a:lnTo>
                          <a:pt x="22" y="2"/>
                        </a:lnTo>
                        <a:lnTo>
                          <a:pt x="20" y="5"/>
                        </a:lnTo>
                        <a:lnTo>
                          <a:pt x="16" y="6"/>
                        </a:lnTo>
                        <a:lnTo>
                          <a:pt x="13" y="8"/>
                        </a:lnTo>
                        <a:lnTo>
                          <a:pt x="10" y="12"/>
                        </a:lnTo>
                        <a:lnTo>
                          <a:pt x="7" y="14"/>
                        </a:lnTo>
                        <a:lnTo>
                          <a:pt x="4" y="16"/>
                        </a:lnTo>
                        <a:lnTo>
                          <a:pt x="3" y="20"/>
                        </a:lnTo>
                        <a:lnTo>
                          <a:pt x="2" y="24"/>
                        </a:lnTo>
                        <a:lnTo>
                          <a:pt x="1" y="27"/>
                        </a:lnTo>
                        <a:lnTo>
                          <a:pt x="0" y="29"/>
                        </a:lnTo>
                        <a:lnTo>
                          <a:pt x="0" y="35"/>
                        </a:lnTo>
                        <a:lnTo>
                          <a:pt x="0" y="39"/>
                        </a:lnTo>
                        <a:lnTo>
                          <a:pt x="0" y="42"/>
                        </a:lnTo>
                        <a:lnTo>
                          <a:pt x="0" y="46"/>
                        </a:lnTo>
                        <a:lnTo>
                          <a:pt x="1" y="50"/>
                        </a:lnTo>
                        <a:lnTo>
                          <a:pt x="2" y="53"/>
                        </a:lnTo>
                        <a:lnTo>
                          <a:pt x="3" y="56"/>
                        </a:lnTo>
                        <a:lnTo>
                          <a:pt x="4" y="60"/>
                        </a:lnTo>
                        <a:lnTo>
                          <a:pt x="7" y="63"/>
                        </a:lnTo>
                        <a:lnTo>
                          <a:pt x="10" y="65"/>
                        </a:lnTo>
                        <a:lnTo>
                          <a:pt x="13" y="67"/>
                        </a:lnTo>
                        <a:lnTo>
                          <a:pt x="16" y="70"/>
                        </a:lnTo>
                        <a:lnTo>
                          <a:pt x="20" y="72"/>
                        </a:lnTo>
                        <a:lnTo>
                          <a:pt x="22" y="73"/>
                        </a:lnTo>
                        <a:lnTo>
                          <a:pt x="26" y="76"/>
                        </a:lnTo>
                        <a:lnTo>
                          <a:pt x="31" y="76"/>
                        </a:lnTo>
                        <a:lnTo>
                          <a:pt x="34" y="77"/>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4" name="Freeform 133"/>
                  <p:cNvSpPr/>
                  <p:nvPr/>
                </p:nvSpPr>
                <p:spPr bwMode="auto">
                  <a:xfrm>
                    <a:off x="5438" y="1906"/>
                    <a:ext cx="27" cy="25"/>
                  </a:xfrm>
                  <a:custGeom>
                    <a:avLst/>
                    <a:gdLst>
                      <a:gd name="T0" fmla="*/ 0 w 79"/>
                      <a:gd name="T1" fmla="*/ 0 h 76"/>
                      <a:gd name="T2" fmla="*/ 0 w 79"/>
                      <a:gd name="T3" fmla="*/ 0 h 76"/>
                      <a:gd name="T4" fmla="*/ 0 w 79"/>
                      <a:gd name="T5" fmla="*/ 0 h 76"/>
                      <a:gd name="T6" fmla="*/ 0 w 79"/>
                      <a:gd name="T7" fmla="*/ 0 h 76"/>
                      <a:gd name="T8" fmla="*/ 0 w 79"/>
                      <a:gd name="T9" fmla="*/ 0 h 76"/>
                      <a:gd name="T10" fmla="*/ 0 w 79"/>
                      <a:gd name="T11" fmla="*/ 0 h 76"/>
                      <a:gd name="T12" fmla="*/ 0 w 79"/>
                      <a:gd name="T13" fmla="*/ 0 h 76"/>
                      <a:gd name="T14" fmla="*/ 0 w 79"/>
                      <a:gd name="T15" fmla="*/ 0 h 76"/>
                      <a:gd name="T16" fmla="*/ 0 w 79"/>
                      <a:gd name="T17" fmla="*/ 0 h 76"/>
                      <a:gd name="T18" fmla="*/ 0 w 79"/>
                      <a:gd name="T19" fmla="*/ 0 h 76"/>
                      <a:gd name="T20" fmla="*/ 0 w 79"/>
                      <a:gd name="T21" fmla="*/ 0 h 76"/>
                      <a:gd name="T22" fmla="*/ 0 w 79"/>
                      <a:gd name="T23" fmla="*/ 0 h 76"/>
                      <a:gd name="T24" fmla="*/ 0 w 79"/>
                      <a:gd name="T25" fmla="*/ 0 h 76"/>
                      <a:gd name="T26" fmla="*/ 0 w 79"/>
                      <a:gd name="T27" fmla="*/ 0 h 76"/>
                      <a:gd name="T28" fmla="*/ 0 w 79"/>
                      <a:gd name="T29" fmla="*/ 0 h 76"/>
                      <a:gd name="T30" fmla="*/ 0 w 79"/>
                      <a:gd name="T31" fmla="*/ 0 h 76"/>
                      <a:gd name="T32" fmla="*/ 0 w 79"/>
                      <a:gd name="T33" fmla="*/ 0 h 76"/>
                      <a:gd name="T34" fmla="*/ 0 w 79"/>
                      <a:gd name="T35" fmla="*/ 0 h 76"/>
                      <a:gd name="T36" fmla="*/ 0 w 79"/>
                      <a:gd name="T37" fmla="*/ 0 h 76"/>
                      <a:gd name="T38" fmla="*/ 0 w 79"/>
                      <a:gd name="T39" fmla="*/ 0 h 76"/>
                      <a:gd name="T40" fmla="*/ 0 w 79"/>
                      <a:gd name="T41" fmla="*/ 0 h 76"/>
                      <a:gd name="T42" fmla="*/ 0 w 79"/>
                      <a:gd name="T43" fmla="*/ 0 h 76"/>
                      <a:gd name="T44" fmla="*/ 0 w 79"/>
                      <a:gd name="T45" fmla="*/ 0 h 76"/>
                      <a:gd name="T46" fmla="*/ 0 w 79"/>
                      <a:gd name="T47" fmla="*/ 0 h 76"/>
                      <a:gd name="T48" fmla="*/ 0 w 79"/>
                      <a:gd name="T49" fmla="*/ 0 h 76"/>
                      <a:gd name="T50" fmla="*/ 0 w 79"/>
                      <a:gd name="T51" fmla="*/ 0 h 76"/>
                      <a:gd name="T52" fmla="*/ 0 w 79"/>
                      <a:gd name="T53" fmla="*/ 0 h 76"/>
                      <a:gd name="T54" fmla="*/ 0 w 79"/>
                      <a:gd name="T55" fmla="*/ 0 h 76"/>
                      <a:gd name="T56" fmla="*/ 0 w 79"/>
                      <a:gd name="T57" fmla="*/ 0 h 76"/>
                      <a:gd name="T58" fmla="*/ 0 w 79"/>
                      <a:gd name="T59" fmla="*/ 0 h 76"/>
                      <a:gd name="T60" fmla="*/ 0 w 79"/>
                      <a:gd name="T61" fmla="*/ 0 h 76"/>
                      <a:gd name="T62" fmla="*/ 0 w 79"/>
                      <a:gd name="T63" fmla="*/ 0 h 76"/>
                      <a:gd name="T64" fmla="*/ 0 w 79"/>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6"/>
                      <a:gd name="T101" fmla="*/ 79 w 79"/>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6">
                        <a:moveTo>
                          <a:pt x="40" y="76"/>
                        </a:moveTo>
                        <a:lnTo>
                          <a:pt x="43" y="76"/>
                        </a:lnTo>
                        <a:lnTo>
                          <a:pt x="47" y="76"/>
                        </a:lnTo>
                        <a:lnTo>
                          <a:pt x="50" y="73"/>
                        </a:lnTo>
                        <a:lnTo>
                          <a:pt x="54" y="73"/>
                        </a:lnTo>
                        <a:lnTo>
                          <a:pt x="56" y="71"/>
                        </a:lnTo>
                        <a:lnTo>
                          <a:pt x="61" y="70"/>
                        </a:lnTo>
                        <a:lnTo>
                          <a:pt x="63" y="67"/>
                        </a:lnTo>
                        <a:lnTo>
                          <a:pt x="67" y="65"/>
                        </a:lnTo>
                        <a:lnTo>
                          <a:pt x="69" y="61"/>
                        </a:lnTo>
                        <a:lnTo>
                          <a:pt x="72" y="58"/>
                        </a:lnTo>
                        <a:lnTo>
                          <a:pt x="73" y="56"/>
                        </a:lnTo>
                        <a:lnTo>
                          <a:pt x="74" y="53"/>
                        </a:lnTo>
                        <a:lnTo>
                          <a:pt x="76" y="48"/>
                        </a:lnTo>
                        <a:lnTo>
                          <a:pt x="76" y="45"/>
                        </a:lnTo>
                        <a:lnTo>
                          <a:pt x="77" y="40"/>
                        </a:lnTo>
                        <a:lnTo>
                          <a:pt x="79" y="38"/>
                        </a:lnTo>
                        <a:lnTo>
                          <a:pt x="77" y="33"/>
                        </a:lnTo>
                        <a:lnTo>
                          <a:pt x="76" y="29"/>
                        </a:lnTo>
                        <a:lnTo>
                          <a:pt x="76" y="25"/>
                        </a:lnTo>
                        <a:lnTo>
                          <a:pt x="74" y="22"/>
                        </a:lnTo>
                        <a:lnTo>
                          <a:pt x="73" y="19"/>
                        </a:lnTo>
                        <a:lnTo>
                          <a:pt x="72" y="15"/>
                        </a:lnTo>
                        <a:lnTo>
                          <a:pt x="69" y="13"/>
                        </a:lnTo>
                        <a:lnTo>
                          <a:pt x="67" y="10"/>
                        </a:lnTo>
                        <a:lnTo>
                          <a:pt x="63" y="7"/>
                        </a:lnTo>
                        <a:lnTo>
                          <a:pt x="61" y="5"/>
                        </a:lnTo>
                        <a:lnTo>
                          <a:pt x="56" y="3"/>
                        </a:lnTo>
                        <a:lnTo>
                          <a:pt x="54" y="2"/>
                        </a:lnTo>
                        <a:lnTo>
                          <a:pt x="50" y="0"/>
                        </a:lnTo>
                        <a:lnTo>
                          <a:pt x="47" y="0"/>
                        </a:lnTo>
                        <a:lnTo>
                          <a:pt x="43" y="0"/>
                        </a:lnTo>
                        <a:lnTo>
                          <a:pt x="40" y="0"/>
                        </a:lnTo>
                        <a:lnTo>
                          <a:pt x="35" y="0"/>
                        </a:lnTo>
                        <a:lnTo>
                          <a:pt x="31" y="0"/>
                        </a:lnTo>
                        <a:lnTo>
                          <a:pt x="28" y="0"/>
                        </a:lnTo>
                        <a:lnTo>
                          <a:pt x="24" y="2"/>
                        </a:lnTo>
                        <a:lnTo>
                          <a:pt x="21" y="3"/>
                        </a:lnTo>
                        <a:lnTo>
                          <a:pt x="17" y="5"/>
                        </a:lnTo>
                        <a:lnTo>
                          <a:pt x="15" y="7"/>
                        </a:lnTo>
                        <a:lnTo>
                          <a:pt x="12" y="10"/>
                        </a:lnTo>
                        <a:lnTo>
                          <a:pt x="9" y="13"/>
                        </a:lnTo>
                        <a:lnTo>
                          <a:pt x="6" y="15"/>
                        </a:lnTo>
                        <a:lnTo>
                          <a:pt x="5" y="19"/>
                        </a:lnTo>
                        <a:lnTo>
                          <a:pt x="3" y="22"/>
                        </a:lnTo>
                        <a:lnTo>
                          <a:pt x="2" y="25"/>
                        </a:lnTo>
                        <a:lnTo>
                          <a:pt x="0" y="29"/>
                        </a:lnTo>
                        <a:lnTo>
                          <a:pt x="0" y="33"/>
                        </a:lnTo>
                        <a:lnTo>
                          <a:pt x="0" y="38"/>
                        </a:lnTo>
                        <a:lnTo>
                          <a:pt x="0" y="40"/>
                        </a:lnTo>
                        <a:lnTo>
                          <a:pt x="0" y="45"/>
                        </a:lnTo>
                        <a:lnTo>
                          <a:pt x="2" y="48"/>
                        </a:lnTo>
                        <a:lnTo>
                          <a:pt x="3" y="53"/>
                        </a:lnTo>
                        <a:lnTo>
                          <a:pt x="5" y="56"/>
                        </a:lnTo>
                        <a:lnTo>
                          <a:pt x="6" y="58"/>
                        </a:lnTo>
                        <a:lnTo>
                          <a:pt x="9" y="61"/>
                        </a:lnTo>
                        <a:lnTo>
                          <a:pt x="12" y="65"/>
                        </a:lnTo>
                        <a:lnTo>
                          <a:pt x="15" y="67"/>
                        </a:lnTo>
                        <a:lnTo>
                          <a:pt x="17" y="70"/>
                        </a:lnTo>
                        <a:lnTo>
                          <a:pt x="21" y="71"/>
                        </a:lnTo>
                        <a:lnTo>
                          <a:pt x="24" y="73"/>
                        </a:lnTo>
                        <a:lnTo>
                          <a:pt x="28" y="73"/>
                        </a:lnTo>
                        <a:lnTo>
                          <a:pt x="31" y="76"/>
                        </a:lnTo>
                        <a:lnTo>
                          <a:pt x="35" y="76"/>
                        </a:lnTo>
                        <a:lnTo>
                          <a:pt x="40" y="7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5" name="Freeform 134"/>
                  <p:cNvSpPr/>
                  <p:nvPr/>
                </p:nvSpPr>
                <p:spPr bwMode="auto">
                  <a:xfrm>
                    <a:off x="5487" y="1905"/>
                    <a:ext cx="27" cy="26"/>
                  </a:xfrm>
                  <a:custGeom>
                    <a:avLst/>
                    <a:gdLst>
                      <a:gd name="T0" fmla="*/ 0 w 79"/>
                      <a:gd name="T1" fmla="*/ 0 h 79"/>
                      <a:gd name="T2" fmla="*/ 0 w 79"/>
                      <a:gd name="T3" fmla="*/ 0 h 79"/>
                      <a:gd name="T4" fmla="*/ 0 w 79"/>
                      <a:gd name="T5" fmla="*/ 0 h 79"/>
                      <a:gd name="T6" fmla="*/ 0 w 79"/>
                      <a:gd name="T7" fmla="*/ 0 h 79"/>
                      <a:gd name="T8" fmla="*/ 0 w 79"/>
                      <a:gd name="T9" fmla="*/ 0 h 79"/>
                      <a:gd name="T10" fmla="*/ 0 w 79"/>
                      <a:gd name="T11" fmla="*/ 0 h 79"/>
                      <a:gd name="T12" fmla="*/ 0 w 79"/>
                      <a:gd name="T13" fmla="*/ 0 h 79"/>
                      <a:gd name="T14" fmla="*/ 0 w 79"/>
                      <a:gd name="T15" fmla="*/ 0 h 79"/>
                      <a:gd name="T16" fmla="*/ 0 w 79"/>
                      <a:gd name="T17" fmla="*/ 0 h 79"/>
                      <a:gd name="T18" fmla="*/ 0 w 79"/>
                      <a:gd name="T19" fmla="*/ 0 h 79"/>
                      <a:gd name="T20" fmla="*/ 0 w 79"/>
                      <a:gd name="T21" fmla="*/ 0 h 79"/>
                      <a:gd name="T22" fmla="*/ 0 w 79"/>
                      <a:gd name="T23" fmla="*/ 0 h 79"/>
                      <a:gd name="T24" fmla="*/ 0 w 79"/>
                      <a:gd name="T25" fmla="*/ 0 h 79"/>
                      <a:gd name="T26" fmla="*/ 0 w 79"/>
                      <a:gd name="T27" fmla="*/ 0 h 79"/>
                      <a:gd name="T28" fmla="*/ 0 w 79"/>
                      <a:gd name="T29" fmla="*/ 0 h 79"/>
                      <a:gd name="T30" fmla="*/ 0 w 79"/>
                      <a:gd name="T31" fmla="*/ 0 h 79"/>
                      <a:gd name="T32" fmla="*/ 0 w 79"/>
                      <a:gd name="T33" fmla="*/ 0 h 79"/>
                      <a:gd name="T34" fmla="*/ 0 w 79"/>
                      <a:gd name="T35" fmla="*/ 0 h 79"/>
                      <a:gd name="T36" fmla="*/ 0 w 79"/>
                      <a:gd name="T37" fmla="*/ 0 h 79"/>
                      <a:gd name="T38" fmla="*/ 0 w 79"/>
                      <a:gd name="T39" fmla="*/ 0 h 79"/>
                      <a:gd name="T40" fmla="*/ 0 w 79"/>
                      <a:gd name="T41" fmla="*/ 0 h 79"/>
                      <a:gd name="T42" fmla="*/ 0 w 79"/>
                      <a:gd name="T43" fmla="*/ 0 h 79"/>
                      <a:gd name="T44" fmla="*/ 0 w 79"/>
                      <a:gd name="T45" fmla="*/ 0 h 79"/>
                      <a:gd name="T46" fmla="*/ 0 w 79"/>
                      <a:gd name="T47" fmla="*/ 0 h 79"/>
                      <a:gd name="T48" fmla="*/ 0 w 79"/>
                      <a:gd name="T49" fmla="*/ 0 h 79"/>
                      <a:gd name="T50" fmla="*/ 0 w 79"/>
                      <a:gd name="T51" fmla="*/ 0 h 79"/>
                      <a:gd name="T52" fmla="*/ 0 w 79"/>
                      <a:gd name="T53" fmla="*/ 0 h 79"/>
                      <a:gd name="T54" fmla="*/ 0 w 79"/>
                      <a:gd name="T55" fmla="*/ 0 h 79"/>
                      <a:gd name="T56" fmla="*/ 0 w 79"/>
                      <a:gd name="T57" fmla="*/ 0 h 79"/>
                      <a:gd name="T58" fmla="*/ 0 w 79"/>
                      <a:gd name="T59" fmla="*/ 0 h 79"/>
                      <a:gd name="T60" fmla="*/ 0 w 79"/>
                      <a:gd name="T61" fmla="*/ 0 h 79"/>
                      <a:gd name="T62" fmla="*/ 0 w 79"/>
                      <a:gd name="T63" fmla="*/ 0 h 79"/>
                      <a:gd name="T64" fmla="*/ 0 w 79"/>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9"/>
                      <a:gd name="T101" fmla="*/ 79 w 79"/>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9">
                        <a:moveTo>
                          <a:pt x="40" y="79"/>
                        </a:moveTo>
                        <a:lnTo>
                          <a:pt x="43" y="79"/>
                        </a:lnTo>
                        <a:lnTo>
                          <a:pt x="47" y="78"/>
                        </a:lnTo>
                        <a:lnTo>
                          <a:pt x="52" y="76"/>
                        </a:lnTo>
                        <a:lnTo>
                          <a:pt x="54" y="75"/>
                        </a:lnTo>
                        <a:lnTo>
                          <a:pt x="57" y="73"/>
                        </a:lnTo>
                        <a:lnTo>
                          <a:pt x="61" y="70"/>
                        </a:lnTo>
                        <a:lnTo>
                          <a:pt x="63" y="68"/>
                        </a:lnTo>
                        <a:lnTo>
                          <a:pt x="67" y="67"/>
                        </a:lnTo>
                        <a:lnTo>
                          <a:pt x="69" y="63"/>
                        </a:lnTo>
                        <a:lnTo>
                          <a:pt x="72" y="61"/>
                        </a:lnTo>
                        <a:lnTo>
                          <a:pt x="73" y="59"/>
                        </a:lnTo>
                        <a:lnTo>
                          <a:pt x="75" y="55"/>
                        </a:lnTo>
                        <a:lnTo>
                          <a:pt x="76" y="50"/>
                        </a:lnTo>
                        <a:lnTo>
                          <a:pt x="78" y="48"/>
                        </a:lnTo>
                        <a:lnTo>
                          <a:pt x="78" y="43"/>
                        </a:lnTo>
                        <a:lnTo>
                          <a:pt x="79" y="41"/>
                        </a:lnTo>
                        <a:lnTo>
                          <a:pt x="78" y="35"/>
                        </a:lnTo>
                        <a:lnTo>
                          <a:pt x="78" y="31"/>
                        </a:lnTo>
                        <a:lnTo>
                          <a:pt x="76" y="28"/>
                        </a:lnTo>
                        <a:lnTo>
                          <a:pt x="75" y="25"/>
                        </a:lnTo>
                        <a:lnTo>
                          <a:pt x="73" y="21"/>
                        </a:lnTo>
                        <a:lnTo>
                          <a:pt x="72" y="18"/>
                        </a:lnTo>
                        <a:lnTo>
                          <a:pt x="69" y="15"/>
                        </a:lnTo>
                        <a:lnTo>
                          <a:pt x="67" y="12"/>
                        </a:lnTo>
                        <a:lnTo>
                          <a:pt x="63" y="10"/>
                        </a:lnTo>
                        <a:lnTo>
                          <a:pt x="61" y="8"/>
                        </a:lnTo>
                        <a:lnTo>
                          <a:pt x="57" y="5"/>
                        </a:lnTo>
                        <a:lnTo>
                          <a:pt x="54" y="4"/>
                        </a:lnTo>
                        <a:lnTo>
                          <a:pt x="52" y="3"/>
                        </a:lnTo>
                        <a:lnTo>
                          <a:pt x="47" y="2"/>
                        </a:lnTo>
                        <a:lnTo>
                          <a:pt x="43" y="0"/>
                        </a:lnTo>
                        <a:lnTo>
                          <a:pt x="40" y="0"/>
                        </a:lnTo>
                        <a:lnTo>
                          <a:pt x="36" y="0"/>
                        </a:lnTo>
                        <a:lnTo>
                          <a:pt x="31" y="2"/>
                        </a:lnTo>
                        <a:lnTo>
                          <a:pt x="28" y="3"/>
                        </a:lnTo>
                        <a:lnTo>
                          <a:pt x="24" y="4"/>
                        </a:lnTo>
                        <a:lnTo>
                          <a:pt x="21" y="5"/>
                        </a:lnTo>
                        <a:lnTo>
                          <a:pt x="18" y="8"/>
                        </a:lnTo>
                        <a:lnTo>
                          <a:pt x="15" y="10"/>
                        </a:lnTo>
                        <a:lnTo>
                          <a:pt x="12" y="12"/>
                        </a:lnTo>
                        <a:lnTo>
                          <a:pt x="10" y="15"/>
                        </a:lnTo>
                        <a:lnTo>
                          <a:pt x="8" y="18"/>
                        </a:lnTo>
                        <a:lnTo>
                          <a:pt x="5" y="21"/>
                        </a:lnTo>
                        <a:lnTo>
                          <a:pt x="4" y="25"/>
                        </a:lnTo>
                        <a:lnTo>
                          <a:pt x="3" y="28"/>
                        </a:lnTo>
                        <a:lnTo>
                          <a:pt x="2" y="31"/>
                        </a:lnTo>
                        <a:lnTo>
                          <a:pt x="0" y="35"/>
                        </a:lnTo>
                        <a:lnTo>
                          <a:pt x="0" y="41"/>
                        </a:lnTo>
                        <a:lnTo>
                          <a:pt x="0" y="43"/>
                        </a:lnTo>
                        <a:lnTo>
                          <a:pt x="2" y="48"/>
                        </a:lnTo>
                        <a:lnTo>
                          <a:pt x="3" y="50"/>
                        </a:lnTo>
                        <a:lnTo>
                          <a:pt x="4" y="55"/>
                        </a:lnTo>
                        <a:lnTo>
                          <a:pt x="5" y="59"/>
                        </a:lnTo>
                        <a:lnTo>
                          <a:pt x="8" y="61"/>
                        </a:lnTo>
                        <a:lnTo>
                          <a:pt x="10" y="63"/>
                        </a:lnTo>
                        <a:lnTo>
                          <a:pt x="12" y="67"/>
                        </a:lnTo>
                        <a:lnTo>
                          <a:pt x="15" y="68"/>
                        </a:lnTo>
                        <a:lnTo>
                          <a:pt x="18" y="70"/>
                        </a:lnTo>
                        <a:lnTo>
                          <a:pt x="21" y="73"/>
                        </a:lnTo>
                        <a:lnTo>
                          <a:pt x="24" y="75"/>
                        </a:lnTo>
                        <a:lnTo>
                          <a:pt x="28" y="76"/>
                        </a:lnTo>
                        <a:lnTo>
                          <a:pt x="31" y="78"/>
                        </a:lnTo>
                        <a:lnTo>
                          <a:pt x="36" y="79"/>
                        </a:lnTo>
                        <a:lnTo>
                          <a:pt x="40" y="7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6" name="Freeform 135"/>
                  <p:cNvSpPr/>
                  <p:nvPr/>
                </p:nvSpPr>
                <p:spPr bwMode="auto">
                  <a:xfrm>
                    <a:off x="5536" y="1906"/>
                    <a:ext cx="26" cy="25"/>
                  </a:xfrm>
                  <a:custGeom>
                    <a:avLst/>
                    <a:gdLst>
                      <a:gd name="T0" fmla="*/ 0 w 78"/>
                      <a:gd name="T1" fmla="*/ 0 h 76"/>
                      <a:gd name="T2" fmla="*/ 0 w 78"/>
                      <a:gd name="T3" fmla="*/ 0 h 76"/>
                      <a:gd name="T4" fmla="*/ 0 w 78"/>
                      <a:gd name="T5" fmla="*/ 0 h 76"/>
                      <a:gd name="T6" fmla="*/ 0 w 78"/>
                      <a:gd name="T7" fmla="*/ 0 h 76"/>
                      <a:gd name="T8" fmla="*/ 0 w 78"/>
                      <a:gd name="T9" fmla="*/ 0 h 76"/>
                      <a:gd name="T10" fmla="*/ 0 w 78"/>
                      <a:gd name="T11" fmla="*/ 0 h 76"/>
                      <a:gd name="T12" fmla="*/ 0 w 78"/>
                      <a:gd name="T13" fmla="*/ 0 h 76"/>
                      <a:gd name="T14" fmla="*/ 0 w 78"/>
                      <a:gd name="T15" fmla="*/ 0 h 76"/>
                      <a:gd name="T16" fmla="*/ 0 w 78"/>
                      <a:gd name="T17" fmla="*/ 0 h 76"/>
                      <a:gd name="T18" fmla="*/ 0 w 78"/>
                      <a:gd name="T19" fmla="*/ 0 h 76"/>
                      <a:gd name="T20" fmla="*/ 0 w 78"/>
                      <a:gd name="T21" fmla="*/ 0 h 76"/>
                      <a:gd name="T22" fmla="*/ 0 w 78"/>
                      <a:gd name="T23" fmla="*/ 0 h 76"/>
                      <a:gd name="T24" fmla="*/ 0 w 78"/>
                      <a:gd name="T25" fmla="*/ 0 h 76"/>
                      <a:gd name="T26" fmla="*/ 0 w 78"/>
                      <a:gd name="T27" fmla="*/ 0 h 76"/>
                      <a:gd name="T28" fmla="*/ 0 w 78"/>
                      <a:gd name="T29" fmla="*/ 0 h 76"/>
                      <a:gd name="T30" fmla="*/ 0 w 78"/>
                      <a:gd name="T31" fmla="*/ 0 h 76"/>
                      <a:gd name="T32" fmla="*/ 0 w 78"/>
                      <a:gd name="T33" fmla="*/ 0 h 76"/>
                      <a:gd name="T34" fmla="*/ 0 w 78"/>
                      <a:gd name="T35" fmla="*/ 0 h 76"/>
                      <a:gd name="T36" fmla="*/ 0 w 78"/>
                      <a:gd name="T37" fmla="*/ 0 h 76"/>
                      <a:gd name="T38" fmla="*/ 0 w 78"/>
                      <a:gd name="T39" fmla="*/ 0 h 76"/>
                      <a:gd name="T40" fmla="*/ 0 w 78"/>
                      <a:gd name="T41" fmla="*/ 0 h 76"/>
                      <a:gd name="T42" fmla="*/ 0 w 78"/>
                      <a:gd name="T43" fmla="*/ 0 h 76"/>
                      <a:gd name="T44" fmla="*/ 0 w 78"/>
                      <a:gd name="T45" fmla="*/ 0 h 76"/>
                      <a:gd name="T46" fmla="*/ 0 w 78"/>
                      <a:gd name="T47" fmla="*/ 0 h 76"/>
                      <a:gd name="T48" fmla="*/ 0 w 78"/>
                      <a:gd name="T49" fmla="*/ 0 h 76"/>
                      <a:gd name="T50" fmla="*/ 0 w 78"/>
                      <a:gd name="T51" fmla="*/ 0 h 76"/>
                      <a:gd name="T52" fmla="*/ 0 w 78"/>
                      <a:gd name="T53" fmla="*/ 0 h 76"/>
                      <a:gd name="T54" fmla="*/ 0 w 78"/>
                      <a:gd name="T55" fmla="*/ 0 h 76"/>
                      <a:gd name="T56" fmla="*/ 0 w 78"/>
                      <a:gd name="T57" fmla="*/ 0 h 76"/>
                      <a:gd name="T58" fmla="*/ 0 w 78"/>
                      <a:gd name="T59" fmla="*/ 0 h 76"/>
                      <a:gd name="T60" fmla="*/ 0 w 78"/>
                      <a:gd name="T61" fmla="*/ 0 h 76"/>
                      <a:gd name="T62" fmla="*/ 0 w 78"/>
                      <a:gd name="T63" fmla="*/ 0 h 76"/>
                      <a:gd name="T64" fmla="*/ 0 w 78"/>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6"/>
                      <a:gd name="T101" fmla="*/ 78 w 78"/>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6">
                        <a:moveTo>
                          <a:pt x="40" y="76"/>
                        </a:moveTo>
                        <a:lnTo>
                          <a:pt x="43" y="76"/>
                        </a:lnTo>
                        <a:lnTo>
                          <a:pt x="47" y="76"/>
                        </a:lnTo>
                        <a:lnTo>
                          <a:pt x="50" y="73"/>
                        </a:lnTo>
                        <a:lnTo>
                          <a:pt x="54" y="73"/>
                        </a:lnTo>
                        <a:lnTo>
                          <a:pt x="57" y="71"/>
                        </a:lnTo>
                        <a:lnTo>
                          <a:pt x="60" y="70"/>
                        </a:lnTo>
                        <a:lnTo>
                          <a:pt x="63" y="67"/>
                        </a:lnTo>
                        <a:lnTo>
                          <a:pt x="67" y="65"/>
                        </a:lnTo>
                        <a:lnTo>
                          <a:pt x="68" y="63"/>
                        </a:lnTo>
                        <a:lnTo>
                          <a:pt x="70" y="59"/>
                        </a:lnTo>
                        <a:lnTo>
                          <a:pt x="73" y="56"/>
                        </a:lnTo>
                        <a:lnTo>
                          <a:pt x="75" y="53"/>
                        </a:lnTo>
                        <a:lnTo>
                          <a:pt x="75" y="50"/>
                        </a:lnTo>
                        <a:lnTo>
                          <a:pt x="78" y="45"/>
                        </a:lnTo>
                        <a:lnTo>
                          <a:pt x="78" y="41"/>
                        </a:lnTo>
                        <a:lnTo>
                          <a:pt x="78" y="38"/>
                        </a:lnTo>
                        <a:lnTo>
                          <a:pt x="78" y="34"/>
                        </a:lnTo>
                        <a:lnTo>
                          <a:pt x="78" y="29"/>
                        </a:lnTo>
                        <a:lnTo>
                          <a:pt x="75" y="26"/>
                        </a:lnTo>
                        <a:lnTo>
                          <a:pt x="75" y="22"/>
                        </a:lnTo>
                        <a:lnTo>
                          <a:pt x="73" y="19"/>
                        </a:lnTo>
                        <a:lnTo>
                          <a:pt x="70" y="15"/>
                        </a:lnTo>
                        <a:lnTo>
                          <a:pt x="68" y="13"/>
                        </a:lnTo>
                        <a:lnTo>
                          <a:pt x="67" y="10"/>
                        </a:lnTo>
                        <a:lnTo>
                          <a:pt x="63" y="7"/>
                        </a:lnTo>
                        <a:lnTo>
                          <a:pt x="60" y="6"/>
                        </a:lnTo>
                        <a:lnTo>
                          <a:pt x="57" y="3"/>
                        </a:lnTo>
                        <a:lnTo>
                          <a:pt x="54" y="2"/>
                        </a:lnTo>
                        <a:lnTo>
                          <a:pt x="50" y="1"/>
                        </a:lnTo>
                        <a:lnTo>
                          <a:pt x="47" y="0"/>
                        </a:lnTo>
                        <a:lnTo>
                          <a:pt x="43" y="0"/>
                        </a:lnTo>
                        <a:lnTo>
                          <a:pt x="40" y="0"/>
                        </a:lnTo>
                        <a:lnTo>
                          <a:pt x="35" y="0"/>
                        </a:lnTo>
                        <a:lnTo>
                          <a:pt x="31" y="0"/>
                        </a:lnTo>
                        <a:lnTo>
                          <a:pt x="27" y="1"/>
                        </a:lnTo>
                        <a:lnTo>
                          <a:pt x="24" y="2"/>
                        </a:lnTo>
                        <a:lnTo>
                          <a:pt x="21" y="3"/>
                        </a:lnTo>
                        <a:lnTo>
                          <a:pt x="17" y="6"/>
                        </a:lnTo>
                        <a:lnTo>
                          <a:pt x="13" y="7"/>
                        </a:lnTo>
                        <a:lnTo>
                          <a:pt x="11" y="10"/>
                        </a:lnTo>
                        <a:lnTo>
                          <a:pt x="9" y="13"/>
                        </a:lnTo>
                        <a:lnTo>
                          <a:pt x="6" y="15"/>
                        </a:lnTo>
                        <a:lnTo>
                          <a:pt x="4" y="19"/>
                        </a:lnTo>
                        <a:lnTo>
                          <a:pt x="4" y="22"/>
                        </a:lnTo>
                        <a:lnTo>
                          <a:pt x="2" y="26"/>
                        </a:lnTo>
                        <a:lnTo>
                          <a:pt x="2" y="29"/>
                        </a:lnTo>
                        <a:lnTo>
                          <a:pt x="0" y="34"/>
                        </a:lnTo>
                        <a:lnTo>
                          <a:pt x="0" y="38"/>
                        </a:lnTo>
                        <a:lnTo>
                          <a:pt x="0" y="41"/>
                        </a:lnTo>
                        <a:lnTo>
                          <a:pt x="2" y="45"/>
                        </a:lnTo>
                        <a:lnTo>
                          <a:pt x="2" y="50"/>
                        </a:lnTo>
                        <a:lnTo>
                          <a:pt x="4" y="53"/>
                        </a:lnTo>
                        <a:lnTo>
                          <a:pt x="4" y="56"/>
                        </a:lnTo>
                        <a:lnTo>
                          <a:pt x="6" y="59"/>
                        </a:lnTo>
                        <a:lnTo>
                          <a:pt x="9" y="63"/>
                        </a:lnTo>
                        <a:lnTo>
                          <a:pt x="11" y="65"/>
                        </a:lnTo>
                        <a:lnTo>
                          <a:pt x="13" y="67"/>
                        </a:lnTo>
                        <a:lnTo>
                          <a:pt x="17" y="70"/>
                        </a:lnTo>
                        <a:lnTo>
                          <a:pt x="21" y="71"/>
                        </a:lnTo>
                        <a:lnTo>
                          <a:pt x="24" y="73"/>
                        </a:lnTo>
                        <a:lnTo>
                          <a:pt x="27" y="73"/>
                        </a:lnTo>
                        <a:lnTo>
                          <a:pt x="31" y="76"/>
                        </a:lnTo>
                        <a:lnTo>
                          <a:pt x="35" y="76"/>
                        </a:lnTo>
                        <a:lnTo>
                          <a:pt x="40" y="7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7" name="Freeform 136"/>
                  <p:cNvSpPr/>
                  <p:nvPr/>
                </p:nvSpPr>
                <p:spPr bwMode="auto">
                  <a:xfrm>
                    <a:off x="5588" y="190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38" y="77"/>
                        </a:moveTo>
                        <a:lnTo>
                          <a:pt x="41" y="76"/>
                        </a:lnTo>
                        <a:lnTo>
                          <a:pt x="45" y="75"/>
                        </a:lnTo>
                        <a:lnTo>
                          <a:pt x="50" y="75"/>
                        </a:lnTo>
                        <a:lnTo>
                          <a:pt x="53" y="72"/>
                        </a:lnTo>
                        <a:lnTo>
                          <a:pt x="56" y="71"/>
                        </a:lnTo>
                        <a:lnTo>
                          <a:pt x="60" y="69"/>
                        </a:lnTo>
                        <a:lnTo>
                          <a:pt x="63" y="66"/>
                        </a:lnTo>
                        <a:lnTo>
                          <a:pt x="65" y="64"/>
                        </a:lnTo>
                        <a:lnTo>
                          <a:pt x="67" y="62"/>
                        </a:lnTo>
                        <a:lnTo>
                          <a:pt x="70" y="59"/>
                        </a:lnTo>
                        <a:lnTo>
                          <a:pt x="71" y="56"/>
                        </a:lnTo>
                        <a:lnTo>
                          <a:pt x="73" y="53"/>
                        </a:lnTo>
                        <a:lnTo>
                          <a:pt x="76" y="49"/>
                        </a:lnTo>
                        <a:lnTo>
                          <a:pt x="76" y="45"/>
                        </a:lnTo>
                        <a:lnTo>
                          <a:pt x="77" y="41"/>
                        </a:lnTo>
                        <a:lnTo>
                          <a:pt x="78" y="38"/>
                        </a:lnTo>
                        <a:lnTo>
                          <a:pt x="77" y="34"/>
                        </a:lnTo>
                        <a:lnTo>
                          <a:pt x="76" y="28"/>
                        </a:lnTo>
                        <a:lnTo>
                          <a:pt x="76" y="26"/>
                        </a:lnTo>
                        <a:lnTo>
                          <a:pt x="73" y="23"/>
                        </a:lnTo>
                        <a:lnTo>
                          <a:pt x="71" y="19"/>
                        </a:lnTo>
                        <a:lnTo>
                          <a:pt x="70" y="17"/>
                        </a:lnTo>
                        <a:lnTo>
                          <a:pt x="67" y="13"/>
                        </a:lnTo>
                        <a:lnTo>
                          <a:pt x="65" y="11"/>
                        </a:lnTo>
                        <a:lnTo>
                          <a:pt x="63" y="8"/>
                        </a:lnTo>
                        <a:lnTo>
                          <a:pt x="60" y="6"/>
                        </a:lnTo>
                        <a:lnTo>
                          <a:pt x="56" y="4"/>
                        </a:lnTo>
                        <a:lnTo>
                          <a:pt x="53" y="2"/>
                        </a:lnTo>
                        <a:lnTo>
                          <a:pt x="50" y="1"/>
                        </a:lnTo>
                        <a:lnTo>
                          <a:pt x="45" y="0"/>
                        </a:lnTo>
                        <a:lnTo>
                          <a:pt x="41" y="0"/>
                        </a:lnTo>
                        <a:lnTo>
                          <a:pt x="38" y="0"/>
                        </a:lnTo>
                        <a:lnTo>
                          <a:pt x="34" y="0"/>
                        </a:lnTo>
                        <a:lnTo>
                          <a:pt x="31" y="0"/>
                        </a:lnTo>
                        <a:lnTo>
                          <a:pt x="26" y="1"/>
                        </a:lnTo>
                        <a:lnTo>
                          <a:pt x="22" y="2"/>
                        </a:lnTo>
                        <a:lnTo>
                          <a:pt x="20" y="4"/>
                        </a:lnTo>
                        <a:lnTo>
                          <a:pt x="16" y="6"/>
                        </a:lnTo>
                        <a:lnTo>
                          <a:pt x="13" y="8"/>
                        </a:lnTo>
                        <a:lnTo>
                          <a:pt x="11" y="11"/>
                        </a:lnTo>
                        <a:lnTo>
                          <a:pt x="8" y="13"/>
                        </a:lnTo>
                        <a:lnTo>
                          <a:pt x="6" y="17"/>
                        </a:lnTo>
                        <a:lnTo>
                          <a:pt x="5" y="19"/>
                        </a:lnTo>
                        <a:lnTo>
                          <a:pt x="2" y="23"/>
                        </a:lnTo>
                        <a:lnTo>
                          <a:pt x="1" y="26"/>
                        </a:lnTo>
                        <a:lnTo>
                          <a:pt x="0" y="28"/>
                        </a:lnTo>
                        <a:lnTo>
                          <a:pt x="0" y="34"/>
                        </a:lnTo>
                        <a:lnTo>
                          <a:pt x="0" y="38"/>
                        </a:lnTo>
                        <a:lnTo>
                          <a:pt x="0" y="41"/>
                        </a:lnTo>
                        <a:lnTo>
                          <a:pt x="0" y="45"/>
                        </a:lnTo>
                        <a:lnTo>
                          <a:pt x="1" y="49"/>
                        </a:lnTo>
                        <a:lnTo>
                          <a:pt x="2" y="53"/>
                        </a:lnTo>
                        <a:lnTo>
                          <a:pt x="5" y="56"/>
                        </a:lnTo>
                        <a:lnTo>
                          <a:pt x="6" y="59"/>
                        </a:lnTo>
                        <a:lnTo>
                          <a:pt x="8" y="62"/>
                        </a:lnTo>
                        <a:lnTo>
                          <a:pt x="11" y="64"/>
                        </a:lnTo>
                        <a:lnTo>
                          <a:pt x="13" y="66"/>
                        </a:lnTo>
                        <a:lnTo>
                          <a:pt x="16" y="69"/>
                        </a:lnTo>
                        <a:lnTo>
                          <a:pt x="20" y="71"/>
                        </a:lnTo>
                        <a:lnTo>
                          <a:pt x="22" y="72"/>
                        </a:lnTo>
                        <a:lnTo>
                          <a:pt x="26" y="75"/>
                        </a:lnTo>
                        <a:lnTo>
                          <a:pt x="31" y="75"/>
                        </a:lnTo>
                        <a:lnTo>
                          <a:pt x="34" y="76"/>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8" name="Freeform 137"/>
                  <p:cNvSpPr/>
                  <p:nvPr/>
                </p:nvSpPr>
                <p:spPr bwMode="auto">
                  <a:xfrm>
                    <a:off x="5639" y="1907"/>
                    <a:ext cx="25"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1" y="77"/>
                        </a:lnTo>
                        <a:lnTo>
                          <a:pt x="45" y="76"/>
                        </a:lnTo>
                        <a:lnTo>
                          <a:pt x="48" y="75"/>
                        </a:lnTo>
                        <a:lnTo>
                          <a:pt x="53" y="75"/>
                        </a:lnTo>
                        <a:lnTo>
                          <a:pt x="56" y="73"/>
                        </a:lnTo>
                        <a:lnTo>
                          <a:pt x="59" y="70"/>
                        </a:lnTo>
                        <a:lnTo>
                          <a:pt x="61" y="67"/>
                        </a:lnTo>
                        <a:lnTo>
                          <a:pt x="65" y="66"/>
                        </a:lnTo>
                        <a:lnTo>
                          <a:pt x="67" y="62"/>
                        </a:lnTo>
                        <a:lnTo>
                          <a:pt x="70" y="60"/>
                        </a:lnTo>
                        <a:lnTo>
                          <a:pt x="71" y="57"/>
                        </a:lnTo>
                        <a:lnTo>
                          <a:pt x="73" y="53"/>
                        </a:lnTo>
                        <a:lnTo>
                          <a:pt x="74" y="50"/>
                        </a:lnTo>
                        <a:lnTo>
                          <a:pt x="76" y="45"/>
                        </a:lnTo>
                        <a:lnTo>
                          <a:pt x="76" y="42"/>
                        </a:lnTo>
                        <a:lnTo>
                          <a:pt x="77" y="38"/>
                        </a:lnTo>
                        <a:lnTo>
                          <a:pt x="76" y="35"/>
                        </a:lnTo>
                        <a:lnTo>
                          <a:pt x="76" y="30"/>
                        </a:lnTo>
                        <a:lnTo>
                          <a:pt x="74" y="26"/>
                        </a:lnTo>
                        <a:lnTo>
                          <a:pt x="73" y="23"/>
                        </a:lnTo>
                        <a:lnTo>
                          <a:pt x="71" y="19"/>
                        </a:lnTo>
                        <a:lnTo>
                          <a:pt x="70" y="17"/>
                        </a:lnTo>
                        <a:lnTo>
                          <a:pt x="67" y="13"/>
                        </a:lnTo>
                        <a:lnTo>
                          <a:pt x="65" y="11"/>
                        </a:lnTo>
                        <a:lnTo>
                          <a:pt x="61" y="9"/>
                        </a:lnTo>
                        <a:lnTo>
                          <a:pt x="59" y="6"/>
                        </a:lnTo>
                        <a:lnTo>
                          <a:pt x="56" y="4"/>
                        </a:lnTo>
                        <a:lnTo>
                          <a:pt x="53" y="3"/>
                        </a:lnTo>
                        <a:lnTo>
                          <a:pt x="48" y="2"/>
                        </a:lnTo>
                        <a:lnTo>
                          <a:pt x="45" y="0"/>
                        </a:lnTo>
                        <a:lnTo>
                          <a:pt x="41" y="0"/>
                        </a:lnTo>
                        <a:lnTo>
                          <a:pt x="38" y="0"/>
                        </a:lnTo>
                        <a:lnTo>
                          <a:pt x="33" y="0"/>
                        </a:lnTo>
                        <a:lnTo>
                          <a:pt x="31" y="0"/>
                        </a:lnTo>
                        <a:lnTo>
                          <a:pt x="26" y="2"/>
                        </a:lnTo>
                        <a:lnTo>
                          <a:pt x="22" y="3"/>
                        </a:lnTo>
                        <a:lnTo>
                          <a:pt x="19" y="4"/>
                        </a:lnTo>
                        <a:lnTo>
                          <a:pt x="15" y="6"/>
                        </a:lnTo>
                        <a:lnTo>
                          <a:pt x="13" y="9"/>
                        </a:lnTo>
                        <a:lnTo>
                          <a:pt x="10" y="11"/>
                        </a:lnTo>
                        <a:lnTo>
                          <a:pt x="7" y="13"/>
                        </a:lnTo>
                        <a:lnTo>
                          <a:pt x="4" y="17"/>
                        </a:lnTo>
                        <a:lnTo>
                          <a:pt x="3" y="19"/>
                        </a:lnTo>
                        <a:lnTo>
                          <a:pt x="2" y="23"/>
                        </a:lnTo>
                        <a:lnTo>
                          <a:pt x="0" y="26"/>
                        </a:lnTo>
                        <a:lnTo>
                          <a:pt x="0" y="30"/>
                        </a:lnTo>
                        <a:lnTo>
                          <a:pt x="0" y="35"/>
                        </a:lnTo>
                        <a:lnTo>
                          <a:pt x="0" y="38"/>
                        </a:lnTo>
                        <a:lnTo>
                          <a:pt x="0" y="42"/>
                        </a:lnTo>
                        <a:lnTo>
                          <a:pt x="0" y="45"/>
                        </a:lnTo>
                        <a:lnTo>
                          <a:pt x="0" y="50"/>
                        </a:lnTo>
                        <a:lnTo>
                          <a:pt x="2" y="53"/>
                        </a:lnTo>
                        <a:lnTo>
                          <a:pt x="3" y="57"/>
                        </a:lnTo>
                        <a:lnTo>
                          <a:pt x="4" y="60"/>
                        </a:lnTo>
                        <a:lnTo>
                          <a:pt x="7" y="62"/>
                        </a:lnTo>
                        <a:lnTo>
                          <a:pt x="10" y="66"/>
                        </a:lnTo>
                        <a:lnTo>
                          <a:pt x="13" y="67"/>
                        </a:lnTo>
                        <a:lnTo>
                          <a:pt x="15" y="70"/>
                        </a:lnTo>
                        <a:lnTo>
                          <a:pt x="19" y="73"/>
                        </a:lnTo>
                        <a:lnTo>
                          <a:pt x="22" y="75"/>
                        </a:lnTo>
                        <a:lnTo>
                          <a:pt x="26" y="75"/>
                        </a:lnTo>
                        <a:lnTo>
                          <a:pt x="31" y="76"/>
                        </a:lnTo>
                        <a:lnTo>
                          <a:pt x="33" y="77"/>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9" name="Freeform 138"/>
                  <p:cNvSpPr/>
                  <p:nvPr/>
                </p:nvSpPr>
                <p:spPr bwMode="auto">
                  <a:xfrm>
                    <a:off x="5491" y="1538"/>
                    <a:ext cx="19" cy="9"/>
                  </a:xfrm>
                  <a:custGeom>
                    <a:avLst/>
                    <a:gdLst>
                      <a:gd name="T0" fmla="*/ 0 w 56"/>
                      <a:gd name="T1" fmla="*/ 0 h 27"/>
                      <a:gd name="T2" fmla="*/ 0 w 56"/>
                      <a:gd name="T3" fmla="*/ 0 h 27"/>
                      <a:gd name="T4" fmla="*/ 0 w 56"/>
                      <a:gd name="T5" fmla="*/ 0 h 27"/>
                      <a:gd name="T6" fmla="*/ 0 w 56"/>
                      <a:gd name="T7" fmla="*/ 0 h 27"/>
                      <a:gd name="T8" fmla="*/ 0 w 56"/>
                      <a:gd name="T9" fmla="*/ 0 h 27"/>
                      <a:gd name="T10" fmla="*/ 0 w 56"/>
                      <a:gd name="T11" fmla="*/ 0 h 27"/>
                      <a:gd name="T12" fmla="*/ 0 w 56"/>
                      <a:gd name="T13" fmla="*/ 0 h 27"/>
                      <a:gd name="T14" fmla="*/ 0 w 56"/>
                      <a:gd name="T15" fmla="*/ 0 h 27"/>
                      <a:gd name="T16" fmla="*/ 0 w 56"/>
                      <a:gd name="T17" fmla="*/ 0 h 27"/>
                      <a:gd name="T18" fmla="*/ 0 w 56"/>
                      <a:gd name="T19" fmla="*/ 0 h 27"/>
                      <a:gd name="T20" fmla="*/ 0 w 56"/>
                      <a:gd name="T21" fmla="*/ 0 h 27"/>
                      <a:gd name="T22" fmla="*/ 0 w 56"/>
                      <a:gd name="T23" fmla="*/ 0 h 27"/>
                      <a:gd name="T24" fmla="*/ 0 w 56"/>
                      <a:gd name="T25" fmla="*/ 0 h 27"/>
                      <a:gd name="T26" fmla="*/ 0 w 56"/>
                      <a:gd name="T27" fmla="*/ 0 h 27"/>
                      <a:gd name="T28" fmla="*/ 0 w 56"/>
                      <a:gd name="T29" fmla="*/ 0 h 27"/>
                      <a:gd name="T30" fmla="*/ 0 w 56"/>
                      <a:gd name="T31" fmla="*/ 0 h 27"/>
                      <a:gd name="T32" fmla="*/ 0 w 56"/>
                      <a:gd name="T33" fmla="*/ 0 h 27"/>
                      <a:gd name="T34" fmla="*/ 0 w 56"/>
                      <a:gd name="T35" fmla="*/ 0 h 27"/>
                      <a:gd name="T36" fmla="*/ 0 w 56"/>
                      <a:gd name="T37" fmla="*/ 0 h 27"/>
                      <a:gd name="T38" fmla="*/ 0 w 56"/>
                      <a:gd name="T39" fmla="*/ 0 h 27"/>
                      <a:gd name="T40" fmla="*/ 0 w 56"/>
                      <a:gd name="T41" fmla="*/ 0 h 27"/>
                      <a:gd name="T42" fmla="*/ 0 w 56"/>
                      <a:gd name="T43" fmla="*/ 0 h 27"/>
                      <a:gd name="T44" fmla="*/ 0 w 56"/>
                      <a:gd name="T45" fmla="*/ 0 h 27"/>
                      <a:gd name="T46" fmla="*/ 0 w 56"/>
                      <a:gd name="T47" fmla="*/ 0 h 27"/>
                      <a:gd name="T48" fmla="*/ 0 w 56"/>
                      <a:gd name="T49" fmla="*/ 0 h 27"/>
                      <a:gd name="T50" fmla="*/ 0 w 56"/>
                      <a:gd name="T51" fmla="*/ 0 h 27"/>
                      <a:gd name="T52" fmla="*/ 0 w 56"/>
                      <a:gd name="T53" fmla="*/ 0 h 27"/>
                      <a:gd name="T54" fmla="*/ 0 w 56"/>
                      <a:gd name="T55" fmla="*/ 0 h 27"/>
                      <a:gd name="T56" fmla="*/ 0 w 56"/>
                      <a:gd name="T57" fmla="*/ 0 h 27"/>
                      <a:gd name="T58" fmla="*/ 0 w 56"/>
                      <a:gd name="T59" fmla="*/ 0 h 27"/>
                      <a:gd name="T60" fmla="*/ 0 w 56"/>
                      <a:gd name="T61" fmla="*/ 0 h 27"/>
                      <a:gd name="T62" fmla="*/ 0 w 56"/>
                      <a:gd name="T63" fmla="*/ 0 h 27"/>
                      <a:gd name="T64" fmla="*/ 0 w 56"/>
                      <a:gd name="T65" fmla="*/ 0 h 27"/>
                      <a:gd name="T66" fmla="*/ 0 w 56"/>
                      <a:gd name="T67" fmla="*/ 0 h 27"/>
                      <a:gd name="T68" fmla="*/ 0 w 56"/>
                      <a:gd name="T69" fmla="*/ 0 h 27"/>
                      <a:gd name="T70" fmla="*/ 0 w 56"/>
                      <a:gd name="T71" fmla="*/ 0 h 27"/>
                      <a:gd name="T72" fmla="*/ 0 w 56"/>
                      <a:gd name="T73" fmla="*/ 0 h 27"/>
                      <a:gd name="T74" fmla="*/ 0 w 56"/>
                      <a:gd name="T75" fmla="*/ 0 h 27"/>
                      <a:gd name="T76" fmla="*/ 0 w 56"/>
                      <a:gd name="T77" fmla="*/ 0 h 27"/>
                      <a:gd name="T78" fmla="*/ 0 w 56"/>
                      <a:gd name="T79" fmla="*/ 0 h 27"/>
                      <a:gd name="T80" fmla="*/ 0 w 56"/>
                      <a:gd name="T81" fmla="*/ 0 h 27"/>
                      <a:gd name="T82" fmla="*/ 0 w 56"/>
                      <a:gd name="T83" fmla="*/ 0 h 2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6"/>
                      <a:gd name="T127" fmla="*/ 0 h 27"/>
                      <a:gd name="T128" fmla="*/ 56 w 56"/>
                      <a:gd name="T129" fmla="*/ 27 h 2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6" h="27">
                        <a:moveTo>
                          <a:pt x="51" y="0"/>
                        </a:moveTo>
                        <a:lnTo>
                          <a:pt x="51" y="4"/>
                        </a:lnTo>
                        <a:lnTo>
                          <a:pt x="51" y="8"/>
                        </a:lnTo>
                        <a:lnTo>
                          <a:pt x="51" y="12"/>
                        </a:lnTo>
                        <a:lnTo>
                          <a:pt x="53" y="15"/>
                        </a:lnTo>
                        <a:lnTo>
                          <a:pt x="53" y="19"/>
                        </a:lnTo>
                        <a:lnTo>
                          <a:pt x="54" y="22"/>
                        </a:lnTo>
                        <a:lnTo>
                          <a:pt x="55" y="25"/>
                        </a:lnTo>
                        <a:lnTo>
                          <a:pt x="56" y="27"/>
                        </a:lnTo>
                        <a:lnTo>
                          <a:pt x="51" y="27"/>
                        </a:lnTo>
                        <a:lnTo>
                          <a:pt x="48" y="27"/>
                        </a:lnTo>
                        <a:lnTo>
                          <a:pt x="44" y="27"/>
                        </a:lnTo>
                        <a:lnTo>
                          <a:pt x="41" y="27"/>
                        </a:lnTo>
                        <a:lnTo>
                          <a:pt x="37" y="26"/>
                        </a:lnTo>
                        <a:lnTo>
                          <a:pt x="34" y="25"/>
                        </a:lnTo>
                        <a:lnTo>
                          <a:pt x="29" y="23"/>
                        </a:lnTo>
                        <a:lnTo>
                          <a:pt x="26" y="22"/>
                        </a:lnTo>
                        <a:lnTo>
                          <a:pt x="23" y="20"/>
                        </a:lnTo>
                        <a:lnTo>
                          <a:pt x="19" y="18"/>
                        </a:lnTo>
                        <a:lnTo>
                          <a:pt x="16" y="14"/>
                        </a:lnTo>
                        <a:lnTo>
                          <a:pt x="13" y="12"/>
                        </a:lnTo>
                        <a:lnTo>
                          <a:pt x="9" y="9"/>
                        </a:lnTo>
                        <a:lnTo>
                          <a:pt x="6" y="7"/>
                        </a:lnTo>
                        <a:lnTo>
                          <a:pt x="3" y="4"/>
                        </a:lnTo>
                        <a:lnTo>
                          <a:pt x="0" y="2"/>
                        </a:lnTo>
                        <a:lnTo>
                          <a:pt x="3" y="1"/>
                        </a:lnTo>
                        <a:lnTo>
                          <a:pt x="6" y="1"/>
                        </a:lnTo>
                        <a:lnTo>
                          <a:pt x="9" y="1"/>
                        </a:lnTo>
                        <a:lnTo>
                          <a:pt x="13" y="1"/>
                        </a:lnTo>
                        <a:lnTo>
                          <a:pt x="16" y="1"/>
                        </a:lnTo>
                        <a:lnTo>
                          <a:pt x="19" y="1"/>
                        </a:lnTo>
                        <a:lnTo>
                          <a:pt x="23" y="1"/>
                        </a:lnTo>
                        <a:lnTo>
                          <a:pt x="26" y="1"/>
                        </a:lnTo>
                        <a:lnTo>
                          <a:pt x="29" y="0"/>
                        </a:lnTo>
                        <a:lnTo>
                          <a:pt x="31" y="0"/>
                        </a:lnTo>
                        <a:lnTo>
                          <a:pt x="35" y="0"/>
                        </a:lnTo>
                        <a:lnTo>
                          <a:pt x="40" y="0"/>
                        </a:lnTo>
                        <a:lnTo>
                          <a:pt x="42" y="0"/>
                        </a:lnTo>
                        <a:lnTo>
                          <a:pt x="44" y="0"/>
                        </a:lnTo>
                        <a:lnTo>
                          <a:pt x="48" y="0"/>
                        </a:lnTo>
                        <a:lnTo>
                          <a:pt x="51"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10" name="Freeform 139"/>
                  <p:cNvSpPr/>
                  <p:nvPr/>
                </p:nvSpPr>
                <p:spPr bwMode="auto">
                  <a:xfrm>
                    <a:off x="5354" y="1538"/>
                    <a:ext cx="326" cy="47"/>
                  </a:xfrm>
                  <a:custGeom>
                    <a:avLst/>
                    <a:gdLst>
                      <a:gd name="T0" fmla="*/ 0 w 976"/>
                      <a:gd name="T1" fmla="*/ 0 h 139"/>
                      <a:gd name="T2" fmla="*/ 0 w 976"/>
                      <a:gd name="T3" fmla="*/ 0 h 139"/>
                      <a:gd name="T4" fmla="*/ 0 w 976"/>
                      <a:gd name="T5" fmla="*/ 0 h 139"/>
                      <a:gd name="T6" fmla="*/ 0 w 976"/>
                      <a:gd name="T7" fmla="*/ 0 h 139"/>
                      <a:gd name="T8" fmla="*/ 0 w 976"/>
                      <a:gd name="T9" fmla="*/ 0 h 139"/>
                      <a:gd name="T10" fmla="*/ 0 w 976"/>
                      <a:gd name="T11" fmla="*/ 0 h 139"/>
                      <a:gd name="T12" fmla="*/ 0 w 976"/>
                      <a:gd name="T13" fmla="*/ 0 h 139"/>
                      <a:gd name="T14" fmla="*/ 0 w 976"/>
                      <a:gd name="T15" fmla="*/ 0 h 139"/>
                      <a:gd name="T16" fmla="*/ 0 w 976"/>
                      <a:gd name="T17" fmla="*/ 0 h 139"/>
                      <a:gd name="T18" fmla="*/ 0 w 976"/>
                      <a:gd name="T19" fmla="*/ 0 h 139"/>
                      <a:gd name="T20" fmla="*/ 0 w 976"/>
                      <a:gd name="T21" fmla="*/ 0 h 139"/>
                      <a:gd name="T22" fmla="*/ 0 w 976"/>
                      <a:gd name="T23" fmla="*/ 0 h 139"/>
                      <a:gd name="T24" fmla="*/ 0 w 976"/>
                      <a:gd name="T25" fmla="*/ 0 h 139"/>
                      <a:gd name="T26" fmla="*/ 0 w 976"/>
                      <a:gd name="T27" fmla="*/ 0 h 139"/>
                      <a:gd name="T28" fmla="*/ 0 w 976"/>
                      <a:gd name="T29" fmla="*/ 0 h 139"/>
                      <a:gd name="T30" fmla="*/ 0 w 976"/>
                      <a:gd name="T31" fmla="*/ 0 h 139"/>
                      <a:gd name="T32" fmla="*/ 0 w 976"/>
                      <a:gd name="T33" fmla="*/ 0 h 139"/>
                      <a:gd name="T34" fmla="*/ 0 w 976"/>
                      <a:gd name="T35" fmla="*/ 0 h 139"/>
                      <a:gd name="T36" fmla="*/ 0 w 976"/>
                      <a:gd name="T37" fmla="*/ 0 h 139"/>
                      <a:gd name="T38" fmla="*/ 0 w 976"/>
                      <a:gd name="T39" fmla="*/ 0 h 139"/>
                      <a:gd name="T40" fmla="*/ 0 w 976"/>
                      <a:gd name="T41" fmla="*/ 0 h 139"/>
                      <a:gd name="T42" fmla="*/ 0 w 976"/>
                      <a:gd name="T43" fmla="*/ 0 h 139"/>
                      <a:gd name="T44" fmla="*/ 0 w 976"/>
                      <a:gd name="T45" fmla="*/ 0 h 139"/>
                      <a:gd name="T46" fmla="*/ 0 w 976"/>
                      <a:gd name="T47" fmla="*/ 0 h 139"/>
                      <a:gd name="T48" fmla="*/ 0 w 976"/>
                      <a:gd name="T49" fmla="*/ 0 h 139"/>
                      <a:gd name="T50" fmla="*/ 0 w 976"/>
                      <a:gd name="T51" fmla="*/ 0 h 139"/>
                      <a:gd name="T52" fmla="*/ 0 w 976"/>
                      <a:gd name="T53" fmla="*/ 0 h 139"/>
                      <a:gd name="T54" fmla="*/ 0 w 976"/>
                      <a:gd name="T55" fmla="*/ 0 h 139"/>
                      <a:gd name="T56" fmla="*/ 0 w 976"/>
                      <a:gd name="T57" fmla="*/ 0 h 139"/>
                      <a:gd name="T58" fmla="*/ 0 w 976"/>
                      <a:gd name="T59" fmla="*/ 0 h 139"/>
                      <a:gd name="T60" fmla="*/ 0 w 976"/>
                      <a:gd name="T61" fmla="*/ 0 h 139"/>
                      <a:gd name="T62" fmla="*/ 0 w 976"/>
                      <a:gd name="T63" fmla="*/ 0 h 139"/>
                      <a:gd name="T64" fmla="*/ 0 w 976"/>
                      <a:gd name="T65" fmla="*/ 0 h 139"/>
                      <a:gd name="T66" fmla="*/ 0 w 976"/>
                      <a:gd name="T67" fmla="*/ 0 h 139"/>
                      <a:gd name="T68" fmla="*/ 0 w 976"/>
                      <a:gd name="T69" fmla="*/ 0 h 139"/>
                      <a:gd name="T70" fmla="*/ 0 w 976"/>
                      <a:gd name="T71" fmla="*/ 0 h 139"/>
                      <a:gd name="T72" fmla="*/ 0 w 976"/>
                      <a:gd name="T73" fmla="*/ 0 h 139"/>
                      <a:gd name="T74" fmla="*/ 0 w 976"/>
                      <a:gd name="T75" fmla="*/ 0 h 139"/>
                      <a:gd name="T76" fmla="*/ 0 w 976"/>
                      <a:gd name="T77" fmla="*/ 0 h 139"/>
                      <a:gd name="T78" fmla="*/ 0 w 976"/>
                      <a:gd name="T79" fmla="*/ 0 h 139"/>
                      <a:gd name="T80" fmla="*/ 0 w 976"/>
                      <a:gd name="T81" fmla="*/ 0 h 139"/>
                      <a:gd name="T82" fmla="*/ 0 w 976"/>
                      <a:gd name="T83" fmla="*/ 0 h 139"/>
                      <a:gd name="T84" fmla="*/ 0 w 976"/>
                      <a:gd name="T85" fmla="*/ 0 h 139"/>
                      <a:gd name="T86" fmla="*/ 0 w 976"/>
                      <a:gd name="T87" fmla="*/ 0 h 139"/>
                      <a:gd name="T88" fmla="*/ 0 w 976"/>
                      <a:gd name="T89" fmla="*/ 0 h 139"/>
                      <a:gd name="T90" fmla="*/ 0 w 976"/>
                      <a:gd name="T91" fmla="*/ 0 h 139"/>
                      <a:gd name="T92" fmla="*/ 0 w 976"/>
                      <a:gd name="T93" fmla="*/ 0 h 139"/>
                      <a:gd name="T94" fmla="*/ 0 w 976"/>
                      <a:gd name="T95" fmla="*/ 0 h 139"/>
                      <a:gd name="T96" fmla="*/ 0 w 976"/>
                      <a:gd name="T97" fmla="*/ 0 h 139"/>
                      <a:gd name="T98" fmla="*/ 0 w 976"/>
                      <a:gd name="T99" fmla="*/ 0 h 139"/>
                      <a:gd name="T100" fmla="*/ 0 w 976"/>
                      <a:gd name="T101" fmla="*/ 0 h 139"/>
                      <a:gd name="T102" fmla="*/ 0 w 976"/>
                      <a:gd name="T103" fmla="*/ 0 h 139"/>
                      <a:gd name="T104" fmla="*/ 0 w 976"/>
                      <a:gd name="T105" fmla="*/ 0 h 139"/>
                      <a:gd name="T106" fmla="*/ 0 w 976"/>
                      <a:gd name="T107" fmla="*/ 0 h 139"/>
                      <a:gd name="T108" fmla="*/ 0 w 976"/>
                      <a:gd name="T109" fmla="*/ 0 h 139"/>
                      <a:gd name="T110" fmla="*/ 0 w 976"/>
                      <a:gd name="T111" fmla="*/ 0 h 139"/>
                      <a:gd name="T112" fmla="*/ 0 w 976"/>
                      <a:gd name="T113" fmla="*/ 0 h 139"/>
                      <a:gd name="T114" fmla="*/ 0 w 976"/>
                      <a:gd name="T115" fmla="*/ 0 h 139"/>
                      <a:gd name="T116" fmla="*/ 0 w 976"/>
                      <a:gd name="T117" fmla="*/ 0 h 139"/>
                      <a:gd name="T118" fmla="*/ 0 w 976"/>
                      <a:gd name="T119" fmla="*/ 0 h 139"/>
                      <a:gd name="T120" fmla="*/ 0 w 976"/>
                      <a:gd name="T121" fmla="*/ 0 h 139"/>
                      <a:gd name="T122" fmla="*/ 0 w 976"/>
                      <a:gd name="T123" fmla="*/ 0 h 1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6"/>
                      <a:gd name="T187" fmla="*/ 0 h 139"/>
                      <a:gd name="T188" fmla="*/ 976 w 976"/>
                      <a:gd name="T189" fmla="*/ 139 h 1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6" h="139">
                        <a:moveTo>
                          <a:pt x="811" y="11"/>
                        </a:moveTo>
                        <a:lnTo>
                          <a:pt x="812" y="11"/>
                        </a:lnTo>
                        <a:lnTo>
                          <a:pt x="816" y="11"/>
                        </a:lnTo>
                        <a:lnTo>
                          <a:pt x="818" y="11"/>
                        </a:lnTo>
                        <a:lnTo>
                          <a:pt x="822" y="12"/>
                        </a:lnTo>
                        <a:lnTo>
                          <a:pt x="824" y="12"/>
                        </a:lnTo>
                        <a:lnTo>
                          <a:pt x="829" y="12"/>
                        </a:lnTo>
                        <a:lnTo>
                          <a:pt x="827" y="13"/>
                        </a:lnTo>
                        <a:lnTo>
                          <a:pt x="824" y="14"/>
                        </a:lnTo>
                        <a:lnTo>
                          <a:pt x="821" y="16"/>
                        </a:lnTo>
                        <a:lnTo>
                          <a:pt x="818" y="18"/>
                        </a:lnTo>
                        <a:lnTo>
                          <a:pt x="816" y="18"/>
                        </a:lnTo>
                        <a:lnTo>
                          <a:pt x="812" y="20"/>
                        </a:lnTo>
                        <a:lnTo>
                          <a:pt x="810" y="21"/>
                        </a:lnTo>
                        <a:lnTo>
                          <a:pt x="808" y="23"/>
                        </a:lnTo>
                        <a:lnTo>
                          <a:pt x="804" y="24"/>
                        </a:lnTo>
                        <a:lnTo>
                          <a:pt x="802" y="25"/>
                        </a:lnTo>
                        <a:lnTo>
                          <a:pt x="798" y="26"/>
                        </a:lnTo>
                        <a:lnTo>
                          <a:pt x="795" y="27"/>
                        </a:lnTo>
                        <a:lnTo>
                          <a:pt x="792" y="29"/>
                        </a:lnTo>
                        <a:lnTo>
                          <a:pt x="790" y="30"/>
                        </a:lnTo>
                        <a:lnTo>
                          <a:pt x="785" y="31"/>
                        </a:lnTo>
                        <a:lnTo>
                          <a:pt x="783" y="32"/>
                        </a:lnTo>
                        <a:lnTo>
                          <a:pt x="779" y="33"/>
                        </a:lnTo>
                        <a:lnTo>
                          <a:pt x="777" y="33"/>
                        </a:lnTo>
                        <a:lnTo>
                          <a:pt x="772" y="35"/>
                        </a:lnTo>
                        <a:lnTo>
                          <a:pt x="770" y="36"/>
                        </a:lnTo>
                        <a:lnTo>
                          <a:pt x="766" y="36"/>
                        </a:lnTo>
                        <a:lnTo>
                          <a:pt x="764" y="36"/>
                        </a:lnTo>
                        <a:lnTo>
                          <a:pt x="761" y="36"/>
                        </a:lnTo>
                        <a:lnTo>
                          <a:pt x="758" y="36"/>
                        </a:lnTo>
                        <a:lnTo>
                          <a:pt x="755" y="35"/>
                        </a:lnTo>
                        <a:lnTo>
                          <a:pt x="752" y="33"/>
                        </a:lnTo>
                        <a:lnTo>
                          <a:pt x="750" y="32"/>
                        </a:lnTo>
                        <a:lnTo>
                          <a:pt x="748" y="31"/>
                        </a:lnTo>
                        <a:lnTo>
                          <a:pt x="746" y="29"/>
                        </a:lnTo>
                        <a:lnTo>
                          <a:pt x="744" y="26"/>
                        </a:lnTo>
                        <a:lnTo>
                          <a:pt x="741" y="24"/>
                        </a:lnTo>
                        <a:lnTo>
                          <a:pt x="740" y="21"/>
                        </a:lnTo>
                        <a:lnTo>
                          <a:pt x="735" y="24"/>
                        </a:lnTo>
                        <a:lnTo>
                          <a:pt x="732" y="25"/>
                        </a:lnTo>
                        <a:lnTo>
                          <a:pt x="727" y="27"/>
                        </a:lnTo>
                        <a:lnTo>
                          <a:pt x="723" y="30"/>
                        </a:lnTo>
                        <a:lnTo>
                          <a:pt x="721" y="32"/>
                        </a:lnTo>
                        <a:lnTo>
                          <a:pt x="719" y="33"/>
                        </a:lnTo>
                        <a:lnTo>
                          <a:pt x="716" y="36"/>
                        </a:lnTo>
                        <a:lnTo>
                          <a:pt x="715" y="38"/>
                        </a:lnTo>
                        <a:lnTo>
                          <a:pt x="712" y="40"/>
                        </a:lnTo>
                        <a:lnTo>
                          <a:pt x="710" y="43"/>
                        </a:lnTo>
                        <a:lnTo>
                          <a:pt x="708" y="45"/>
                        </a:lnTo>
                        <a:lnTo>
                          <a:pt x="707" y="46"/>
                        </a:lnTo>
                        <a:lnTo>
                          <a:pt x="704" y="46"/>
                        </a:lnTo>
                        <a:lnTo>
                          <a:pt x="702" y="46"/>
                        </a:lnTo>
                        <a:lnTo>
                          <a:pt x="698" y="44"/>
                        </a:lnTo>
                        <a:lnTo>
                          <a:pt x="695" y="42"/>
                        </a:lnTo>
                        <a:lnTo>
                          <a:pt x="691" y="39"/>
                        </a:lnTo>
                        <a:lnTo>
                          <a:pt x="688" y="38"/>
                        </a:lnTo>
                        <a:lnTo>
                          <a:pt x="684" y="36"/>
                        </a:lnTo>
                        <a:lnTo>
                          <a:pt x="681" y="32"/>
                        </a:lnTo>
                        <a:lnTo>
                          <a:pt x="678" y="31"/>
                        </a:lnTo>
                        <a:lnTo>
                          <a:pt x="676" y="30"/>
                        </a:lnTo>
                        <a:lnTo>
                          <a:pt x="672" y="27"/>
                        </a:lnTo>
                        <a:lnTo>
                          <a:pt x="670" y="26"/>
                        </a:lnTo>
                        <a:lnTo>
                          <a:pt x="666" y="24"/>
                        </a:lnTo>
                        <a:lnTo>
                          <a:pt x="664" y="23"/>
                        </a:lnTo>
                        <a:lnTo>
                          <a:pt x="661" y="20"/>
                        </a:lnTo>
                        <a:lnTo>
                          <a:pt x="658" y="18"/>
                        </a:lnTo>
                        <a:lnTo>
                          <a:pt x="656" y="23"/>
                        </a:lnTo>
                        <a:lnTo>
                          <a:pt x="653" y="29"/>
                        </a:lnTo>
                        <a:lnTo>
                          <a:pt x="652" y="32"/>
                        </a:lnTo>
                        <a:lnTo>
                          <a:pt x="650" y="38"/>
                        </a:lnTo>
                        <a:lnTo>
                          <a:pt x="650" y="42"/>
                        </a:lnTo>
                        <a:lnTo>
                          <a:pt x="649" y="45"/>
                        </a:lnTo>
                        <a:lnTo>
                          <a:pt x="647" y="49"/>
                        </a:lnTo>
                        <a:lnTo>
                          <a:pt x="647" y="52"/>
                        </a:lnTo>
                        <a:lnTo>
                          <a:pt x="647" y="55"/>
                        </a:lnTo>
                        <a:lnTo>
                          <a:pt x="647" y="58"/>
                        </a:lnTo>
                        <a:lnTo>
                          <a:pt x="647" y="61"/>
                        </a:lnTo>
                        <a:lnTo>
                          <a:pt x="650" y="63"/>
                        </a:lnTo>
                        <a:lnTo>
                          <a:pt x="650" y="67"/>
                        </a:lnTo>
                        <a:lnTo>
                          <a:pt x="653" y="70"/>
                        </a:lnTo>
                        <a:lnTo>
                          <a:pt x="657" y="71"/>
                        </a:lnTo>
                        <a:lnTo>
                          <a:pt x="661" y="74"/>
                        </a:lnTo>
                        <a:lnTo>
                          <a:pt x="664" y="74"/>
                        </a:lnTo>
                        <a:lnTo>
                          <a:pt x="669" y="74"/>
                        </a:lnTo>
                        <a:lnTo>
                          <a:pt x="671" y="74"/>
                        </a:lnTo>
                        <a:lnTo>
                          <a:pt x="674" y="74"/>
                        </a:lnTo>
                        <a:lnTo>
                          <a:pt x="677" y="74"/>
                        </a:lnTo>
                        <a:lnTo>
                          <a:pt x="681" y="74"/>
                        </a:lnTo>
                        <a:lnTo>
                          <a:pt x="683" y="73"/>
                        </a:lnTo>
                        <a:lnTo>
                          <a:pt x="685" y="73"/>
                        </a:lnTo>
                        <a:lnTo>
                          <a:pt x="688" y="71"/>
                        </a:lnTo>
                        <a:lnTo>
                          <a:pt x="691" y="71"/>
                        </a:lnTo>
                        <a:lnTo>
                          <a:pt x="695" y="70"/>
                        </a:lnTo>
                        <a:lnTo>
                          <a:pt x="697" y="69"/>
                        </a:lnTo>
                        <a:lnTo>
                          <a:pt x="701" y="68"/>
                        </a:lnTo>
                        <a:lnTo>
                          <a:pt x="704" y="67"/>
                        </a:lnTo>
                        <a:lnTo>
                          <a:pt x="707" y="65"/>
                        </a:lnTo>
                        <a:lnTo>
                          <a:pt x="710" y="65"/>
                        </a:lnTo>
                        <a:lnTo>
                          <a:pt x="714" y="64"/>
                        </a:lnTo>
                        <a:lnTo>
                          <a:pt x="717" y="63"/>
                        </a:lnTo>
                        <a:lnTo>
                          <a:pt x="720" y="62"/>
                        </a:lnTo>
                        <a:lnTo>
                          <a:pt x="723" y="61"/>
                        </a:lnTo>
                        <a:lnTo>
                          <a:pt x="726" y="59"/>
                        </a:lnTo>
                        <a:lnTo>
                          <a:pt x="729" y="58"/>
                        </a:lnTo>
                        <a:lnTo>
                          <a:pt x="733" y="58"/>
                        </a:lnTo>
                        <a:lnTo>
                          <a:pt x="736" y="57"/>
                        </a:lnTo>
                        <a:lnTo>
                          <a:pt x="739" y="56"/>
                        </a:lnTo>
                        <a:lnTo>
                          <a:pt x="741" y="56"/>
                        </a:lnTo>
                        <a:lnTo>
                          <a:pt x="744" y="55"/>
                        </a:lnTo>
                        <a:lnTo>
                          <a:pt x="747" y="55"/>
                        </a:lnTo>
                        <a:lnTo>
                          <a:pt x="751" y="54"/>
                        </a:lnTo>
                        <a:lnTo>
                          <a:pt x="753" y="54"/>
                        </a:lnTo>
                        <a:lnTo>
                          <a:pt x="758" y="52"/>
                        </a:lnTo>
                        <a:lnTo>
                          <a:pt x="763" y="54"/>
                        </a:lnTo>
                        <a:lnTo>
                          <a:pt x="766" y="54"/>
                        </a:lnTo>
                        <a:lnTo>
                          <a:pt x="770" y="55"/>
                        </a:lnTo>
                        <a:lnTo>
                          <a:pt x="772" y="56"/>
                        </a:lnTo>
                        <a:lnTo>
                          <a:pt x="774" y="59"/>
                        </a:lnTo>
                        <a:lnTo>
                          <a:pt x="774" y="63"/>
                        </a:lnTo>
                        <a:lnTo>
                          <a:pt x="777" y="65"/>
                        </a:lnTo>
                        <a:lnTo>
                          <a:pt x="777" y="68"/>
                        </a:lnTo>
                        <a:lnTo>
                          <a:pt x="779" y="71"/>
                        </a:lnTo>
                        <a:lnTo>
                          <a:pt x="780" y="74"/>
                        </a:lnTo>
                        <a:lnTo>
                          <a:pt x="782" y="77"/>
                        </a:lnTo>
                        <a:lnTo>
                          <a:pt x="784" y="80"/>
                        </a:lnTo>
                        <a:lnTo>
                          <a:pt x="786" y="82"/>
                        </a:lnTo>
                        <a:lnTo>
                          <a:pt x="790" y="83"/>
                        </a:lnTo>
                        <a:lnTo>
                          <a:pt x="792" y="86"/>
                        </a:lnTo>
                        <a:lnTo>
                          <a:pt x="795" y="87"/>
                        </a:lnTo>
                        <a:lnTo>
                          <a:pt x="798" y="88"/>
                        </a:lnTo>
                        <a:lnTo>
                          <a:pt x="801" y="88"/>
                        </a:lnTo>
                        <a:lnTo>
                          <a:pt x="804" y="90"/>
                        </a:lnTo>
                        <a:lnTo>
                          <a:pt x="808" y="90"/>
                        </a:lnTo>
                        <a:lnTo>
                          <a:pt x="812" y="92"/>
                        </a:lnTo>
                        <a:lnTo>
                          <a:pt x="816" y="92"/>
                        </a:lnTo>
                        <a:lnTo>
                          <a:pt x="820" y="92"/>
                        </a:lnTo>
                        <a:lnTo>
                          <a:pt x="823" y="90"/>
                        </a:lnTo>
                        <a:lnTo>
                          <a:pt x="828" y="89"/>
                        </a:lnTo>
                        <a:lnTo>
                          <a:pt x="831" y="88"/>
                        </a:lnTo>
                        <a:lnTo>
                          <a:pt x="836" y="86"/>
                        </a:lnTo>
                        <a:lnTo>
                          <a:pt x="840" y="83"/>
                        </a:lnTo>
                        <a:lnTo>
                          <a:pt x="846" y="82"/>
                        </a:lnTo>
                        <a:lnTo>
                          <a:pt x="849" y="78"/>
                        </a:lnTo>
                        <a:lnTo>
                          <a:pt x="853" y="76"/>
                        </a:lnTo>
                        <a:lnTo>
                          <a:pt x="857" y="71"/>
                        </a:lnTo>
                        <a:lnTo>
                          <a:pt x="862" y="68"/>
                        </a:lnTo>
                        <a:lnTo>
                          <a:pt x="867" y="63"/>
                        </a:lnTo>
                        <a:lnTo>
                          <a:pt x="871" y="58"/>
                        </a:lnTo>
                        <a:lnTo>
                          <a:pt x="873" y="56"/>
                        </a:lnTo>
                        <a:lnTo>
                          <a:pt x="875" y="54"/>
                        </a:lnTo>
                        <a:lnTo>
                          <a:pt x="878" y="50"/>
                        </a:lnTo>
                        <a:lnTo>
                          <a:pt x="880" y="48"/>
                        </a:lnTo>
                        <a:lnTo>
                          <a:pt x="878" y="45"/>
                        </a:lnTo>
                        <a:lnTo>
                          <a:pt x="875" y="44"/>
                        </a:lnTo>
                        <a:lnTo>
                          <a:pt x="873" y="43"/>
                        </a:lnTo>
                        <a:lnTo>
                          <a:pt x="868" y="43"/>
                        </a:lnTo>
                        <a:lnTo>
                          <a:pt x="865" y="43"/>
                        </a:lnTo>
                        <a:lnTo>
                          <a:pt x="860" y="43"/>
                        </a:lnTo>
                        <a:lnTo>
                          <a:pt x="855" y="43"/>
                        </a:lnTo>
                        <a:lnTo>
                          <a:pt x="850" y="43"/>
                        </a:lnTo>
                        <a:lnTo>
                          <a:pt x="847" y="43"/>
                        </a:lnTo>
                        <a:lnTo>
                          <a:pt x="844" y="43"/>
                        </a:lnTo>
                        <a:lnTo>
                          <a:pt x="842" y="43"/>
                        </a:lnTo>
                        <a:lnTo>
                          <a:pt x="840" y="44"/>
                        </a:lnTo>
                        <a:lnTo>
                          <a:pt x="835" y="44"/>
                        </a:lnTo>
                        <a:lnTo>
                          <a:pt x="830" y="44"/>
                        </a:lnTo>
                        <a:lnTo>
                          <a:pt x="825" y="43"/>
                        </a:lnTo>
                        <a:lnTo>
                          <a:pt x="823" y="43"/>
                        </a:lnTo>
                        <a:lnTo>
                          <a:pt x="820" y="40"/>
                        </a:lnTo>
                        <a:lnTo>
                          <a:pt x="820" y="39"/>
                        </a:lnTo>
                        <a:lnTo>
                          <a:pt x="821" y="37"/>
                        </a:lnTo>
                        <a:lnTo>
                          <a:pt x="822" y="33"/>
                        </a:lnTo>
                        <a:lnTo>
                          <a:pt x="824" y="31"/>
                        </a:lnTo>
                        <a:lnTo>
                          <a:pt x="827" y="30"/>
                        </a:lnTo>
                        <a:lnTo>
                          <a:pt x="829" y="25"/>
                        </a:lnTo>
                        <a:lnTo>
                          <a:pt x="833" y="23"/>
                        </a:lnTo>
                        <a:lnTo>
                          <a:pt x="834" y="19"/>
                        </a:lnTo>
                        <a:lnTo>
                          <a:pt x="836" y="17"/>
                        </a:lnTo>
                        <a:lnTo>
                          <a:pt x="837" y="14"/>
                        </a:lnTo>
                        <a:lnTo>
                          <a:pt x="839" y="12"/>
                        </a:lnTo>
                        <a:lnTo>
                          <a:pt x="842" y="12"/>
                        </a:lnTo>
                        <a:lnTo>
                          <a:pt x="847" y="12"/>
                        </a:lnTo>
                        <a:lnTo>
                          <a:pt x="852" y="12"/>
                        </a:lnTo>
                        <a:lnTo>
                          <a:pt x="857" y="13"/>
                        </a:lnTo>
                        <a:lnTo>
                          <a:pt x="860" y="13"/>
                        </a:lnTo>
                        <a:lnTo>
                          <a:pt x="862" y="13"/>
                        </a:lnTo>
                        <a:lnTo>
                          <a:pt x="865" y="13"/>
                        </a:lnTo>
                        <a:lnTo>
                          <a:pt x="868" y="13"/>
                        </a:lnTo>
                        <a:lnTo>
                          <a:pt x="871" y="13"/>
                        </a:lnTo>
                        <a:lnTo>
                          <a:pt x="873" y="14"/>
                        </a:lnTo>
                        <a:lnTo>
                          <a:pt x="875" y="14"/>
                        </a:lnTo>
                        <a:lnTo>
                          <a:pt x="879" y="16"/>
                        </a:lnTo>
                        <a:lnTo>
                          <a:pt x="881" y="16"/>
                        </a:lnTo>
                        <a:lnTo>
                          <a:pt x="885" y="16"/>
                        </a:lnTo>
                        <a:lnTo>
                          <a:pt x="888" y="16"/>
                        </a:lnTo>
                        <a:lnTo>
                          <a:pt x="891" y="16"/>
                        </a:lnTo>
                        <a:lnTo>
                          <a:pt x="893" y="16"/>
                        </a:lnTo>
                        <a:lnTo>
                          <a:pt x="895" y="16"/>
                        </a:lnTo>
                        <a:lnTo>
                          <a:pt x="899" y="16"/>
                        </a:lnTo>
                        <a:lnTo>
                          <a:pt x="901" y="16"/>
                        </a:lnTo>
                        <a:lnTo>
                          <a:pt x="904" y="16"/>
                        </a:lnTo>
                        <a:lnTo>
                          <a:pt x="907" y="16"/>
                        </a:lnTo>
                        <a:lnTo>
                          <a:pt x="910" y="16"/>
                        </a:lnTo>
                        <a:lnTo>
                          <a:pt x="913" y="16"/>
                        </a:lnTo>
                        <a:lnTo>
                          <a:pt x="916" y="16"/>
                        </a:lnTo>
                        <a:lnTo>
                          <a:pt x="918" y="17"/>
                        </a:lnTo>
                        <a:lnTo>
                          <a:pt x="922" y="17"/>
                        </a:lnTo>
                        <a:lnTo>
                          <a:pt x="924" y="18"/>
                        </a:lnTo>
                        <a:lnTo>
                          <a:pt x="929" y="18"/>
                        </a:lnTo>
                        <a:lnTo>
                          <a:pt x="935" y="18"/>
                        </a:lnTo>
                        <a:lnTo>
                          <a:pt x="939" y="18"/>
                        </a:lnTo>
                        <a:lnTo>
                          <a:pt x="944" y="18"/>
                        </a:lnTo>
                        <a:lnTo>
                          <a:pt x="949" y="18"/>
                        </a:lnTo>
                        <a:lnTo>
                          <a:pt x="954" y="18"/>
                        </a:lnTo>
                        <a:lnTo>
                          <a:pt x="956" y="18"/>
                        </a:lnTo>
                        <a:lnTo>
                          <a:pt x="961" y="19"/>
                        </a:lnTo>
                        <a:lnTo>
                          <a:pt x="964" y="19"/>
                        </a:lnTo>
                        <a:lnTo>
                          <a:pt x="967" y="19"/>
                        </a:lnTo>
                        <a:lnTo>
                          <a:pt x="969" y="19"/>
                        </a:lnTo>
                        <a:lnTo>
                          <a:pt x="971" y="20"/>
                        </a:lnTo>
                        <a:lnTo>
                          <a:pt x="974" y="20"/>
                        </a:lnTo>
                        <a:lnTo>
                          <a:pt x="976" y="20"/>
                        </a:lnTo>
                        <a:lnTo>
                          <a:pt x="973" y="106"/>
                        </a:lnTo>
                        <a:lnTo>
                          <a:pt x="806" y="97"/>
                        </a:lnTo>
                        <a:lnTo>
                          <a:pt x="793" y="96"/>
                        </a:lnTo>
                        <a:lnTo>
                          <a:pt x="782" y="96"/>
                        </a:lnTo>
                        <a:lnTo>
                          <a:pt x="770" y="95"/>
                        </a:lnTo>
                        <a:lnTo>
                          <a:pt x="757" y="95"/>
                        </a:lnTo>
                        <a:lnTo>
                          <a:pt x="744" y="94"/>
                        </a:lnTo>
                        <a:lnTo>
                          <a:pt x="732" y="94"/>
                        </a:lnTo>
                        <a:lnTo>
                          <a:pt x="719" y="93"/>
                        </a:lnTo>
                        <a:lnTo>
                          <a:pt x="706" y="92"/>
                        </a:lnTo>
                        <a:lnTo>
                          <a:pt x="694" y="92"/>
                        </a:lnTo>
                        <a:lnTo>
                          <a:pt x="681" y="90"/>
                        </a:lnTo>
                        <a:lnTo>
                          <a:pt x="668" y="89"/>
                        </a:lnTo>
                        <a:lnTo>
                          <a:pt x="656" y="88"/>
                        </a:lnTo>
                        <a:lnTo>
                          <a:pt x="643" y="88"/>
                        </a:lnTo>
                        <a:lnTo>
                          <a:pt x="630" y="88"/>
                        </a:lnTo>
                        <a:lnTo>
                          <a:pt x="618" y="87"/>
                        </a:lnTo>
                        <a:lnTo>
                          <a:pt x="606" y="87"/>
                        </a:lnTo>
                        <a:lnTo>
                          <a:pt x="593" y="86"/>
                        </a:lnTo>
                        <a:lnTo>
                          <a:pt x="580" y="86"/>
                        </a:lnTo>
                        <a:lnTo>
                          <a:pt x="568" y="86"/>
                        </a:lnTo>
                        <a:lnTo>
                          <a:pt x="555" y="86"/>
                        </a:lnTo>
                        <a:lnTo>
                          <a:pt x="543" y="84"/>
                        </a:lnTo>
                        <a:lnTo>
                          <a:pt x="530" y="84"/>
                        </a:lnTo>
                        <a:lnTo>
                          <a:pt x="518" y="84"/>
                        </a:lnTo>
                        <a:lnTo>
                          <a:pt x="505" y="84"/>
                        </a:lnTo>
                        <a:lnTo>
                          <a:pt x="492" y="84"/>
                        </a:lnTo>
                        <a:lnTo>
                          <a:pt x="480" y="84"/>
                        </a:lnTo>
                        <a:lnTo>
                          <a:pt x="468" y="84"/>
                        </a:lnTo>
                        <a:lnTo>
                          <a:pt x="455" y="84"/>
                        </a:lnTo>
                        <a:lnTo>
                          <a:pt x="442" y="84"/>
                        </a:lnTo>
                        <a:lnTo>
                          <a:pt x="430" y="84"/>
                        </a:lnTo>
                        <a:lnTo>
                          <a:pt x="418" y="86"/>
                        </a:lnTo>
                        <a:lnTo>
                          <a:pt x="407" y="86"/>
                        </a:lnTo>
                        <a:lnTo>
                          <a:pt x="394" y="86"/>
                        </a:lnTo>
                        <a:lnTo>
                          <a:pt x="382" y="86"/>
                        </a:lnTo>
                        <a:lnTo>
                          <a:pt x="369" y="86"/>
                        </a:lnTo>
                        <a:lnTo>
                          <a:pt x="357" y="87"/>
                        </a:lnTo>
                        <a:lnTo>
                          <a:pt x="344" y="87"/>
                        </a:lnTo>
                        <a:lnTo>
                          <a:pt x="332" y="88"/>
                        </a:lnTo>
                        <a:lnTo>
                          <a:pt x="320" y="88"/>
                        </a:lnTo>
                        <a:lnTo>
                          <a:pt x="308" y="90"/>
                        </a:lnTo>
                        <a:lnTo>
                          <a:pt x="295" y="90"/>
                        </a:lnTo>
                        <a:lnTo>
                          <a:pt x="283" y="92"/>
                        </a:lnTo>
                        <a:lnTo>
                          <a:pt x="270" y="93"/>
                        </a:lnTo>
                        <a:lnTo>
                          <a:pt x="258" y="94"/>
                        </a:lnTo>
                        <a:lnTo>
                          <a:pt x="245" y="95"/>
                        </a:lnTo>
                        <a:lnTo>
                          <a:pt x="235" y="96"/>
                        </a:lnTo>
                        <a:lnTo>
                          <a:pt x="223" y="99"/>
                        </a:lnTo>
                        <a:lnTo>
                          <a:pt x="210" y="100"/>
                        </a:lnTo>
                        <a:lnTo>
                          <a:pt x="198" y="101"/>
                        </a:lnTo>
                        <a:lnTo>
                          <a:pt x="186" y="103"/>
                        </a:lnTo>
                        <a:lnTo>
                          <a:pt x="174" y="105"/>
                        </a:lnTo>
                        <a:lnTo>
                          <a:pt x="162" y="106"/>
                        </a:lnTo>
                        <a:lnTo>
                          <a:pt x="150" y="108"/>
                        </a:lnTo>
                        <a:lnTo>
                          <a:pt x="138" y="111"/>
                        </a:lnTo>
                        <a:lnTo>
                          <a:pt x="127" y="113"/>
                        </a:lnTo>
                        <a:lnTo>
                          <a:pt x="116" y="115"/>
                        </a:lnTo>
                        <a:lnTo>
                          <a:pt x="103" y="118"/>
                        </a:lnTo>
                        <a:lnTo>
                          <a:pt x="92" y="120"/>
                        </a:lnTo>
                        <a:lnTo>
                          <a:pt x="80" y="124"/>
                        </a:lnTo>
                        <a:lnTo>
                          <a:pt x="70" y="126"/>
                        </a:lnTo>
                        <a:lnTo>
                          <a:pt x="58" y="130"/>
                        </a:lnTo>
                        <a:lnTo>
                          <a:pt x="46" y="132"/>
                        </a:lnTo>
                        <a:lnTo>
                          <a:pt x="35" y="134"/>
                        </a:lnTo>
                        <a:lnTo>
                          <a:pt x="23" y="139"/>
                        </a:lnTo>
                        <a:lnTo>
                          <a:pt x="0" y="56"/>
                        </a:lnTo>
                        <a:lnTo>
                          <a:pt x="4" y="54"/>
                        </a:lnTo>
                        <a:lnTo>
                          <a:pt x="10" y="52"/>
                        </a:lnTo>
                        <a:lnTo>
                          <a:pt x="13" y="51"/>
                        </a:lnTo>
                        <a:lnTo>
                          <a:pt x="15" y="50"/>
                        </a:lnTo>
                        <a:lnTo>
                          <a:pt x="17" y="50"/>
                        </a:lnTo>
                        <a:lnTo>
                          <a:pt x="21" y="49"/>
                        </a:lnTo>
                        <a:lnTo>
                          <a:pt x="26" y="48"/>
                        </a:lnTo>
                        <a:lnTo>
                          <a:pt x="30" y="46"/>
                        </a:lnTo>
                        <a:lnTo>
                          <a:pt x="33" y="45"/>
                        </a:lnTo>
                        <a:lnTo>
                          <a:pt x="36" y="45"/>
                        </a:lnTo>
                        <a:lnTo>
                          <a:pt x="39" y="44"/>
                        </a:lnTo>
                        <a:lnTo>
                          <a:pt x="42" y="44"/>
                        </a:lnTo>
                        <a:lnTo>
                          <a:pt x="45" y="43"/>
                        </a:lnTo>
                        <a:lnTo>
                          <a:pt x="47" y="43"/>
                        </a:lnTo>
                        <a:lnTo>
                          <a:pt x="49" y="42"/>
                        </a:lnTo>
                        <a:lnTo>
                          <a:pt x="53" y="40"/>
                        </a:lnTo>
                        <a:lnTo>
                          <a:pt x="55" y="40"/>
                        </a:lnTo>
                        <a:lnTo>
                          <a:pt x="58" y="39"/>
                        </a:lnTo>
                        <a:lnTo>
                          <a:pt x="60" y="38"/>
                        </a:lnTo>
                        <a:lnTo>
                          <a:pt x="64" y="38"/>
                        </a:lnTo>
                        <a:lnTo>
                          <a:pt x="66" y="37"/>
                        </a:lnTo>
                        <a:lnTo>
                          <a:pt x="68" y="37"/>
                        </a:lnTo>
                        <a:lnTo>
                          <a:pt x="71" y="36"/>
                        </a:lnTo>
                        <a:lnTo>
                          <a:pt x="74" y="36"/>
                        </a:lnTo>
                        <a:lnTo>
                          <a:pt x="77" y="35"/>
                        </a:lnTo>
                        <a:lnTo>
                          <a:pt x="80" y="35"/>
                        </a:lnTo>
                        <a:lnTo>
                          <a:pt x="83" y="33"/>
                        </a:lnTo>
                        <a:lnTo>
                          <a:pt x="86" y="33"/>
                        </a:lnTo>
                        <a:lnTo>
                          <a:pt x="89" y="32"/>
                        </a:lnTo>
                        <a:lnTo>
                          <a:pt x="91" y="32"/>
                        </a:lnTo>
                        <a:lnTo>
                          <a:pt x="93" y="31"/>
                        </a:lnTo>
                        <a:lnTo>
                          <a:pt x="96" y="31"/>
                        </a:lnTo>
                        <a:lnTo>
                          <a:pt x="98" y="30"/>
                        </a:lnTo>
                        <a:lnTo>
                          <a:pt x="100" y="30"/>
                        </a:lnTo>
                        <a:lnTo>
                          <a:pt x="104" y="29"/>
                        </a:lnTo>
                        <a:lnTo>
                          <a:pt x="108" y="29"/>
                        </a:lnTo>
                        <a:lnTo>
                          <a:pt x="110" y="27"/>
                        </a:lnTo>
                        <a:lnTo>
                          <a:pt x="112" y="27"/>
                        </a:lnTo>
                        <a:lnTo>
                          <a:pt x="115" y="27"/>
                        </a:lnTo>
                        <a:lnTo>
                          <a:pt x="118" y="26"/>
                        </a:lnTo>
                        <a:lnTo>
                          <a:pt x="121" y="26"/>
                        </a:lnTo>
                        <a:lnTo>
                          <a:pt x="123" y="25"/>
                        </a:lnTo>
                        <a:lnTo>
                          <a:pt x="127" y="25"/>
                        </a:lnTo>
                        <a:lnTo>
                          <a:pt x="129" y="25"/>
                        </a:lnTo>
                        <a:lnTo>
                          <a:pt x="131" y="24"/>
                        </a:lnTo>
                        <a:lnTo>
                          <a:pt x="134" y="24"/>
                        </a:lnTo>
                        <a:lnTo>
                          <a:pt x="136" y="23"/>
                        </a:lnTo>
                        <a:lnTo>
                          <a:pt x="140" y="23"/>
                        </a:lnTo>
                        <a:lnTo>
                          <a:pt x="142" y="21"/>
                        </a:lnTo>
                        <a:lnTo>
                          <a:pt x="144" y="21"/>
                        </a:lnTo>
                        <a:lnTo>
                          <a:pt x="148" y="20"/>
                        </a:lnTo>
                        <a:lnTo>
                          <a:pt x="150" y="20"/>
                        </a:lnTo>
                        <a:lnTo>
                          <a:pt x="153" y="20"/>
                        </a:lnTo>
                        <a:lnTo>
                          <a:pt x="156" y="20"/>
                        </a:lnTo>
                        <a:lnTo>
                          <a:pt x="159" y="20"/>
                        </a:lnTo>
                        <a:lnTo>
                          <a:pt x="162" y="20"/>
                        </a:lnTo>
                        <a:lnTo>
                          <a:pt x="165" y="19"/>
                        </a:lnTo>
                        <a:lnTo>
                          <a:pt x="167" y="18"/>
                        </a:lnTo>
                        <a:lnTo>
                          <a:pt x="170" y="18"/>
                        </a:lnTo>
                        <a:lnTo>
                          <a:pt x="173" y="18"/>
                        </a:lnTo>
                        <a:lnTo>
                          <a:pt x="173" y="20"/>
                        </a:lnTo>
                        <a:lnTo>
                          <a:pt x="174" y="24"/>
                        </a:lnTo>
                        <a:lnTo>
                          <a:pt x="175" y="26"/>
                        </a:lnTo>
                        <a:lnTo>
                          <a:pt x="176" y="30"/>
                        </a:lnTo>
                        <a:lnTo>
                          <a:pt x="176" y="32"/>
                        </a:lnTo>
                        <a:lnTo>
                          <a:pt x="178" y="36"/>
                        </a:lnTo>
                        <a:lnTo>
                          <a:pt x="179" y="38"/>
                        </a:lnTo>
                        <a:lnTo>
                          <a:pt x="179" y="43"/>
                        </a:lnTo>
                        <a:lnTo>
                          <a:pt x="184" y="43"/>
                        </a:lnTo>
                        <a:lnTo>
                          <a:pt x="187" y="43"/>
                        </a:lnTo>
                        <a:lnTo>
                          <a:pt x="192" y="43"/>
                        </a:lnTo>
                        <a:lnTo>
                          <a:pt x="197" y="43"/>
                        </a:lnTo>
                        <a:lnTo>
                          <a:pt x="200" y="43"/>
                        </a:lnTo>
                        <a:lnTo>
                          <a:pt x="205" y="43"/>
                        </a:lnTo>
                        <a:lnTo>
                          <a:pt x="210" y="43"/>
                        </a:lnTo>
                        <a:lnTo>
                          <a:pt x="214" y="43"/>
                        </a:lnTo>
                        <a:lnTo>
                          <a:pt x="214" y="39"/>
                        </a:lnTo>
                        <a:lnTo>
                          <a:pt x="217" y="36"/>
                        </a:lnTo>
                        <a:lnTo>
                          <a:pt x="219" y="33"/>
                        </a:lnTo>
                        <a:lnTo>
                          <a:pt x="220" y="32"/>
                        </a:lnTo>
                        <a:lnTo>
                          <a:pt x="224" y="27"/>
                        </a:lnTo>
                        <a:lnTo>
                          <a:pt x="227" y="25"/>
                        </a:lnTo>
                        <a:lnTo>
                          <a:pt x="230" y="24"/>
                        </a:lnTo>
                        <a:lnTo>
                          <a:pt x="233" y="23"/>
                        </a:lnTo>
                        <a:lnTo>
                          <a:pt x="237" y="23"/>
                        </a:lnTo>
                        <a:lnTo>
                          <a:pt x="241" y="23"/>
                        </a:lnTo>
                        <a:lnTo>
                          <a:pt x="243" y="23"/>
                        </a:lnTo>
                        <a:lnTo>
                          <a:pt x="245" y="25"/>
                        </a:lnTo>
                        <a:lnTo>
                          <a:pt x="248" y="26"/>
                        </a:lnTo>
                        <a:lnTo>
                          <a:pt x="250" y="30"/>
                        </a:lnTo>
                        <a:lnTo>
                          <a:pt x="252" y="32"/>
                        </a:lnTo>
                        <a:lnTo>
                          <a:pt x="256" y="36"/>
                        </a:lnTo>
                        <a:lnTo>
                          <a:pt x="258" y="38"/>
                        </a:lnTo>
                        <a:lnTo>
                          <a:pt x="262" y="43"/>
                        </a:lnTo>
                        <a:lnTo>
                          <a:pt x="264" y="46"/>
                        </a:lnTo>
                        <a:lnTo>
                          <a:pt x="267" y="50"/>
                        </a:lnTo>
                        <a:lnTo>
                          <a:pt x="269" y="54"/>
                        </a:lnTo>
                        <a:lnTo>
                          <a:pt x="273" y="58"/>
                        </a:lnTo>
                        <a:lnTo>
                          <a:pt x="275" y="62"/>
                        </a:lnTo>
                        <a:lnTo>
                          <a:pt x="277" y="65"/>
                        </a:lnTo>
                        <a:lnTo>
                          <a:pt x="281" y="69"/>
                        </a:lnTo>
                        <a:lnTo>
                          <a:pt x="284" y="73"/>
                        </a:lnTo>
                        <a:lnTo>
                          <a:pt x="287" y="75"/>
                        </a:lnTo>
                        <a:lnTo>
                          <a:pt x="290" y="78"/>
                        </a:lnTo>
                        <a:lnTo>
                          <a:pt x="293" y="81"/>
                        </a:lnTo>
                        <a:lnTo>
                          <a:pt x="297" y="82"/>
                        </a:lnTo>
                        <a:lnTo>
                          <a:pt x="301" y="83"/>
                        </a:lnTo>
                        <a:lnTo>
                          <a:pt x="305" y="83"/>
                        </a:lnTo>
                        <a:lnTo>
                          <a:pt x="308" y="83"/>
                        </a:lnTo>
                        <a:lnTo>
                          <a:pt x="314" y="83"/>
                        </a:lnTo>
                        <a:lnTo>
                          <a:pt x="315" y="81"/>
                        </a:lnTo>
                        <a:lnTo>
                          <a:pt x="316" y="77"/>
                        </a:lnTo>
                        <a:lnTo>
                          <a:pt x="319" y="75"/>
                        </a:lnTo>
                        <a:lnTo>
                          <a:pt x="320" y="73"/>
                        </a:lnTo>
                        <a:lnTo>
                          <a:pt x="321" y="70"/>
                        </a:lnTo>
                        <a:lnTo>
                          <a:pt x="321" y="67"/>
                        </a:lnTo>
                        <a:lnTo>
                          <a:pt x="322" y="64"/>
                        </a:lnTo>
                        <a:lnTo>
                          <a:pt x="324" y="62"/>
                        </a:lnTo>
                        <a:lnTo>
                          <a:pt x="324" y="59"/>
                        </a:lnTo>
                        <a:lnTo>
                          <a:pt x="324" y="57"/>
                        </a:lnTo>
                        <a:lnTo>
                          <a:pt x="324" y="54"/>
                        </a:lnTo>
                        <a:lnTo>
                          <a:pt x="324" y="51"/>
                        </a:lnTo>
                        <a:lnTo>
                          <a:pt x="324" y="46"/>
                        </a:lnTo>
                        <a:lnTo>
                          <a:pt x="324" y="42"/>
                        </a:lnTo>
                        <a:lnTo>
                          <a:pt x="321" y="36"/>
                        </a:lnTo>
                        <a:lnTo>
                          <a:pt x="320" y="31"/>
                        </a:lnTo>
                        <a:lnTo>
                          <a:pt x="318" y="26"/>
                        </a:lnTo>
                        <a:lnTo>
                          <a:pt x="315" y="21"/>
                        </a:lnTo>
                        <a:lnTo>
                          <a:pt x="311" y="18"/>
                        </a:lnTo>
                        <a:lnTo>
                          <a:pt x="308" y="12"/>
                        </a:lnTo>
                        <a:lnTo>
                          <a:pt x="303" y="8"/>
                        </a:lnTo>
                        <a:lnTo>
                          <a:pt x="300" y="5"/>
                        </a:lnTo>
                        <a:lnTo>
                          <a:pt x="303" y="5"/>
                        </a:lnTo>
                        <a:lnTo>
                          <a:pt x="307" y="4"/>
                        </a:lnTo>
                        <a:lnTo>
                          <a:pt x="309" y="2"/>
                        </a:lnTo>
                        <a:lnTo>
                          <a:pt x="314" y="2"/>
                        </a:lnTo>
                        <a:lnTo>
                          <a:pt x="316" y="2"/>
                        </a:lnTo>
                        <a:lnTo>
                          <a:pt x="320" y="2"/>
                        </a:lnTo>
                        <a:lnTo>
                          <a:pt x="324" y="2"/>
                        </a:lnTo>
                        <a:lnTo>
                          <a:pt x="327" y="2"/>
                        </a:lnTo>
                        <a:lnTo>
                          <a:pt x="331" y="2"/>
                        </a:lnTo>
                        <a:lnTo>
                          <a:pt x="334" y="2"/>
                        </a:lnTo>
                        <a:lnTo>
                          <a:pt x="337" y="1"/>
                        </a:lnTo>
                        <a:lnTo>
                          <a:pt x="341" y="1"/>
                        </a:lnTo>
                        <a:lnTo>
                          <a:pt x="344" y="1"/>
                        </a:lnTo>
                        <a:lnTo>
                          <a:pt x="347" y="1"/>
                        </a:lnTo>
                        <a:lnTo>
                          <a:pt x="351" y="1"/>
                        </a:lnTo>
                        <a:lnTo>
                          <a:pt x="354" y="1"/>
                        </a:lnTo>
                        <a:lnTo>
                          <a:pt x="353" y="4"/>
                        </a:lnTo>
                        <a:lnTo>
                          <a:pt x="352" y="6"/>
                        </a:lnTo>
                        <a:lnTo>
                          <a:pt x="350" y="10"/>
                        </a:lnTo>
                        <a:lnTo>
                          <a:pt x="348" y="13"/>
                        </a:lnTo>
                        <a:lnTo>
                          <a:pt x="353" y="16"/>
                        </a:lnTo>
                        <a:lnTo>
                          <a:pt x="357" y="18"/>
                        </a:lnTo>
                        <a:lnTo>
                          <a:pt x="360" y="19"/>
                        </a:lnTo>
                        <a:lnTo>
                          <a:pt x="364" y="21"/>
                        </a:lnTo>
                        <a:lnTo>
                          <a:pt x="366" y="23"/>
                        </a:lnTo>
                        <a:lnTo>
                          <a:pt x="370" y="26"/>
                        </a:lnTo>
                        <a:lnTo>
                          <a:pt x="373" y="27"/>
                        </a:lnTo>
                        <a:lnTo>
                          <a:pt x="378" y="31"/>
                        </a:lnTo>
                        <a:lnTo>
                          <a:pt x="379" y="33"/>
                        </a:lnTo>
                        <a:lnTo>
                          <a:pt x="382" y="37"/>
                        </a:lnTo>
                        <a:lnTo>
                          <a:pt x="384" y="39"/>
                        </a:lnTo>
                        <a:lnTo>
                          <a:pt x="386" y="43"/>
                        </a:lnTo>
                        <a:lnTo>
                          <a:pt x="391" y="48"/>
                        </a:lnTo>
                        <a:lnTo>
                          <a:pt x="396" y="52"/>
                        </a:lnTo>
                        <a:lnTo>
                          <a:pt x="401" y="56"/>
                        </a:lnTo>
                        <a:lnTo>
                          <a:pt x="407" y="58"/>
                        </a:lnTo>
                        <a:lnTo>
                          <a:pt x="409" y="59"/>
                        </a:lnTo>
                        <a:lnTo>
                          <a:pt x="411" y="61"/>
                        </a:lnTo>
                        <a:lnTo>
                          <a:pt x="415" y="62"/>
                        </a:lnTo>
                        <a:lnTo>
                          <a:pt x="417" y="63"/>
                        </a:lnTo>
                        <a:lnTo>
                          <a:pt x="420" y="63"/>
                        </a:lnTo>
                        <a:lnTo>
                          <a:pt x="422" y="64"/>
                        </a:lnTo>
                        <a:lnTo>
                          <a:pt x="424" y="64"/>
                        </a:lnTo>
                        <a:lnTo>
                          <a:pt x="428" y="64"/>
                        </a:lnTo>
                        <a:lnTo>
                          <a:pt x="430" y="64"/>
                        </a:lnTo>
                        <a:lnTo>
                          <a:pt x="434" y="64"/>
                        </a:lnTo>
                        <a:lnTo>
                          <a:pt x="436" y="64"/>
                        </a:lnTo>
                        <a:lnTo>
                          <a:pt x="440" y="65"/>
                        </a:lnTo>
                        <a:lnTo>
                          <a:pt x="442" y="64"/>
                        </a:lnTo>
                        <a:lnTo>
                          <a:pt x="445" y="64"/>
                        </a:lnTo>
                        <a:lnTo>
                          <a:pt x="448" y="63"/>
                        </a:lnTo>
                        <a:lnTo>
                          <a:pt x="451" y="63"/>
                        </a:lnTo>
                        <a:lnTo>
                          <a:pt x="453" y="62"/>
                        </a:lnTo>
                        <a:lnTo>
                          <a:pt x="455" y="62"/>
                        </a:lnTo>
                        <a:lnTo>
                          <a:pt x="458" y="61"/>
                        </a:lnTo>
                        <a:lnTo>
                          <a:pt x="461" y="61"/>
                        </a:lnTo>
                        <a:lnTo>
                          <a:pt x="466" y="57"/>
                        </a:lnTo>
                        <a:lnTo>
                          <a:pt x="471" y="55"/>
                        </a:lnTo>
                        <a:lnTo>
                          <a:pt x="475" y="52"/>
                        </a:lnTo>
                        <a:lnTo>
                          <a:pt x="480" y="49"/>
                        </a:lnTo>
                        <a:lnTo>
                          <a:pt x="485" y="45"/>
                        </a:lnTo>
                        <a:lnTo>
                          <a:pt x="488" y="42"/>
                        </a:lnTo>
                        <a:lnTo>
                          <a:pt x="493" y="38"/>
                        </a:lnTo>
                        <a:lnTo>
                          <a:pt x="497" y="35"/>
                        </a:lnTo>
                        <a:lnTo>
                          <a:pt x="499" y="30"/>
                        </a:lnTo>
                        <a:lnTo>
                          <a:pt x="503" y="25"/>
                        </a:lnTo>
                        <a:lnTo>
                          <a:pt x="505" y="21"/>
                        </a:lnTo>
                        <a:lnTo>
                          <a:pt x="507" y="18"/>
                        </a:lnTo>
                        <a:lnTo>
                          <a:pt x="509" y="12"/>
                        </a:lnTo>
                        <a:lnTo>
                          <a:pt x="510" y="7"/>
                        </a:lnTo>
                        <a:lnTo>
                          <a:pt x="511" y="4"/>
                        </a:lnTo>
                        <a:lnTo>
                          <a:pt x="511" y="0"/>
                        </a:lnTo>
                        <a:lnTo>
                          <a:pt x="515" y="0"/>
                        </a:lnTo>
                        <a:lnTo>
                          <a:pt x="518" y="0"/>
                        </a:lnTo>
                        <a:lnTo>
                          <a:pt x="523" y="0"/>
                        </a:lnTo>
                        <a:lnTo>
                          <a:pt x="528" y="0"/>
                        </a:lnTo>
                        <a:lnTo>
                          <a:pt x="531" y="0"/>
                        </a:lnTo>
                        <a:lnTo>
                          <a:pt x="535" y="0"/>
                        </a:lnTo>
                        <a:lnTo>
                          <a:pt x="538" y="0"/>
                        </a:lnTo>
                        <a:lnTo>
                          <a:pt x="544" y="0"/>
                        </a:lnTo>
                        <a:lnTo>
                          <a:pt x="538" y="2"/>
                        </a:lnTo>
                        <a:lnTo>
                          <a:pt x="536" y="5"/>
                        </a:lnTo>
                        <a:lnTo>
                          <a:pt x="534" y="7"/>
                        </a:lnTo>
                        <a:lnTo>
                          <a:pt x="531" y="10"/>
                        </a:lnTo>
                        <a:lnTo>
                          <a:pt x="526" y="16"/>
                        </a:lnTo>
                        <a:lnTo>
                          <a:pt x="522" y="20"/>
                        </a:lnTo>
                        <a:lnTo>
                          <a:pt x="518" y="24"/>
                        </a:lnTo>
                        <a:lnTo>
                          <a:pt x="517" y="29"/>
                        </a:lnTo>
                        <a:lnTo>
                          <a:pt x="516" y="33"/>
                        </a:lnTo>
                        <a:lnTo>
                          <a:pt x="516" y="38"/>
                        </a:lnTo>
                        <a:lnTo>
                          <a:pt x="516" y="40"/>
                        </a:lnTo>
                        <a:lnTo>
                          <a:pt x="516" y="45"/>
                        </a:lnTo>
                        <a:lnTo>
                          <a:pt x="518" y="48"/>
                        </a:lnTo>
                        <a:lnTo>
                          <a:pt x="521" y="51"/>
                        </a:lnTo>
                        <a:lnTo>
                          <a:pt x="523" y="54"/>
                        </a:lnTo>
                        <a:lnTo>
                          <a:pt x="525" y="57"/>
                        </a:lnTo>
                        <a:lnTo>
                          <a:pt x="529" y="59"/>
                        </a:lnTo>
                        <a:lnTo>
                          <a:pt x="534" y="62"/>
                        </a:lnTo>
                        <a:lnTo>
                          <a:pt x="536" y="63"/>
                        </a:lnTo>
                        <a:lnTo>
                          <a:pt x="541" y="65"/>
                        </a:lnTo>
                        <a:lnTo>
                          <a:pt x="545" y="67"/>
                        </a:lnTo>
                        <a:lnTo>
                          <a:pt x="549" y="68"/>
                        </a:lnTo>
                        <a:lnTo>
                          <a:pt x="554" y="69"/>
                        </a:lnTo>
                        <a:lnTo>
                          <a:pt x="558" y="70"/>
                        </a:lnTo>
                        <a:lnTo>
                          <a:pt x="564" y="70"/>
                        </a:lnTo>
                        <a:lnTo>
                          <a:pt x="569" y="71"/>
                        </a:lnTo>
                        <a:lnTo>
                          <a:pt x="573" y="71"/>
                        </a:lnTo>
                        <a:lnTo>
                          <a:pt x="577" y="71"/>
                        </a:lnTo>
                        <a:lnTo>
                          <a:pt x="582" y="71"/>
                        </a:lnTo>
                        <a:lnTo>
                          <a:pt x="586" y="71"/>
                        </a:lnTo>
                        <a:lnTo>
                          <a:pt x="589" y="70"/>
                        </a:lnTo>
                        <a:lnTo>
                          <a:pt x="593" y="70"/>
                        </a:lnTo>
                        <a:lnTo>
                          <a:pt x="595" y="69"/>
                        </a:lnTo>
                        <a:lnTo>
                          <a:pt x="599" y="68"/>
                        </a:lnTo>
                        <a:lnTo>
                          <a:pt x="598" y="64"/>
                        </a:lnTo>
                        <a:lnTo>
                          <a:pt x="596" y="61"/>
                        </a:lnTo>
                        <a:lnTo>
                          <a:pt x="596" y="58"/>
                        </a:lnTo>
                        <a:lnTo>
                          <a:pt x="596" y="56"/>
                        </a:lnTo>
                        <a:lnTo>
                          <a:pt x="595" y="52"/>
                        </a:lnTo>
                        <a:lnTo>
                          <a:pt x="595" y="50"/>
                        </a:lnTo>
                        <a:lnTo>
                          <a:pt x="594" y="48"/>
                        </a:lnTo>
                        <a:lnTo>
                          <a:pt x="594" y="45"/>
                        </a:lnTo>
                        <a:lnTo>
                          <a:pt x="593" y="40"/>
                        </a:lnTo>
                        <a:lnTo>
                          <a:pt x="592" y="37"/>
                        </a:lnTo>
                        <a:lnTo>
                          <a:pt x="591" y="33"/>
                        </a:lnTo>
                        <a:lnTo>
                          <a:pt x="591" y="31"/>
                        </a:lnTo>
                        <a:lnTo>
                          <a:pt x="589" y="27"/>
                        </a:lnTo>
                        <a:lnTo>
                          <a:pt x="588" y="26"/>
                        </a:lnTo>
                        <a:lnTo>
                          <a:pt x="587" y="24"/>
                        </a:lnTo>
                        <a:lnTo>
                          <a:pt x="586" y="23"/>
                        </a:lnTo>
                        <a:lnTo>
                          <a:pt x="583" y="20"/>
                        </a:lnTo>
                        <a:lnTo>
                          <a:pt x="582" y="19"/>
                        </a:lnTo>
                        <a:lnTo>
                          <a:pt x="577" y="18"/>
                        </a:lnTo>
                        <a:lnTo>
                          <a:pt x="575" y="17"/>
                        </a:lnTo>
                        <a:lnTo>
                          <a:pt x="572" y="16"/>
                        </a:lnTo>
                        <a:lnTo>
                          <a:pt x="569" y="14"/>
                        </a:lnTo>
                        <a:lnTo>
                          <a:pt x="564" y="12"/>
                        </a:lnTo>
                        <a:lnTo>
                          <a:pt x="562" y="8"/>
                        </a:lnTo>
                        <a:lnTo>
                          <a:pt x="558" y="6"/>
                        </a:lnTo>
                        <a:lnTo>
                          <a:pt x="556" y="5"/>
                        </a:lnTo>
                        <a:lnTo>
                          <a:pt x="554" y="2"/>
                        </a:lnTo>
                        <a:lnTo>
                          <a:pt x="551" y="0"/>
                        </a:lnTo>
                        <a:lnTo>
                          <a:pt x="556" y="0"/>
                        </a:lnTo>
                        <a:lnTo>
                          <a:pt x="560" y="0"/>
                        </a:lnTo>
                        <a:lnTo>
                          <a:pt x="564" y="0"/>
                        </a:lnTo>
                        <a:lnTo>
                          <a:pt x="568" y="0"/>
                        </a:lnTo>
                        <a:lnTo>
                          <a:pt x="572" y="0"/>
                        </a:lnTo>
                        <a:lnTo>
                          <a:pt x="576" y="0"/>
                        </a:lnTo>
                        <a:lnTo>
                          <a:pt x="580" y="0"/>
                        </a:lnTo>
                        <a:lnTo>
                          <a:pt x="585" y="0"/>
                        </a:lnTo>
                        <a:lnTo>
                          <a:pt x="588" y="0"/>
                        </a:lnTo>
                        <a:lnTo>
                          <a:pt x="592" y="0"/>
                        </a:lnTo>
                        <a:lnTo>
                          <a:pt x="596" y="0"/>
                        </a:lnTo>
                        <a:lnTo>
                          <a:pt x="600" y="0"/>
                        </a:lnTo>
                        <a:lnTo>
                          <a:pt x="605" y="0"/>
                        </a:lnTo>
                        <a:lnTo>
                          <a:pt x="608" y="0"/>
                        </a:lnTo>
                        <a:lnTo>
                          <a:pt x="612" y="0"/>
                        </a:lnTo>
                        <a:lnTo>
                          <a:pt x="617" y="1"/>
                        </a:lnTo>
                        <a:lnTo>
                          <a:pt x="620" y="1"/>
                        </a:lnTo>
                        <a:lnTo>
                          <a:pt x="625" y="1"/>
                        </a:lnTo>
                        <a:lnTo>
                          <a:pt x="628" y="1"/>
                        </a:lnTo>
                        <a:lnTo>
                          <a:pt x="632" y="2"/>
                        </a:lnTo>
                        <a:lnTo>
                          <a:pt x="637" y="2"/>
                        </a:lnTo>
                        <a:lnTo>
                          <a:pt x="640" y="2"/>
                        </a:lnTo>
                        <a:lnTo>
                          <a:pt x="645" y="2"/>
                        </a:lnTo>
                        <a:lnTo>
                          <a:pt x="650" y="2"/>
                        </a:lnTo>
                        <a:lnTo>
                          <a:pt x="652" y="2"/>
                        </a:lnTo>
                        <a:lnTo>
                          <a:pt x="657" y="2"/>
                        </a:lnTo>
                        <a:lnTo>
                          <a:pt x="661" y="2"/>
                        </a:lnTo>
                        <a:lnTo>
                          <a:pt x="665" y="2"/>
                        </a:lnTo>
                        <a:lnTo>
                          <a:pt x="669" y="2"/>
                        </a:lnTo>
                        <a:lnTo>
                          <a:pt x="672" y="4"/>
                        </a:lnTo>
                        <a:lnTo>
                          <a:pt x="678" y="4"/>
                        </a:lnTo>
                        <a:lnTo>
                          <a:pt x="682" y="5"/>
                        </a:lnTo>
                        <a:lnTo>
                          <a:pt x="685" y="5"/>
                        </a:lnTo>
                        <a:lnTo>
                          <a:pt x="689" y="5"/>
                        </a:lnTo>
                        <a:lnTo>
                          <a:pt x="694" y="5"/>
                        </a:lnTo>
                        <a:lnTo>
                          <a:pt x="697" y="5"/>
                        </a:lnTo>
                        <a:lnTo>
                          <a:pt x="701" y="5"/>
                        </a:lnTo>
                        <a:lnTo>
                          <a:pt x="706" y="5"/>
                        </a:lnTo>
                        <a:lnTo>
                          <a:pt x="709" y="5"/>
                        </a:lnTo>
                        <a:lnTo>
                          <a:pt x="714" y="5"/>
                        </a:lnTo>
                        <a:lnTo>
                          <a:pt x="717" y="5"/>
                        </a:lnTo>
                        <a:lnTo>
                          <a:pt x="721" y="5"/>
                        </a:lnTo>
                        <a:lnTo>
                          <a:pt x="726" y="6"/>
                        </a:lnTo>
                        <a:lnTo>
                          <a:pt x="731" y="6"/>
                        </a:lnTo>
                        <a:lnTo>
                          <a:pt x="734" y="6"/>
                        </a:lnTo>
                        <a:lnTo>
                          <a:pt x="738" y="6"/>
                        </a:lnTo>
                        <a:lnTo>
                          <a:pt x="741" y="7"/>
                        </a:lnTo>
                        <a:lnTo>
                          <a:pt x="746" y="7"/>
                        </a:lnTo>
                        <a:lnTo>
                          <a:pt x="751" y="7"/>
                        </a:lnTo>
                        <a:lnTo>
                          <a:pt x="754" y="7"/>
                        </a:lnTo>
                        <a:lnTo>
                          <a:pt x="759" y="7"/>
                        </a:lnTo>
                        <a:lnTo>
                          <a:pt x="763" y="7"/>
                        </a:lnTo>
                        <a:lnTo>
                          <a:pt x="766" y="7"/>
                        </a:lnTo>
                        <a:lnTo>
                          <a:pt x="770" y="8"/>
                        </a:lnTo>
                        <a:lnTo>
                          <a:pt x="774" y="8"/>
                        </a:lnTo>
                        <a:lnTo>
                          <a:pt x="779" y="10"/>
                        </a:lnTo>
                        <a:lnTo>
                          <a:pt x="783" y="10"/>
                        </a:lnTo>
                        <a:lnTo>
                          <a:pt x="786" y="10"/>
                        </a:lnTo>
                        <a:lnTo>
                          <a:pt x="791" y="10"/>
                        </a:lnTo>
                        <a:lnTo>
                          <a:pt x="795" y="10"/>
                        </a:lnTo>
                        <a:lnTo>
                          <a:pt x="799" y="10"/>
                        </a:lnTo>
                        <a:lnTo>
                          <a:pt x="803" y="10"/>
                        </a:lnTo>
                        <a:lnTo>
                          <a:pt x="808" y="11"/>
                        </a:lnTo>
                        <a:lnTo>
                          <a:pt x="811" y="11"/>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11" name="Freeform 140"/>
                  <p:cNvSpPr/>
                  <p:nvPr/>
                </p:nvSpPr>
                <p:spPr bwMode="auto">
                  <a:xfrm>
                    <a:off x="5620" y="1690"/>
                    <a:ext cx="4" cy="4"/>
                  </a:xfrm>
                  <a:custGeom>
                    <a:avLst/>
                    <a:gdLst>
                      <a:gd name="T0" fmla="*/ 0 w 13"/>
                      <a:gd name="T1" fmla="*/ 0 h 14"/>
                      <a:gd name="T2" fmla="*/ 0 w 13"/>
                      <a:gd name="T3" fmla="*/ 0 h 14"/>
                      <a:gd name="T4" fmla="*/ 0 w 13"/>
                      <a:gd name="T5" fmla="*/ 0 h 14"/>
                      <a:gd name="T6" fmla="*/ 0 w 13"/>
                      <a:gd name="T7" fmla="*/ 0 h 14"/>
                      <a:gd name="T8" fmla="*/ 0 w 13"/>
                      <a:gd name="T9" fmla="*/ 0 h 14"/>
                      <a:gd name="T10" fmla="*/ 0 w 13"/>
                      <a:gd name="T11" fmla="*/ 0 h 14"/>
                      <a:gd name="T12" fmla="*/ 0 w 13"/>
                      <a:gd name="T13" fmla="*/ 0 h 14"/>
                      <a:gd name="T14" fmla="*/ 0 w 13"/>
                      <a:gd name="T15" fmla="*/ 0 h 14"/>
                      <a:gd name="T16" fmla="*/ 0 w 13"/>
                      <a:gd name="T17" fmla="*/ 0 h 14"/>
                      <a:gd name="T18" fmla="*/ 0 w 13"/>
                      <a:gd name="T19" fmla="*/ 0 h 14"/>
                      <a:gd name="T20" fmla="*/ 0 w 13"/>
                      <a:gd name="T21" fmla="*/ 0 h 14"/>
                      <a:gd name="T22" fmla="*/ 0 w 13"/>
                      <a:gd name="T23" fmla="*/ 0 h 14"/>
                      <a:gd name="T24" fmla="*/ 0 w 13"/>
                      <a:gd name="T25" fmla="*/ 0 h 14"/>
                      <a:gd name="T26" fmla="*/ 0 w 13"/>
                      <a:gd name="T27" fmla="*/ 0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
                      <a:gd name="T43" fmla="*/ 0 h 14"/>
                      <a:gd name="T44" fmla="*/ 13 w 13"/>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 h="14">
                        <a:moveTo>
                          <a:pt x="13" y="14"/>
                        </a:moveTo>
                        <a:lnTo>
                          <a:pt x="8" y="11"/>
                        </a:lnTo>
                        <a:lnTo>
                          <a:pt x="5" y="8"/>
                        </a:lnTo>
                        <a:lnTo>
                          <a:pt x="1" y="4"/>
                        </a:lnTo>
                        <a:lnTo>
                          <a:pt x="0" y="3"/>
                        </a:lnTo>
                        <a:lnTo>
                          <a:pt x="2" y="2"/>
                        </a:lnTo>
                        <a:lnTo>
                          <a:pt x="6" y="1"/>
                        </a:lnTo>
                        <a:lnTo>
                          <a:pt x="9" y="0"/>
                        </a:lnTo>
                        <a:lnTo>
                          <a:pt x="13" y="0"/>
                        </a:lnTo>
                        <a:lnTo>
                          <a:pt x="13" y="2"/>
                        </a:lnTo>
                        <a:lnTo>
                          <a:pt x="13" y="7"/>
                        </a:lnTo>
                        <a:lnTo>
                          <a:pt x="13" y="10"/>
                        </a:lnTo>
                        <a:lnTo>
                          <a:pt x="13" y="1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12" name="Freeform 141"/>
                  <p:cNvSpPr/>
                  <p:nvPr/>
                </p:nvSpPr>
                <p:spPr bwMode="auto">
                  <a:xfrm>
                    <a:off x="5285" y="1942"/>
                    <a:ext cx="475" cy="36"/>
                  </a:xfrm>
                  <a:custGeom>
                    <a:avLst/>
                    <a:gdLst>
                      <a:gd name="T0" fmla="*/ 0 w 1425"/>
                      <a:gd name="T1" fmla="*/ 0 h 109"/>
                      <a:gd name="T2" fmla="*/ 0 w 1425"/>
                      <a:gd name="T3" fmla="*/ 0 h 109"/>
                      <a:gd name="T4" fmla="*/ 0 w 1425"/>
                      <a:gd name="T5" fmla="*/ 0 h 109"/>
                      <a:gd name="T6" fmla="*/ 0 w 1425"/>
                      <a:gd name="T7" fmla="*/ 0 h 109"/>
                      <a:gd name="T8" fmla="*/ 0 w 1425"/>
                      <a:gd name="T9" fmla="*/ 0 h 109"/>
                      <a:gd name="T10" fmla="*/ 0 w 1425"/>
                      <a:gd name="T11" fmla="*/ 0 h 109"/>
                      <a:gd name="T12" fmla="*/ 0 w 1425"/>
                      <a:gd name="T13" fmla="*/ 0 h 109"/>
                      <a:gd name="T14" fmla="*/ 0 w 1425"/>
                      <a:gd name="T15" fmla="*/ 0 h 109"/>
                      <a:gd name="T16" fmla="*/ 0 w 1425"/>
                      <a:gd name="T17" fmla="*/ 0 h 109"/>
                      <a:gd name="T18" fmla="*/ 0 w 1425"/>
                      <a:gd name="T19" fmla="*/ 0 h 109"/>
                      <a:gd name="T20" fmla="*/ 0 w 1425"/>
                      <a:gd name="T21" fmla="*/ 0 h 109"/>
                      <a:gd name="T22" fmla="*/ 0 w 1425"/>
                      <a:gd name="T23" fmla="*/ 0 h 109"/>
                      <a:gd name="T24" fmla="*/ 0 w 1425"/>
                      <a:gd name="T25" fmla="*/ 0 h 109"/>
                      <a:gd name="T26" fmla="*/ 0 w 1425"/>
                      <a:gd name="T27" fmla="*/ 0 h 109"/>
                      <a:gd name="T28" fmla="*/ 0 w 1425"/>
                      <a:gd name="T29" fmla="*/ 0 h 109"/>
                      <a:gd name="T30" fmla="*/ 0 w 1425"/>
                      <a:gd name="T31" fmla="*/ 0 h 109"/>
                      <a:gd name="T32" fmla="*/ 0 w 1425"/>
                      <a:gd name="T33" fmla="*/ 0 h 109"/>
                      <a:gd name="T34" fmla="*/ 0 w 1425"/>
                      <a:gd name="T35" fmla="*/ 0 h 109"/>
                      <a:gd name="T36" fmla="*/ 0 w 1425"/>
                      <a:gd name="T37" fmla="*/ 0 h 109"/>
                      <a:gd name="T38" fmla="*/ 0 w 1425"/>
                      <a:gd name="T39" fmla="*/ 0 h 109"/>
                      <a:gd name="T40" fmla="*/ 0 w 1425"/>
                      <a:gd name="T41" fmla="*/ 0 h 109"/>
                      <a:gd name="T42" fmla="*/ 0 w 1425"/>
                      <a:gd name="T43" fmla="*/ 0 h 109"/>
                      <a:gd name="T44" fmla="*/ 0 w 1425"/>
                      <a:gd name="T45" fmla="*/ 0 h 109"/>
                      <a:gd name="T46" fmla="*/ 0 w 1425"/>
                      <a:gd name="T47" fmla="*/ 0 h 109"/>
                      <a:gd name="T48" fmla="*/ 0 w 1425"/>
                      <a:gd name="T49" fmla="*/ 0 h 109"/>
                      <a:gd name="T50" fmla="*/ 0 w 1425"/>
                      <a:gd name="T51" fmla="*/ 0 h 109"/>
                      <a:gd name="T52" fmla="*/ 0 w 1425"/>
                      <a:gd name="T53" fmla="*/ 0 h 109"/>
                      <a:gd name="T54" fmla="*/ 0 w 1425"/>
                      <a:gd name="T55" fmla="*/ 0 h 109"/>
                      <a:gd name="T56" fmla="*/ 0 w 1425"/>
                      <a:gd name="T57" fmla="*/ 0 h 109"/>
                      <a:gd name="T58" fmla="*/ 0 w 1425"/>
                      <a:gd name="T59" fmla="*/ 0 h 109"/>
                      <a:gd name="T60" fmla="*/ 0 w 1425"/>
                      <a:gd name="T61" fmla="*/ 0 h 109"/>
                      <a:gd name="T62" fmla="*/ 0 w 1425"/>
                      <a:gd name="T63" fmla="*/ 0 h 109"/>
                      <a:gd name="T64" fmla="*/ 0 w 1425"/>
                      <a:gd name="T65" fmla="*/ 0 h 109"/>
                      <a:gd name="T66" fmla="*/ 0 w 1425"/>
                      <a:gd name="T67" fmla="*/ 0 h 109"/>
                      <a:gd name="T68" fmla="*/ 0 w 1425"/>
                      <a:gd name="T69" fmla="*/ 0 h 109"/>
                      <a:gd name="T70" fmla="*/ 0 w 1425"/>
                      <a:gd name="T71" fmla="*/ 0 h 109"/>
                      <a:gd name="T72" fmla="*/ 0 w 1425"/>
                      <a:gd name="T73" fmla="*/ 0 h 109"/>
                      <a:gd name="T74" fmla="*/ 0 w 1425"/>
                      <a:gd name="T75" fmla="*/ 0 h 109"/>
                      <a:gd name="T76" fmla="*/ 0 w 1425"/>
                      <a:gd name="T77" fmla="*/ 0 h 109"/>
                      <a:gd name="T78" fmla="*/ 0 w 1425"/>
                      <a:gd name="T79" fmla="*/ 0 h 109"/>
                      <a:gd name="T80" fmla="*/ 0 w 1425"/>
                      <a:gd name="T81" fmla="*/ 0 h 109"/>
                      <a:gd name="T82" fmla="*/ 0 w 1425"/>
                      <a:gd name="T83" fmla="*/ 0 h 109"/>
                      <a:gd name="T84" fmla="*/ 0 w 1425"/>
                      <a:gd name="T85" fmla="*/ 0 h 109"/>
                      <a:gd name="T86" fmla="*/ 0 w 1425"/>
                      <a:gd name="T87" fmla="*/ 0 h 109"/>
                      <a:gd name="T88" fmla="*/ 0 w 1425"/>
                      <a:gd name="T89" fmla="*/ 0 h 109"/>
                      <a:gd name="T90" fmla="*/ 0 w 1425"/>
                      <a:gd name="T91" fmla="*/ 0 h 109"/>
                      <a:gd name="T92" fmla="*/ 0 w 1425"/>
                      <a:gd name="T93" fmla="*/ 0 h 109"/>
                      <a:gd name="T94" fmla="*/ 0 w 1425"/>
                      <a:gd name="T95" fmla="*/ 0 h 109"/>
                      <a:gd name="T96" fmla="*/ 0 w 1425"/>
                      <a:gd name="T97" fmla="*/ 0 h 109"/>
                      <a:gd name="T98" fmla="*/ 0 w 1425"/>
                      <a:gd name="T99" fmla="*/ 0 h 109"/>
                      <a:gd name="T100" fmla="*/ 0 w 1425"/>
                      <a:gd name="T101" fmla="*/ 0 h 109"/>
                      <a:gd name="T102" fmla="*/ 0 w 1425"/>
                      <a:gd name="T103" fmla="*/ 0 h 109"/>
                      <a:gd name="T104" fmla="*/ 0 w 1425"/>
                      <a:gd name="T105" fmla="*/ 0 h 109"/>
                      <a:gd name="T106" fmla="*/ 0 w 1425"/>
                      <a:gd name="T107" fmla="*/ 0 h 109"/>
                      <a:gd name="T108" fmla="*/ 0 w 1425"/>
                      <a:gd name="T109" fmla="*/ 0 h 109"/>
                      <a:gd name="T110" fmla="*/ 0 w 1425"/>
                      <a:gd name="T111" fmla="*/ 0 h 109"/>
                      <a:gd name="T112" fmla="*/ 0 w 1425"/>
                      <a:gd name="T113" fmla="*/ 0 h 109"/>
                      <a:gd name="T114" fmla="*/ 0 w 1425"/>
                      <a:gd name="T115" fmla="*/ 0 h 109"/>
                      <a:gd name="T116" fmla="*/ 0 w 1425"/>
                      <a:gd name="T117" fmla="*/ 0 h 109"/>
                      <a:gd name="T118" fmla="*/ 0 w 1425"/>
                      <a:gd name="T119" fmla="*/ 0 h 109"/>
                      <a:gd name="T120" fmla="*/ 0 w 1425"/>
                      <a:gd name="T121" fmla="*/ 0 h 109"/>
                      <a:gd name="T122" fmla="*/ 0 w 1425"/>
                      <a:gd name="T123" fmla="*/ 0 h 10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25"/>
                      <a:gd name="T187" fmla="*/ 0 h 109"/>
                      <a:gd name="T188" fmla="*/ 1425 w 1425"/>
                      <a:gd name="T189" fmla="*/ 109 h 10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25" h="109">
                        <a:moveTo>
                          <a:pt x="13" y="6"/>
                        </a:moveTo>
                        <a:lnTo>
                          <a:pt x="14" y="6"/>
                        </a:lnTo>
                        <a:lnTo>
                          <a:pt x="17" y="6"/>
                        </a:lnTo>
                        <a:lnTo>
                          <a:pt x="20" y="6"/>
                        </a:lnTo>
                        <a:lnTo>
                          <a:pt x="24" y="6"/>
                        </a:lnTo>
                        <a:lnTo>
                          <a:pt x="28" y="7"/>
                        </a:lnTo>
                        <a:lnTo>
                          <a:pt x="31" y="7"/>
                        </a:lnTo>
                        <a:lnTo>
                          <a:pt x="34" y="8"/>
                        </a:lnTo>
                        <a:lnTo>
                          <a:pt x="37" y="8"/>
                        </a:lnTo>
                        <a:lnTo>
                          <a:pt x="40" y="8"/>
                        </a:lnTo>
                        <a:lnTo>
                          <a:pt x="44" y="8"/>
                        </a:lnTo>
                        <a:lnTo>
                          <a:pt x="47" y="9"/>
                        </a:lnTo>
                        <a:lnTo>
                          <a:pt x="51" y="9"/>
                        </a:lnTo>
                        <a:lnTo>
                          <a:pt x="55" y="10"/>
                        </a:lnTo>
                        <a:lnTo>
                          <a:pt x="58" y="10"/>
                        </a:lnTo>
                        <a:lnTo>
                          <a:pt x="63" y="10"/>
                        </a:lnTo>
                        <a:lnTo>
                          <a:pt x="68" y="10"/>
                        </a:lnTo>
                        <a:lnTo>
                          <a:pt x="71" y="12"/>
                        </a:lnTo>
                        <a:lnTo>
                          <a:pt x="76" y="12"/>
                        </a:lnTo>
                        <a:lnTo>
                          <a:pt x="81" y="13"/>
                        </a:lnTo>
                        <a:lnTo>
                          <a:pt x="85" y="13"/>
                        </a:lnTo>
                        <a:lnTo>
                          <a:pt x="90" y="13"/>
                        </a:lnTo>
                        <a:lnTo>
                          <a:pt x="95" y="14"/>
                        </a:lnTo>
                        <a:lnTo>
                          <a:pt x="101" y="14"/>
                        </a:lnTo>
                        <a:lnTo>
                          <a:pt x="104" y="15"/>
                        </a:lnTo>
                        <a:lnTo>
                          <a:pt x="112" y="15"/>
                        </a:lnTo>
                        <a:lnTo>
                          <a:pt x="116" y="15"/>
                        </a:lnTo>
                        <a:lnTo>
                          <a:pt x="121" y="16"/>
                        </a:lnTo>
                        <a:lnTo>
                          <a:pt x="126" y="16"/>
                        </a:lnTo>
                        <a:lnTo>
                          <a:pt x="132" y="18"/>
                        </a:lnTo>
                        <a:lnTo>
                          <a:pt x="136" y="18"/>
                        </a:lnTo>
                        <a:lnTo>
                          <a:pt x="142" y="18"/>
                        </a:lnTo>
                        <a:lnTo>
                          <a:pt x="147" y="18"/>
                        </a:lnTo>
                        <a:lnTo>
                          <a:pt x="153" y="19"/>
                        </a:lnTo>
                        <a:lnTo>
                          <a:pt x="159" y="19"/>
                        </a:lnTo>
                        <a:lnTo>
                          <a:pt x="165" y="19"/>
                        </a:lnTo>
                        <a:lnTo>
                          <a:pt x="170" y="20"/>
                        </a:lnTo>
                        <a:lnTo>
                          <a:pt x="176" y="20"/>
                        </a:lnTo>
                        <a:lnTo>
                          <a:pt x="182" y="20"/>
                        </a:lnTo>
                        <a:lnTo>
                          <a:pt x="187" y="21"/>
                        </a:lnTo>
                        <a:lnTo>
                          <a:pt x="193" y="21"/>
                        </a:lnTo>
                        <a:lnTo>
                          <a:pt x="199" y="21"/>
                        </a:lnTo>
                        <a:lnTo>
                          <a:pt x="204" y="21"/>
                        </a:lnTo>
                        <a:lnTo>
                          <a:pt x="210" y="21"/>
                        </a:lnTo>
                        <a:lnTo>
                          <a:pt x="215" y="21"/>
                        </a:lnTo>
                        <a:lnTo>
                          <a:pt x="221" y="22"/>
                        </a:lnTo>
                        <a:lnTo>
                          <a:pt x="225" y="22"/>
                        </a:lnTo>
                        <a:lnTo>
                          <a:pt x="231" y="22"/>
                        </a:lnTo>
                        <a:lnTo>
                          <a:pt x="237" y="22"/>
                        </a:lnTo>
                        <a:lnTo>
                          <a:pt x="243" y="22"/>
                        </a:lnTo>
                        <a:lnTo>
                          <a:pt x="248" y="22"/>
                        </a:lnTo>
                        <a:lnTo>
                          <a:pt x="253" y="22"/>
                        </a:lnTo>
                        <a:lnTo>
                          <a:pt x="259" y="22"/>
                        </a:lnTo>
                        <a:lnTo>
                          <a:pt x="263" y="22"/>
                        </a:lnTo>
                        <a:lnTo>
                          <a:pt x="268" y="22"/>
                        </a:lnTo>
                        <a:lnTo>
                          <a:pt x="274" y="22"/>
                        </a:lnTo>
                        <a:lnTo>
                          <a:pt x="279" y="22"/>
                        </a:lnTo>
                        <a:lnTo>
                          <a:pt x="284" y="22"/>
                        </a:lnTo>
                        <a:lnTo>
                          <a:pt x="288" y="21"/>
                        </a:lnTo>
                        <a:lnTo>
                          <a:pt x="292" y="21"/>
                        </a:lnTo>
                        <a:lnTo>
                          <a:pt x="294" y="21"/>
                        </a:lnTo>
                        <a:lnTo>
                          <a:pt x="297" y="21"/>
                        </a:lnTo>
                        <a:lnTo>
                          <a:pt x="299" y="21"/>
                        </a:lnTo>
                        <a:lnTo>
                          <a:pt x="303" y="21"/>
                        </a:lnTo>
                        <a:lnTo>
                          <a:pt x="305" y="20"/>
                        </a:lnTo>
                        <a:lnTo>
                          <a:pt x="306" y="20"/>
                        </a:lnTo>
                        <a:lnTo>
                          <a:pt x="310" y="20"/>
                        </a:lnTo>
                        <a:lnTo>
                          <a:pt x="313" y="20"/>
                        </a:lnTo>
                        <a:lnTo>
                          <a:pt x="316" y="20"/>
                        </a:lnTo>
                        <a:lnTo>
                          <a:pt x="319" y="20"/>
                        </a:lnTo>
                        <a:lnTo>
                          <a:pt x="322" y="20"/>
                        </a:lnTo>
                        <a:lnTo>
                          <a:pt x="324" y="20"/>
                        </a:lnTo>
                        <a:lnTo>
                          <a:pt x="327" y="19"/>
                        </a:lnTo>
                        <a:lnTo>
                          <a:pt x="330" y="19"/>
                        </a:lnTo>
                        <a:lnTo>
                          <a:pt x="335" y="19"/>
                        </a:lnTo>
                        <a:lnTo>
                          <a:pt x="337" y="19"/>
                        </a:lnTo>
                        <a:lnTo>
                          <a:pt x="339" y="19"/>
                        </a:lnTo>
                        <a:lnTo>
                          <a:pt x="344" y="19"/>
                        </a:lnTo>
                        <a:lnTo>
                          <a:pt x="346" y="19"/>
                        </a:lnTo>
                        <a:lnTo>
                          <a:pt x="351" y="19"/>
                        </a:lnTo>
                        <a:lnTo>
                          <a:pt x="355" y="18"/>
                        </a:lnTo>
                        <a:lnTo>
                          <a:pt x="357" y="18"/>
                        </a:lnTo>
                        <a:lnTo>
                          <a:pt x="361" y="18"/>
                        </a:lnTo>
                        <a:lnTo>
                          <a:pt x="364" y="18"/>
                        </a:lnTo>
                        <a:lnTo>
                          <a:pt x="369" y="18"/>
                        </a:lnTo>
                        <a:lnTo>
                          <a:pt x="373" y="18"/>
                        </a:lnTo>
                        <a:lnTo>
                          <a:pt x="376" y="18"/>
                        </a:lnTo>
                        <a:lnTo>
                          <a:pt x="381" y="18"/>
                        </a:lnTo>
                        <a:lnTo>
                          <a:pt x="384" y="18"/>
                        </a:lnTo>
                        <a:lnTo>
                          <a:pt x="388" y="18"/>
                        </a:lnTo>
                        <a:lnTo>
                          <a:pt x="392" y="18"/>
                        </a:lnTo>
                        <a:lnTo>
                          <a:pt x="396" y="18"/>
                        </a:lnTo>
                        <a:lnTo>
                          <a:pt x="400" y="16"/>
                        </a:lnTo>
                        <a:lnTo>
                          <a:pt x="403" y="16"/>
                        </a:lnTo>
                        <a:lnTo>
                          <a:pt x="408" y="16"/>
                        </a:lnTo>
                        <a:lnTo>
                          <a:pt x="412" y="16"/>
                        </a:lnTo>
                        <a:lnTo>
                          <a:pt x="415" y="16"/>
                        </a:lnTo>
                        <a:lnTo>
                          <a:pt x="420" y="16"/>
                        </a:lnTo>
                        <a:lnTo>
                          <a:pt x="425" y="16"/>
                        </a:lnTo>
                        <a:lnTo>
                          <a:pt x="428" y="16"/>
                        </a:lnTo>
                        <a:lnTo>
                          <a:pt x="433" y="16"/>
                        </a:lnTo>
                        <a:lnTo>
                          <a:pt x="438" y="16"/>
                        </a:lnTo>
                        <a:lnTo>
                          <a:pt x="441" y="16"/>
                        </a:lnTo>
                        <a:lnTo>
                          <a:pt x="446" y="16"/>
                        </a:lnTo>
                        <a:lnTo>
                          <a:pt x="451" y="15"/>
                        </a:lnTo>
                        <a:lnTo>
                          <a:pt x="456" y="15"/>
                        </a:lnTo>
                        <a:lnTo>
                          <a:pt x="459" y="15"/>
                        </a:lnTo>
                        <a:lnTo>
                          <a:pt x="463" y="15"/>
                        </a:lnTo>
                        <a:lnTo>
                          <a:pt x="469" y="15"/>
                        </a:lnTo>
                        <a:lnTo>
                          <a:pt x="472" y="15"/>
                        </a:lnTo>
                        <a:lnTo>
                          <a:pt x="477" y="15"/>
                        </a:lnTo>
                        <a:lnTo>
                          <a:pt x="482" y="15"/>
                        </a:lnTo>
                        <a:lnTo>
                          <a:pt x="486" y="15"/>
                        </a:lnTo>
                        <a:lnTo>
                          <a:pt x="490" y="15"/>
                        </a:lnTo>
                        <a:lnTo>
                          <a:pt x="495" y="15"/>
                        </a:lnTo>
                        <a:lnTo>
                          <a:pt x="500" y="15"/>
                        </a:lnTo>
                        <a:lnTo>
                          <a:pt x="504" y="15"/>
                        </a:lnTo>
                        <a:lnTo>
                          <a:pt x="509" y="15"/>
                        </a:lnTo>
                        <a:lnTo>
                          <a:pt x="514" y="15"/>
                        </a:lnTo>
                        <a:lnTo>
                          <a:pt x="519" y="15"/>
                        </a:lnTo>
                        <a:lnTo>
                          <a:pt x="516" y="16"/>
                        </a:lnTo>
                        <a:lnTo>
                          <a:pt x="513" y="18"/>
                        </a:lnTo>
                        <a:lnTo>
                          <a:pt x="510" y="18"/>
                        </a:lnTo>
                        <a:lnTo>
                          <a:pt x="507" y="20"/>
                        </a:lnTo>
                        <a:lnTo>
                          <a:pt x="504" y="21"/>
                        </a:lnTo>
                        <a:lnTo>
                          <a:pt x="501" y="21"/>
                        </a:lnTo>
                        <a:lnTo>
                          <a:pt x="498" y="24"/>
                        </a:lnTo>
                        <a:lnTo>
                          <a:pt x="497" y="25"/>
                        </a:lnTo>
                        <a:lnTo>
                          <a:pt x="491" y="27"/>
                        </a:lnTo>
                        <a:lnTo>
                          <a:pt x="488" y="29"/>
                        </a:lnTo>
                        <a:lnTo>
                          <a:pt x="483" y="33"/>
                        </a:lnTo>
                        <a:lnTo>
                          <a:pt x="479" y="37"/>
                        </a:lnTo>
                        <a:lnTo>
                          <a:pt x="476" y="40"/>
                        </a:lnTo>
                        <a:lnTo>
                          <a:pt x="473" y="45"/>
                        </a:lnTo>
                        <a:lnTo>
                          <a:pt x="471" y="46"/>
                        </a:lnTo>
                        <a:lnTo>
                          <a:pt x="471" y="48"/>
                        </a:lnTo>
                        <a:lnTo>
                          <a:pt x="470" y="51"/>
                        </a:lnTo>
                        <a:lnTo>
                          <a:pt x="469" y="54"/>
                        </a:lnTo>
                        <a:lnTo>
                          <a:pt x="469" y="56"/>
                        </a:lnTo>
                        <a:lnTo>
                          <a:pt x="469" y="59"/>
                        </a:lnTo>
                        <a:lnTo>
                          <a:pt x="467" y="62"/>
                        </a:lnTo>
                        <a:lnTo>
                          <a:pt x="467" y="65"/>
                        </a:lnTo>
                        <a:lnTo>
                          <a:pt x="467" y="69"/>
                        </a:lnTo>
                        <a:lnTo>
                          <a:pt x="467" y="71"/>
                        </a:lnTo>
                        <a:lnTo>
                          <a:pt x="469" y="75"/>
                        </a:lnTo>
                        <a:lnTo>
                          <a:pt x="469" y="79"/>
                        </a:lnTo>
                        <a:lnTo>
                          <a:pt x="471" y="78"/>
                        </a:lnTo>
                        <a:lnTo>
                          <a:pt x="473" y="78"/>
                        </a:lnTo>
                        <a:lnTo>
                          <a:pt x="476" y="77"/>
                        </a:lnTo>
                        <a:lnTo>
                          <a:pt x="479" y="77"/>
                        </a:lnTo>
                        <a:lnTo>
                          <a:pt x="482" y="76"/>
                        </a:lnTo>
                        <a:lnTo>
                          <a:pt x="484" y="76"/>
                        </a:lnTo>
                        <a:lnTo>
                          <a:pt x="486" y="76"/>
                        </a:lnTo>
                        <a:lnTo>
                          <a:pt x="490" y="75"/>
                        </a:lnTo>
                        <a:lnTo>
                          <a:pt x="495" y="73"/>
                        </a:lnTo>
                        <a:lnTo>
                          <a:pt x="500" y="71"/>
                        </a:lnTo>
                        <a:lnTo>
                          <a:pt x="504" y="71"/>
                        </a:lnTo>
                        <a:lnTo>
                          <a:pt x="510" y="70"/>
                        </a:lnTo>
                        <a:lnTo>
                          <a:pt x="515" y="67"/>
                        </a:lnTo>
                        <a:lnTo>
                          <a:pt x="519" y="66"/>
                        </a:lnTo>
                        <a:lnTo>
                          <a:pt x="524" y="64"/>
                        </a:lnTo>
                        <a:lnTo>
                          <a:pt x="529" y="63"/>
                        </a:lnTo>
                        <a:lnTo>
                          <a:pt x="534" y="60"/>
                        </a:lnTo>
                        <a:lnTo>
                          <a:pt x="539" y="59"/>
                        </a:lnTo>
                        <a:lnTo>
                          <a:pt x="543" y="56"/>
                        </a:lnTo>
                        <a:lnTo>
                          <a:pt x="548" y="54"/>
                        </a:lnTo>
                        <a:lnTo>
                          <a:pt x="552" y="52"/>
                        </a:lnTo>
                        <a:lnTo>
                          <a:pt x="556" y="51"/>
                        </a:lnTo>
                        <a:lnTo>
                          <a:pt x="562" y="48"/>
                        </a:lnTo>
                        <a:lnTo>
                          <a:pt x="567" y="46"/>
                        </a:lnTo>
                        <a:lnTo>
                          <a:pt x="571" y="44"/>
                        </a:lnTo>
                        <a:lnTo>
                          <a:pt x="577" y="41"/>
                        </a:lnTo>
                        <a:lnTo>
                          <a:pt x="581" y="39"/>
                        </a:lnTo>
                        <a:lnTo>
                          <a:pt x="586" y="38"/>
                        </a:lnTo>
                        <a:lnTo>
                          <a:pt x="591" y="35"/>
                        </a:lnTo>
                        <a:lnTo>
                          <a:pt x="596" y="34"/>
                        </a:lnTo>
                        <a:lnTo>
                          <a:pt x="600" y="33"/>
                        </a:lnTo>
                        <a:lnTo>
                          <a:pt x="606" y="31"/>
                        </a:lnTo>
                        <a:lnTo>
                          <a:pt x="611" y="29"/>
                        </a:lnTo>
                        <a:lnTo>
                          <a:pt x="616" y="28"/>
                        </a:lnTo>
                        <a:lnTo>
                          <a:pt x="619" y="27"/>
                        </a:lnTo>
                        <a:lnTo>
                          <a:pt x="622" y="27"/>
                        </a:lnTo>
                        <a:lnTo>
                          <a:pt x="625" y="26"/>
                        </a:lnTo>
                        <a:lnTo>
                          <a:pt x="628" y="26"/>
                        </a:lnTo>
                        <a:lnTo>
                          <a:pt x="625" y="24"/>
                        </a:lnTo>
                        <a:lnTo>
                          <a:pt x="624" y="21"/>
                        </a:lnTo>
                        <a:lnTo>
                          <a:pt x="621" y="18"/>
                        </a:lnTo>
                        <a:lnTo>
                          <a:pt x="618" y="14"/>
                        </a:lnTo>
                        <a:lnTo>
                          <a:pt x="621" y="13"/>
                        </a:lnTo>
                        <a:lnTo>
                          <a:pt x="625" y="13"/>
                        </a:lnTo>
                        <a:lnTo>
                          <a:pt x="628" y="13"/>
                        </a:lnTo>
                        <a:lnTo>
                          <a:pt x="632" y="13"/>
                        </a:lnTo>
                        <a:lnTo>
                          <a:pt x="637" y="13"/>
                        </a:lnTo>
                        <a:lnTo>
                          <a:pt x="641" y="13"/>
                        </a:lnTo>
                        <a:lnTo>
                          <a:pt x="644" y="13"/>
                        </a:lnTo>
                        <a:lnTo>
                          <a:pt x="648" y="13"/>
                        </a:lnTo>
                        <a:lnTo>
                          <a:pt x="651" y="13"/>
                        </a:lnTo>
                        <a:lnTo>
                          <a:pt x="656" y="13"/>
                        </a:lnTo>
                        <a:lnTo>
                          <a:pt x="660" y="13"/>
                        </a:lnTo>
                        <a:lnTo>
                          <a:pt x="663" y="13"/>
                        </a:lnTo>
                        <a:lnTo>
                          <a:pt x="667" y="13"/>
                        </a:lnTo>
                        <a:lnTo>
                          <a:pt x="670" y="13"/>
                        </a:lnTo>
                        <a:lnTo>
                          <a:pt x="674" y="13"/>
                        </a:lnTo>
                        <a:lnTo>
                          <a:pt x="679" y="13"/>
                        </a:lnTo>
                        <a:lnTo>
                          <a:pt x="682" y="13"/>
                        </a:lnTo>
                        <a:lnTo>
                          <a:pt x="686" y="13"/>
                        </a:lnTo>
                        <a:lnTo>
                          <a:pt x="689" y="13"/>
                        </a:lnTo>
                        <a:lnTo>
                          <a:pt x="693" y="13"/>
                        </a:lnTo>
                        <a:lnTo>
                          <a:pt x="696" y="13"/>
                        </a:lnTo>
                        <a:lnTo>
                          <a:pt x="700" y="13"/>
                        </a:lnTo>
                        <a:lnTo>
                          <a:pt x="704" y="13"/>
                        </a:lnTo>
                        <a:lnTo>
                          <a:pt x="707" y="13"/>
                        </a:lnTo>
                        <a:lnTo>
                          <a:pt x="711" y="13"/>
                        </a:lnTo>
                        <a:lnTo>
                          <a:pt x="714" y="13"/>
                        </a:lnTo>
                        <a:lnTo>
                          <a:pt x="718" y="13"/>
                        </a:lnTo>
                        <a:lnTo>
                          <a:pt x="721" y="13"/>
                        </a:lnTo>
                        <a:lnTo>
                          <a:pt x="724" y="13"/>
                        </a:lnTo>
                        <a:lnTo>
                          <a:pt x="729" y="13"/>
                        </a:lnTo>
                        <a:lnTo>
                          <a:pt x="731" y="13"/>
                        </a:lnTo>
                        <a:lnTo>
                          <a:pt x="734" y="14"/>
                        </a:lnTo>
                        <a:lnTo>
                          <a:pt x="738" y="14"/>
                        </a:lnTo>
                        <a:lnTo>
                          <a:pt x="742" y="14"/>
                        </a:lnTo>
                        <a:lnTo>
                          <a:pt x="744" y="14"/>
                        </a:lnTo>
                        <a:lnTo>
                          <a:pt x="746" y="14"/>
                        </a:lnTo>
                        <a:lnTo>
                          <a:pt x="750" y="14"/>
                        </a:lnTo>
                        <a:lnTo>
                          <a:pt x="753" y="14"/>
                        </a:lnTo>
                        <a:lnTo>
                          <a:pt x="756" y="14"/>
                        </a:lnTo>
                        <a:lnTo>
                          <a:pt x="759" y="14"/>
                        </a:lnTo>
                        <a:lnTo>
                          <a:pt x="762" y="14"/>
                        </a:lnTo>
                        <a:lnTo>
                          <a:pt x="764" y="14"/>
                        </a:lnTo>
                        <a:lnTo>
                          <a:pt x="766" y="14"/>
                        </a:lnTo>
                        <a:lnTo>
                          <a:pt x="770" y="15"/>
                        </a:lnTo>
                        <a:lnTo>
                          <a:pt x="772" y="15"/>
                        </a:lnTo>
                        <a:lnTo>
                          <a:pt x="775" y="15"/>
                        </a:lnTo>
                        <a:lnTo>
                          <a:pt x="778" y="15"/>
                        </a:lnTo>
                        <a:lnTo>
                          <a:pt x="781" y="15"/>
                        </a:lnTo>
                        <a:lnTo>
                          <a:pt x="785" y="15"/>
                        </a:lnTo>
                        <a:lnTo>
                          <a:pt x="790" y="15"/>
                        </a:lnTo>
                        <a:lnTo>
                          <a:pt x="795" y="15"/>
                        </a:lnTo>
                        <a:lnTo>
                          <a:pt x="800" y="16"/>
                        </a:lnTo>
                        <a:lnTo>
                          <a:pt x="804" y="16"/>
                        </a:lnTo>
                        <a:lnTo>
                          <a:pt x="808" y="16"/>
                        </a:lnTo>
                        <a:lnTo>
                          <a:pt x="813" y="18"/>
                        </a:lnTo>
                        <a:lnTo>
                          <a:pt x="816" y="18"/>
                        </a:lnTo>
                        <a:lnTo>
                          <a:pt x="815" y="21"/>
                        </a:lnTo>
                        <a:lnTo>
                          <a:pt x="816" y="25"/>
                        </a:lnTo>
                        <a:lnTo>
                          <a:pt x="816" y="28"/>
                        </a:lnTo>
                        <a:lnTo>
                          <a:pt x="818" y="33"/>
                        </a:lnTo>
                        <a:lnTo>
                          <a:pt x="820" y="37"/>
                        </a:lnTo>
                        <a:lnTo>
                          <a:pt x="821" y="41"/>
                        </a:lnTo>
                        <a:lnTo>
                          <a:pt x="823" y="45"/>
                        </a:lnTo>
                        <a:lnTo>
                          <a:pt x="827" y="48"/>
                        </a:lnTo>
                        <a:lnTo>
                          <a:pt x="829" y="52"/>
                        </a:lnTo>
                        <a:lnTo>
                          <a:pt x="833" y="56"/>
                        </a:lnTo>
                        <a:lnTo>
                          <a:pt x="835" y="59"/>
                        </a:lnTo>
                        <a:lnTo>
                          <a:pt x="840" y="64"/>
                        </a:lnTo>
                        <a:lnTo>
                          <a:pt x="842" y="66"/>
                        </a:lnTo>
                        <a:lnTo>
                          <a:pt x="847" y="70"/>
                        </a:lnTo>
                        <a:lnTo>
                          <a:pt x="852" y="73"/>
                        </a:lnTo>
                        <a:lnTo>
                          <a:pt x="855" y="76"/>
                        </a:lnTo>
                        <a:lnTo>
                          <a:pt x="860" y="79"/>
                        </a:lnTo>
                        <a:lnTo>
                          <a:pt x="865" y="82"/>
                        </a:lnTo>
                        <a:lnTo>
                          <a:pt x="870" y="83"/>
                        </a:lnTo>
                        <a:lnTo>
                          <a:pt x="874" y="85"/>
                        </a:lnTo>
                        <a:lnTo>
                          <a:pt x="878" y="86"/>
                        </a:lnTo>
                        <a:lnTo>
                          <a:pt x="884" y="89"/>
                        </a:lnTo>
                        <a:lnTo>
                          <a:pt x="889" y="89"/>
                        </a:lnTo>
                        <a:lnTo>
                          <a:pt x="893" y="91"/>
                        </a:lnTo>
                        <a:lnTo>
                          <a:pt x="898" y="91"/>
                        </a:lnTo>
                        <a:lnTo>
                          <a:pt x="902" y="91"/>
                        </a:lnTo>
                        <a:lnTo>
                          <a:pt x="906" y="91"/>
                        </a:lnTo>
                        <a:lnTo>
                          <a:pt x="911" y="91"/>
                        </a:lnTo>
                        <a:lnTo>
                          <a:pt x="915" y="89"/>
                        </a:lnTo>
                        <a:lnTo>
                          <a:pt x="920" y="89"/>
                        </a:lnTo>
                        <a:lnTo>
                          <a:pt x="923" y="86"/>
                        </a:lnTo>
                        <a:lnTo>
                          <a:pt x="927" y="85"/>
                        </a:lnTo>
                        <a:lnTo>
                          <a:pt x="925" y="83"/>
                        </a:lnTo>
                        <a:lnTo>
                          <a:pt x="924" y="79"/>
                        </a:lnTo>
                        <a:lnTo>
                          <a:pt x="923" y="77"/>
                        </a:lnTo>
                        <a:lnTo>
                          <a:pt x="922" y="75"/>
                        </a:lnTo>
                        <a:lnTo>
                          <a:pt x="920" y="70"/>
                        </a:lnTo>
                        <a:lnTo>
                          <a:pt x="917" y="65"/>
                        </a:lnTo>
                        <a:lnTo>
                          <a:pt x="915" y="62"/>
                        </a:lnTo>
                        <a:lnTo>
                          <a:pt x="911" y="56"/>
                        </a:lnTo>
                        <a:lnTo>
                          <a:pt x="909" y="52"/>
                        </a:lnTo>
                        <a:lnTo>
                          <a:pt x="906" y="48"/>
                        </a:lnTo>
                        <a:lnTo>
                          <a:pt x="902" y="44"/>
                        </a:lnTo>
                        <a:lnTo>
                          <a:pt x="898" y="40"/>
                        </a:lnTo>
                        <a:lnTo>
                          <a:pt x="895" y="37"/>
                        </a:lnTo>
                        <a:lnTo>
                          <a:pt x="891" y="33"/>
                        </a:lnTo>
                        <a:lnTo>
                          <a:pt x="889" y="31"/>
                        </a:lnTo>
                        <a:lnTo>
                          <a:pt x="884" y="27"/>
                        </a:lnTo>
                        <a:lnTo>
                          <a:pt x="879" y="25"/>
                        </a:lnTo>
                        <a:lnTo>
                          <a:pt x="876" y="22"/>
                        </a:lnTo>
                        <a:lnTo>
                          <a:pt x="878" y="22"/>
                        </a:lnTo>
                        <a:lnTo>
                          <a:pt x="880" y="22"/>
                        </a:lnTo>
                        <a:lnTo>
                          <a:pt x="884" y="22"/>
                        </a:lnTo>
                        <a:lnTo>
                          <a:pt x="886" y="22"/>
                        </a:lnTo>
                        <a:lnTo>
                          <a:pt x="890" y="22"/>
                        </a:lnTo>
                        <a:lnTo>
                          <a:pt x="892" y="22"/>
                        </a:lnTo>
                        <a:lnTo>
                          <a:pt x="896" y="22"/>
                        </a:lnTo>
                        <a:lnTo>
                          <a:pt x="898" y="22"/>
                        </a:lnTo>
                        <a:lnTo>
                          <a:pt x="902" y="22"/>
                        </a:lnTo>
                        <a:lnTo>
                          <a:pt x="904" y="22"/>
                        </a:lnTo>
                        <a:lnTo>
                          <a:pt x="908" y="22"/>
                        </a:lnTo>
                        <a:lnTo>
                          <a:pt x="911" y="22"/>
                        </a:lnTo>
                        <a:lnTo>
                          <a:pt x="915" y="22"/>
                        </a:lnTo>
                        <a:lnTo>
                          <a:pt x="918" y="22"/>
                        </a:lnTo>
                        <a:lnTo>
                          <a:pt x="922" y="22"/>
                        </a:lnTo>
                        <a:lnTo>
                          <a:pt x="925" y="22"/>
                        </a:lnTo>
                        <a:lnTo>
                          <a:pt x="928" y="21"/>
                        </a:lnTo>
                        <a:lnTo>
                          <a:pt x="931" y="21"/>
                        </a:lnTo>
                        <a:lnTo>
                          <a:pt x="935" y="21"/>
                        </a:lnTo>
                        <a:lnTo>
                          <a:pt x="940" y="21"/>
                        </a:lnTo>
                        <a:lnTo>
                          <a:pt x="942" y="21"/>
                        </a:lnTo>
                        <a:lnTo>
                          <a:pt x="947" y="21"/>
                        </a:lnTo>
                        <a:lnTo>
                          <a:pt x="949" y="21"/>
                        </a:lnTo>
                        <a:lnTo>
                          <a:pt x="954" y="21"/>
                        </a:lnTo>
                        <a:lnTo>
                          <a:pt x="956" y="21"/>
                        </a:lnTo>
                        <a:lnTo>
                          <a:pt x="961" y="21"/>
                        </a:lnTo>
                        <a:lnTo>
                          <a:pt x="965" y="21"/>
                        </a:lnTo>
                        <a:lnTo>
                          <a:pt x="969" y="21"/>
                        </a:lnTo>
                        <a:lnTo>
                          <a:pt x="972" y="21"/>
                        </a:lnTo>
                        <a:lnTo>
                          <a:pt x="976" y="21"/>
                        </a:lnTo>
                        <a:lnTo>
                          <a:pt x="980" y="21"/>
                        </a:lnTo>
                        <a:lnTo>
                          <a:pt x="985" y="21"/>
                        </a:lnTo>
                        <a:lnTo>
                          <a:pt x="988" y="21"/>
                        </a:lnTo>
                        <a:lnTo>
                          <a:pt x="992" y="21"/>
                        </a:lnTo>
                        <a:lnTo>
                          <a:pt x="995" y="21"/>
                        </a:lnTo>
                        <a:lnTo>
                          <a:pt x="1000" y="21"/>
                        </a:lnTo>
                        <a:lnTo>
                          <a:pt x="1004" y="20"/>
                        </a:lnTo>
                        <a:lnTo>
                          <a:pt x="1007" y="20"/>
                        </a:lnTo>
                        <a:lnTo>
                          <a:pt x="1012" y="20"/>
                        </a:lnTo>
                        <a:lnTo>
                          <a:pt x="1017" y="20"/>
                        </a:lnTo>
                        <a:lnTo>
                          <a:pt x="1020" y="20"/>
                        </a:lnTo>
                        <a:lnTo>
                          <a:pt x="1025" y="20"/>
                        </a:lnTo>
                        <a:lnTo>
                          <a:pt x="1029" y="20"/>
                        </a:lnTo>
                        <a:lnTo>
                          <a:pt x="1033" y="20"/>
                        </a:lnTo>
                        <a:lnTo>
                          <a:pt x="1038" y="20"/>
                        </a:lnTo>
                        <a:lnTo>
                          <a:pt x="1042" y="20"/>
                        </a:lnTo>
                        <a:lnTo>
                          <a:pt x="1047" y="20"/>
                        </a:lnTo>
                        <a:lnTo>
                          <a:pt x="1050" y="20"/>
                        </a:lnTo>
                        <a:lnTo>
                          <a:pt x="1055" y="19"/>
                        </a:lnTo>
                        <a:lnTo>
                          <a:pt x="1060" y="19"/>
                        </a:lnTo>
                        <a:lnTo>
                          <a:pt x="1063" y="19"/>
                        </a:lnTo>
                        <a:lnTo>
                          <a:pt x="1068" y="19"/>
                        </a:lnTo>
                        <a:lnTo>
                          <a:pt x="1073" y="19"/>
                        </a:lnTo>
                        <a:lnTo>
                          <a:pt x="1076" y="19"/>
                        </a:lnTo>
                        <a:lnTo>
                          <a:pt x="1081" y="19"/>
                        </a:lnTo>
                        <a:lnTo>
                          <a:pt x="1084" y="19"/>
                        </a:lnTo>
                        <a:lnTo>
                          <a:pt x="1089" y="18"/>
                        </a:lnTo>
                        <a:lnTo>
                          <a:pt x="1094" y="18"/>
                        </a:lnTo>
                        <a:lnTo>
                          <a:pt x="1099" y="18"/>
                        </a:lnTo>
                        <a:lnTo>
                          <a:pt x="1102" y="18"/>
                        </a:lnTo>
                        <a:lnTo>
                          <a:pt x="1107" y="18"/>
                        </a:lnTo>
                        <a:lnTo>
                          <a:pt x="1112" y="18"/>
                        </a:lnTo>
                        <a:lnTo>
                          <a:pt x="1115" y="18"/>
                        </a:lnTo>
                        <a:lnTo>
                          <a:pt x="1120" y="18"/>
                        </a:lnTo>
                        <a:lnTo>
                          <a:pt x="1118" y="21"/>
                        </a:lnTo>
                        <a:lnTo>
                          <a:pt x="1115" y="24"/>
                        </a:lnTo>
                        <a:lnTo>
                          <a:pt x="1113" y="27"/>
                        </a:lnTo>
                        <a:lnTo>
                          <a:pt x="1112" y="31"/>
                        </a:lnTo>
                        <a:lnTo>
                          <a:pt x="1108" y="34"/>
                        </a:lnTo>
                        <a:lnTo>
                          <a:pt x="1106" y="38"/>
                        </a:lnTo>
                        <a:lnTo>
                          <a:pt x="1103" y="41"/>
                        </a:lnTo>
                        <a:lnTo>
                          <a:pt x="1103" y="44"/>
                        </a:lnTo>
                        <a:lnTo>
                          <a:pt x="1107" y="44"/>
                        </a:lnTo>
                        <a:lnTo>
                          <a:pt x="1113" y="45"/>
                        </a:lnTo>
                        <a:lnTo>
                          <a:pt x="1117" y="46"/>
                        </a:lnTo>
                        <a:lnTo>
                          <a:pt x="1122" y="47"/>
                        </a:lnTo>
                        <a:lnTo>
                          <a:pt x="1127" y="48"/>
                        </a:lnTo>
                        <a:lnTo>
                          <a:pt x="1132" y="50"/>
                        </a:lnTo>
                        <a:lnTo>
                          <a:pt x="1137" y="52"/>
                        </a:lnTo>
                        <a:lnTo>
                          <a:pt x="1141" y="54"/>
                        </a:lnTo>
                        <a:lnTo>
                          <a:pt x="1146" y="56"/>
                        </a:lnTo>
                        <a:lnTo>
                          <a:pt x="1151" y="59"/>
                        </a:lnTo>
                        <a:lnTo>
                          <a:pt x="1156" y="60"/>
                        </a:lnTo>
                        <a:lnTo>
                          <a:pt x="1160" y="64"/>
                        </a:lnTo>
                        <a:lnTo>
                          <a:pt x="1164" y="66"/>
                        </a:lnTo>
                        <a:lnTo>
                          <a:pt x="1170" y="69"/>
                        </a:lnTo>
                        <a:lnTo>
                          <a:pt x="1175" y="71"/>
                        </a:lnTo>
                        <a:lnTo>
                          <a:pt x="1179" y="73"/>
                        </a:lnTo>
                        <a:lnTo>
                          <a:pt x="1184" y="75"/>
                        </a:lnTo>
                        <a:lnTo>
                          <a:pt x="1189" y="76"/>
                        </a:lnTo>
                        <a:lnTo>
                          <a:pt x="1194" y="78"/>
                        </a:lnTo>
                        <a:lnTo>
                          <a:pt x="1198" y="81"/>
                        </a:lnTo>
                        <a:lnTo>
                          <a:pt x="1202" y="82"/>
                        </a:lnTo>
                        <a:lnTo>
                          <a:pt x="1208" y="82"/>
                        </a:lnTo>
                        <a:lnTo>
                          <a:pt x="1213" y="83"/>
                        </a:lnTo>
                        <a:lnTo>
                          <a:pt x="1217" y="83"/>
                        </a:lnTo>
                        <a:lnTo>
                          <a:pt x="1221" y="83"/>
                        </a:lnTo>
                        <a:lnTo>
                          <a:pt x="1227" y="82"/>
                        </a:lnTo>
                        <a:lnTo>
                          <a:pt x="1230" y="81"/>
                        </a:lnTo>
                        <a:lnTo>
                          <a:pt x="1236" y="79"/>
                        </a:lnTo>
                        <a:lnTo>
                          <a:pt x="1241" y="76"/>
                        </a:lnTo>
                        <a:lnTo>
                          <a:pt x="1246" y="73"/>
                        </a:lnTo>
                        <a:lnTo>
                          <a:pt x="1251" y="71"/>
                        </a:lnTo>
                        <a:lnTo>
                          <a:pt x="1257" y="67"/>
                        </a:lnTo>
                        <a:lnTo>
                          <a:pt x="1251" y="64"/>
                        </a:lnTo>
                        <a:lnTo>
                          <a:pt x="1246" y="59"/>
                        </a:lnTo>
                        <a:lnTo>
                          <a:pt x="1241" y="56"/>
                        </a:lnTo>
                        <a:lnTo>
                          <a:pt x="1236" y="52"/>
                        </a:lnTo>
                        <a:lnTo>
                          <a:pt x="1232" y="48"/>
                        </a:lnTo>
                        <a:lnTo>
                          <a:pt x="1227" y="45"/>
                        </a:lnTo>
                        <a:lnTo>
                          <a:pt x="1222" y="41"/>
                        </a:lnTo>
                        <a:lnTo>
                          <a:pt x="1217" y="38"/>
                        </a:lnTo>
                        <a:lnTo>
                          <a:pt x="1213" y="34"/>
                        </a:lnTo>
                        <a:lnTo>
                          <a:pt x="1208" y="31"/>
                        </a:lnTo>
                        <a:lnTo>
                          <a:pt x="1202" y="28"/>
                        </a:lnTo>
                        <a:lnTo>
                          <a:pt x="1197" y="26"/>
                        </a:lnTo>
                        <a:lnTo>
                          <a:pt x="1192" y="22"/>
                        </a:lnTo>
                        <a:lnTo>
                          <a:pt x="1188" y="20"/>
                        </a:lnTo>
                        <a:lnTo>
                          <a:pt x="1182" y="18"/>
                        </a:lnTo>
                        <a:lnTo>
                          <a:pt x="1177" y="15"/>
                        </a:lnTo>
                        <a:lnTo>
                          <a:pt x="1182" y="15"/>
                        </a:lnTo>
                        <a:lnTo>
                          <a:pt x="1187" y="15"/>
                        </a:lnTo>
                        <a:lnTo>
                          <a:pt x="1190" y="14"/>
                        </a:lnTo>
                        <a:lnTo>
                          <a:pt x="1195" y="14"/>
                        </a:lnTo>
                        <a:lnTo>
                          <a:pt x="1200" y="14"/>
                        </a:lnTo>
                        <a:lnTo>
                          <a:pt x="1203" y="14"/>
                        </a:lnTo>
                        <a:lnTo>
                          <a:pt x="1208" y="13"/>
                        </a:lnTo>
                        <a:lnTo>
                          <a:pt x="1213" y="13"/>
                        </a:lnTo>
                        <a:lnTo>
                          <a:pt x="1217" y="13"/>
                        </a:lnTo>
                        <a:lnTo>
                          <a:pt x="1221" y="13"/>
                        </a:lnTo>
                        <a:lnTo>
                          <a:pt x="1226" y="13"/>
                        </a:lnTo>
                        <a:lnTo>
                          <a:pt x="1230" y="13"/>
                        </a:lnTo>
                        <a:lnTo>
                          <a:pt x="1234" y="12"/>
                        </a:lnTo>
                        <a:lnTo>
                          <a:pt x="1239" y="12"/>
                        </a:lnTo>
                        <a:lnTo>
                          <a:pt x="1243" y="12"/>
                        </a:lnTo>
                        <a:lnTo>
                          <a:pt x="1247" y="12"/>
                        </a:lnTo>
                        <a:lnTo>
                          <a:pt x="1251" y="12"/>
                        </a:lnTo>
                        <a:lnTo>
                          <a:pt x="1255" y="10"/>
                        </a:lnTo>
                        <a:lnTo>
                          <a:pt x="1260" y="10"/>
                        </a:lnTo>
                        <a:lnTo>
                          <a:pt x="1264" y="10"/>
                        </a:lnTo>
                        <a:lnTo>
                          <a:pt x="1268" y="10"/>
                        </a:lnTo>
                        <a:lnTo>
                          <a:pt x="1272" y="10"/>
                        </a:lnTo>
                        <a:lnTo>
                          <a:pt x="1275" y="9"/>
                        </a:lnTo>
                        <a:lnTo>
                          <a:pt x="1280" y="9"/>
                        </a:lnTo>
                        <a:lnTo>
                          <a:pt x="1284" y="9"/>
                        </a:lnTo>
                        <a:lnTo>
                          <a:pt x="1289" y="9"/>
                        </a:lnTo>
                        <a:lnTo>
                          <a:pt x="1291" y="8"/>
                        </a:lnTo>
                        <a:lnTo>
                          <a:pt x="1296" y="8"/>
                        </a:lnTo>
                        <a:lnTo>
                          <a:pt x="1300" y="8"/>
                        </a:lnTo>
                        <a:lnTo>
                          <a:pt x="1304" y="8"/>
                        </a:lnTo>
                        <a:lnTo>
                          <a:pt x="1309" y="8"/>
                        </a:lnTo>
                        <a:lnTo>
                          <a:pt x="1312" y="8"/>
                        </a:lnTo>
                        <a:lnTo>
                          <a:pt x="1316" y="8"/>
                        </a:lnTo>
                        <a:lnTo>
                          <a:pt x="1319" y="7"/>
                        </a:lnTo>
                        <a:lnTo>
                          <a:pt x="1323" y="7"/>
                        </a:lnTo>
                        <a:lnTo>
                          <a:pt x="1327" y="7"/>
                        </a:lnTo>
                        <a:lnTo>
                          <a:pt x="1330" y="6"/>
                        </a:lnTo>
                        <a:lnTo>
                          <a:pt x="1334" y="6"/>
                        </a:lnTo>
                        <a:lnTo>
                          <a:pt x="1338" y="6"/>
                        </a:lnTo>
                        <a:lnTo>
                          <a:pt x="1342" y="6"/>
                        </a:lnTo>
                        <a:lnTo>
                          <a:pt x="1346" y="6"/>
                        </a:lnTo>
                        <a:lnTo>
                          <a:pt x="1349" y="5"/>
                        </a:lnTo>
                        <a:lnTo>
                          <a:pt x="1351" y="5"/>
                        </a:lnTo>
                        <a:lnTo>
                          <a:pt x="1356" y="5"/>
                        </a:lnTo>
                        <a:lnTo>
                          <a:pt x="1359" y="5"/>
                        </a:lnTo>
                        <a:lnTo>
                          <a:pt x="1362" y="3"/>
                        </a:lnTo>
                        <a:lnTo>
                          <a:pt x="1366" y="3"/>
                        </a:lnTo>
                        <a:lnTo>
                          <a:pt x="1369" y="3"/>
                        </a:lnTo>
                        <a:lnTo>
                          <a:pt x="1372" y="3"/>
                        </a:lnTo>
                        <a:lnTo>
                          <a:pt x="1375" y="3"/>
                        </a:lnTo>
                        <a:lnTo>
                          <a:pt x="1379" y="3"/>
                        </a:lnTo>
                        <a:lnTo>
                          <a:pt x="1382" y="3"/>
                        </a:lnTo>
                        <a:lnTo>
                          <a:pt x="1385" y="2"/>
                        </a:lnTo>
                        <a:lnTo>
                          <a:pt x="1387" y="2"/>
                        </a:lnTo>
                        <a:lnTo>
                          <a:pt x="1389" y="1"/>
                        </a:lnTo>
                        <a:lnTo>
                          <a:pt x="1393" y="1"/>
                        </a:lnTo>
                        <a:lnTo>
                          <a:pt x="1395" y="1"/>
                        </a:lnTo>
                        <a:lnTo>
                          <a:pt x="1398" y="0"/>
                        </a:lnTo>
                        <a:lnTo>
                          <a:pt x="1401" y="0"/>
                        </a:lnTo>
                        <a:lnTo>
                          <a:pt x="1405" y="0"/>
                        </a:lnTo>
                        <a:lnTo>
                          <a:pt x="1407" y="0"/>
                        </a:lnTo>
                        <a:lnTo>
                          <a:pt x="1410" y="0"/>
                        </a:lnTo>
                        <a:lnTo>
                          <a:pt x="1412" y="0"/>
                        </a:lnTo>
                        <a:lnTo>
                          <a:pt x="1416" y="0"/>
                        </a:lnTo>
                        <a:lnTo>
                          <a:pt x="1425" y="84"/>
                        </a:lnTo>
                        <a:lnTo>
                          <a:pt x="1424" y="84"/>
                        </a:lnTo>
                        <a:lnTo>
                          <a:pt x="1421" y="84"/>
                        </a:lnTo>
                        <a:lnTo>
                          <a:pt x="1420" y="84"/>
                        </a:lnTo>
                        <a:lnTo>
                          <a:pt x="1416" y="84"/>
                        </a:lnTo>
                        <a:lnTo>
                          <a:pt x="1412" y="85"/>
                        </a:lnTo>
                        <a:lnTo>
                          <a:pt x="1407" y="85"/>
                        </a:lnTo>
                        <a:lnTo>
                          <a:pt x="1402" y="86"/>
                        </a:lnTo>
                        <a:lnTo>
                          <a:pt x="1400" y="86"/>
                        </a:lnTo>
                        <a:lnTo>
                          <a:pt x="1397" y="86"/>
                        </a:lnTo>
                        <a:lnTo>
                          <a:pt x="1393" y="86"/>
                        </a:lnTo>
                        <a:lnTo>
                          <a:pt x="1389" y="88"/>
                        </a:lnTo>
                        <a:lnTo>
                          <a:pt x="1387" y="88"/>
                        </a:lnTo>
                        <a:lnTo>
                          <a:pt x="1383" y="89"/>
                        </a:lnTo>
                        <a:lnTo>
                          <a:pt x="1380" y="89"/>
                        </a:lnTo>
                        <a:lnTo>
                          <a:pt x="1376" y="89"/>
                        </a:lnTo>
                        <a:lnTo>
                          <a:pt x="1372" y="89"/>
                        </a:lnTo>
                        <a:lnTo>
                          <a:pt x="1368" y="90"/>
                        </a:lnTo>
                        <a:lnTo>
                          <a:pt x="1363" y="90"/>
                        </a:lnTo>
                        <a:lnTo>
                          <a:pt x="1360" y="91"/>
                        </a:lnTo>
                        <a:lnTo>
                          <a:pt x="1354" y="91"/>
                        </a:lnTo>
                        <a:lnTo>
                          <a:pt x="1350" y="91"/>
                        </a:lnTo>
                        <a:lnTo>
                          <a:pt x="1346" y="92"/>
                        </a:lnTo>
                        <a:lnTo>
                          <a:pt x="1341" y="94"/>
                        </a:lnTo>
                        <a:lnTo>
                          <a:pt x="1335" y="94"/>
                        </a:lnTo>
                        <a:lnTo>
                          <a:pt x="1329" y="94"/>
                        </a:lnTo>
                        <a:lnTo>
                          <a:pt x="1324" y="94"/>
                        </a:lnTo>
                        <a:lnTo>
                          <a:pt x="1319" y="95"/>
                        </a:lnTo>
                        <a:lnTo>
                          <a:pt x="1312" y="96"/>
                        </a:lnTo>
                        <a:lnTo>
                          <a:pt x="1306" y="96"/>
                        </a:lnTo>
                        <a:lnTo>
                          <a:pt x="1302" y="97"/>
                        </a:lnTo>
                        <a:lnTo>
                          <a:pt x="1296" y="97"/>
                        </a:lnTo>
                        <a:lnTo>
                          <a:pt x="1289" y="97"/>
                        </a:lnTo>
                        <a:lnTo>
                          <a:pt x="1283" y="97"/>
                        </a:lnTo>
                        <a:lnTo>
                          <a:pt x="1275" y="98"/>
                        </a:lnTo>
                        <a:lnTo>
                          <a:pt x="1270" y="100"/>
                        </a:lnTo>
                        <a:lnTo>
                          <a:pt x="1262" y="100"/>
                        </a:lnTo>
                        <a:lnTo>
                          <a:pt x="1255" y="100"/>
                        </a:lnTo>
                        <a:lnTo>
                          <a:pt x="1249" y="100"/>
                        </a:lnTo>
                        <a:lnTo>
                          <a:pt x="1242" y="102"/>
                        </a:lnTo>
                        <a:lnTo>
                          <a:pt x="1235" y="102"/>
                        </a:lnTo>
                        <a:lnTo>
                          <a:pt x="1228" y="102"/>
                        </a:lnTo>
                        <a:lnTo>
                          <a:pt x="1220" y="102"/>
                        </a:lnTo>
                        <a:lnTo>
                          <a:pt x="1213" y="102"/>
                        </a:lnTo>
                        <a:lnTo>
                          <a:pt x="1205" y="103"/>
                        </a:lnTo>
                        <a:lnTo>
                          <a:pt x="1197" y="104"/>
                        </a:lnTo>
                        <a:lnTo>
                          <a:pt x="1190" y="104"/>
                        </a:lnTo>
                        <a:lnTo>
                          <a:pt x="1182" y="104"/>
                        </a:lnTo>
                        <a:lnTo>
                          <a:pt x="1173" y="104"/>
                        </a:lnTo>
                        <a:lnTo>
                          <a:pt x="1165" y="104"/>
                        </a:lnTo>
                        <a:lnTo>
                          <a:pt x="1157" y="105"/>
                        </a:lnTo>
                        <a:lnTo>
                          <a:pt x="1149" y="107"/>
                        </a:lnTo>
                        <a:lnTo>
                          <a:pt x="1140" y="107"/>
                        </a:lnTo>
                        <a:lnTo>
                          <a:pt x="1132" y="107"/>
                        </a:lnTo>
                        <a:lnTo>
                          <a:pt x="1122" y="107"/>
                        </a:lnTo>
                        <a:lnTo>
                          <a:pt x="1114" y="107"/>
                        </a:lnTo>
                        <a:lnTo>
                          <a:pt x="1112" y="103"/>
                        </a:lnTo>
                        <a:lnTo>
                          <a:pt x="1108" y="100"/>
                        </a:lnTo>
                        <a:lnTo>
                          <a:pt x="1106" y="95"/>
                        </a:lnTo>
                        <a:lnTo>
                          <a:pt x="1102" y="91"/>
                        </a:lnTo>
                        <a:lnTo>
                          <a:pt x="1099" y="89"/>
                        </a:lnTo>
                        <a:lnTo>
                          <a:pt x="1096" y="85"/>
                        </a:lnTo>
                        <a:lnTo>
                          <a:pt x="1094" y="82"/>
                        </a:lnTo>
                        <a:lnTo>
                          <a:pt x="1090" y="79"/>
                        </a:lnTo>
                        <a:lnTo>
                          <a:pt x="1086" y="76"/>
                        </a:lnTo>
                        <a:lnTo>
                          <a:pt x="1083" y="73"/>
                        </a:lnTo>
                        <a:lnTo>
                          <a:pt x="1080" y="71"/>
                        </a:lnTo>
                        <a:lnTo>
                          <a:pt x="1076" y="70"/>
                        </a:lnTo>
                        <a:lnTo>
                          <a:pt x="1074" y="67"/>
                        </a:lnTo>
                        <a:lnTo>
                          <a:pt x="1070" y="65"/>
                        </a:lnTo>
                        <a:lnTo>
                          <a:pt x="1065" y="64"/>
                        </a:lnTo>
                        <a:lnTo>
                          <a:pt x="1063" y="62"/>
                        </a:lnTo>
                        <a:lnTo>
                          <a:pt x="1060" y="60"/>
                        </a:lnTo>
                        <a:lnTo>
                          <a:pt x="1056" y="58"/>
                        </a:lnTo>
                        <a:lnTo>
                          <a:pt x="1051" y="56"/>
                        </a:lnTo>
                        <a:lnTo>
                          <a:pt x="1048" y="56"/>
                        </a:lnTo>
                        <a:lnTo>
                          <a:pt x="1044" y="53"/>
                        </a:lnTo>
                        <a:lnTo>
                          <a:pt x="1041" y="52"/>
                        </a:lnTo>
                        <a:lnTo>
                          <a:pt x="1037" y="51"/>
                        </a:lnTo>
                        <a:lnTo>
                          <a:pt x="1033" y="50"/>
                        </a:lnTo>
                        <a:lnTo>
                          <a:pt x="1030" y="48"/>
                        </a:lnTo>
                        <a:lnTo>
                          <a:pt x="1026" y="46"/>
                        </a:lnTo>
                        <a:lnTo>
                          <a:pt x="1022" y="45"/>
                        </a:lnTo>
                        <a:lnTo>
                          <a:pt x="1018" y="44"/>
                        </a:lnTo>
                        <a:lnTo>
                          <a:pt x="1014" y="43"/>
                        </a:lnTo>
                        <a:lnTo>
                          <a:pt x="1011" y="41"/>
                        </a:lnTo>
                        <a:lnTo>
                          <a:pt x="1007" y="39"/>
                        </a:lnTo>
                        <a:lnTo>
                          <a:pt x="1004" y="38"/>
                        </a:lnTo>
                        <a:lnTo>
                          <a:pt x="1001" y="38"/>
                        </a:lnTo>
                        <a:lnTo>
                          <a:pt x="1000" y="39"/>
                        </a:lnTo>
                        <a:lnTo>
                          <a:pt x="998" y="40"/>
                        </a:lnTo>
                        <a:lnTo>
                          <a:pt x="994" y="41"/>
                        </a:lnTo>
                        <a:lnTo>
                          <a:pt x="990" y="43"/>
                        </a:lnTo>
                        <a:lnTo>
                          <a:pt x="987" y="45"/>
                        </a:lnTo>
                        <a:lnTo>
                          <a:pt x="982" y="47"/>
                        </a:lnTo>
                        <a:lnTo>
                          <a:pt x="980" y="51"/>
                        </a:lnTo>
                        <a:lnTo>
                          <a:pt x="974" y="53"/>
                        </a:lnTo>
                        <a:lnTo>
                          <a:pt x="971" y="56"/>
                        </a:lnTo>
                        <a:lnTo>
                          <a:pt x="967" y="58"/>
                        </a:lnTo>
                        <a:lnTo>
                          <a:pt x="962" y="60"/>
                        </a:lnTo>
                        <a:lnTo>
                          <a:pt x="959" y="62"/>
                        </a:lnTo>
                        <a:lnTo>
                          <a:pt x="956" y="64"/>
                        </a:lnTo>
                        <a:lnTo>
                          <a:pt x="952" y="65"/>
                        </a:lnTo>
                        <a:lnTo>
                          <a:pt x="950" y="67"/>
                        </a:lnTo>
                        <a:lnTo>
                          <a:pt x="952" y="69"/>
                        </a:lnTo>
                        <a:lnTo>
                          <a:pt x="955" y="71"/>
                        </a:lnTo>
                        <a:lnTo>
                          <a:pt x="959" y="76"/>
                        </a:lnTo>
                        <a:lnTo>
                          <a:pt x="962" y="79"/>
                        </a:lnTo>
                        <a:lnTo>
                          <a:pt x="965" y="82"/>
                        </a:lnTo>
                        <a:lnTo>
                          <a:pt x="969" y="85"/>
                        </a:lnTo>
                        <a:lnTo>
                          <a:pt x="972" y="88"/>
                        </a:lnTo>
                        <a:lnTo>
                          <a:pt x="974" y="91"/>
                        </a:lnTo>
                        <a:lnTo>
                          <a:pt x="976" y="89"/>
                        </a:lnTo>
                        <a:lnTo>
                          <a:pt x="980" y="86"/>
                        </a:lnTo>
                        <a:lnTo>
                          <a:pt x="982" y="85"/>
                        </a:lnTo>
                        <a:lnTo>
                          <a:pt x="985" y="84"/>
                        </a:lnTo>
                        <a:lnTo>
                          <a:pt x="987" y="83"/>
                        </a:lnTo>
                        <a:lnTo>
                          <a:pt x="990" y="83"/>
                        </a:lnTo>
                        <a:lnTo>
                          <a:pt x="992" y="82"/>
                        </a:lnTo>
                        <a:lnTo>
                          <a:pt x="995" y="82"/>
                        </a:lnTo>
                        <a:lnTo>
                          <a:pt x="1000" y="82"/>
                        </a:lnTo>
                        <a:lnTo>
                          <a:pt x="1005" y="83"/>
                        </a:lnTo>
                        <a:lnTo>
                          <a:pt x="1010" y="84"/>
                        </a:lnTo>
                        <a:lnTo>
                          <a:pt x="1014" y="85"/>
                        </a:lnTo>
                        <a:lnTo>
                          <a:pt x="1018" y="86"/>
                        </a:lnTo>
                        <a:lnTo>
                          <a:pt x="1023" y="89"/>
                        </a:lnTo>
                        <a:lnTo>
                          <a:pt x="1026" y="91"/>
                        </a:lnTo>
                        <a:lnTo>
                          <a:pt x="1031" y="96"/>
                        </a:lnTo>
                        <a:lnTo>
                          <a:pt x="1035" y="98"/>
                        </a:lnTo>
                        <a:lnTo>
                          <a:pt x="1038" y="102"/>
                        </a:lnTo>
                        <a:lnTo>
                          <a:pt x="1043" y="104"/>
                        </a:lnTo>
                        <a:lnTo>
                          <a:pt x="1047" y="109"/>
                        </a:lnTo>
                        <a:lnTo>
                          <a:pt x="1042" y="109"/>
                        </a:lnTo>
                        <a:lnTo>
                          <a:pt x="1037" y="109"/>
                        </a:lnTo>
                        <a:lnTo>
                          <a:pt x="1032" y="109"/>
                        </a:lnTo>
                        <a:lnTo>
                          <a:pt x="1028" y="109"/>
                        </a:lnTo>
                        <a:lnTo>
                          <a:pt x="1022" y="109"/>
                        </a:lnTo>
                        <a:lnTo>
                          <a:pt x="1018" y="109"/>
                        </a:lnTo>
                        <a:lnTo>
                          <a:pt x="1012" y="109"/>
                        </a:lnTo>
                        <a:lnTo>
                          <a:pt x="1007" y="109"/>
                        </a:lnTo>
                        <a:lnTo>
                          <a:pt x="1003" y="108"/>
                        </a:lnTo>
                        <a:lnTo>
                          <a:pt x="998" y="108"/>
                        </a:lnTo>
                        <a:lnTo>
                          <a:pt x="992" y="108"/>
                        </a:lnTo>
                        <a:lnTo>
                          <a:pt x="987" y="108"/>
                        </a:lnTo>
                        <a:lnTo>
                          <a:pt x="982" y="108"/>
                        </a:lnTo>
                        <a:lnTo>
                          <a:pt x="978" y="108"/>
                        </a:lnTo>
                        <a:lnTo>
                          <a:pt x="973" y="108"/>
                        </a:lnTo>
                        <a:lnTo>
                          <a:pt x="968" y="108"/>
                        </a:lnTo>
                        <a:lnTo>
                          <a:pt x="965" y="107"/>
                        </a:lnTo>
                        <a:lnTo>
                          <a:pt x="962" y="107"/>
                        </a:lnTo>
                        <a:lnTo>
                          <a:pt x="960" y="107"/>
                        </a:lnTo>
                        <a:lnTo>
                          <a:pt x="958" y="107"/>
                        </a:lnTo>
                        <a:lnTo>
                          <a:pt x="954" y="107"/>
                        </a:lnTo>
                        <a:lnTo>
                          <a:pt x="952" y="107"/>
                        </a:lnTo>
                        <a:lnTo>
                          <a:pt x="949" y="107"/>
                        </a:lnTo>
                        <a:lnTo>
                          <a:pt x="947" y="107"/>
                        </a:lnTo>
                        <a:lnTo>
                          <a:pt x="944" y="107"/>
                        </a:lnTo>
                        <a:lnTo>
                          <a:pt x="942" y="107"/>
                        </a:lnTo>
                        <a:lnTo>
                          <a:pt x="940" y="107"/>
                        </a:lnTo>
                        <a:lnTo>
                          <a:pt x="936" y="107"/>
                        </a:lnTo>
                        <a:lnTo>
                          <a:pt x="931" y="107"/>
                        </a:lnTo>
                        <a:lnTo>
                          <a:pt x="927" y="107"/>
                        </a:lnTo>
                        <a:lnTo>
                          <a:pt x="924" y="107"/>
                        </a:lnTo>
                        <a:lnTo>
                          <a:pt x="921" y="107"/>
                        </a:lnTo>
                        <a:lnTo>
                          <a:pt x="918" y="107"/>
                        </a:lnTo>
                        <a:lnTo>
                          <a:pt x="916" y="107"/>
                        </a:lnTo>
                        <a:lnTo>
                          <a:pt x="914" y="107"/>
                        </a:lnTo>
                        <a:lnTo>
                          <a:pt x="910" y="107"/>
                        </a:lnTo>
                        <a:lnTo>
                          <a:pt x="908" y="107"/>
                        </a:lnTo>
                        <a:lnTo>
                          <a:pt x="905" y="107"/>
                        </a:lnTo>
                        <a:lnTo>
                          <a:pt x="903" y="105"/>
                        </a:lnTo>
                        <a:lnTo>
                          <a:pt x="899" y="105"/>
                        </a:lnTo>
                        <a:lnTo>
                          <a:pt x="897" y="105"/>
                        </a:lnTo>
                        <a:lnTo>
                          <a:pt x="895" y="105"/>
                        </a:lnTo>
                        <a:lnTo>
                          <a:pt x="892" y="105"/>
                        </a:lnTo>
                        <a:lnTo>
                          <a:pt x="889" y="105"/>
                        </a:lnTo>
                        <a:lnTo>
                          <a:pt x="886" y="105"/>
                        </a:lnTo>
                        <a:lnTo>
                          <a:pt x="884" y="105"/>
                        </a:lnTo>
                        <a:lnTo>
                          <a:pt x="880" y="104"/>
                        </a:lnTo>
                        <a:lnTo>
                          <a:pt x="877" y="104"/>
                        </a:lnTo>
                        <a:lnTo>
                          <a:pt x="873" y="104"/>
                        </a:lnTo>
                        <a:lnTo>
                          <a:pt x="870" y="104"/>
                        </a:lnTo>
                        <a:lnTo>
                          <a:pt x="866" y="104"/>
                        </a:lnTo>
                        <a:lnTo>
                          <a:pt x="863" y="104"/>
                        </a:lnTo>
                        <a:lnTo>
                          <a:pt x="858" y="104"/>
                        </a:lnTo>
                        <a:lnTo>
                          <a:pt x="855" y="104"/>
                        </a:lnTo>
                        <a:lnTo>
                          <a:pt x="852" y="104"/>
                        </a:lnTo>
                        <a:lnTo>
                          <a:pt x="848" y="104"/>
                        </a:lnTo>
                        <a:lnTo>
                          <a:pt x="845" y="104"/>
                        </a:lnTo>
                        <a:lnTo>
                          <a:pt x="840" y="104"/>
                        </a:lnTo>
                        <a:lnTo>
                          <a:pt x="838" y="104"/>
                        </a:lnTo>
                        <a:lnTo>
                          <a:pt x="834" y="104"/>
                        </a:lnTo>
                        <a:lnTo>
                          <a:pt x="831" y="104"/>
                        </a:lnTo>
                        <a:lnTo>
                          <a:pt x="827" y="104"/>
                        </a:lnTo>
                        <a:lnTo>
                          <a:pt x="826" y="100"/>
                        </a:lnTo>
                        <a:lnTo>
                          <a:pt x="826" y="96"/>
                        </a:lnTo>
                        <a:lnTo>
                          <a:pt x="825" y="91"/>
                        </a:lnTo>
                        <a:lnTo>
                          <a:pt x="823" y="89"/>
                        </a:lnTo>
                        <a:lnTo>
                          <a:pt x="822" y="84"/>
                        </a:lnTo>
                        <a:lnTo>
                          <a:pt x="822" y="81"/>
                        </a:lnTo>
                        <a:lnTo>
                          <a:pt x="821" y="76"/>
                        </a:lnTo>
                        <a:lnTo>
                          <a:pt x="821" y="73"/>
                        </a:lnTo>
                        <a:lnTo>
                          <a:pt x="818" y="73"/>
                        </a:lnTo>
                        <a:lnTo>
                          <a:pt x="814" y="76"/>
                        </a:lnTo>
                        <a:lnTo>
                          <a:pt x="810" y="76"/>
                        </a:lnTo>
                        <a:lnTo>
                          <a:pt x="807" y="78"/>
                        </a:lnTo>
                        <a:lnTo>
                          <a:pt x="803" y="78"/>
                        </a:lnTo>
                        <a:lnTo>
                          <a:pt x="800" y="78"/>
                        </a:lnTo>
                        <a:lnTo>
                          <a:pt x="797" y="76"/>
                        </a:lnTo>
                        <a:lnTo>
                          <a:pt x="795" y="76"/>
                        </a:lnTo>
                        <a:lnTo>
                          <a:pt x="793" y="75"/>
                        </a:lnTo>
                        <a:lnTo>
                          <a:pt x="790" y="73"/>
                        </a:lnTo>
                        <a:lnTo>
                          <a:pt x="787" y="71"/>
                        </a:lnTo>
                        <a:lnTo>
                          <a:pt x="784" y="70"/>
                        </a:lnTo>
                        <a:lnTo>
                          <a:pt x="780" y="66"/>
                        </a:lnTo>
                        <a:lnTo>
                          <a:pt x="775" y="62"/>
                        </a:lnTo>
                        <a:lnTo>
                          <a:pt x="772" y="59"/>
                        </a:lnTo>
                        <a:lnTo>
                          <a:pt x="770" y="56"/>
                        </a:lnTo>
                        <a:lnTo>
                          <a:pt x="766" y="53"/>
                        </a:lnTo>
                        <a:lnTo>
                          <a:pt x="765" y="51"/>
                        </a:lnTo>
                        <a:lnTo>
                          <a:pt x="761" y="46"/>
                        </a:lnTo>
                        <a:lnTo>
                          <a:pt x="756" y="41"/>
                        </a:lnTo>
                        <a:lnTo>
                          <a:pt x="753" y="39"/>
                        </a:lnTo>
                        <a:lnTo>
                          <a:pt x="751" y="38"/>
                        </a:lnTo>
                        <a:lnTo>
                          <a:pt x="748" y="35"/>
                        </a:lnTo>
                        <a:lnTo>
                          <a:pt x="745" y="34"/>
                        </a:lnTo>
                        <a:lnTo>
                          <a:pt x="742" y="33"/>
                        </a:lnTo>
                        <a:lnTo>
                          <a:pt x="739" y="33"/>
                        </a:lnTo>
                        <a:lnTo>
                          <a:pt x="737" y="32"/>
                        </a:lnTo>
                        <a:lnTo>
                          <a:pt x="733" y="32"/>
                        </a:lnTo>
                        <a:lnTo>
                          <a:pt x="729" y="37"/>
                        </a:lnTo>
                        <a:lnTo>
                          <a:pt x="726" y="41"/>
                        </a:lnTo>
                        <a:lnTo>
                          <a:pt x="724" y="46"/>
                        </a:lnTo>
                        <a:lnTo>
                          <a:pt x="721" y="52"/>
                        </a:lnTo>
                        <a:lnTo>
                          <a:pt x="720" y="56"/>
                        </a:lnTo>
                        <a:lnTo>
                          <a:pt x="720" y="62"/>
                        </a:lnTo>
                        <a:lnTo>
                          <a:pt x="721" y="66"/>
                        </a:lnTo>
                        <a:lnTo>
                          <a:pt x="723" y="71"/>
                        </a:lnTo>
                        <a:lnTo>
                          <a:pt x="724" y="73"/>
                        </a:lnTo>
                        <a:lnTo>
                          <a:pt x="726" y="79"/>
                        </a:lnTo>
                        <a:lnTo>
                          <a:pt x="729" y="83"/>
                        </a:lnTo>
                        <a:lnTo>
                          <a:pt x="732" y="86"/>
                        </a:lnTo>
                        <a:lnTo>
                          <a:pt x="734" y="91"/>
                        </a:lnTo>
                        <a:lnTo>
                          <a:pt x="739" y="94"/>
                        </a:lnTo>
                        <a:lnTo>
                          <a:pt x="744" y="97"/>
                        </a:lnTo>
                        <a:lnTo>
                          <a:pt x="749" y="102"/>
                        </a:lnTo>
                        <a:lnTo>
                          <a:pt x="744" y="102"/>
                        </a:lnTo>
                        <a:lnTo>
                          <a:pt x="742" y="102"/>
                        </a:lnTo>
                        <a:lnTo>
                          <a:pt x="739" y="102"/>
                        </a:lnTo>
                        <a:lnTo>
                          <a:pt x="737" y="102"/>
                        </a:lnTo>
                        <a:lnTo>
                          <a:pt x="733" y="101"/>
                        </a:lnTo>
                        <a:lnTo>
                          <a:pt x="730" y="101"/>
                        </a:lnTo>
                        <a:lnTo>
                          <a:pt x="726" y="101"/>
                        </a:lnTo>
                        <a:lnTo>
                          <a:pt x="724" y="101"/>
                        </a:lnTo>
                        <a:lnTo>
                          <a:pt x="721" y="101"/>
                        </a:lnTo>
                        <a:lnTo>
                          <a:pt x="719" y="101"/>
                        </a:lnTo>
                        <a:lnTo>
                          <a:pt x="715" y="101"/>
                        </a:lnTo>
                        <a:lnTo>
                          <a:pt x="713" y="101"/>
                        </a:lnTo>
                        <a:lnTo>
                          <a:pt x="710" y="101"/>
                        </a:lnTo>
                        <a:lnTo>
                          <a:pt x="707" y="101"/>
                        </a:lnTo>
                        <a:lnTo>
                          <a:pt x="704" y="101"/>
                        </a:lnTo>
                        <a:lnTo>
                          <a:pt x="701" y="101"/>
                        </a:lnTo>
                        <a:lnTo>
                          <a:pt x="699" y="100"/>
                        </a:lnTo>
                        <a:lnTo>
                          <a:pt x="695" y="100"/>
                        </a:lnTo>
                        <a:lnTo>
                          <a:pt x="693" y="100"/>
                        </a:lnTo>
                        <a:lnTo>
                          <a:pt x="689" y="100"/>
                        </a:lnTo>
                        <a:lnTo>
                          <a:pt x="687" y="100"/>
                        </a:lnTo>
                        <a:lnTo>
                          <a:pt x="683" y="100"/>
                        </a:lnTo>
                        <a:lnTo>
                          <a:pt x="681" y="100"/>
                        </a:lnTo>
                        <a:lnTo>
                          <a:pt x="679" y="100"/>
                        </a:lnTo>
                        <a:lnTo>
                          <a:pt x="676" y="100"/>
                        </a:lnTo>
                        <a:lnTo>
                          <a:pt x="673" y="100"/>
                        </a:lnTo>
                        <a:lnTo>
                          <a:pt x="669" y="100"/>
                        </a:lnTo>
                        <a:lnTo>
                          <a:pt x="667" y="100"/>
                        </a:lnTo>
                        <a:lnTo>
                          <a:pt x="664" y="100"/>
                        </a:lnTo>
                        <a:lnTo>
                          <a:pt x="662" y="100"/>
                        </a:lnTo>
                        <a:lnTo>
                          <a:pt x="659" y="100"/>
                        </a:lnTo>
                        <a:lnTo>
                          <a:pt x="656" y="100"/>
                        </a:lnTo>
                        <a:lnTo>
                          <a:pt x="661" y="96"/>
                        </a:lnTo>
                        <a:lnTo>
                          <a:pt x="666" y="91"/>
                        </a:lnTo>
                        <a:lnTo>
                          <a:pt x="670" y="86"/>
                        </a:lnTo>
                        <a:lnTo>
                          <a:pt x="675" y="82"/>
                        </a:lnTo>
                        <a:lnTo>
                          <a:pt x="676" y="79"/>
                        </a:lnTo>
                        <a:lnTo>
                          <a:pt x="679" y="76"/>
                        </a:lnTo>
                        <a:lnTo>
                          <a:pt x="679" y="72"/>
                        </a:lnTo>
                        <a:lnTo>
                          <a:pt x="681" y="70"/>
                        </a:lnTo>
                        <a:lnTo>
                          <a:pt x="682" y="66"/>
                        </a:lnTo>
                        <a:lnTo>
                          <a:pt x="683" y="63"/>
                        </a:lnTo>
                        <a:lnTo>
                          <a:pt x="685" y="59"/>
                        </a:lnTo>
                        <a:lnTo>
                          <a:pt x="686" y="56"/>
                        </a:lnTo>
                        <a:lnTo>
                          <a:pt x="683" y="53"/>
                        </a:lnTo>
                        <a:lnTo>
                          <a:pt x="680" y="52"/>
                        </a:lnTo>
                        <a:lnTo>
                          <a:pt x="677" y="51"/>
                        </a:lnTo>
                        <a:lnTo>
                          <a:pt x="674" y="51"/>
                        </a:lnTo>
                        <a:lnTo>
                          <a:pt x="670" y="50"/>
                        </a:lnTo>
                        <a:lnTo>
                          <a:pt x="668" y="50"/>
                        </a:lnTo>
                        <a:lnTo>
                          <a:pt x="664" y="50"/>
                        </a:lnTo>
                        <a:lnTo>
                          <a:pt x="662" y="50"/>
                        </a:lnTo>
                        <a:lnTo>
                          <a:pt x="659" y="48"/>
                        </a:lnTo>
                        <a:lnTo>
                          <a:pt x="656" y="48"/>
                        </a:lnTo>
                        <a:lnTo>
                          <a:pt x="651" y="50"/>
                        </a:lnTo>
                        <a:lnTo>
                          <a:pt x="649" y="50"/>
                        </a:lnTo>
                        <a:lnTo>
                          <a:pt x="645" y="50"/>
                        </a:lnTo>
                        <a:lnTo>
                          <a:pt x="643" y="51"/>
                        </a:lnTo>
                        <a:lnTo>
                          <a:pt x="640" y="51"/>
                        </a:lnTo>
                        <a:lnTo>
                          <a:pt x="636" y="52"/>
                        </a:lnTo>
                        <a:lnTo>
                          <a:pt x="632" y="52"/>
                        </a:lnTo>
                        <a:lnTo>
                          <a:pt x="630" y="52"/>
                        </a:lnTo>
                        <a:lnTo>
                          <a:pt x="625" y="52"/>
                        </a:lnTo>
                        <a:lnTo>
                          <a:pt x="623" y="53"/>
                        </a:lnTo>
                        <a:lnTo>
                          <a:pt x="619" y="53"/>
                        </a:lnTo>
                        <a:lnTo>
                          <a:pt x="616" y="53"/>
                        </a:lnTo>
                        <a:lnTo>
                          <a:pt x="612" y="53"/>
                        </a:lnTo>
                        <a:lnTo>
                          <a:pt x="610" y="53"/>
                        </a:lnTo>
                        <a:lnTo>
                          <a:pt x="607" y="52"/>
                        </a:lnTo>
                        <a:lnTo>
                          <a:pt x="604" y="52"/>
                        </a:lnTo>
                        <a:lnTo>
                          <a:pt x="600" y="51"/>
                        </a:lnTo>
                        <a:lnTo>
                          <a:pt x="598" y="51"/>
                        </a:lnTo>
                        <a:lnTo>
                          <a:pt x="594" y="48"/>
                        </a:lnTo>
                        <a:lnTo>
                          <a:pt x="592" y="47"/>
                        </a:lnTo>
                        <a:lnTo>
                          <a:pt x="589" y="46"/>
                        </a:lnTo>
                        <a:lnTo>
                          <a:pt x="586" y="44"/>
                        </a:lnTo>
                        <a:lnTo>
                          <a:pt x="585" y="46"/>
                        </a:lnTo>
                        <a:lnTo>
                          <a:pt x="585" y="48"/>
                        </a:lnTo>
                        <a:lnTo>
                          <a:pt x="584" y="51"/>
                        </a:lnTo>
                        <a:lnTo>
                          <a:pt x="583" y="53"/>
                        </a:lnTo>
                        <a:lnTo>
                          <a:pt x="583" y="56"/>
                        </a:lnTo>
                        <a:lnTo>
                          <a:pt x="581" y="60"/>
                        </a:lnTo>
                        <a:lnTo>
                          <a:pt x="580" y="64"/>
                        </a:lnTo>
                        <a:lnTo>
                          <a:pt x="580" y="69"/>
                        </a:lnTo>
                        <a:lnTo>
                          <a:pt x="579" y="72"/>
                        </a:lnTo>
                        <a:lnTo>
                          <a:pt x="579" y="76"/>
                        </a:lnTo>
                        <a:lnTo>
                          <a:pt x="578" y="81"/>
                        </a:lnTo>
                        <a:lnTo>
                          <a:pt x="577" y="85"/>
                        </a:lnTo>
                        <a:lnTo>
                          <a:pt x="577" y="89"/>
                        </a:lnTo>
                        <a:lnTo>
                          <a:pt x="577" y="92"/>
                        </a:lnTo>
                        <a:lnTo>
                          <a:pt x="575" y="97"/>
                        </a:lnTo>
                        <a:lnTo>
                          <a:pt x="575" y="101"/>
                        </a:lnTo>
                        <a:lnTo>
                          <a:pt x="572" y="101"/>
                        </a:lnTo>
                        <a:lnTo>
                          <a:pt x="570" y="101"/>
                        </a:lnTo>
                        <a:lnTo>
                          <a:pt x="567" y="101"/>
                        </a:lnTo>
                        <a:lnTo>
                          <a:pt x="564" y="101"/>
                        </a:lnTo>
                        <a:lnTo>
                          <a:pt x="560" y="101"/>
                        </a:lnTo>
                        <a:lnTo>
                          <a:pt x="556" y="101"/>
                        </a:lnTo>
                        <a:lnTo>
                          <a:pt x="554" y="101"/>
                        </a:lnTo>
                        <a:lnTo>
                          <a:pt x="552" y="101"/>
                        </a:lnTo>
                        <a:lnTo>
                          <a:pt x="549" y="101"/>
                        </a:lnTo>
                        <a:lnTo>
                          <a:pt x="546" y="101"/>
                        </a:lnTo>
                        <a:lnTo>
                          <a:pt x="542" y="101"/>
                        </a:lnTo>
                        <a:lnTo>
                          <a:pt x="540" y="101"/>
                        </a:lnTo>
                        <a:lnTo>
                          <a:pt x="536" y="101"/>
                        </a:lnTo>
                        <a:lnTo>
                          <a:pt x="534" y="101"/>
                        </a:lnTo>
                        <a:lnTo>
                          <a:pt x="532" y="101"/>
                        </a:lnTo>
                        <a:lnTo>
                          <a:pt x="529" y="101"/>
                        </a:lnTo>
                        <a:lnTo>
                          <a:pt x="526" y="101"/>
                        </a:lnTo>
                        <a:lnTo>
                          <a:pt x="523" y="101"/>
                        </a:lnTo>
                        <a:lnTo>
                          <a:pt x="520" y="101"/>
                        </a:lnTo>
                        <a:lnTo>
                          <a:pt x="516" y="101"/>
                        </a:lnTo>
                        <a:lnTo>
                          <a:pt x="514" y="101"/>
                        </a:lnTo>
                        <a:lnTo>
                          <a:pt x="511" y="101"/>
                        </a:lnTo>
                        <a:lnTo>
                          <a:pt x="509" y="101"/>
                        </a:lnTo>
                        <a:lnTo>
                          <a:pt x="507" y="101"/>
                        </a:lnTo>
                        <a:lnTo>
                          <a:pt x="503" y="101"/>
                        </a:lnTo>
                        <a:lnTo>
                          <a:pt x="501" y="101"/>
                        </a:lnTo>
                        <a:lnTo>
                          <a:pt x="497" y="101"/>
                        </a:lnTo>
                        <a:lnTo>
                          <a:pt x="495" y="101"/>
                        </a:lnTo>
                        <a:lnTo>
                          <a:pt x="492" y="101"/>
                        </a:lnTo>
                        <a:lnTo>
                          <a:pt x="490" y="101"/>
                        </a:lnTo>
                        <a:lnTo>
                          <a:pt x="486" y="101"/>
                        </a:lnTo>
                        <a:lnTo>
                          <a:pt x="484" y="102"/>
                        </a:lnTo>
                        <a:lnTo>
                          <a:pt x="482" y="102"/>
                        </a:lnTo>
                        <a:lnTo>
                          <a:pt x="478" y="102"/>
                        </a:lnTo>
                        <a:lnTo>
                          <a:pt x="476" y="102"/>
                        </a:lnTo>
                        <a:lnTo>
                          <a:pt x="473" y="102"/>
                        </a:lnTo>
                        <a:lnTo>
                          <a:pt x="471" y="102"/>
                        </a:lnTo>
                        <a:lnTo>
                          <a:pt x="469" y="102"/>
                        </a:lnTo>
                        <a:lnTo>
                          <a:pt x="466" y="102"/>
                        </a:lnTo>
                        <a:lnTo>
                          <a:pt x="463" y="102"/>
                        </a:lnTo>
                        <a:lnTo>
                          <a:pt x="460" y="102"/>
                        </a:lnTo>
                        <a:lnTo>
                          <a:pt x="457" y="102"/>
                        </a:lnTo>
                        <a:lnTo>
                          <a:pt x="456" y="102"/>
                        </a:lnTo>
                        <a:lnTo>
                          <a:pt x="453" y="102"/>
                        </a:lnTo>
                        <a:lnTo>
                          <a:pt x="447" y="102"/>
                        </a:lnTo>
                        <a:lnTo>
                          <a:pt x="443" y="102"/>
                        </a:lnTo>
                        <a:lnTo>
                          <a:pt x="440" y="102"/>
                        </a:lnTo>
                        <a:lnTo>
                          <a:pt x="437" y="102"/>
                        </a:lnTo>
                        <a:lnTo>
                          <a:pt x="434" y="102"/>
                        </a:lnTo>
                        <a:lnTo>
                          <a:pt x="432" y="102"/>
                        </a:lnTo>
                        <a:lnTo>
                          <a:pt x="427" y="102"/>
                        </a:lnTo>
                        <a:lnTo>
                          <a:pt x="422" y="102"/>
                        </a:lnTo>
                        <a:lnTo>
                          <a:pt x="416" y="102"/>
                        </a:lnTo>
                        <a:lnTo>
                          <a:pt x="413" y="103"/>
                        </a:lnTo>
                        <a:lnTo>
                          <a:pt x="407" y="103"/>
                        </a:lnTo>
                        <a:lnTo>
                          <a:pt x="402" y="104"/>
                        </a:lnTo>
                        <a:lnTo>
                          <a:pt x="405" y="100"/>
                        </a:lnTo>
                        <a:lnTo>
                          <a:pt x="405" y="97"/>
                        </a:lnTo>
                        <a:lnTo>
                          <a:pt x="407" y="94"/>
                        </a:lnTo>
                        <a:lnTo>
                          <a:pt x="408" y="91"/>
                        </a:lnTo>
                        <a:lnTo>
                          <a:pt x="408" y="86"/>
                        </a:lnTo>
                        <a:lnTo>
                          <a:pt x="409" y="84"/>
                        </a:lnTo>
                        <a:lnTo>
                          <a:pt x="408" y="82"/>
                        </a:lnTo>
                        <a:lnTo>
                          <a:pt x="408" y="78"/>
                        </a:lnTo>
                        <a:lnTo>
                          <a:pt x="407" y="76"/>
                        </a:lnTo>
                        <a:lnTo>
                          <a:pt x="405" y="73"/>
                        </a:lnTo>
                        <a:lnTo>
                          <a:pt x="403" y="71"/>
                        </a:lnTo>
                        <a:lnTo>
                          <a:pt x="402" y="69"/>
                        </a:lnTo>
                        <a:lnTo>
                          <a:pt x="399" y="67"/>
                        </a:lnTo>
                        <a:lnTo>
                          <a:pt x="395" y="66"/>
                        </a:lnTo>
                        <a:lnTo>
                          <a:pt x="392" y="66"/>
                        </a:lnTo>
                        <a:lnTo>
                          <a:pt x="387" y="67"/>
                        </a:lnTo>
                        <a:lnTo>
                          <a:pt x="383" y="71"/>
                        </a:lnTo>
                        <a:lnTo>
                          <a:pt x="381" y="73"/>
                        </a:lnTo>
                        <a:lnTo>
                          <a:pt x="378" y="76"/>
                        </a:lnTo>
                        <a:lnTo>
                          <a:pt x="375" y="79"/>
                        </a:lnTo>
                        <a:lnTo>
                          <a:pt x="375" y="83"/>
                        </a:lnTo>
                        <a:lnTo>
                          <a:pt x="375" y="86"/>
                        </a:lnTo>
                        <a:lnTo>
                          <a:pt x="375" y="89"/>
                        </a:lnTo>
                        <a:lnTo>
                          <a:pt x="375" y="94"/>
                        </a:lnTo>
                        <a:lnTo>
                          <a:pt x="375" y="96"/>
                        </a:lnTo>
                        <a:lnTo>
                          <a:pt x="375" y="100"/>
                        </a:lnTo>
                        <a:lnTo>
                          <a:pt x="375" y="102"/>
                        </a:lnTo>
                        <a:lnTo>
                          <a:pt x="376" y="104"/>
                        </a:lnTo>
                        <a:lnTo>
                          <a:pt x="373" y="104"/>
                        </a:lnTo>
                        <a:lnTo>
                          <a:pt x="369" y="104"/>
                        </a:lnTo>
                        <a:lnTo>
                          <a:pt x="365" y="104"/>
                        </a:lnTo>
                        <a:lnTo>
                          <a:pt x="363" y="104"/>
                        </a:lnTo>
                        <a:lnTo>
                          <a:pt x="360" y="104"/>
                        </a:lnTo>
                        <a:lnTo>
                          <a:pt x="357" y="104"/>
                        </a:lnTo>
                        <a:lnTo>
                          <a:pt x="355" y="104"/>
                        </a:lnTo>
                        <a:lnTo>
                          <a:pt x="351" y="104"/>
                        </a:lnTo>
                        <a:lnTo>
                          <a:pt x="348" y="104"/>
                        </a:lnTo>
                        <a:lnTo>
                          <a:pt x="344" y="104"/>
                        </a:lnTo>
                        <a:lnTo>
                          <a:pt x="342" y="104"/>
                        </a:lnTo>
                        <a:lnTo>
                          <a:pt x="339" y="104"/>
                        </a:lnTo>
                        <a:lnTo>
                          <a:pt x="337" y="104"/>
                        </a:lnTo>
                        <a:lnTo>
                          <a:pt x="333" y="104"/>
                        </a:lnTo>
                        <a:lnTo>
                          <a:pt x="330" y="104"/>
                        </a:lnTo>
                        <a:lnTo>
                          <a:pt x="327" y="104"/>
                        </a:lnTo>
                        <a:lnTo>
                          <a:pt x="324" y="104"/>
                        </a:lnTo>
                        <a:lnTo>
                          <a:pt x="322" y="104"/>
                        </a:lnTo>
                        <a:lnTo>
                          <a:pt x="319" y="104"/>
                        </a:lnTo>
                        <a:lnTo>
                          <a:pt x="317" y="104"/>
                        </a:lnTo>
                        <a:lnTo>
                          <a:pt x="313" y="104"/>
                        </a:lnTo>
                        <a:lnTo>
                          <a:pt x="311" y="104"/>
                        </a:lnTo>
                        <a:lnTo>
                          <a:pt x="307" y="104"/>
                        </a:lnTo>
                        <a:lnTo>
                          <a:pt x="305" y="104"/>
                        </a:lnTo>
                        <a:lnTo>
                          <a:pt x="303" y="104"/>
                        </a:lnTo>
                        <a:lnTo>
                          <a:pt x="299" y="104"/>
                        </a:lnTo>
                        <a:lnTo>
                          <a:pt x="297" y="104"/>
                        </a:lnTo>
                        <a:lnTo>
                          <a:pt x="294" y="104"/>
                        </a:lnTo>
                        <a:lnTo>
                          <a:pt x="288" y="104"/>
                        </a:lnTo>
                        <a:lnTo>
                          <a:pt x="284" y="105"/>
                        </a:lnTo>
                        <a:lnTo>
                          <a:pt x="281" y="105"/>
                        </a:lnTo>
                        <a:lnTo>
                          <a:pt x="279" y="105"/>
                        </a:lnTo>
                        <a:lnTo>
                          <a:pt x="276" y="105"/>
                        </a:lnTo>
                        <a:lnTo>
                          <a:pt x="273" y="105"/>
                        </a:lnTo>
                        <a:lnTo>
                          <a:pt x="268" y="105"/>
                        </a:lnTo>
                        <a:lnTo>
                          <a:pt x="263" y="105"/>
                        </a:lnTo>
                        <a:lnTo>
                          <a:pt x="259" y="105"/>
                        </a:lnTo>
                        <a:lnTo>
                          <a:pt x="253" y="105"/>
                        </a:lnTo>
                        <a:lnTo>
                          <a:pt x="249" y="105"/>
                        </a:lnTo>
                        <a:lnTo>
                          <a:pt x="246" y="105"/>
                        </a:lnTo>
                        <a:lnTo>
                          <a:pt x="241" y="105"/>
                        </a:lnTo>
                        <a:lnTo>
                          <a:pt x="235" y="105"/>
                        </a:lnTo>
                        <a:lnTo>
                          <a:pt x="230" y="105"/>
                        </a:lnTo>
                        <a:lnTo>
                          <a:pt x="227" y="105"/>
                        </a:lnTo>
                        <a:lnTo>
                          <a:pt x="223" y="105"/>
                        </a:lnTo>
                        <a:lnTo>
                          <a:pt x="218" y="105"/>
                        </a:lnTo>
                        <a:lnTo>
                          <a:pt x="215" y="105"/>
                        </a:lnTo>
                        <a:lnTo>
                          <a:pt x="210" y="105"/>
                        </a:lnTo>
                        <a:lnTo>
                          <a:pt x="204" y="104"/>
                        </a:lnTo>
                        <a:lnTo>
                          <a:pt x="198" y="104"/>
                        </a:lnTo>
                        <a:lnTo>
                          <a:pt x="192" y="104"/>
                        </a:lnTo>
                        <a:lnTo>
                          <a:pt x="187" y="104"/>
                        </a:lnTo>
                        <a:lnTo>
                          <a:pt x="182" y="104"/>
                        </a:lnTo>
                        <a:lnTo>
                          <a:pt x="176" y="104"/>
                        </a:lnTo>
                        <a:lnTo>
                          <a:pt x="170" y="104"/>
                        </a:lnTo>
                        <a:lnTo>
                          <a:pt x="165" y="104"/>
                        </a:lnTo>
                        <a:lnTo>
                          <a:pt x="159" y="103"/>
                        </a:lnTo>
                        <a:lnTo>
                          <a:pt x="153" y="102"/>
                        </a:lnTo>
                        <a:lnTo>
                          <a:pt x="148" y="102"/>
                        </a:lnTo>
                        <a:lnTo>
                          <a:pt x="144" y="102"/>
                        </a:lnTo>
                        <a:lnTo>
                          <a:pt x="138" y="102"/>
                        </a:lnTo>
                        <a:lnTo>
                          <a:pt x="134" y="102"/>
                        </a:lnTo>
                        <a:lnTo>
                          <a:pt x="128" y="102"/>
                        </a:lnTo>
                        <a:lnTo>
                          <a:pt x="125" y="102"/>
                        </a:lnTo>
                        <a:lnTo>
                          <a:pt x="119" y="102"/>
                        </a:lnTo>
                        <a:lnTo>
                          <a:pt x="114" y="101"/>
                        </a:lnTo>
                        <a:lnTo>
                          <a:pt x="109" y="100"/>
                        </a:lnTo>
                        <a:lnTo>
                          <a:pt x="104" y="100"/>
                        </a:lnTo>
                        <a:lnTo>
                          <a:pt x="100" y="100"/>
                        </a:lnTo>
                        <a:lnTo>
                          <a:pt x="96" y="100"/>
                        </a:lnTo>
                        <a:lnTo>
                          <a:pt x="91" y="100"/>
                        </a:lnTo>
                        <a:lnTo>
                          <a:pt x="88" y="100"/>
                        </a:lnTo>
                        <a:lnTo>
                          <a:pt x="83" y="100"/>
                        </a:lnTo>
                        <a:lnTo>
                          <a:pt x="78" y="98"/>
                        </a:lnTo>
                        <a:lnTo>
                          <a:pt x="75" y="97"/>
                        </a:lnTo>
                        <a:lnTo>
                          <a:pt x="71" y="97"/>
                        </a:lnTo>
                        <a:lnTo>
                          <a:pt x="68" y="97"/>
                        </a:lnTo>
                        <a:lnTo>
                          <a:pt x="64" y="97"/>
                        </a:lnTo>
                        <a:lnTo>
                          <a:pt x="61" y="97"/>
                        </a:lnTo>
                        <a:lnTo>
                          <a:pt x="57" y="97"/>
                        </a:lnTo>
                        <a:lnTo>
                          <a:pt x="53" y="97"/>
                        </a:lnTo>
                        <a:lnTo>
                          <a:pt x="50" y="96"/>
                        </a:lnTo>
                        <a:lnTo>
                          <a:pt x="46" y="96"/>
                        </a:lnTo>
                        <a:lnTo>
                          <a:pt x="44" y="96"/>
                        </a:lnTo>
                        <a:lnTo>
                          <a:pt x="40" y="95"/>
                        </a:lnTo>
                        <a:lnTo>
                          <a:pt x="38" y="94"/>
                        </a:lnTo>
                        <a:lnTo>
                          <a:pt x="34" y="94"/>
                        </a:lnTo>
                        <a:lnTo>
                          <a:pt x="33" y="94"/>
                        </a:lnTo>
                        <a:lnTo>
                          <a:pt x="30" y="94"/>
                        </a:lnTo>
                        <a:lnTo>
                          <a:pt x="26" y="94"/>
                        </a:lnTo>
                        <a:lnTo>
                          <a:pt x="24" y="94"/>
                        </a:lnTo>
                        <a:lnTo>
                          <a:pt x="23" y="94"/>
                        </a:lnTo>
                        <a:lnTo>
                          <a:pt x="18" y="91"/>
                        </a:lnTo>
                        <a:lnTo>
                          <a:pt x="14" y="91"/>
                        </a:lnTo>
                        <a:lnTo>
                          <a:pt x="11" y="91"/>
                        </a:lnTo>
                        <a:lnTo>
                          <a:pt x="7" y="91"/>
                        </a:lnTo>
                        <a:lnTo>
                          <a:pt x="5" y="91"/>
                        </a:lnTo>
                        <a:lnTo>
                          <a:pt x="2" y="91"/>
                        </a:lnTo>
                        <a:lnTo>
                          <a:pt x="0" y="91"/>
                        </a:lnTo>
                        <a:lnTo>
                          <a:pt x="13" y="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13" name="Freeform 142"/>
                  <p:cNvSpPr/>
                  <p:nvPr/>
                </p:nvSpPr>
                <p:spPr bwMode="auto">
                  <a:xfrm>
                    <a:off x="5420" y="1680"/>
                    <a:ext cx="12" cy="31"/>
                  </a:xfrm>
                  <a:custGeom>
                    <a:avLst/>
                    <a:gdLst>
                      <a:gd name="T0" fmla="*/ 0 w 36"/>
                      <a:gd name="T1" fmla="*/ 0 h 91"/>
                      <a:gd name="T2" fmla="*/ 0 w 36"/>
                      <a:gd name="T3" fmla="*/ 0 h 91"/>
                      <a:gd name="T4" fmla="*/ 0 w 36"/>
                      <a:gd name="T5" fmla="*/ 0 h 91"/>
                      <a:gd name="T6" fmla="*/ 0 w 36"/>
                      <a:gd name="T7" fmla="*/ 0 h 91"/>
                      <a:gd name="T8" fmla="*/ 0 w 36"/>
                      <a:gd name="T9" fmla="*/ 0 h 91"/>
                      <a:gd name="T10" fmla="*/ 0 w 36"/>
                      <a:gd name="T11" fmla="*/ 0 h 91"/>
                      <a:gd name="T12" fmla="*/ 0 w 36"/>
                      <a:gd name="T13" fmla="*/ 0 h 91"/>
                      <a:gd name="T14" fmla="*/ 0 w 36"/>
                      <a:gd name="T15" fmla="*/ 0 h 91"/>
                      <a:gd name="T16" fmla="*/ 0 w 36"/>
                      <a:gd name="T17" fmla="*/ 0 h 91"/>
                      <a:gd name="T18" fmla="*/ 0 w 36"/>
                      <a:gd name="T19" fmla="*/ 0 h 91"/>
                      <a:gd name="T20" fmla="*/ 0 w 36"/>
                      <a:gd name="T21" fmla="*/ 0 h 91"/>
                      <a:gd name="T22" fmla="*/ 0 w 36"/>
                      <a:gd name="T23" fmla="*/ 0 h 91"/>
                      <a:gd name="T24" fmla="*/ 0 w 36"/>
                      <a:gd name="T25" fmla="*/ 0 h 91"/>
                      <a:gd name="T26" fmla="*/ 0 w 36"/>
                      <a:gd name="T27" fmla="*/ 0 h 91"/>
                      <a:gd name="T28" fmla="*/ 0 w 36"/>
                      <a:gd name="T29" fmla="*/ 0 h 91"/>
                      <a:gd name="T30" fmla="*/ 0 w 36"/>
                      <a:gd name="T31" fmla="*/ 0 h 91"/>
                      <a:gd name="T32" fmla="*/ 0 w 36"/>
                      <a:gd name="T33" fmla="*/ 0 h 91"/>
                      <a:gd name="T34" fmla="*/ 0 w 36"/>
                      <a:gd name="T35" fmla="*/ 0 h 91"/>
                      <a:gd name="T36" fmla="*/ 0 w 36"/>
                      <a:gd name="T37" fmla="*/ 0 h 91"/>
                      <a:gd name="T38" fmla="*/ 0 w 36"/>
                      <a:gd name="T39" fmla="*/ 0 h 91"/>
                      <a:gd name="T40" fmla="*/ 0 w 36"/>
                      <a:gd name="T41" fmla="*/ 0 h 91"/>
                      <a:gd name="T42" fmla="*/ 0 w 36"/>
                      <a:gd name="T43" fmla="*/ 0 h 91"/>
                      <a:gd name="T44" fmla="*/ 0 w 36"/>
                      <a:gd name="T45" fmla="*/ 0 h 91"/>
                      <a:gd name="T46" fmla="*/ 0 w 36"/>
                      <a:gd name="T47" fmla="*/ 0 h 91"/>
                      <a:gd name="T48" fmla="*/ 0 w 36"/>
                      <a:gd name="T49" fmla="*/ 0 h 91"/>
                      <a:gd name="T50" fmla="*/ 0 w 36"/>
                      <a:gd name="T51" fmla="*/ 0 h 91"/>
                      <a:gd name="T52" fmla="*/ 0 w 36"/>
                      <a:gd name="T53" fmla="*/ 0 h 91"/>
                      <a:gd name="T54" fmla="*/ 0 w 36"/>
                      <a:gd name="T55" fmla="*/ 0 h 91"/>
                      <a:gd name="T56" fmla="*/ 0 w 36"/>
                      <a:gd name="T57" fmla="*/ 0 h 91"/>
                      <a:gd name="T58" fmla="*/ 0 w 36"/>
                      <a:gd name="T59" fmla="*/ 0 h 91"/>
                      <a:gd name="T60" fmla="*/ 0 w 36"/>
                      <a:gd name="T61" fmla="*/ 0 h 91"/>
                      <a:gd name="T62" fmla="*/ 0 w 36"/>
                      <a:gd name="T63" fmla="*/ 0 h 91"/>
                      <a:gd name="T64" fmla="*/ 0 w 36"/>
                      <a:gd name="T65" fmla="*/ 0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
                      <a:gd name="T100" fmla="*/ 0 h 91"/>
                      <a:gd name="T101" fmla="*/ 36 w 36"/>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 h="91">
                        <a:moveTo>
                          <a:pt x="36" y="91"/>
                        </a:moveTo>
                        <a:lnTo>
                          <a:pt x="33" y="91"/>
                        </a:lnTo>
                        <a:lnTo>
                          <a:pt x="29" y="91"/>
                        </a:lnTo>
                        <a:lnTo>
                          <a:pt x="27" y="89"/>
                        </a:lnTo>
                        <a:lnTo>
                          <a:pt x="23" y="89"/>
                        </a:lnTo>
                        <a:lnTo>
                          <a:pt x="17" y="88"/>
                        </a:lnTo>
                        <a:lnTo>
                          <a:pt x="15" y="87"/>
                        </a:lnTo>
                        <a:lnTo>
                          <a:pt x="10" y="85"/>
                        </a:lnTo>
                        <a:lnTo>
                          <a:pt x="8" y="83"/>
                        </a:lnTo>
                        <a:lnTo>
                          <a:pt x="4" y="81"/>
                        </a:lnTo>
                        <a:lnTo>
                          <a:pt x="3" y="80"/>
                        </a:lnTo>
                        <a:lnTo>
                          <a:pt x="0" y="75"/>
                        </a:lnTo>
                        <a:lnTo>
                          <a:pt x="0" y="70"/>
                        </a:lnTo>
                        <a:lnTo>
                          <a:pt x="0" y="67"/>
                        </a:lnTo>
                        <a:lnTo>
                          <a:pt x="0" y="64"/>
                        </a:lnTo>
                        <a:lnTo>
                          <a:pt x="1" y="61"/>
                        </a:lnTo>
                        <a:lnTo>
                          <a:pt x="3" y="58"/>
                        </a:lnTo>
                        <a:lnTo>
                          <a:pt x="3" y="55"/>
                        </a:lnTo>
                        <a:lnTo>
                          <a:pt x="6" y="51"/>
                        </a:lnTo>
                        <a:lnTo>
                          <a:pt x="7" y="48"/>
                        </a:lnTo>
                        <a:lnTo>
                          <a:pt x="9" y="45"/>
                        </a:lnTo>
                        <a:lnTo>
                          <a:pt x="11" y="41"/>
                        </a:lnTo>
                        <a:lnTo>
                          <a:pt x="13" y="37"/>
                        </a:lnTo>
                        <a:lnTo>
                          <a:pt x="15" y="34"/>
                        </a:lnTo>
                        <a:lnTo>
                          <a:pt x="19" y="30"/>
                        </a:lnTo>
                        <a:lnTo>
                          <a:pt x="20" y="26"/>
                        </a:lnTo>
                        <a:lnTo>
                          <a:pt x="23" y="23"/>
                        </a:lnTo>
                        <a:lnTo>
                          <a:pt x="26" y="19"/>
                        </a:lnTo>
                        <a:lnTo>
                          <a:pt x="28" y="15"/>
                        </a:lnTo>
                        <a:lnTo>
                          <a:pt x="30" y="12"/>
                        </a:lnTo>
                        <a:lnTo>
                          <a:pt x="32" y="7"/>
                        </a:lnTo>
                        <a:lnTo>
                          <a:pt x="33" y="4"/>
                        </a:lnTo>
                        <a:lnTo>
                          <a:pt x="35" y="0"/>
                        </a:lnTo>
                        <a:lnTo>
                          <a:pt x="35" y="4"/>
                        </a:lnTo>
                        <a:lnTo>
                          <a:pt x="35" y="6"/>
                        </a:lnTo>
                        <a:lnTo>
                          <a:pt x="35" y="10"/>
                        </a:lnTo>
                        <a:lnTo>
                          <a:pt x="35" y="12"/>
                        </a:lnTo>
                        <a:lnTo>
                          <a:pt x="35" y="15"/>
                        </a:lnTo>
                        <a:lnTo>
                          <a:pt x="35" y="17"/>
                        </a:lnTo>
                        <a:lnTo>
                          <a:pt x="35" y="20"/>
                        </a:lnTo>
                        <a:lnTo>
                          <a:pt x="35" y="23"/>
                        </a:lnTo>
                        <a:lnTo>
                          <a:pt x="35" y="26"/>
                        </a:lnTo>
                        <a:lnTo>
                          <a:pt x="35" y="30"/>
                        </a:lnTo>
                        <a:lnTo>
                          <a:pt x="35" y="32"/>
                        </a:lnTo>
                        <a:lnTo>
                          <a:pt x="35" y="35"/>
                        </a:lnTo>
                        <a:lnTo>
                          <a:pt x="35" y="37"/>
                        </a:lnTo>
                        <a:lnTo>
                          <a:pt x="35" y="41"/>
                        </a:lnTo>
                        <a:lnTo>
                          <a:pt x="35" y="43"/>
                        </a:lnTo>
                        <a:lnTo>
                          <a:pt x="35" y="47"/>
                        </a:lnTo>
                        <a:lnTo>
                          <a:pt x="35" y="49"/>
                        </a:lnTo>
                        <a:lnTo>
                          <a:pt x="35" y="53"/>
                        </a:lnTo>
                        <a:lnTo>
                          <a:pt x="35" y="55"/>
                        </a:lnTo>
                        <a:lnTo>
                          <a:pt x="35" y="57"/>
                        </a:lnTo>
                        <a:lnTo>
                          <a:pt x="35" y="61"/>
                        </a:lnTo>
                        <a:lnTo>
                          <a:pt x="35" y="63"/>
                        </a:lnTo>
                        <a:lnTo>
                          <a:pt x="35" y="67"/>
                        </a:lnTo>
                        <a:lnTo>
                          <a:pt x="35" y="69"/>
                        </a:lnTo>
                        <a:lnTo>
                          <a:pt x="35" y="72"/>
                        </a:lnTo>
                        <a:lnTo>
                          <a:pt x="35" y="75"/>
                        </a:lnTo>
                        <a:lnTo>
                          <a:pt x="35" y="77"/>
                        </a:lnTo>
                        <a:lnTo>
                          <a:pt x="35" y="80"/>
                        </a:lnTo>
                        <a:lnTo>
                          <a:pt x="35" y="82"/>
                        </a:lnTo>
                        <a:lnTo>
                          <a:pt x="35" y="86"/>
                        </a:lnTo>
                        <a:lnTo>
                          <a:pt x="35" y="88"/>
                        </a:lnTo>
                        <a:lnTo>
                          <a:pt x="36" y="91"/>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14" name="Freeform 143"/>
                  <p:cNvSpPr/>
                  <p:nvPr/>
                </p:nvSpPr>
                <p:spPr bwMode="auto">
                  <a:xfrm>
                    <a:off x="5402" y="1599"/>
                    <a:ext cx="223" cy="177"/>
                  </a:xfrm>
                  <a:custGeom>
                    <a:avLst/>
                    <a:gdLst>
                      <a:gd name="T0" fmla="*/ 0 w 667"/>
                      <a:gd name="T1" fmla="*/ 0 h 531"/>
                      <a:gd name="T2" fmla="*/ 0 w 667"/>
                      <a:gd name="T3" fmla="*/ 0 h 531"/>
                      <a:gd name="T4" fmla="*/ 0 w 667"/>
                      <a:gd name="T5" fmla="*/ 0 h 531"/>
                      <a:gd name="T6" fmla="*/ 0 w 667"/>
                      <a:gd name="T7" fmla="*/ 0 h 531"/>
                      <a:gd name="T8" fmla="*/ 0 w 667"/>
                      <a:gd name="T9" fmla="*/ 0 h 531"/>
                      <a:gd name="T10" fmla="*/ 0 w 667"/>
                      <a:gd name="T11" fmla="*/ 0 h 531"/>
                      <a:gd name="T12" fmla="*/ 0 w 667"/>
                      <a:gd name="T13" fmla="*/ 0 h 531"/>
                      <a:gd name="T14" fmla="*/ 0 w 667"/>
                      <a:gd name="T15" fmla="*/ 0 h 531"/>
                      <a:gd name="T16" fmla="*/ 0 w 667"/>
                      <a:gd name="T17" fmla="*/ 0 h 531"/>
                      <a:gd name="T18" fmla="*/ 0 w 667"/>
                      <a:gd name="T19" fmla="*/ 0 h 531"/>
                      <a:gd name="T20" fmla="*/ 0 w 667"/>
                      <a:gd name="T21" fmla="*/ 0 h 531"/>
                      <a:gd name="T22" fmla="*/ 0 w 667"/>
                      <a:gd name="T23" fmla="*/ 0 h 531"/>
                      <a:gd name="T24" fmla="*/ 0 w 667"/>
                      <a:gd name="T25" fmla="*/ 0 h 531"/>
                      <a:gd name="T26" fmla="*/ 0 w 667"/>
                      <a:gd name="T27" fmla="*/ 0 h 531"/>
                      <a:gd name="T28" fmla="*/ 0 w 667"/>
                      <a:gd name="T29" fmla="*/ 0 h 531"/>
                      <a:gd name="T30" fmla="*/ 0 w 667"/>
                      <a:gd name="T31" fmla="*/ 0 h 531"/>
                      <a:gd name="T32" fmla="*/ 0 w 667"/>
                      <a:gd name="T33" fmla="*/ 0 h 531"/>
                      <a:gd name="T34" fmla="*/ 0 w 667"/>
                      <a:gd name="T35" fmla="*/ 0 h 531"/>
                      <a:gd name="T36" fmla="*/ 0 w 667"/>
                      <a:gd name="T37" fmla="*/ 0 h 531"/>
                      <a:gd name="T38" fmla="*/ 0 w 667"/>
                      <a:gd name="T39" fmla="*/ 0 h 531"/>
                      <a:gd name="T40" fmla="*/ 0 w 667"/>
                      <a:gd name="T41" fmla="*/ 0 h 531"/>
                      <a:gd name="T42" fmla="*/ 0 w 667"/>
                      <a:gd name="T43" fmla="*/ 0 h 531"/>
                      <a:gd name="T44" fmla="*/ 0 w 667"/>
                      <a:gd name="T45" fmla="*/ 0 h 531"/>
                      <a:gd name="T46" fmla="*/ 0 w 667"/>
                      <a:gd name="T47" fmla="*/ 0 h 531"/>
                      <a:gd name="T48" fmla="*/ 0 w 667"/>
                      <a:gd name="T49" fmla="*/ 0 h 531"/>
                      <a:gd name="T50" fmla="*/ 0 w 667"/>
                      <a:gd name="T51" fmla="*/ 0 h 531"/>
                      <a:gd name="T52" fmla="*/ 0 w 667"/>
                      <a:gd name="T53" fmla="*/ 0 h 531"/>
                      <a:gd name="T54" fmla="*/ 0 w 667"/>
                      <a:gd name="T55" fmla="*/ 0 h 531"/>
                      <a:gd name="T56" fmla="*/ 0 w 667"/>
                      <a:gd name="T57" fmla="*/ 0 h 531"/>
                      <a:gd name="T58" fmla="*/ 0 w 667"/>
                      <a:gd name="T59" fmla="*/ 0 h 531"/>
                      <a:gd name="T60" fmla="*/ 0 w 667"/>
                      <a:gd name="T61" fmla="*/ 0 h 531"/>
                      <a:gd name="T62" fmla="*/ 0 w 667"/>
                      <a:gd name="T63" fmla="*/ 0 h 531"/>
                      <a:gd name="T64" fmla="*/ 0 w 667"/>
                      <a:gd name="T65" fmla="*/ 0 h 531"/>
                      <a:gd name="T66" fmla="*/ 0 w 667"/>
                      <a:gd name="T67" fmla="*/ 0 h 531"/>
                      <a:gd name="T68" fmla="*/ 0 w 667"/>
                      <a:gd name="T69" fmla="*/ 0 h 531"/>
                      <a:gd name="T70" fmla="*/ 0 w 667"/>
                      <a:gd name="T71" fmla="*/ 0 h 531"/>
                      <a:gd name="T72" fmla="*/ 0 w 667"/>
                      <a:gd name="T73" fmla="*/ 0 h 531"/>
                      <a:gd name="T74" fmla="*/ 0 w 667"/>
                      <a:gd name="T75" fmla="*/ 0 h 531"/>
                      <a:gd name="T76" fmla="*/ 0 w 667"/>
                      <a:gd name="T77" fmla="*/ 0 h 531"/>
                      <a:gd name="T78" fmla="*/ 0 w 667"/>
                      <a:gd name="T79" fmla="*/ 0 h 531"/>
                      <a:gd name="T80" fmla="*/ 0 w 667"/>
                      <a:gd name="T81" fmla="*/ 0 h 531"/>
                      <a:gd name="T82" fmla="*/ 0 w 667"/>
                      <a:gd name="T83" fmla="*/ 0 h 531"/>
                      <a:gd name="T84" fmla="*/ 0 w 667"/>
                      <a:gd name="T85" fmla="*/ 0 h 531"/>
                      <a:gd name="T86" fmla="*/ 0 w 667"/>
                      <a:gd name="T87" fmla="*/ 0 h 531"/>
                      <a:gd name="T88" fmla="*/ 0 w 667"/>
                      <a:gd name="T89" fmla="*/ 0 h 531"/>
                      <a:gd name="T90" fmla="*/ 0 w 667"/>
                      <a:gd name="T91" fmla="*/ 0 h 531"/>
                      <a:gd name="T92" fmla="*/ 0 w 667"/>
                      <a:gd name="T93" fmla="*/ 0 h 531"/>
                      <a:gd name="T94" fmla="*/ 0 w 667"/>
                      <a:gd name="T95" fmla="*/ 0 h 531"/>
                      <a:gd name="T96" fmla="*/ 0 w 667"/>
                      <a:gd name="T97" fmla="*/ 0 h 531"/>
                      <a:gd name="T98" fmla="*/ 0 w 667"/>
                      <a:gd name="T99" fmla="*/ 0 h 531"/>
                      <a:gd name="T100" fmla="*/ 0 w 667"/>
                      <a:gd name="T101" fmla="*/ 0 h 531"/>
                      <a:gd name="T102" fmla="*/ 0 w 667"/>
                      <a:gd name="T103" fmla="*/ 0 h 531"/>
                      <a:gd name="T104" fmla="*/ 0 w 667"/>
                      <a:gd name="T105" fmla="*/ 0 h 531"/>
                      <a:gd name="T106" fmla="*/ 0 w 667"/>
                      <a:gd name="T107" fmla="*/ 0 h 531"/>
                      <a:gd name="T108" fmla="*/ 0 w 667"/>
                      <a:gd name="T109" fmla="*/ 0 h 531"/>
                      <a:gd name="T110" fmla="*/ 0 w 667"/>
                      <a:gd name="T111" fmla="*/ 0 h 531"/>
                      <a:gd name="T112" fmla="*/ 0 w 667"/>
                      <a:gd name="T113" fmla="*/ 0 h 531"/>
                      <a:gd name="T114" fmla="*/ 0 w 667"/>
                      <a:gd name="T115" fmla="*/ 0 h 531"/>
                      <a:gd name="T116" fmla="*/ 0 w 667"/>
                      <a:gd name="T117" fmla="*/ 0 h 531"/>
                      <a:gd name="T118" fmla="*/ 0 w 667"/>
                      <a:gd name="T119" fmla="*/ 0 h 531"/>
                      <a:gd name="T120" fmla="*/ 0 w 667"/>
                      <a:gd name="T121" fmla="*/ 0 h 531"/>
                      <a:gd name="T122" fmla="*/ 0 w 667"/>
                      <a:gd name="T123" fmla="*/ 0 h 53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67"/>
                      <a:gd name="T187" fmla="*/ 0 h 531"/>
                      <a:gd name="T188" fmla="*/ 667 w 667"/>
                      <a:gd name="T189" fmla="*/ 531 h 53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67" h="531">
                        <a:moveTo>
                          <a:pt x="22" y="4"/>
                        </a:moveTo>
                        <a:lnTo>
                          <a:pt x="105" y="26"/>
                        </a:lnTo>
                        <a:lnTo>
                          <a:pt x="105" y="27"/>
                        </a:lnTo>
                        <a:lnTo>
                          <a:pt x="105" y="29"/>
                        </a:lnTo>
                        <a:lnTo>
                          <a:pt x="104" y="30"/>
                        </a:lnTo>
                        <a:lnTo>
                          <a:pt x="104" y="33"/>
                        </a:lnTo>
                        <a:lnTo>
                          <a:pt x="104" y="35"/>
                        </a:lnTo>
                        <a:lnTo>
                          <a:pt x="104" y="38"/>
                        </a:lnTo>
                        <a:lnTo>
                          <a:pt x="104" y="41"/>
                        </a:lnTo>
                        <a:lnTo>
                          <a:pt x="104" y="45"/>
                        </a:lnTo>
                        <a:lnTo>
                          <a:pt x="102" y="48"/>
                        </a:lnTo>
                        <a:lnTo>
                          <a:pt x="101" y="53"/>
                        </a:lnTo>
                        <a:lnTo>
                          <a:pt x="101" y="54"/>
                        </a:lnTo>
                        <a:lnTo>
                          <a:pt x="101" y="57"/>
                        </a:lnTo>
                        <a:lnTo>
                          <a:pt x="101" y="59"/>
                        </a:lnTo>
                        <a:lnTo>
                          <a:pt x="101" y="62"/>
                        </a:lnTo>
                        <a:lnTo>
                          <a:pt x="101" y="65"/>
                        </a:lnTo>
                        <a:lnTo>
                          <a:pt x="101" y="67"/>
                        </a:lnTo>
                        <a:lnTo>
                          <a:pt x="101" y="71"/>
                        </a:lnTo>
                        <a:lnTo>
                          <a:pt x="101" y="73"/>
                        </a:lnTo>
                        <a:lnTo>
                          <a:pt x="100" y="76"/>
                        </a:lnTo>
                        <a:lnTo>
                          <a:pt x="99" y="79"/>
                        </a:lnTo>
                        <a:lnTo>
                          <a:pt x="99" y="81"/>
                        </a:lnTo>
                        <a:lnTo>
                          <a:pt x="99" y="85"/>
                        </a:lnTo>
                        <a:lnTo>
                          <a:pt x="99" y="87"/>
                        </a:lnTo>
                        <a:lnTo>
                          <a:pt x="99" y="90"/>
                        </a:lnTo>
                        <a:lnTo>
                          <a:pt x="99" y="95"/>
                        </a:lnTo>
                        <a:lnTo>
                          <a:pt x="99" y="97"/>
                        </a:lnTo>
                        <a:lnTo>
                          <a:pt x="98" y="100"/>
                        </a:lnTo>
                        <a:lnTo>
                          <a:pt x="97" y="105"/>
                        </a:lnTo>
                        <a:lnTo>
                          <a:pt x="97" y="108"/>
                        </a:lnTo>
                        <a:lnTo>
                          <a:pt x="97" y="112"/>
                        </a:lnTo>
                        <a:lnTo>
                          <a:pt x="97" y="115"/>
                        </a:lnTo>
                        <a:lnTo>
                          <a:pt x="97" y="119"/>
                        </a:lnTo>
                        <a:lnTo>
                          <a:pt x="97" y="123"/>
                        </a:lnTo>
                        <a:lnTo>
                          <a:pt x="97" y="128"/>
                        </a:lnTo>
                        <a:lnTo>
                          <a:pt x="95" y="131"/>
                        </a:lnTo>
                        <a:lnTo>
                          <a:pt x="94" y="135"/>
                        </a:lnTo>
                        <a:lnTo>
                          <a:pt x="94" y="138"/>
                        </a:lnTo>
                        <a:lnTo>
                          <a:pt x="94" y="143"/>
                        </a:lnTo>
                        <a:lnTo>
                          <a:pt x="94" y="148"/>
                        </a:lnTo>
                        <a:lnTo>
                          <a:pt x="94" y="152"/>
                        </a:lnTo>
                        <a:lnTo>
                          <a:pt x="93" y="156"/>
                        </a:lnTo>
                        <a:lnTo>
                          <a:pt x="93" y="161"/>
                        </a:lnTo>
                        <a:lnTo>
                          <a:pt x="92" y="165"/>
                        </a:lnTo>
                        <a:lnTo>
                          <a:pt x="92" y="169"/>
                        </a:lnTo>
                        <a:lnTo>
                          <a:pt x="91" y="173"/>
                        </a:lnTo>
                        <a:lnTo>
                          <a:pt x="91" y="179"/>
                        </a:lnTo>
                        <a:lnTo>
                          <a:pt x="91" y="182"/>
                        </a:lnTo>
                        <a:lnTo>
                          <a:pt x="91" y="187"/>
                        </a:lnTo>
                        <a:lnTo>
                          <a:pt x="91" y="192"/>
                        </a:lnTo>
                        <a:lnTo>
                          <a:pt x="91" y="198"/>
                        </a:lnTo>
                        <a:lnTo>
                          <a:pt x="89" y="201"/>
                        </a:lnTo>
                        <a:lnTo>
                          <a:pt x="89" y="207"/>
                        </a:lnTo>
                        <a:lnTo>
                          <a:pt x="89" y="211"/>
                        </a:lnTo>
                        <a:lnTo>
                          <a:pt x="89" y="217"/>
                        </a:lnTo>
                        <a:lnTo>
                          <a:pt x="88" y="214"/>
                        </a:lnTo>
                        <a:lnTo>
                          <a:pt x="86" y="211"/>
                        </a:lnTo>
                        <a:lnTo>
                          <a:pt x="83" y="207"/>
                        </a:lnTo>
                        <a:lnTo>
                          <a:pt x="80" y="205"/>
                        </a:lnTo>
                        <a:lnTo>
                          <a:pt x="76" y="201"/>
                        </a:lnTo>
                        <a:lnTo>
                          <a:pt x="70" y="199"/>
                        </a:lnTo>
                        <a:lnTo>
                          <a:pt x="68" y="198"/>
                        </a:lnTo>
                        <a:lnTo>
                          <a:pt x="66" y="197"/>
                        </a:lnTo>
                        <a:lnTo>
                          <a:pt x="63" y="197"/>
                        </a:lnTo>
                        <a:lnTo>
                          <a:pt x="61" y="195"/>
                        </a:lnTo>
                        <a:lnTo>
                          <a:pt x="60" y="197"/>
                        </a:lnTo>
                        <a:lnTo>
                          <a:pt x="59" y="199"/>
                        </a:lnTo>
                        <a:lnTo>
                          <a:pt x="59" y="201"/>
                        </a:lnTo>
                        <a:lnTo>
                          <a:pt x="57" y="206"/>
                        </a:lnTo>
                        <a:lnTo>
                          <a:pt x="56" y="208"/>
                        </a:lnTo>
                        <a:lnTo>
                          <a:pt x="55" y="213"/>
                        </a:lnTo>
                        <a:lnTo>
                          <a:pt x="54" y="218"/>
                        </a:lnTo>
                        <a:lnTo>
                          <a:pt x="54" y="222"/>
                        </a:lnTo>
                        <a:lnTo>
                          <a:pt x="53" y="226"/>
                        </a:lnTo>
                        <a:lnTo>
                          <a:pt x="53" y="231"/>
                        </a:lnTo>
                        <a:lnTo>
                          <a:pt x="53" y="235"/>
                        </a:lnTo>
                        <a:lnTo>
                          <a:pt x="53" y="239"/>
                        </a:lnTo>
                        <a:lnTo>
                          <a:pt x="53" y="243"/>
                        </a:lnTo>
                        <a:lnTo>
                          <a:pt x="53" y="246"/>
                        </a:lnTo>
                        <a:lnTo>
                          <a:pt x="54" y="250"/>
                        </a:lnTo>
                        <a:lnTo>
                          <a:pt x="56" y="254"/>
                        </a:lnTo>
                        <a:lnTo>
                          <a:pt x="51" y="255"/>
                        </a:lnTo>
                        <a:lnTo>
                          <a:pt x="48" y="257"/>
                        </a:lnTo>
                        <a:lnTo>
                          <a:pt x="44" y="257"/>
                        </a:lnTo>
                        <a:lnTo>
                          <a:pt x="41" y="260"/>
                        </a:lnTo>
                        <a:lnTo>
                          <a:pt x="38" y="262"/>
                        </a:lnTo>
                        <a:lnTo>
                          <a:pt x="35" y="263"/>
                        </a:lnTo>
                        <a:lnTo>
                          <a:pt x="32" y="264"/>
                        </a:lnTo>
                        <a:lnTo>
                          <a:pt x="30" y="267"/>
                        </a:lnTo>
                        <a:lnTo>
                          <a:pt x="25" y="271"/>
                        </a:lnTo>
                        <a:lnTo>
                          <a:pt x="22" y="275"/>
                        </a:lnTo>
                        <a:lnTo>
                          <a:pt x="19" y="280"/>
                        </a:lnTo>
                        <a:lnTo>
                          <a:pt x="17" y="284"/>
                        </a:lnTo>
                        <a:lnTo>
                          <a:pt x="15" y="289"/>
                        </a:lnTo>
                        <a:lnTo>
                          <a:pt x="13" y="294"/>
                        </a:lnTo>
                        <a:lnTo>
                          <a:pt x="12" y="299"/>
                        </a:lnTo>
                        <a:lnTo>
                          <a:pt x="12" y="303"/>
                        </a:lnTo>
                        <a:lnTo>
                          <a:pt x="12" y="306"/>
                        </a:lnTo>
                        <a:lnTo>
                          <a:pt x="12" y="308"/>
                        </a:lnTo>
                        <a:lnTo>
                          <a:pt x="12" y="312"/>
                        </a:lnTo>
                        <a:lnTo>
                          <a:pt x="13" y="314"/>
                        </a:lnTo>
                        <a:lnTo>
                          <a:pt x="13" y="317"/>
                        </a:lnTo>
                        <a:lnTo>
                          <a:pt x="15" y="319"/>
                        </a:lnTo>
                        <a:lnTo>
                          <a:pt x="15" y="322"/>
                        </a:lnTo>
                        <a:lnTo>
                          <a:pt x="17" y="325"/>
                        </a:lnTo>
                        <a:lnTo>
                          <a:pt x="18" y="330"/>
                        </a:lnTo>
                        <a:lnTo>
                          <a:pt x="21" y="336"/>
                        </a:lnTo>
                        <a:lnTo>
                          <a:pt x="21" y="338"/>
                        </a:lnTo>
                        <a:lnTo>
                          <a:pt x="23" y="340"/>
                        </a:lnTo>
                        <a:lnTo>
                          <a:pt x="24" y="343"/>
                        </a:lnTo>
                        <a:lnTo>
                          <a:pt x="25" y="345"/>
                        </a:lnTo>
                        <a:lnTo>
                          <a:pt x="28" y="351"/>
                        </a:lnTo>
                        <a:lnTo>
                          <a:pt x="31" y="356"/>
                        </a:lnTo>
                        <a:lnTo>
                          <a:pt x="32" y="358"/>
                        </a:lnTo>
                        <a:lnTo>
                          <a:pt x="35" y="360"/>
                        </a:lnTo>
                        <a:lnTo>
                          <a:pt x="36" y="364"/>
                        </a:lnTo>
                        <a:lnTo>
                          <a:pt x="38" y="368"/>
                        </a:lnTo>
                        <a:lnTo>
                          <a:pt x="42" y="372"/>
                        </a:lnTo>
                        <a:lnTo>
                          <a:pt x="45" y="376"/>
                        </a:lnTo>
                        <a:lnTo>
                          <a:pt x="49" y="381"/>
                        </a:lnTo>
                        <a:lnTo>
                          <a:pt x="53" y="387"/>
                        </a:lnTo>
                        <a:lnTo>
                          <a:pt x="56" y="391"/>
                        </a:lnTo>
                        <a:lnTo>
                          <a:pt x="60" y="396"/>
                        </a:lnTo>
                        <a:lnTo>
                          <a:pt x="63" y="400"/>
                        </a:lnTo>
                        <a:lnTo>
                          <a:pt x="67" y="404"/>
                        </a:lnTo>
                        <a:lnTo>
                          <a:pt x="68" y="401"/>
                        </a:lnTo>
                        <a:lnTo>
                          <a:pt x="70" y="396"/>
                        </a:lnTo>
                        <a:lnTo>
                          <a:pt x="73" y="394"/>
                        </a:lnTo>
                        <a:lnTo>
                          <a:pt x="74" y="391"/>
                        </a:lnTo>
                        <a:lnTo>
                          <a:pt x="76" y="388"/>
                        </a:lnTo>
                        <a:lnTo>
                          <a:pt x="78" y="384"/>
                        </a:lnTo>
                        <a:lnTo>
                          <a:pt x="79" y="381"/>
                        </a:lnTo>
                        <a:lnTo>
                          <a:pt x="81" y="378"/>
                        </a:lnTo>
                        <a:lnTo>
                          <a:pt x="81" y="374"/>
                        </a:lnTo>
                        <a:lnTo>
                          <a:pt x="83" y="371"/>
                        </a:lnTo>
                        <a:lnTo>
                          <a:pt x="86" y="366"/>
                        </a:lnTo>
                        <a:lnTo>
                          <a:pt x="87" y="363"/>
                        </a:lnTo>
                        <a:lnTo>
                          <a:pt x="88" y="358"/>
                        </a:lnTo>
                        <a:lnTo>
                          <a:pt x="91" y="356"/>
                        </a:lnTo>
                        <a:lnTo>
                          <a:pt x="91" y="359"/>
                        </a:lnTo>
                        <a:lnTo>
                          <a:pt x="91" y="363"/>
                        </a:lnTo>
                        <a:lnTo>
                          <a:pt x="91" y="366"/>
                        </a:lnTo>
                        <a:lnTo>
                          <a:pt x="91" y="370"/>
                        </a:lnTo>
                        <a:lnTo>
                          <a:pt x="91" y="374"/>
                        </a:lnTo>
                        <a:lnTo>
                          <a:pt x="91" y="376"/>
                        </a:lnTo>
                        <a:lnTo>
                          <a:pt x="92" y="379"/>
                        </a:lnTo>
                        <a:lnTo>
                          <a:pt x="92" y="383"/>
                        </a:lnTo>
                        <a:lnTo>
                          <a:pt x="92" y="387"/>
                        </a:lnTo>
                        <a:lnTo>
                          <a:pt x="93" y="389"/>
                        </a:lnTo>
                        <a:lnTo>
                          <a:pt x="94" y="391"/>
                        </a:lnTo>
                        <a:lnTo>
                          <a:pt x="94" y="396"/>
                        </a:lnTo>
                        <a:lnTo>
                          <a:pt x="94" y="398"/>
                        </a:lnTo>
                        <a:lnTo>
                          <a:pt x="94" y="401"/>
                        </a:lnTo>
                        <a:lnTo>
                          <a:pt x="94" y="404"/>
                        </a:lnTo>
                        <a:lnTo>
                          <a:pt x="95" y="407"/>
                        </a:lnTo>
                        <a:lnTo>
                          <a:pt x="92" y="408"/>
                        </a:lnTo>
                        <a:lnTo>
                          <a:pt x="88" y="409"/>
                        </a:lnTo>
                        <a:lnTo>
                          <a:pt x="83" y="411"/>
                        </a:lnTo>
                        <a:lnTo>
                          <a:pt x="81" y="414"/>
                        </a:lnTo>
                        <a:lnTo>
                          <a:pt x="76" y="416"/>
                        </a:lnTo>
                        <a:lnTo>
                          <a:pt x="70" y="419"/>
                        </a:lnTo>
                        <a:lnTo>
                          <a:pt x="66" y="421"/>
                        </a:lnTo>
                        <a:lnTo>
                          <a:pt x="62" y="425"/>
                        </a:lnTo>
                        <a:lnTo>
                          <a:pt x="57" y="427"/>
                        </a:lnTo>
                        <a:lnTo>
                          <a:pt x="53" y="429"/>
                        </a:lnTo>
                        <a:lnTo>
                          <a:pt x="48" y="432"/>
                        </a:lnTo>
                        <a:lnTo>
                          <a:pt x="44" y="435"/>
                        </a:lnTo>
                        <a:lnTo>
                          <a:pt x="40" y="438"/>
                        </a:lnTo>
                        <a:lnTo>
                          <a:pt x="37" y="440"/>
                        </a:lnTo>
                        <a:lnTo>
                          <a:pt x="34" y="442"/>
                        </a:lnTo>
                        <a:lnTo>
                          <a:pt x="32" y="445"/>
                        </a:lnTo>
                        <a:lnTo>
                          <a:pt x="36" y="445"/>
                        </a:lnTo>
                        <a:lnTo>
                          <a:pt x="41" y="445"/>
                        </a:lnTo>
                        <a:lnTo>
                          <a:pt x="44" y="445"/>
                        </a:lnTo>
                        <a:lnTo>
                          <a:pt x="48" y="445"/>
                        </a:lnTo>
                        <a:lnTo>
                          <a:pt x="53" y="445"/>
                        </a:lnTo>
                        <a:lnTo>
                          <a:pt x="56" y="445"/>
                        </a:lnTo>
                        <a:lnTo>
                          <a:pt x="61" y="445"/>
                        </a:lnTo>
                        <a:lnTo>
                          <a:pt x="66" y="445"/>
                        </a:lnTo>
                        <a:lnTo>
                          <a:pt x="66" y="447"/>
                        </a:lnTo>
                        <a:lnTo>
                          <a:pt x="68" y="449"/>
                        </a:lnTo>
                        <a:lnTo>
                          <a:pt x="69" y="452"/>
                        </a:lnTo>
                        <a:lnTo>
                          <a:pt x="70" y="454"/>
                        </a:lnTo>
                        <a:lnTo>
                          <a:pt x="74" y="457"/>
                        </a:lnTo>
                        <a:lnTo>
                          <a:pt x="78" y="460"/>
                        </a:lnTo>
                        <a:lnTo>
                          <a:pt x="81" y="461"/>
                        </a:lnTo>
                        <a:lnTo>
                          <a:pt x="85" y="463"/>
                        </a:lnTo>
                        <a:lnTo>
                          <a:pt x="88" y="463"/>
                        </a:lnTo>
                        <a:lnTo>
                          <a:pt x="92" y="463"/>
                        </a:lnTo>
                        <a:lnTo>
                          <a:pt x="94" y="461"/>
                        </a:lnTo>
                        <a:lnTo>
                          <a:pt x="99" y="459"/>
                        </a:lnTo>
                        <a:lnTo>
                          <a:pt x="101" y="458"/>
                        </a:lnTo>
                        <a:lnTo>
                          <a:pt x="104" y="455"/>
                        </a:lnTo>
                        <a:lnTo>
                          <a:pt x="107" y="452"/>
                        </a:lnTo>
                        <a:lnTo>
                          <a:pt x="110" y="449"/>
                        </a:lnTo>
                        <a:lnTo>
                          <a:pt x="112" y="446"/>
                        </a:lnTo>
                        <a:lnTo>
                          <a:pt x="114" y="442"/>
                        </a:lnTo>
                        <a:lnTo>
                          <a:pt x="117" y="442"/>
                        </a:lnTo>
                        <a:lnTo>
                          <a:pt x="121" y="444"/>
                        </a:lnTo>
                        <a:lnTo>
                          <a:pt x="125" y="445"/>
                        </a:lnTo>
                        <a:lnTo>
                          <a:pt x="130" y="446"/>
                        </a:lnTo>
                        <a:lnTo>
                          <a:pt x="133" y="446"/>
                        </a:lnTo>
                        <a:lnTo>
                          <a:pt x="138" y="446"/>
                        </a:lnTo>
                        <a:lnTo>
                          <a:pt x="142" y="446"/>
                        </a:lnTo>
                        <a:lnTo>
                          <a:pt x="146" y="447"/>
                        </a:lnTo>
                        <a:lnTo>
                          <a:pt x="149" y="446"/>
                        </a:lnTo>
                        <a:lnTo>
                          <a:pt x="152" y="446"/>
                        </a:lnTo>
                        <a:lnTo>
                          <a:pt x="156" y="446"/>
                        </a:lnTo>
                        <a:lnTo>
                          <a:pt x="158" y="446"/>
                        </a:lnTo>
                        <a:lnTo>
                          <a:pt x="162" y="446"/>
                        </a:lnTo>
                        <a:lnTo>
                          <a:pt x="164" y="446"/>
                        </a:lnTo>
                        <a:lnTo>
                          <a:pt x="175" y="446"/>
                        </a:lnTo>
                        <a:lnTo>
                          <a:pt x="184" y="447"/>
                        </a:lnTo>
                        <a:lnTo>
                          <a:pt x="195" y="447"/>
                        </a:lnTo>
                        <a:lnTo>
                          <a:pt x="204" y="447"/>
                        </a:lnTo>
                        <a:lnTo>
                          <a:pt x="215" y="447"/>
                        </a:lnTo>
                        <a:lnTo>
                          <a:pt x="225" y="447"/>
                        </a:lnTo>
                        <a:lnTo>
                          <a:pt x="235" y="447"/>
                        </a:lnTo>
                        <a:lnTo>
                          <a:pt x="246" y="447"/>
                        </a:lnTo>
                        <a:lnTo>
                          <a:pt x="255" y="447"/>
                        </a:lnTo>
                        <a:lnTo>
                          <a:pt x="265" y="447"/>
                        </a:lnTo>
                        <a:lnTo>
                          <a:pt x="274" y="447"/>
                        </a:lnTo>
                        <a:lnTo>
                          <a:pt x="285" y="447"/>
                        </a:lnTo>
                        <a:lnTo>
                          <a:pt x="293" y="447"/>
                        </a:lnTo>
                        <a:lnTo>
                          <a:pt x="304" y="447"/>
                        </a:lnTo>
                        <a:lnTo>
                          <a:pt x="314" y="447"/>
                        </a:lnTo>
                        <a:lnTo>
                          <a:pt x="323" y="447"/>
                        </a:lnTo>
                        <a:lnTo>
                          <a:pt x="331" y="447"/>
                        </a:lnTo>
                        <a:lnTo>
                          <a:pt x="341" y="446"/>
                        </a:lnTo>
                        <a:lnTo>
                          <a:pt x="349" y="446"/>
                        </a:lnTo>
                        <a:lnTo>
                          <a:pt x="359" y="446"/>
                        </a:lnTo>
                        <a:lnTo>
                          <a:pt x="367" y="445"/>
                        </a:lnTo>
                        <a:lnTo>
                          <a:pt x="377" y="445"/>
                        </a:lnTo>
                        <a:lnTo>
                          <a:pt x="385" y="445"/>
                        </a:lnTo>
                        <a:lnTo>
                          <a:pt x="393" y="445"/>
                        </a:lnTo>
                        <a:lnTo>
                          <a:pt x="401" y="445"/>
                        </a:lnTo>
                        <a:lnTo>
                          <a:pt x="410" y="444"/>
                        </a:lnTo>
                        <a:lnTo>
                          <a:pt x="417" y="444"/>
                        </a:lnTo>
                        <a:lnTo>
                          <a:pt x="425" y="444"/>
                        </a:lnTo>
                        <a:lnTo>
                          <a:pt x="432" y="442"/>
                        </a:lnTo>
                        <a:lnTo>
                          <a:pt x="441" y="442"/>
                        </a:lnTo>
                        <a:lnTo>
                          <a:pt x="448" y="442"/>
                        </a:lnTo>
                        <a:lnTo>
                          <a:pt x="455" y="442"/>
                        </a:lnTo>
                        <a:lnTo>
                          <a:pt x="462" y="441"/>
                        </a:lnTo>
                        <a:lnTo>
                          <a:pt x="468" y="441"/>
                        </a:lnTo>
                        <a:lnTo>
                          <a:pt x="475" y="440"/>
                        </a:lnTo>
                        <a:lnTo>
                          <a:pt x="482" y="440"/>
                        </a:lnTo>
                        <a:lnTo>
                          <a:pt x="488" y="439"/>
                        </a:lnTo>
                        <a:lnTo>
                          <a:pt x="494" y="439"/>
                        </a:lnTo>
                        <a:lnTo>
                          <a:pt x="500" y="439"/>
                        </a:lnTo>
                        <a:lnTo>
                          <a:pt x="506" y="439"/>
                        </a:lnTo>
                        <a:lnTo>
                          <a:pt x="512" y="438"/>
                        </a:lnTo>
                        <a:lnTo>
                          <a:pt x="517" y="438"/>
                        </a:lnTo>
                        <a:lnTo>
                          <a:pt x="521" y="436"/>
                        </a:lnTo>
                        <a:lnTo>
                          <a:pt x="526" y="436"/>
                        </a:lnTo>
                        <a:lnTo>
                          <a:pt x="532" y="436"/>
                        </a:lnTo>
                        <a:lnTo>
                          <a:pt x="537" y="436"/>
                        </a:lnTo>
                        <a:lnTo>
                          <a:pt x="540" y="435"/>
                        </a:lnTo>
                        <a:lnTo>
                          <a:pt x="545" y="435"/>
                        </a:lnTo>
                        <a:lnTo>
                          <a:pt x="549" y="435"/>
                        </a:lnTo>
                        <a:lnTo>
                          <a:pt x="552" y="434"/>
                        </a:lnTo>
                        <a:lnTo>
                          <a:pt x="556" y="434"/>
                        </a:lnTo>
                        <a:lnTo>
                          <a:pt x="559" y="434"/>
                        </a:lnTo>
                        <a:lnTo>
                          <a:pt x="562" y="434"/>
                        </a:lnTo>
                        <a:lnTo>
                          <a:pt x="564" y="433"/>
                        </a:lnTo>
                        <a:lnTo>
                          <a:pt x="566" y="433"/>
                        </a:lnTo>
                        <a:lnTo>
                          <a:pt x="570" y="433"/>
                        </a:lnTo>
                        <a:lnTo>
                          <a:pt x="572" y="433"/>
                        </a:lnTo>
                        <a:lnTo>
                          <a:pt x="576" y="433"/>
                        </a:lnTo>
                        <a:lnTo>
                          <a:pt x="577" y="433"/>
                        </a:lnTo>
                        <a:lnTo>
                          <a:pt x="578" y="433"/>
                        </a:lnTo>
                        <a:lnTo>
                          <a:pt x="578" y="432"/>
                        </a:lnTo>
                        <a:lnTo>
                          <a:pt x="578" y="428"/>
                        </a:lnTo>
                        <a:lnTo>
                          <a:pt x="578" y="425"/>
                        </a:lnTo>
                        <a:lnTo>
                          <a:pt x="578" y="422"/>
                        </a:lnTo>
                        <a:lnTo>
                          <a:pt x="578" y="419"/>
                        </a:lnTo>
                        <a:lnTo>
                          <a:pt x="578" y="415"/>
                        </a:lnTo>
                        <a:lnTo>
                          <a:pt x="578" y="410"/>
                        </a:lnTo>
                        <a:lnTo>
                          <a:pt x="578" y="406"/>
                        </a:lnTo>
                        <a:lnTo>
                          <a:pt x="578" y="402"/>
                        </a:lnTo>
                        <a:lnTo>
                          <a:pt x="578" y="400"/>
                        </a:lnTo>
                        <a:lnTo>
                          <a:pt x="578" y="397"/>
                        </a:lnTo>
                        <a:lnTo>
                          <a:pt x="578" y="395"/>
                        </a:lnTo>
                        <a:lnTo>
                          <a:pt x="578" y="391"/>
                        </a:lnTo>
                        <a:lnTo>
                          <a:pt x="578" y="389"/>
                        </a:lnTo>
                        <a:lnTo>
                          <a:pt x="578" y="385"/>
                        </a:lnTo>
                        <a:lnTo>
                          <a:pt x="578" y="383"/>
                        </a:lnTo>
                        <a:lnTo>
                          <a:pt x="578" y="378"/>
                        </a:lnTo>
                        <a:lnTo>
                          <a:pt x="578" y="376"/>
                        </a:lnTo>
                        <a:lnTo>
                          <a:pt x="578" y="372"/>
                        </a:lnTo>
                        <a:lnTo>
                          <a:pt x="579" y="369"/>
                        </a:lnTo>
                        <a:lnTo>
                          <a:pt x="578" y="364"/>
                        </a:lnTo>
                        <a:lnTo>
                          <a:pt x="578" y="360"/>
                        </a:lnTo>
                        <a:lnTo>
                          <a:pt x="578" y="357"/>
                        </a:lnTo>
                        <a:lnTo>
                          <a:pt x="578" y="353"/>
                        </a:lnTo>
                        <a:lnTo>
                          <a:pt x="578" y="349"/>
                        </a:lnTo>
                        <a:lnTo>
                          <a:pt x="578" y="344"/>
                        </a:lnTo>
                        <a:lnTo>
                          <a:pt x="578" y="340"/>
                        </a:lnTo>
                        <a:lnTo>
                          <a:pt x="578" y="336"/>
                        </a:lnTo>
                        <a:lnTo>
                          <a:pt x="578" y="331"/>
                        </a:lnTo>
                        <a:lnTo>
                          <a:pt x="578" y="327"/>
                        </a:lnTo>
                        <a:lnTo>
                          <a:pt x="578" y="322"/>
                        </a:lnTo>
                        <a:lnTo>
                          <a:pt x="578" y="318"/>
                        </a:lnTo>
                        <a:lnTo>
                          <a:pt x="578" y="313"/>
                        </a:lnTo>
                        <a:lnTo>
                          <a:pt x="578" y="308"/>
                        </a:lnTo>
                        <a:lnTo>
                          <a:pt x="578" y="303"/>
                        </a:lnTo>
                        <a:lnTo>
                          <a:pt x="578" y="300"/>
                        </a:lnTo>
                        <a:lnTo>
                          <a:pt x="578" y="294"/>
                        </a:lnTo>
                        <a:lnTo>
                          <a:pt x="578" y="290"/>
                        </a:lnTo>
                        <a:lnTo>
                          <a:pt x="578" y="284"/>
                        </a:lnTo>
                        <a:lnTo>
                          <a:pt x="578" y="280"/>
                        </a:lnTo>
                        <a:lnTo>
                          <a:pt x="578" y="275"/>
                        </a:lnTo>
                        <a:lnTo>
                          <a:pt x="578" y="269"/>
                        </a:lnTo>
                        <a:lnTo>
                          <a:pt x="578" y="264"/>
                        </a:lnTo>
                        <a:lnTo>
                          <a:pt x="578" y="260"/>
                        </a:lnTo>
                        <a:lnTo>
                          <a:pt x="578" y="254"/>
                        </a:lnTo>
                        <a:lnTo>
                          <a:pt x="578" y="249"/>
                        </a:lnTo>
                        <a:lnTo>
                          <a:pt x="578" y="243"/>
                        </a:lnTo>
                        <a:lnTo>
                          <a:pt x="578" y="237"/>
                        </a:lnTo>
                        <a:lnTo>
                          <a:pt x="578" y="232"/>
                        </a:lnTo>
                        <a:lnTo>
                          <a:pt x="578" y="226"/>
                        </a:lnTo>
                        <a:lnTo>
                          <a:pt x="578" y="222"/>
                        </a:lnTo>
                        <a:lnTo>
                          <a:pt x="578" y="217"/>
                        </a:lnTo>
                        <a:lnTo>
                          <a:pt x="578" y="211"/>
                        </a:lnTo>
                        <a:lnTo>
                          <a:pt x="578" y="205"/>
                        </a:lnTo>
                        <a:lnTo>
                          <a:pt x="577" y="200"/>
                        </a:lnTo>
                        <a:lnTo>
                          <a:pt x="577" y="195"/>
                        </a:lnTo>
                        <a:lnTo>
                          <a:pt x="577" y="190"/>
                        </a:lnTo>
                        <a:lnTo>
                          <a:pt x="577" y="185"/>
                        </a:lnTo>
                        <a:lnTo>
                          <a:pt x="577" y="180"/>
                        </a:lnTo>
                        <a:lnTo>
                          <a:pt x="577" y="176"/>
                        </a:lnTo>
                        <a:lnTo>
                          <a:pt x="576" y="171"/>
                        </a:lnTo>
                        <a:lnTo>
                          <a:pt x="576" y="166"/>
                        </a:lnTo>
                        <a:lnTo>
                          <a:pt x="575" y="162"/>
                        </a:lnTo>
                        <a:lnTo>
                          <a:pt x="575" y="159"/>
                        </a:lnTo>
                        <a:lnTo>
                          <a:pt x="575" y="154"/>
                        </a:lnTo>
                        <a:lnTo>
                          <a:pt x="575" y="150"/>
                        </a:lnTo>
                        <a:lnTo>
                          <a:pt x="575" y="146"/>
                        </a:lnTo>
                        <a:lnTo>
                          <a:pt x="575" y="143"/>
                        </a:lnTo>
                        <a:lnTo>
                          <a:pt x="573" y="138"/>
                        </a:lnTo>
                        <a:lnTo>
                          <a:pt x="573" y="135"/>
                        </a:lnTo>
                        <a:lnTo>
                          <a:pt x="572" y="131"/>
                        </a:lnTo>
                        <a:lnTo>
                          <a:pt x="572" y="128"/>
                        </a:lnTo>
                        <a:lnTo>
                          <a:pt x="571" y="125"/>
                        </a:lnTo>
                        <a:lnTo>
                          <a:pt x="571" y="122"/>
                        </a:lnTo>
                        <a:lnTo>
                          <a:pt x="570" y="118"/>
                        </a:lnTo>
                        <a:lnTo>
                          <a:pt x="570" y="116"/>
                        </a:lnTo>
                        <a:lnTo>
                          <a:pt x="570" y="112"/>
                        </a:lnTo>
                        <a:lnTo>
                          <a:pt x="570" y="110"/>
                        </a:lnTo>
                        <a:lnTo>
                          <a:pt x="569" y="108"/>
                        </a:lnTo>
                        <a:lnTo>
                          <a:pt x="569" y="105"/>
                        </a:lnTo>
                        <a:lnTo>
                          <a:pt x="568" y="100"/>
                        </a:lnTo>
                        <a:lnTo>
                          <a:pt x="566" y="95"/>
                        </a:lnTo>
                        <a:lnTo>
                          <a:pt x="565" y="90"/>
                        </a:lnTo>
                        <a:lnTo>
                          <a:pt x="565" y="87"/>
                        </a:lnTo>
                        <a:lnTo>
                          <a:pt x="564" y="83"/>
                        </a:lnTo>
                        <a:lnTo>
                          <a:pt x="563" y="79"/>
                        </a:lnTo>
                        <a:lnTo>
                          <a:pt x="562" y="77"/>
                        </a:lnTo>
                        <a:lnTo>
                          <a:pt x="562" y="74"/>
                        </a:lnTo>
                        <a:lnTo>
                          <a:pt x="560" y="71"/>
                        </a:lnTo>
                        <a:lnTo>
                          <a:pt x="560" y="70"/>
                        </a:lnTo>
                        <a:lnTo>
                          <a:pt x="559" y="66"/>
                        </a:lnTo>
                        <a:lnTo>
                          <a:pt x="558" y="64"/>
                        </a:lnTo>
                        <a:lnTo>
                          <a:pt x="557" y="62"/>
                        </a:lnTo>
                        <a:lnTo>
                          <a:pt x="626" y="0"/>
                        </a:lnTo>
                        <a:lnTo>
                          <a:pt x="628" y="3"/>
                        </a:lnTo>
                        <a:lnTo>
                          <a:pt x="633" y="8"/>
                        </a:lnTo>
                        <a:lnTo>
                          <a:pt x="634" y="10"/>
                        </a:lnTo>
                        <a:lnTo>
                          <a:pt x="635" y="13"/>
                        </a:lnTo>
                        <a:lnTo>
                          <a:pt x="638" y="16"/>
                        </a:lnTo>
                        <a:lnTo>
                          <a:pt x="640" y="19"/>
                        </a:lnTo>
                        <a:lnTo>
                          <a:pt x="640" y="21"/>
                        </a:lnTo>
                        <a:lnTo>
                          <a:pt x="642" y="24"/>
                        </a:lnTo>
                        <a:lnTo>
                          <a:pt x="643" y="28"/>
                        </a:lnTo>
                        <a:lnTo>
                          <a:pt x="646" y="32"/>
                        </a:lnTo>
                        <a:lnTo>
                          <a:pt x="646" y="34"/>
                        </a:lnTo>
                        <a:lnTo>
                          <a:pt x="648" y="39"/>
                        </a:lnTo>
                        <a:lnTo>
                          <a:pt x="648" y="41"/>
                        </a:lnTo>
                        <a:lnTo>
                          <a:pt x="651" y="46"/>
                        </a:lnTo>
                        <a:lnTo>
                          <a:pt x="651" y="49"/>
                        </a:lnTo>
                        <a:lnTo>
                          <a:pt x="652" y="53"/>
                        </a:lnTo>
                        <a:lnTo>
                          <a:pt x="653" y="58"/>
                        </a:lnTo>
                        <a:lnTo>
                          <a:pt x="653" y="62"/>
                        </a:lnTo>
                        <a:lnTo>
                          <a:pt x="654" y="66"/>
                        </a:lnTo>
                        <a:lnTo>
                          <a:pt x="655" y="71"/>
                        </a:lnTo>
                        <a:lnTo>
                          <a:pt x="655" y="74"/>
                        </a:lnTo>
                        <a:lnTo>
                          <a:pt x="657" y="79"/>
                        </a:lnTo>
                        <a:lnTo>
                          <a:pt x="658" y="83"/>
                        </a:lnTo>
                        <a:lnTo>
                          <a:pt x="658" y="87"/>
                        </a:lnTo>
                        <a:lnTo>
                          <a:pt x="658" y="92"/>
                        </a:lnTo>
                        <a:lnTo>
                          <a:pt x="659" y="97"/>
                        </a:lnTo>
                        <a:lnTo>
                          <a:pt x="660" y="100"/>
                        </a:lnTo>
                        <a:lnTo>
                          <a:pt x="660" y="105"/>
                        </a:lnTo>
                        <a:lnTo>
                          <a:pt x="660" y="110"/>
                        </a:lnTo>
                        <a:lnTo>
                          <a:pt x="661" y="115"/>
                        </a:lnTo>
                        <a:lnTo>
                          <a:pt x="661" y="121"/>
                        </a:lnTo>
                        <a:lnTo>
                          <a:pt x="662" y="124"/>
                        </a:lnTo>
                        <a:lnTo>
                          <a:pt x="662" y="129"/>
                        </a:lnTo>
                        <a:lnTo>
                          <a:pt x="662" y="134"/>
                        </a:lnTo>
                        <a:lnTo>
                          <a:pt x="662" y="138"/>
                        </a:lnTo>
                        <a:lnTo>
                          <a:pt x="664" y="142"/>
                        </a:lnTo>
                        <a:lnTo>
                          <a:pt x="664" y="147"/>
                        </a:lnTo>
                        <a:lnTo>
                          <a:pt x="664" y="152"/>
                        </a:lnTo>
                        <a:lnTo>
                          <a:pt x="664" y="156"/>
                        </a:lnTo>
                        <a:lnTo>
                          <a:pt x="664" y="161"/>
                        </a:lnTo>
                        <a:lnTo>
                          <a:pt x="664" y="165"/>
                        </a:lnTo>
                        <a:lnTo>
                          <a:pt x="664" y="169"/>
                        </a:lnTo>
                        <a:lnTo>
                          <a:pt x="664" y="173"/>
                        </a:lnTo>
                        <a:lnTo>
                          <a:pt x="664" y="178"/>
                        </a:lnTo>
                        <a:lnTo>
                          <a:pt x="664" y="182"/>
                        </a:lnTo>
                        <a:lnTo>
                          <a:pt x="665" y="186"/>
                        </a:lnTo>
                        <a:lnTo>
                          <a:pt x="665" y="191"/>
                        </a:lnTo>
                        <a:lnTo>
                          <a:pt x="665" y="193"/>
                        </a:lnTo>
                        <a:lnTo>
                          <a:pt x="665" y="198"/>
                        </a:lnTo>
                        <a:lnTo>
                          <a:pt x="665" y="201"/>
                        </a:lnTo>
                        <a:lnTo>
                          <a:pt x="665" y="205"/>
                        </a:lnTo>
                        <a:lnTo>
                          <a:pt x="665" y="208"/>
                        </a:lnTo>
                        <a:lnTo>
                          <a:pt x="665" y="212"/>
                        </a:lnTo>
                        <a:lnTo>
                          <a:pt x="665" y="217"/>
                        </a:lnTo>
                        <a:lnTo>
                          <a:pt x="665" y="219"/>
                        </a:lnTo>
                        <a:lnTo>
                          <a:pt x="665" y="222"/>
                        </a:lnTo>
                        <a:lnTo>
                          <a:pt x="665" y="224"/>
                        </a:lnTo>
                        <a:lnTo>
                          <a:pt x="666" y="229"/>
                        </a:lnTo>
                        <a:lnTo>
                          <a:pt x="666" y="231"/>
                        </a:lnTo>
                        <a:lnTo>
                          <a:pt x="666" y="233"/>
                        </a:lnTo>
                        <a:lnTo>
                          <a:pt x="666" y="236"/>
                        </a:lnTo>
                        <a:lnTo>
                          <a:pt x="666" y="239"/>
                        </a:lnTo>
                        <a:lnTo>
                          <a:pt x="666" y="241"/>
                        </a:lnTo>
                        <a:lnTo>
                          <a:pt x="666" y="243"/>
                        </a:lnTo>
                        <a:lnTo>
                          <a:pt x="666" y="246"/>
                        </a:lnTo>
                        <a:lnTo>
                          <a:pt x="666" y="249"/>
                        </a:lnTo>
                        <a:lnTo>
                          <a:pt x="666" y="252"/>
                        </a:lnTo>
                        <a:lnTo>
                          <a:pt x="666" y="256"/>
                        </a:lnTo>
                        <a:lnTo>
                          <a:pt x="666" y="260"/>
                        </a:lnTo>
                        <a:lnTo>
                          <a:pt x="666" y="264"/>
                        </a:lnTo>
                        <a:lnTo>
                          <a:pt x="666" y="267"/>
                        </a:lnTo>
                        <a:lnTo>
                          <a:pt x="666" y="273"/>
                        </a:lnTo>
                        <a:lnTo>
                          <a:pt x="666" y="276"/>
                        </a:lnTo>
                        <a:lnTo>
                          <a:pt x="666" y="281"/>
                        </a:lnTo>
                        <a:lnTo>
                          <a:pt x="666" y="284"/>
                        </a:lnTo>
                        <a:lnTo>
                          <a:pt x="666" y="290"/>
                        </a:lnTo>
                        <a:lnTo>
                          <a:pt x="666" y="295"/>
                        </a:lnTo>
                        <a:lnTo>
                          <a:pt x="667" y="301"/>
                        </a:lnTo>
                        <a:lnTo>
                          <a:pt x="666" y="306"/>
                        </a:lnTo>
                        <a:lnTo>
                          <a:pt x="666" y="311"/>
                        </a:lnTo>
                        <a:lnTo>
                          <a:pt x="666" y="317"/>
                        </a:lnTo>
                        <a:lnTo>
                          <a:pt x="666" y="322"/>
                        </a:lnTo>
                        <a:lnTo>
                          <a:pt x="666" y="328"/>
                        </a:lnTo>
                        <a:lnTo>
                          <a:pt x="666" y="334"/>
                        </a:lnTo>
                        <a:lnTo>
                          <a:pt x="666" y="340"/>
                        </a:lnTo>
                        <a:lnTo>
                          <a:pt x="666" y="345"/>
                        </a:lnTo>
                        <a:lnTo>
                          <a:pt x="666" y="351"/>
                        </a:lnTo>
                        <a:lnTo>
                          <a:pt x="666" y="357"/>
                        </a:lnTo>
                        <a:lnTo>
                          <a:pt x="666" y="363"/>
                        </a:lnTo>
                        <a:lnTo>
                          <a:pt x="666" y="370"/>
                        </a:lnTo>
                        <a:lnTo>
                          <a:pt x="666" y="376"/>
                        </a:lnTo>
                        <a:lnTo>
                          <a:pt x="666" y="381"/>
                        </a:lnTo>
                        <a:lnTo>
                          <a:pt x="666" y="387"/>
                        </a:lnTo>
                        <a:lnTo>
                          <a:pt x="666" y="394"/>
                        </a:lnTo>
                        <a:lnTo>
                          <a:pt x="665" y="398"/>
                        </a:lnTo>
                        <a:lnTo>
                          <a:pt x="665" y="404"/>
                        </a:lnTo>
                        <a:lnTo>
                          <a:pt x="665" y="411"/>
                        </a:lnTo>
                        <a:lnTo>
                          <a:pt x="665" y="416"/>
                        </a:lnTo>
                        <a:lnTo>
                          <a:pt x="665" y="421"/>
                        </a:lnTo>
                        <a:lnTo>
                          <a:pt x="665" y="427"/>
                        </a:lnTo>
                        <a:lnTo>
                          <a:pt x="665" y="433"/>
                        </a:lnTo>
                        <a:lnTo>
                          <a:pt x="665" y="439"/>
                        </a:lnTo>
                        <a:lnTo>
                          <a:pt x="664" y="444"/>
                        </a:lnTo>
                        <a:lnTo>
                          <a:pt x="664" y="448"/>
                        </a:lnTo>
                        <a:lnTo>
                          <a:pt x="664" y="453"/>
                        </a:lnTo>
                        <a:lnTo>
                          <a:pt x="664" y="459"/>
                        </a:lnTo>
                        <a:lnTo>
                          <a:pt x="664" y="464"/>
                        </a:lnTo>
                        <a:lnTo>
                          <a:pt x="664" y="468"/>
                        </a:lnTo>
                        <a:lnTo>
                          <a:pt x="664" y="472"/>
                        </a:lnTo>
                        <a:lnTo>
                          <a:pt x="664" y="477"/>
                        </a:lnTo>
                        <a:lnTo>
                          <a:pt x="664" y="482"/>
                        </a:lnTo>
                        <a:lnTo>
                          <a:pt x="664" y="485"/>
                        </a:lnTo>
                        <a:lnTo>
                          <a:pt x="664" y="489"/>
                        </a:lnTo>
                        <a:lnTo>
                          <a:pt x="664" y="492"/>
                        </a:lnTo>
                        <a:lnTo>
                          <a:pt x="664" y="495"/>
                        </a:lnTo>
                        <a:lnTo>
                          <a:pt x="664" y="498"/>
                        </a:lnTo>
                        <a:lnTo>
                          <a:pt x="664" y="501"/>
                        </a:lnTo>
                        <a:lnTo>
                          <a:pt x="664" y="504"/>
                        </a:lnTo>
                        <a:lnTo>
                          <a:pt x="664" y="508"/>
                        </a:lnTo>
                        <a:lnTo>
                          <a:pt x="664" y="510"/>
                        </a:lnTo>
                        <a:lnTo>
                          <a:pt x="664" y="512"/>
                        </a:lnTo>
                        <a:lnTo>
                          <a:pt x="664" y="514"/>
                        </a:lnTo>
                        <a:lnTo>
                          <a:pt x="659" y="515"/>
                        </a:lnTo>
                        <a:lnTo>
                          <a:pt x="655" y="515"/>
                        </a:lnTo>
                        <a:lnTo>
                          <a:pt x="652" y="515"/>
                        </a:lnTo>
                        <a:lnTo>
                          <a:pt x="649" y="516"/>
                        </a:lnTo>
                        <a:lnTo>
                          <a:pt x="647" y="517"/>
                        </a:lnTo>
                        <a:lnTo>
                          <a:pt x="645" y="518"/>
                        </a:lnTo>
                        <a:lnTo>
                          <a:pt x="641" y="518"/>
                        </a:lnTo>
                        <a:lnTo>
                          <a:pt x="638" y="518"/>
                        </a:lnTo>
                        <a:lnTo>
                          <a:pt x="635" y="518"/>
                        </a:lnTo>
                        <a:lnTo>
                          <a:pt x="632" y="520"/>
                        </a:lnTo>
                        <a:lnTo>
                          <a:pt x="628" y="520"/>
                        </a:lnTo>
                        <a:lnTo>
                          <a:pt x="624" y="521"/>
                        </a:lnTo>
                        <a:lnTo>
                          <a:pt x="620" y="521"/>
                        </a:lnTo>
                        <a:lnTo>
                          <a:pt x="617" y="521"/>
                        </a:lnTo>
                        <a:lnTo>
                          <a:pt x="613" y="521"/>
                        </a:lnTo>
                        <a:lnTo>
                          <a:pt x="608" y="522"/>
                        </a:lnTo>
                        <a:lnTo>
                          <a:pt x="604" y="522"/>
                        </a:lnTo>
                        <a:lnTo>
                          <a:pt x="600" y="523"/>
                        </a:lnTo>
                        <a:lnTo>
                          <a:pt x="596" y="523"/>
                        </a:lnTo>
                        <a:lnTo>
                          <a:pt x="591" y="523"/>
                        </a:lnTo>
                        <a:lnTo>
                          <a:pt x="588" y="523"/>
                        </a:lnTo>
                        <a:lnTo>
                          <a:pt x="583" y="524"/>
                        </a:lnTo>
                        <a:lnTo>
                          <a:pt x="578" y="524"/>
                        </a:lnTo>
                        <a:lnTo>
                          <a:pt x="575" y="524"/>
                        </a:lnTo>
                        <a:lnTo>
                          <a:pt x="570" y="524"/>
                        </a:lnTo>
                        <a:lnTo>
                          <a:pt x="565" y="525"/>
                        </a:lnTo>
                        <a:lnTo>
                          <a:pt x="560" y="525"/>
                        </a:lnTo>
                        <a:lnTo>
                          <a:pt x="556" y="525"/>
                        </a:lnTo>
                        <a:lnTo>
                          <a:pt x="552" y="525"/>
                        </a:lnTo>
                        <a:lnTo>
                          <a:pt x="547" y="525"/>
                        </a:lnTo>
                        <a:lnTo>
                          <a:pt x="543" y="525"/>
                        </a:lnTo>
                        <a:lnTo>
                          <a:pt x="538" y="525"/>
                        </a:lnTo>
                        <a:lnTo>
                          <a:pt x="534" y="525"/>
                        </a:lnTo>
                        <a:lnTo>
                          <a:pt x="528" y="527"/>
                        </a:lnTo>
                        <a:lnTo>
                          <a:pt x="525" y="527"/>
                        </a:lnTo>
                        <a:lnTo>
                          <a:pt x="521" y="527"/>
                        </a:lnTo>
                        <a:lnTo>
                          <a:pt x="517" y="527"/>
                        </a:lnTo>
                        <a:lnTo>
                          <a:pt x="513" y="528"/>
                        </a:lnTo>
                        <a:lnTo>
                          <a:pt x="508" y="528"/>
                        </a:lnTo>
                        <a:lnTo>
                          <a:pt x="503" y="528"/>
                        </a:lnTo>
                        <a:lnTo>
                          <a:pt x="501" y="528"/>
                        </a:lnTo>
                        <a:lnTo>
                          <a:pt x="498" y="528"/>
                        </a:lnTo>
                        <a:lnTo>
                          <a:pt x="494" y="528"/>
                        </a:lnTo>
                        <a:lnTo>
                          <a:pt x="490" y="528"/>
                        </a:lnTo>
                        <a:lnTo>
                          <a:pt x="486" y="528"/>
                        </a:lnTo>
                        <a:lnTo>
                          <a:pt x="483" y="528"/>
                        </a:lnTo>
                        <a:lnTo>
                          <a:pt x="481" y="528"/>
                        </a:lnTo>
                        <a:lnTo>
                          <a:pt x="477" y="528"/>
                        </a:lnTo>
                        <a:lnTo>
                          <a:pt x="475" y="528"/>
                        </a:lnTo>
                        <a:lnTo>
                          <a:pt x="473" y="529"/>
                        </a:lnTo>
                        <a:lnTo>
                          <a:pt x="468" y="529"/>
                        </a:lnTo>
                        <a:lnTo>
                          <a:pt x="463" y="530"/>
                        </a:lnTo>
                        <a:lnTo>
                          <a:pt x="461" y="530"/>
                        </a:lnTo>
                        <a:lnTo>
                          <a:pt x="458" y="530"/>
                        </a:lnTo>
                        <a:lnTo>
                          <a:pt x="456" y="530"/>
                        </a:lnTo>
                        <a:lnTo>
                          <a:pt x="445" y="530"/>
                        </a:lnTo>
                        <a:lnTo>
                          <a:pt x="436" y="530"/>
                        </a:lnTo>
                        <a:lnTo>
                          <a:pt x="425" y="530"/>
                        </a:lnTo>
                        <a:lnTo>
                          <a:pt x="414" y="530"/>
                        </a:lnTo>
                        <a:lnTo>
                          <a:pt x="405" y="530"/>
                        </a:lnTo>
                        <a:lnTo>
                          <a:pt x="394" y="530"/>
                        </a:lnTo>
                        <a:lnTo>
                          <a:pt x="385" y="530"/>
                        </a:lnTo>
                        <a:lnTo>
                          <a:pt x="374" y="531"/>
                        </a:lnTo>
                        <a:lnTo>
                          <a:pt x="365" y="530"/>
                        </a:lnTo>
                        <a:lnTo>
                          <a:pt x="354" y="530"/>
                        </a:lnTo>
                        <a:lnTo>
                          <a:pt x="344" y="530"/>
                        </a:lnTo>
                        <a:lnTo>
                          <a:pt x="336" y="530"/>
                        </a:lnTo>
                        <a:lnTo>
                          <a:pt x="327" y="530"/>
                        </a:lnTo>
                        <a:lnTo>
                          <a:pt x="317" y="530"/>
                        </a:lnTo>
                        <a:lnTo>
                          <a:pt x="309" y="530"/>
                        </a:lnTo>
                        <a:lnTo>
                          <a:pt x="299" y="530"/>
                        </a:lnTo>
                        <a:lnTo>
                          <a:pt x="291" y="530"/>
                        </a:lnTo>
                        <a:lnTo>
                          <a:pt x="280" y="530"/>
                        </a:lnTo>
                        <a:lnTo>
                          <a:pt x="273" y="529"/>
                        </a:lnTo>
                        <a:lnTo>
                          <a:pt x="264" y="529"/>
                        </a:lnTo>
                        <a:lnTo>
                          <a:pt x="255" y="528"/>
                        </a:lnTo>
                        <a:lnTo>
                          <a:pt x="247" y="528"/>
                        </a:lnTo>
                        <a:lnTo>
                          <a:pt x="239" y="528"/>
                        </a:lnTo>
                        <a:lnTo>
                          <a:pt x="232" y="528"/>
                        </a:lnTo>
                        <a:lnTo>
                          <a:pt x="223" y="527"/>
                        </a:lnTo>
                        <a:lnTo>
                          <a:pt x="215" y="527"/>
                        </a:lnTo>
                        <a:lnTo>
                          <a:pt x="208" y="525"/>
                        </a:lnTo>
                        <a:lnTo>
                          <a:pt x="201" y="525"/>
                        </a:lnTo>
                        <a:lnTo>
                          <a:pt x="194" y="525"/>
                        </a:lnTo>
                        <a:lnTo>
                          <a:pt x="187" y="525"/>
                        </a:lnTo>
                        <a:lnTo>
                          <a:pt x="180" y="524"/>
                        </a:lnTo>
                        <a:lnTo>
                          <a:pt x="174" y="524"/>
                        </a:lnTo>
                        <a:lnTo>
                          <a:pt x="167" y="523"/>
                        </a:lnTo>
                        <a:lnTo>
                          <a:pt x="161" y="523"/>
                        </a:lnTo>
                        <a:lnTo>
                          <a:pt x="155" y="522"/>
                        </a:lnTo>
                        <a:lnTo>
                          <a:pt x="149" y="522"/>
                        </a:lnTo>
                        <a:lnTo>
                          <a:pt x="142" y="521"/>
                        </a:lnTo>
                        <a:lnTo>
                          <a:pt x="137" y="521"/>
                        </a:lnTo>
                        <a:lnTo>
                          <a:pt x="131" y="520"/>
                        </a:lnTo>
                        <a:lnTo>
                          <a:pt x="126" y="520"/>
                        </a:lnTo>
                        <a:lnTo>
                          <a:pt x="120" y="518"/>
                        </a:lnTo>
                        <a:lnTo>
                          <a:pt x="115" y="518"/>
                        </a:lnTo>
                        <a:lnTo>
                          <a:pt x="110" y="518"/>
                        </a:lnTo>
                        <a:lnTo>
                          <a:pt x="106" y="518"/>
                        </a:lnTo>
                        <a:lnTo>
                          <a:pt x="101" y="517"/>
                        </a:lnTo>
                        <a:lnTo>
                          <a:pt x="97" y="517"/>
                        </a:lnTo>
                        <a:lnTo>
                          <a:pt x="94" y="516"/>
                        </a:lnTo>
                        <a:lnTo>
                          <a:pt x="89" y="516"/>
                        </a:lnTo>
                        <a:lnTo>
                          <a:pt x="86" y="515"/>
                        </a:lnTo>
                        <a:lnTo>
                          <a:pt x="82" y="515"/>
                        </a:lnTo>
                        <a:lnTo>
                          <a:pt x="80" y="515"/>
                        </a:lnTo>
                        <a:lnTo>
                          <a:pt x="76" y="515"/>
                        </a:lnTo>
                        <a:lnTo>
                          <a:pt x="73" y="514"/>
                        </a:lnTo>
                        <a:lnTo>
                          <a:pt x="70" y="512"/>
                        </a:lnTo>
                        <a:lnTo>
                          <a:pt x="68" y="512"/>
                        </a:lnTo>
                        <a:lnTo>
                          <a:pt x="63" y="512"/>
                        </a:lnTo>
                        <a:lnTo>
                          <a:pt x="61" y="512"/>
                        </a:lnTo>
                        <a:lnTo>
                          <a:pt x="60" y="512"/>
                        </a:lnTo>
                        <a:lnTo>
                          <a:pt x="56" y="509"/>
                        </a:lnTo>
                        <a:lnTo>
                          <a:pt x="51" y="506"/>
                        </a:lnTo>
                        <a:lnTo>
                          <a:pt x="48" y="503"/>
                        </a:lnTo>
                        <a:lnTo>
                          <a:pt x="44" y="499"/>
                        </a:lnTo>
                        <a:lnTo>
                          <a:pt x="41" y="495"/>
                        </a:lnTo>
                        <a:lnTo>
                          <a:pt x="37" y="490"/>
                        </a:lnTo>
                        <a:lnTo>
                          <a:pt x="34" y="485"/>
                        </a:lnTo>
                        <a:lnTo>
                          <a:pt x="31" y="480"/>
                        </a:lnTo>
                        <a:lnTo>
                          <a:pt x="30" y="477"/>
                        </a:lnTo>
                        <a:lnTo>
                          <a:pt x="28" y="473"/>
                        </a:lnTo>
                        <a:lnTo>
                          <a:pt x="26" y="470"/>
                        </a:lnTo>
                        <a:lnTo>
                          <a:pt x="25" y="467"/>
                        </a:lnTo>
                        <a:lnTo>
                          <a:pt x="24" y="464"/>
                        </a:lnTo>
                        <a:lnTo>
                          <a:pt x="23" y="460"/>
                        </a:lnTo>
                        <a:lnTo>
                          <a:pt x="22" y="457"/>
                        </a:lnTo>
                        <a:lnTo>
                          <a:pt x="21" y="454"/>
                        </a:lnTo>
                        <a:lnTo>
                          <a:pt x="19" y="451"/>
                        </a:lnTo>
                        <a:lnTo>
                          <a:pt x="18" y="447"/>
                        </a:lnTo>
                        <a:lnTo>
                          <a:pt x="17" y="444"/>
                        </a:lnTo>
                        <a:lnTo>
                          <a:pt x="16" y="440"/>
                        </a:lnTo>
                        <a:lnTo>
                          <a:pt x="15" y="436"/>
                        </a:lnTo>
                        <a:lnTo>
                          <a:pt x="15" y="433"/>
                        </a:lnTo>
                        <a:lnTo>
                          <a:pt x="13" y="429"/>
                        </a:lnTo>
                        <a:lnTo>
                          <a:pt x="12" y="426"/>
                        </a:lnTo>
                        <a:lnTo>
                          <a:pt x="11" y="421"/>
                        </a:lnTo>
                        <a:lnTo>
                          <a:pt x="11" y="417"/>
                        </a:lnTo>
                        <a:lnTo>
                          <a:pt x="10" y="414"/>
                        </a:lnTo>
                        <a:lnTo>
                          <a:pt x="9" y="409"/>
                        </a:lnTo>
                        <a:lnTo>
                          <a:pt x="8" y="404"/>
                        </a:lnTo>
                        <a:lnTo>
                          <a:pt x="8" y="401"/>
                        </a:lnTo>
                        <a:lnTo>
                          <a:pt x="6" y="397"/>
                        </a:lnTo>
                        <a:lnTo>
                          <a:pt x="6" y="394"/>
                        </a:lnTo>
                        <a:lnTo>
                          <a:pt x="5" y="389"/>
                        </a:lnTo>
                        <a:lnTo>
                          <a:pt x="5" y="384"/>
                        </a:lnTo>
                        <a:lnTo>
                          <a:pt x="5" y="381"/>
                        </a:lnTo>
                        <a:lnTo>
                          <a:pt x="5" y="376"/>
                        </a:lnTo>
                        <a:lnTo>
                          <a:pt x="4" y="372"/>
                        </a:lnTo>
                        <a:lnTo>
                          <a:pt x="3" y="369"/>
                        </a:lnTo>
                        <a:lnTo>
                          <a:pt x="3" y="363"/>
                        </a:lnTo>
                        <a:lnTo>
                          <a:pt x="3" y="360"/>
                        </a:lnTo>
                        <a:lnTo>
                          <a:pt x="3" y="356"/>
                        </a:lnTo>
                        <a:lnTo>
                          <a:pt x="2" y="351"/>
                        </a:lnTo>
                        <a:lnTo>
                          <a:pt x="0" y="347"/>
                        </a:lnTo>
                        <a:lnTo>
                          <a:pt x="0" y="343"/>
                        </a:lnTo>
                        <a:lnTo>
                          <a:pt x="0" y="338"/>
                        </a:lnTo>
                        <a:lnTo>
                          <a:pt x="0" y="334"/>
                        </a:lnTo>
                        <a:lnTo>
                          <a:pt x="0" y="330"/>
                        </a:lnTo>
                        <a:lnTo>
                          <a:pt x="0" y="325"/>
                        </a:lnTo>
                        <a:lnTo>
                          <a:pt x="0" y="321"/>
                        </a:lnTo>
                        <a:lnTo>
                          <a:pt x="0" y="317"/>
                        </a:lnTo>
                        <a:lnTo>
                          <a:pt x="0" y="313"/>
                        </a:lnTo>
                        <a:lnTo>
                          <a:pt x="0" y="308"/>
                        </a:lnTo>
                        <a:lnTo>
                          <a:pt x="0" y="303"/>
                        </a:lnTo>
                        <a:lnTo>
                          <a:pt x="0" y="300"/>
                        </a:lnTo>
                        <a:lnTo>
                          <a:pt x="0" y="295"/>
                        </a:lnTo>
                        <a:lnTo>
                          <a:pt x="0" y="292"/>
                        </a:lnTo>
                        <a:lnTo>
                          <a:pt x="0" y="287"/>
                        </a:lnTo>
                        <a:lnTo>
                          <a:pt x="0" y="282"/>
                        </a:lnTo>
                        <a:lnTo>
                          <a:pt x="3" y="281"/>
                        </a:lnTo>
                        <a:lnTo>
                          <a:pt x="6" y="280"/>
                        </a:lnTo>
                        <a:lnTo>
                          <a:pt x="10" y="277"/>
                        </a:lnTo>
                        <a:lnTo>
                          <a:pt x="15" y="275"/>
                        </a:lnTo>
                        <a:lnTo>
                          <a:pt x="18" y="271"/>
                        </a:lnTo>
                        <a:lnTo>
                          <a:pt x="22" y="268"/>
                        </a:lnTo>
                        <a:lnTo>
                          <a:pt x="24" y="264"/>
                        </a:lnTo>
                        <a:lnTo>
                          <a:pt x="28" y="260"/>
                        </a:lnTo>
                        <a:lnTo>
                          <a:pt x="30" y="255"/>
                        </a:lnTo>
                        <a:lnTo>
                          <a:pt x="31" y="250"/>
                        </a:lnTo>
                        <a:lnTo>
                          <a:pt x="32" y="246"/>
                        </a:lnTo>
                        <a:lnTo>
                          <a:pt x="32" y="242"/>
                        </a:lnTo>
                        <a:lnTo>
                          <a:pt x="31" y="238"/>
                        </a:lnTo>
                        <a:lnTo>
                          <a:pt x="29" y="235"/>
                        </a:lnTo>
                        <a:lnTo>
                          <a:pt x="26" y="233"/>
                        </a:lnTo>
                        <a:lnTo>
                          <a:pt x="25" y="231"/>
                        </a:lnTo>
                        <a:lnTo>
                          <a:pt x="23" y="231"/>
                        </a:lnTo>
                        <a:lnTo>
                          <a:pt x="21" y="230"/>
                        </a:lnTo>
                        <a:lnTo>
                          <a:pt x="16" y="235"/>
                        </a:lnTo>
                        <a:lnTo>
                          <a:pt x="11" y="239"/>
                        </a:lnTo>
                        <a:lnTo>
                          <a:pt x="8" y="242"/>
                        </a:lnTo>
                        <a:lnTo>
                          <a:pt x="5" y="244"/>
                        </a:lnTo>
                        <a:lnTo>
                          <a:pt x="3" y="246"/>
                        </a:lnTo>
                        <a:lnTo>
                          <a:pt x="0" y="249"/>
                        </a:lnTo>
                        <a:lnTo>
                          <a:pt x="0" y="246"/>
                        </a:lnTo>
                        <a:lnTo>
                          <a:pt x="0" y="244"/>
                        </a:lnTo>
                        <a:lnTo>
                          <a:pt x="0" y="242"/>
                        </a:lnTo>
                        <a:lnTo>
                          <a:pt x="0" y="239"/>
                        </a:lnTo>
                        <a:lnTo>
                          <a:pt x="0" y="236"/>
                        </a:lnTo>
                        <a:lnTo>
                          <a:pt x="0" y="233"/>
                        </a:lnTo>
                        <a:lnTo>
                          <a:pt x="0" y="231"/>
                        </a:lnTo>
                        <a:lnTo>
                          <a:pt x="2" y="229"/>
                        </a:lnTo>
                        <a:lnTo>
                          <a:pt x="2" y="225"/>
                        </a:lnTo>
                        <a:lnTo>
                          <a:pt x="2" y="223"/>
                        </a:lnTo>
                        <a:lnTo>
                          <a:pt x="2" y="219"/>
                        </a:lnTo>
                        <a:lnTo>
                          <a:pt x="3" y="217"/>
                        </a:lnTo>
                        <a:lnTo>
                          <a:pt x="3" y="214"/>
                        </a:lnTo>
                        <a:lnTo>
                          <a:pt x="3" y="211"/>
                        </a:lnTo>
                        <a:lnTo>
                          <a:pt x="3" y="208"/>
                        </a:lnTo>
                        <a:lnTo>
                          <a:pt x="3" y="206"/>
                        </a:lnTo>
                        <a:lnTo>
                          <a:pt x="3" y="204"/>
                        </a:lnTo>
                        <a:lnTo>
                          <a:pt x="3" y="201"/>
                        </a:lnTo>
                        <a:lnTo>
                          <a:pt x="3" y="198"/>
                        </a:lnTo>
                        <a:lnTo>
                          <a:pt x="3" y="195"/>
                        </a:lnTo>
                        <a:lnTo>
                          <a:pt x="3" y="192"/>
                        </a:lnTo>
                        <a:lnTo>
                          <a:pt x="4" y="190"/>
                        </a:lnTo>
                        <a:lnTo>
                          <a:pt x="5" y="186"/>
                        </a:lnTo>
                        <a:lnTo>
                          <a:pt x="5" y="184"/>
                        </a:lnTo>
                        <a:lnTo>
                          <a:pt x="5" y="181"/>
                        </a:lnTo>
                        <a:lnTo>
                          <a:pt x="5" y="178"/>
                        </a:lnTo>
                        <a:lnTo>
                          <a:pt x="5" y="175"/>
                        </a:lnTo>
                        <a:lnTo>
                          <a:pt x="5" y="172"/>
                        </a:lnTo>
                        <a:lnTo>
                          <a:pt x="5" y="169"/>
                        </a:lnTo>
                        <a:lnTo>
                          <a:pt x="5" y="166"/>
                        </a:lnTo>
                        <a:lnTo>
                          <a:pt x="6" y="163"/>
                        </a:lnTo>
                        <a:lnTo>
                          <a:pt x="6" y="161"/>
                        </a:lnTo>
                        <a:lnTo>
                          <a:pt x="8" y="165"/>
                        </a:lnTo>
                        <a:lnTo>
                          <a:pt x="11" y="167"/>
                        </a:lnTo>
                        <a:lnTo>
                          <a:pt x="13" y="167"/>
                        </a:lnTo>
                        <a:lnTo>
                          <a:pt x="16" y="168"/>
                        </a:lnTo>
                        <a:lnTo>
                          <a:pt x="19" y="168"/>
                        </a:lnTo>
                        <a:lnTo>
                          <a:pt x="23" y="168"/>
                        </a:lnTo>
                        <a:lnTo>
                          <a:pt x="25" y="166"/>
                        </a:lnTo>
                        <a:lnTo>
                          <a:pt x="29" y="166"/>
                        </a:lnTo>
                        <a:lnTo>
                          <a:pt x="32" y="163"/>
                        </a:lnTo>
                        <a:lnTo>
                          <a:pt x="36" y="162"/>
                        </a:lnTo>
                        <a:lnTo>
                          <a:pt x="40" y="160"/>
                        </a:lnTo>
                        <a:lnTo>
                          <a:pt x="43" y="159"/>
                        </a:lnTo>
                        <a:lnTo>
                          <a:pt x="47" y="155"/>
                        </a:lnTo>
                        <a:lnTo>
                          <a:pt x="50" y="153"/>
                        </a:lnTo>
                        <a:lnTo>
                          <a:pt x="53" y="150"/>
                        </a:lnTo>
                        <a:lnTo>
                          <a:pt x="56" y="147"/>
                        </a:lnTo>
                        <a:lnTo>
                          <a:pt x="59" y="143"/>
                        </a:lnTo>
                        <a:lnTo>
                          <a:pt x="61" y="141"/>
                        </a:lnTo>
                        <a:lnTo>
                          <a:pt x="62" y="136"/>
                        </a:lnTo>
                        <a:lnTo>
                          <a:pt x="64" y="133"/>
                        </a:lnTo>
                        <a:lnTo>
                          <a:pt x="66" y="129"/>
                        </a:lnTo>
                        <a:lnTo>
                          <a:pt x="66" y="125"/>
                        </a:lnTo>
                        <a:lnTo>
                          <a:pt x="66" y="122"/>
                        </a:lnTo>
                        <a:lnTo>
                          <a:pt x="66" y="117"/>
                        </a:lnTo>
                        <a:lnTo>
                          <a:pt x="63" y="114"/>
                        </a:lnTo>
                        <a:lnTo>
                          <a:pt x="62" y="110"/>
                        </a:lnTo>
                        <a:lnTo>
                          <a:pt x="59" y="105"/>
                        </a:lnTo>
                        <a:lnTo>
                          <a:pt x="56" y="102"/>
                        </a:lnTo>
                        <a:lnTo>
                          <a:pt x="51" y="97"/>
                        </a:lnTo>
                        <a:lnTo>
                          <a:pt x="47" y="95"/>
                        </a:lnTo>
                        <a:lnTo>
                          <a:pt x="44" y="97"/>
                        </a:lnTo>
                        <a:lnTo>
                          <a:pt x="42" y="99"/>
                        </a:lnTo>
                        <a:lnTo>
                          <a:pt x="40" y="103"/>
                        </a:lnTo>
                        <a:lnTo>
                          <a:pt x="38" y="105"/>
                        </a:lnTo>
                        <a:lnTo>
                          <a:pt x="35" y="110"/>
                        </a:lnTo>
                        <a:lnTo>
                          <a:pt x="32" y="112"/>
                        </a:lnTo>
                        <a:lnTo>
                          <a:pt x="30" y="115"/>
                        </a:lnTo>
                        <a:lnTo>
                          <a:pt x="29" y="117"/>
                        </a:lnTo>
                        <a:lnTo>
                          <a:pt x="25" y="121"/>
                        </a:lnTo>
                        <a:lnTo>
                          <a:pt x="24" y="123"/>
                        </a:lnTo>
                        <a:lnTo>
                          <a:pt x="22" y="125"/>
                        </a:lnTo>
                        <a:lnTo>
                          <a:pt x="19" y="129"/>
                        </a:lnTo>
                        <a:lnTo>
                          <a:pt x="16" y="134"/>
                        </a:lnTo>
                        <a:lnTo>
                          <a:pt x="13" y="138"/>
                        </a:lnTo>
                        <a:lnTo>
                          <a:pt x="10" y="142"/>
                        </a:lnTo>
                        <a:lnTo>
                          <a:pt x="9" y="147"/>
                        </a:lnTo>
                        <a:lnTo>
                          <a:pt x="8" y="150"/>
                        </a:lnTo>
                        <a:lnTo>
                          <a:pt x="8" y="154"/>
                        </a:lnTo>
                        <a:lnTo>
                          <a:pt x="8" y="150"/>
                        </a:lnTo>
                        <a:lnTo>
                          <a:pt x="8" y="147"/>
                        </a:lnTo>
                        <a:lnTo>
                          <a:pt x="8" y="143"/>
                        </a:lnTo>
                        <a:lnTo>
                          <a:pt x="8" y="140"/>
                        </a:lnTo>
                        <a:lnTo>
                          <a:pt x="8" y="135"/>
                        </a:lnTo>
                        <a:lnTo>
                          <a:pt x="9" y="133"/>
                        </a:lnTo>
                        <a:lnTo>
                          <a:pt x="9" y="128"/>
                        </a:lnTo>
                        <a:lnTo>
                          <a:pt x="10" y="125"/>
                        </a:lnTo>
                        <a:lnTo>
                          <a:pt x="10" y="121"/>
                        </a:lnTo>
                        <a:lnTo>
                          <a:pt x="10" y="117"/>
                        </a:lnTo>
                        <a:lnTo>
                          <a:pt x="10" y="115"/>
                        </a:lnTo>
                        <a:lnTo>
                          <a:pt x="10" y="110"/>
                        </a:lnTo>
                        <a:lnTo>
                          <a:pt x="10" y="108"/>
                        </a:lnTo>
                        <a:lnTo>
                          <a:pt x="11" y="104"/>
                        </a:lnTo>
                        <a:lnTo>
                          <a:pt x="11" y="100"/>
                        </a:lnTo>
                        <a:lnTo>
                          <a:pt x="12" y="97"/>
                        </a:lnTo>
                        <a:lnTo>
                          <a:pt x="12" y="95"/>
                        </a:lnTo>
                        <a:lnTo>
                          <a:pt x="12" y="91"/>
                        </a:lnTo>
                        <a:lnTo>
                          <a:pt x="12" y="87"/>
                        </a:lnTo>
                        <a:lnTo>
                          <a:pt x="12" y="85"/>
                        </a:lnTo>
                        <a:lnTo>
                          <a:pt x="12" y="81"/>
                        </a:lnTo>
                        <a:lnTo>
                          <a:pt x="13" y="78"/>
                        </a:lnTo>
                        <a:lnTo>
                          <a:pt x="13" y="74"/>
                        </a:lnTo>
                        <a:lnTo>
                          <a:pt x="15" y="72"/>
                        </a:lnTo>
                        <a:lnTo>
                          <a:pt x="15" y="70"/>
                        </a:lnTo>
                        <a:lnTo>
                          <a:pt x="15" y="67"/>
                        </a:lnTo>
                        <a:lnTo>
                          <a:pt x="15" y="64"/>
                        </a:lnTo>
                        <a:lnTo>
                          <a:pt x="15" y="61"/>
                        </a:lnTo>
                        <a:lnTo>
                          <a:pt x="15" y="58"/>
                        </a:lnTo>
                        <a:lnTo>
                          <a:pt x="16" y="55"/>
                        </a:lnTo>
                        <a:lnTo>
                          <a:pt x="16" y="53"/>
                        </a:lnTo>
                        <a:lnTo>
                          <a:pt x="17" y="51"/>
                        </a:lnTo>
                        <a:lnTo>
                          <a:pt x="17" y="47"/>
                        </a:lnTo>
                        <a:lnTo>
                          <a:pt x="17" y="45"/>
                        </a:lnTo>
                        <a:lnTo>
                          <a:pt x="17" y="41"/>
                        </a:lnTo>
                        <a:lnTo>
                          <a:pt x="17" y="40"/>
                        </a:lnTo>
                        <a:lnTo>
                          <a:pt x="18" y="35"/>
                        </a:lnTo>
                        <a:lnTo>
                          <a:pt x="18" y="32"/>
                        </a:lnTo>
                        <a:lnTo>
                          <a:pt x="18" y="27"/>
                        </a:lnTo>
                        <a:lnTo>
                          <a:pt x="19" y="23"/>
                        </a:lnTo>
                        <a:lnTo>
                          <a:pt x="19" y="20"/>
                        </a:lnTo>
                        <a:lnTo>
                          <a:pt x="21" y="16"/>
                        </a:lnTo>
                        <a:lnTo>
                          <a:pt x="21" y="14"/>
                        </a:lnTo>
                        <a:lnTo>
                          <a:pt x="21" y="11"/>
                        </a:lnTo>
                        <a:lnTo>
                          <a:pt x="21" y="9"/>
                        </a:lnTo>
                        <a:lnTo>
                          <a:pt x="21" y="8"/>
                        </a:lnTo>
                        <a:lnTo>
                          <a:pt x="21" y="5"/>
                        </a:lnTo>
                        <a:lnTo>
                          <a:pt x="22" y="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15" name="Freeform 144"/>
                  <p:cNvSpPr/>
                  <p:nvPr/>
                </p:nvSpPr>
                <p:spPr bwMode="auto">
                  <a:xfrm>
                    <a:off x="5458" y="1947"/>
                    <a:ext cx="14" cy="10"/>
                  </a:xfrm>
                  <a:custGeom>
                    <a:avLst/>
                    <a:gdLst>
                      <a:gd name="T0" fmla="*/ 0 w 43"/>
                      <a:gd name="T1" fmla="*/ 0 h 31"/>
                      <a:gd name="T2" fmla="*/ 0 w 43"/>
                      <a:gd name="T3" fmla="*/ 0 h 31"/>
                      <a:gd name="T4" fmla="*/ 0 w 43"/>
                      <a:gd name="T5" fmla="*/ 0 h 31"/>
                      <a:gd name="T6" fmla="*/ 0 w 43"/>
                      <a:gd name="T7" fmla="*/ 0 h 31"/>
                      <a:gd name="T8" fmla="*/ 0 w 43"/>
                      <a:gd name="T9" fmla="*/ 0 h 31"/>
                      <a:gd name="T10" fmla="*/ 0 w 43"/>
                      <a:gd name="T11" fmla="*/ 0 h 31"/>
                      <a:gd name="T12" fmla="*/ 0 w 43"/>
                      <a:gd name="T13" fmla="*/ 0 h 31"/>
                      <a:gd name="T14" fmla="*/ 0 w 43"/>
                      <a:gd name="T15" fmla="*/ 0 h 31"/>
                      <a:gd name="T16" fmla="*/ 0 w 43"/>
                      <a:gd name="T17" fmla="*/ 0 h 31"/>
                      <a:gd name="T18" fmla="*/ 0 w 43"/>
                      <a:gd name="T19" fmla="*/ 0 h 31"/>
                      <a:gd name="T20" fmla="*/ 0 w 43"/>
                      <a:gd name="T21" fmla="*/ 0 h 31"/>
                      <a:gd name="T22" fmla="*/ 0 w 43"/>
                      <a:gd name="T23" fmla="*/ 0 h 31"/>
                      <a:gd name="T24" fmla="*/ 0 w 43"/>
                      <a:gd name="T25" fmla="*/ 0 h 31"/>
                      <a:gd name="T26" fmla="*/ 0 w 43"/>
                      <a:gd name="T27" fmla="*/ 0 h 31"/>
                      <a:gd name="T28" fmla="*/ 0 w 43"/>
                      <a:gd name="T29" fmla="*/ 0 h 31"/>
                      <a:gd name="T30" fmla="*/ 0 w 43"/>
                      <a:gd name="T31" fmla="*/ 0 h 31"/>
                      <a:gd name="T32" fmla="*/ 0 w 43"/>
                      <a:gd name="T33" fmla="*/ 0 h 31"/>
                      <a:gd name="T34" fmla="*/ 0 w 43"/>
                      <a:gd name="T35" fmla="*/ 0 h 31"/>
                      <a:gd name="T36" fmla="*/ 0 w 43"/>
                      <a:gd name="T37" fmla="*/ 0 h 31"/>
                      <a:gd name="T38" fmla="*/ 0 w 43"/>
                      <a:gd name="T39" fmla="*/ 0 h 31"/>
                      <a:gd name="T40" fmla="*/ 0 w 43"/>
                      <a:gd name="T41" fmla="*/ 0 h 31"/>
                      <a:gd name="T42" fmla="*/ 0 w 43"/>
                      <a:gd name="T43" fmla="*/ 0 h 31"/>
                      <a:gd name="T44" fmla="*/ 0 w 43"/>
                      <a:gd name="T45" fmla="*/ 0 h 31"/>
                      <a:gd name="T46" fmla="*/ 0 w 43"/>
                      <a:gd name="T47" fmla="*/ 0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
                      <a:gd name="T73" fmla="*/ 0 h 31"/>
                      <a:gd name="T74" fmla="*/ 43 w 43"/>
                      <a:gd name="T75" fmla="*/ 31 h 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 h="31">
                        <a:moveTo>
                          <a:pt x="0" y="0"/>
                        </a:moveTo>
                        <a:lnTo>
                          <a:pt x="43" y="3"/>
                        </a:lnTo>
                        <a:lnTo>
                          <a:pt x="42" y="6"/>
                        </a:lnTo>
                        <a:lnTo>
                          <a:pt x="41" y="9"/>
                        </a:lnTo>
                        <a:lnTo>
                          <a:pt x="40" y="11"/>
                        </a:lnTo>
                        <a:lnTo>
                          <a:pt x="37" y="13"/>
                        </a:lnTo>
                        <a:lnTo>
                          <a:pt x="37" y="16"/>
                        </a:lnTo>
                        <a:lnTo>
                          <a:pt x="35" y="18"/>
                        </a:lnTo>
                        <a:lnTo>
                          <a:pt x="33" y="20"/>
                        </a:lnTo>
                        <a:lnTo>
                          <a:pt x="32" y="23"/>
                        </a:lnTo>
                        <a:lnTo>
                          <a:pt x="30" y="26"/>
                        </a:lnTo>
                        <a:lnTo>
                          <a:pt x="26" y="29"/>
                        </a:lnTo>
                        <a:lnTo>
                          <a:pt x="20" y="31"/>
                        </a:lnTo>
                        <a:lnTo>
                          <a:pt x="16" y="30"/>
                        </a:lnTo>
                        <a:lnTo>
                          <a:pt x="13" y="28"/>
                        </a:lnTo>
                        <a:lnTo>
                          <a:pt x="13" y="24"/>
                        </a:lnTo>
                        <a:lnTo>
                          <a:pt x="13" y="20"/>
                        </a:lnTo>
                        <a:lnTo>
                          <a:pt x="13" y="17"/>
                        </a:lnTo>
                        <a:lnTo>
                          <a:pt x="13" y="13"/>
                        </a:lnTo>
                        <a:lnTo>
                          <a:pt x="14" y="11"/>
                        </a:lnTo>
                        <a:lnTo>
                          <a:pt x="15" y="11"/>
                        </a:lnTo>
                        <a:lnTo>
                          <a:pt x="0"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16" name="Freeform 145"/>
                  <p:cNvSpPr/>
                  <p:nvPr/>
                </p:nvSpPr>
                <p:spPr bwMode="auto">
                  <a:xfrm>
                    <a:off x="5487" y="1968"/>
                    <a:ext cx="19" cy="7"/>
                  </a:xfrm>
                  <a:custGeom>
                    <a:avLst/>
                    <a:gdLst>
                      <a:gd name="T0" fmla="*/ 0 w 57"/>
                      <a:gd name="T1" fmla="*/ 0 h 22"/>
                      <a:gd name="T2" fmla="*/ 0 w 57"/>
                      <a:gd name="T3" fmla="*/ 0 h 22"/>
                      <a:gd name="T4" fmla="*/ 0 w 57"/>
                      <a:gd name="T5" fmla="*/ 0 h 22"/>
                      <a:gd name="T6" fmla="*/ 0 w 57"/>
                      <a:gd name="T7" fmla="*/ 0 h 22"/>
                      <a:gd name="T8" fmla="*/ 0 w 57"/>
                      <a:gd name="T9" fmla="*/ 0 h 22"/>
                      <a:gd name="T10" fmla="*/ 0 w 57"/>
                      <a:gd name="T11" fmla="*/ 0 h 22"/>
                      <a:gd name="T12" fmla="*/ 0 w 57"/>
                      <a:gd name="T13" fmla="*/ 0 h 22"/>
                      <a:gd name="T14" fmla="*/ 0 w 57"/>
                      <a:gd name="T15" fmla="*/ 0 h 22"/>
                      <a:gd name="T16" fmla="*/ 0 w 57"/>
                      <a:gd name="T17" fmla="*/ 0 h 22"/>
                      <a:gd name="T18" fmla="*/ 0 w 57"/>
                      <a:gd name="T19" fmla="*/ 0 h 22"/>
                      <a:gd name="T20" fmla="*/ 0 w 57"/>
                      <a:gd name="T21" fmla="*/ 0 h 22"/>
                      <a:gd name="T22" fmla="*/ 0 w 57"/>
                      <a:gd name="T23" fmla="*/ 0 h 22"/>
                      <a:gd name="T24" fmla="*/ 0 w 57"/>
                      <a:gd name="T25" fmla="*/ 0 h 22"/>
                      <a:gd name="T26" fmla="*/ 0 w 57"/>
                      <a:gd name="T27" fmla="*/ 0 h 22"/>
                      <a:gd name="T28" fmla="*/ 0 w 57"/>
                      <a:gd name="T29" fmla="*/ 0 h 22"/>
                      <a:gd name="T30" fmla="*/ 0 w 57"/>
                      <a:gd name="T31" fmla="*/ 0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22"/>
                      <a:gd name="T50" fmla="*/ 57 w 57"/>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22">
                        <a:moveTo>
                          <a:pt x="57" y="19"/>
                        </a:moveTo>
                        <a:lnTo>
                          <a:pt x="0" y="22"/>
                        </a:lnTo>
                        <a:lnTo>
                          <a:pt x="20" y="0"/>
                        </a:lnTo>
                        <a:lnTo>
                          <a:pt x="23" y="0"/>
                        </a:lnTo>
                        <a:lnTo>
                          <a:pt x="26" y="3"/>
                        </a:lnTo>
                        <a:lnTo>
                          <a:pt x="29" y="4"/>
                        </a:lnTo>
                        <a:lnTo>
                          <a:pt x="32" y="6"/>
                        </a:lnTo>
                        <a:lnTo>
                          <a:pt x="36" y="7"/>
                        </a:lnTo>
                        <a:lnTo>
                          <a:pt x="39" y="8"/>
                        </a:lnTo>
                        <a:lnTo>
                          <a:pt x="43" y="11"/>
                        </a:lnTo>
                        <a:lnTo>
                          <a:pt x="45" y="13"/>
                        </a:lnTo>
                        <a:lnTo>
                          <a:pt x="49" y="13"/>
                        </a:lnTo>
                        <a:lnTo>
                          <a:pt x="51" y="16"/>
                        </a:lnTo>
                        <a:lnTo>
                          <a:pt x="56" y="18"/>
                        </a:lnTo>
                        <a:lnTo>
                          <a:pt x="57" y="1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grpSp>
          <p:nvGrpSpPr>
            <p:cNvPr id="358" name="Group 146"/>
            <p:cNvGrpSpPr/>
            <p:nvPr/>
          </p:nvGrpSpPr>
          <p:grpSpPr bwMode="auto">
            <a:xfrm>
              <a:off x="4752" y="2301"/>
              <a:ext cx="475" cy="442"/>
              <a:chOff x="192" y="1632"/>
              <a:chExt cx="475" cy="442"/>
            </a:xfrm>
          </p:grpSpPr>
          <p:sp>
            <p:nvSpPr>
              <p:cNvPr id="447" name="Rectangle 147"/>
              <p:cNvSpPr>
                <a:spLocks noChangeArrowheads="1"/>
              </p:cNvSpPr>
              <p:nvPr/>
            </p:nvSpPr>
            <p:spPr bwMode="auto">
              <a:xfrm>
                <a:off x="278" y="1654"/>
                <a:ext cx="288" cy="240"/>
              </a:xfrm>
              <a:prstGeom prst="rect">
                <a:avLst/>
              </a:prstGeom>
              <a:solidFill>
                <a:srgbClr val="B2B2B2"/>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448" name="Rectangle 148"/>
              <p:cNvSpPr>
                <a:spLocks noChangeArrowheads="1"/>
              </p:cNvSpPr>
              <p:nvPr/>
            </p:nvSpPr>
            <p:spPr bwMode="auto">
              <a:xfrm>
                <a:off x="220" y="1956"/>
                <a:ext cx="418" cy="96"/>
              </a:xfrm>
              <a:prstGeom prst="rect">
                <a:avLst/>
              </a:prstGeom>
              <a:solidFill>
                <a:srgbClr val="B2B2B2"/>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449" name="Group 149"/>
              <p:cNvGrpSpPr/>
              <p:nvPr/>
            </p:nvGrpSpPr>
            <p:grpSpPr bwMode="auto">
              <a:xfrm>
                <a:off x="192" y="1632"/>
                <a:ext cx="475" cy="442"/>
                <a:chOff x="5285" y="1536"/>
                <a:chExt cx="475" cy="442"/>
              </a:xfrm>
            </p:grpSpPr>
            <p:sp>
              <p:nvSpPr>
                <p:cNvPr id="450" name="Rectangle 150"/>
                <p:cNvSpPr>
                  <a:spLocks noChangeArrowheads="1"/>
                </p:cNvSpPr>
                <p:nvPr/>
              </p:nvSpPr>
              <p:spPr bwMode="auto">
                <a:xfrm>
                  <a:off x="5424" y="1612"/>
                  <a:ext cx="192" cy="144"/>
                </a:xfrm>
                <a:prstGeom prst="rect">
                  <a:avLst/>
                </a:prstGeom>
                <a:solidFill>
                  <a:srgbClr val="000000"/>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451" name="Group 151"/>
                <p:cNvGrpSpPr/>
                <p:nvPr/>
              </p:nvGrpSpPr>
              <p:grpSpPr bwMode="auto">
                <a:xfrm>
                  <a:off x="5285" y="1536"/>
                  <a:ext cx="475" cy="442"/>
                  <a:chOff x="5285" y="1536"/>
                  <a:chExt cx="475" cy="442"/>
                </a:xfrm>
              </p:grpSpPr>
              <p:sp>
                <p:nvSpPr>
                  <p:cNvPr id="452" name="Freeform 152"/>
                  <p:cNvSpPr/>
                  <p:nvPr/>
                </p:nvSpPr>
                <p:spPr bwMode="auto">
                  <a:xfrm>
                    <a:off x="5365" y="1943"/>
                    <a:ext cx="369" cy="35"/>
                  </a:xfrm>
                  <a:custGeom>
                    <a:avLst/>
                    <a:gdLst>
                      <a:gd name="T0" fmla="*/ 0 w 1105"/>
                      <a:gd name="T1" fmla="*/ 0 h 104"/>
                      <a:gd name="T2" fmla="*/ 0 w 1105"/>
                      <a:gd name="T3" fmla="*/ 0 h 104"/>
                      <a:gd name="T4" fmla="*/ 0 w 1105"/>
                      <a:gd name="T5" fmla="*/ 0 h 104"/>
                      <a:gd name="T6" fmla="*/ 0 w 1105"/>
                      <a:gd name="T7" fmla="*/ 0 h 104"/>
                      <a:gd name="T8" fmla="*/ 0 w 1105"/>
                      <a:gd name="T9" fmla="*/ 0 h 104"/>
                      <a:gd name="T10" fmla="*/ 0 w 1105"/>
                      <a:gd name="T11" fmla="*/ 0 h 104"/>
                      <a:gd name="T12" fmla="*/ 0 w 1105"/>
                      <a:gd name="T13" fmla="*/ 0 h 104"/>
                      <a:gd name="T14" fmla="*/ 0 w 1105"/>
                      <a:gd name="T15" fmla="*/ 0 h 104"/>
                      <a:gd name="T16" fmla="*/ 0 w 1105"/>
                      <a:gd name="T17" fmla="*/ 0 h 104"/>
                      <a:gd name="T18" fmla="*/ 0 w 1105"/>
                      <a:gd name="T19" fmla="*/ 0 h 104"/>
                      <a:gd name="T20" fmla="*/ 0 w 1105"/>
                      <a:gd name="T21" fmla="*/ 0 h 104"/>
                      <a:gd name="T22" fmla="*/ 0 w 1105"/>
                      <a:gd name="T23" fmla="*/ 0 h 104"/>
                      <a:gd name="T24" fmla="*/ 0 w 1105"/>
                      <a:gd name="T25" fmla="*/ 0 h 104"/>
                      <a:gd name="T26" fmla="*/ 0 w 1105"/>
                      <a:gd name="T27" fmla="*/ 0 h 104"/>
                      <a:gd name="T28" fmla="*/ 0 w 1105"/>
                      <a:gd name="T29" fmla="*/ 0 h 104"/>
                      <a:gd name="T30" fmla="*/ 0 w 1105"/>
                      <a:gd name="T31" fmla="*/ 0 h 104"/>
                      <a:gd name="T32" fmla="*/ 0 w 1105"/>
                      <a:gd name="T33" fmla="*/ 0 h 104"/>
                      <a:gd name="T34" fmla="*/ 0 w 1105"/>
                      <a:gd name="T35" fmla="*/ 0 h 104"/>
                      <a:gd name="T36" fmla="*/ 0 w 1105"/>
                      <a:gd name="T37" fmla="*/ 0 h 104"/>
                      <a:gd name="T38" fmla="*/ 0 w 1105"/>
                      <a:gd name="T39" fmla="*/ 0 h 104"/>
                      <a:gd name="T40" fmla="*/ 0 w 1105"/>
                      <a:gd name="T41" fmla="*/ 0 h 104"/>
                      <a:gd name="T42" fmla="*/ 0 w 1105"/>
                      <a:gd name="T43" fmla="*/ 0 h 104"/>
                      <a:gd name="T44" fmla="*/ 0 w 1105"/>
                      <a:gd name="T45" fmla="*/ 0 h 104"/>
                      <a:gd name="T46" fmla="*/ 0 w 1105"/>
                      <a:gd name="T47" fmla="*/ 0 h 104"/>
                      <a:gd name="T48" fmla="*/ 0 w 1105"/>
                      <a:gd name="T49" fmla="*/ 0 h 104"/>
                      <a:gd name="T50" fmla="*/ 0 w 1105"/>
                      <a:gd name="T51" fmla="*/ 0 h 104"/>
                      <a:gd name="T52" fmla="*/ 0 w 1105"/>
                      <a:gd name="T53" fmla="*/ 0 h 104"/>
                      <a:gd name="T54" fmla="*/ 0 w 1105"/>
                      <a:gd name="T55" fmla="*/ 0 h 104"/>
                      <a:gd name="T56" fmla="*/ 0 w 1105"/>
                      <a:gd name="T57" fmla="*/ 0 h 104"/>
                      <a:gd name="T58" fmla="*/ 0 w 1105"/>
                      <a:gd name="T59" fmla="*/ 0 h 104"/>
                      <a:gd name="T60" fmla="*/ 0 w 1105"/>
                      <a:gd name="T61" fmla="*/ 0 h 104"/>
                      <a:gd name="T62" fmla="*/ 0 w 1105"/>
                      <a:gd name="T63" fmla="*/ 0 h 104"/>
                      <a:gd name="T64" fmla="*/ 0 w 1105"/>
                      <a:gd name="T65" fmla="*/ 0 h 104"/>
                      <a:gd name="T66" fmla="*/ 0 w 1105"/>
                      <a:gd name="T67" fmla="*/ 0 h 104"/>
                      <a:gd name="T68" fmla="*/ 0 w 1105"/>
                      <a:gd name="T69" fmla="*/ 0 h 104"/>
                      <a:gd name="T70" fmla="*/ 0 w 1105"/>
                      <a:gd name="T71" fmla="*/ 0 h 104"/>
                      <a:gd name="T72" fmla="*/ 0 w 1105"/>
                      <a:gd name="T73" fmla="*/ 0 h 104"/>
                      <a:gd name="T74" fmla="*/ 0 w 1105"/>
                      <a:gd name="T75" fmla="*/ 0 h 104"/>
                      <a:gd name="T76" fmla="*/ 0 w 1105"/>
                      <a:gd name="T77" fmla="*/ 0 h 104"/>
                      <a:gd name="T78" fmla="*/ 0 w 1105"/>
                      <a:gd name="T79" fmla="*/ 0 h 104"/>
                      <a:gd name="T80" fmla="*/ 0 w 1105"/>
                      <a:gd name="T81" fmla="*/ 0 h 104"/>
                      <a:gd name="T82" fmla="*/ 0 w 1105"/>
                      <a:gd name="T83" fmla="*/ 0 h 104"/>
                      <a:gd name="T84" fmla="*/ 0 w 1105"/>
                      <a:gd name="T85" fmla="*/ 0 h 104"/>
                      <a:gd name="T86" fmla="*/ 0 w 1105"/>
                      <a:gd name="T87" fmla="*/ 0 h 104"/>
                      <a:gd name="T88" fmla="*/ 0 w 1105"/>
                      <a:gd name="T89" fmla="*/ 0 h 104"/>
                      <a:gd name="T90" fmla="*/ 0 w 1105"/>
                      <a:gd name="T91" fmla="*/ 0 h 104"/>
                      <a:gd name="T92" fmla="*/ 0 w 1105"/>
                      <a:gd name="T93" fmla="*/ 0 h 104"/>
                      <a:gd name="T94" fmla="*/ 0 w 1105"/>
                      <a:gd name="T95" fmla="*/ 0 h 104"/>
                      <a:gd name="T96" fmla="*/ 0 w 1105"/>
                      <a:gd name="T97" fmla="*/ 0 h 104"/>
                      <a:gd name="T98" fmla="*/ 0 w 1105"/>
                      <a:gd name="T99" fmla="*/ 0 h 104"/>
                      <a:gd name="T100" fmla="*/ 0 w 1105"/>
                      <a:gd name="T101" fmla="*/ 0 h 104"/>
                      <a:gd name="T102" fmla="*/ 0 w 1105"/>
                      <a:gd name="T103" fmla="*/ 0 h 104"/>
                      <a:gd name="T104" fmla="*/ 0 w 1105"/>
                      <a:gd name="T105" fmla="*/ 0 h 104"/>
                      <a:gd name="T106" fmla="*/ 0 w 1105"/>
                      <a:gd name="T107" fmla="*/ 0 h 104"/>
                      <a:gd name="T108" fmla="*/ 0 w 1105"/>
                      <a:gd name="T109" fmla="*/ 0 h 104"/>
                      <a:gd name="T110" fmla="*/ 0 w 1105"/>
                      <a:gd name="T111" fmla="*/ 0 h 104"/>
                      <a:gd name="T112" fmla="*/ 0 w 1105"/>
                      <a:gd name="T113" fmla="*/ 0 h 1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05"/>
                      <a:gd name="T172" fmla="*/ 0 h 104"/>
                      <a:gd name="T173" fmla="*/ 1105 w 1105"/>
                      <a:gd name="T174" fmla="*/ 104 h 1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05" h="104">
                        <a:moveTo>
                          <a:pt x="872" y="13"/>
                        </a:moveTo>
                        <a:lnTo>
                          <a:pt x="876" y="13"/>
                        </a:lnTo>
                        <a:lnTo>
                          <a:pt x="879" y="13"/>
                        </a:lnTo>
                        <a:lnTo>
                          <a:pt x="883" y="13"/>
                        </a:lnTo>
                        <a:lnTo>
                          <a:pt x="886" y="13"/>
                        </a:lnTo>
                        <a:lnTo>
                          <a:pt x="890" y="13"/>
                        </a:lnTo>
                        <a:lnTo>
                          <a:pt x="893" y="13"/>
                        </a:lnTo>
                        <a:lnTo>
                          <a:pt x="897" y="13"/>
                        </a:lnTo>
                        <a:lnTo>
                          <a:pt x="900" y="13"/>
                        </a:lnTo>
                        <a:lnTo>
                          <a:pt x="904" y="13"/>
                        </a:lnTo>
                        <a:lnTo>
                          <a:pt x="909" y="13"/>
                        </a:lnTo>
                        <a:lnTo>
                          <a:pt x="911" y="13"/>
                        </a:lnTo>
                        <a:lnTo>
                          <a:pt x="916" y="13"/>
                        </a:lnTo>
                        <a:lnTo>
                          <a:pt x="918" y="11"/>
                        </a:lnTo>
                        <a:lnTo>
                          <a:pt x="923" y="11"/>
                        </a:lnTo>
                        <a:lnTo>
                          <a:pt x="927" y="11"/>
                        </a:lnTo>
                        <a:lnTo>
                          <a:pt x="930" y="11"/>
                        </a:lnTo>
                        <a:lnTo>
                          <a:pt x="932" y="10"/>
                        </a:lnTo>
                        <a:lnTo>
                          <a:pt x="936" y="10"/>
                        </a:lnTo>
                        <a:lnTo>
                          <a:pt x="940" y="10"/>
                        </a:lnTo>
                        <a:lnTo>
                          <a:pt x="943" y="10"/>
                        </a:lnTo>
                        <a:lnTo>
                          <a:pt x="947" y="9"/>
                        </a:lnTo>
                        <a:lnTo>
                          <a:pt x="950" y="9"/>
                        </a:lnTo>
                        <a:lnTo>
                          <a:pt x="954" y="8"/>
                        </a:lnTo>
                        <a:lnTo>
                          <a:pt x="957" y="8"/>
                        </a:lnTo>
                        <a:lnTo>
                          <a:pt x="960" y="8"/>
                        </a:lnTo>
                        <a:lnTo>
                          <a:pt x="964" y="8"/>
                        </a:lnTo>
                        <a:lnTo>
                          <a:pt x="967" y="7"/>
                        </a:lnTo>
                        <a:lnTo>
                          <a:pt x="972" y="7"/>
                        </a:lnTo>
                        <a:lnTo>
                          <a:pt x="974" y="5"/>
                        </a:lnTo>
                        <a:lnTo>
                          <a:pt x="978" y="5"/>
                        </a:lnTo>
                        <a:lnTo>
                          <a:pt x="981" y="5"/>
                        </a:lnTo>
                        <a:lnTo>
                          <a:pt x="985" y="5"/>
                        </a:lnTo>
                        <a:lnTo>
                          <a:pt x="988" y="4"/>
                        </a:lnTo>
                        <a:lnTo>
                          <a:pt x="992" y="3"/>
                        </a:lnTo>
                        <a:lnTo>
                          <a:pt x="994" y="3"/>
                        </a:lnTo>
                        <a:lnTo>
                          <a:pt x="998" y="3"/>
                        </a:lnTo>
                        <a:lnTo>
                          <a:pt x="1001" y="3"/>
                        </a:lnTo>
                        <a:lnTo>
                          <a:pt x="1005" y="2"/>
                        </a:lnTo>
                        <a:lnTo>
                          <a:pt x="1007" y="2"/>
                        </a:lnTo>
                        <a:lnTo>
                          <a:pt x="1012" y="2"/>
                        </a:lnTo>
                        <a:lnTo>
                          <a:pt x="1014" y="1"/>
                        </a:lnTo>
                        <a:lnTo>
                          <a:pt x="1018" y="1"/>
                        </a:lnTo>
                        <a:lnTo>
                          <a:pt x="1021" y="1"/>
                        </a:lnTo>
                        <a:lnTo>
                          <a:pt x="1025" y="1"/>
                        </a:lnTo>
                        <a:lnTo>
                          <a:pt x="1029" y="1"/>
                        </a:lnTo>
                        <a:lnTo>
                          <a:pt x="1032" y="1"/>
                        </a:lnTo>
                        <a:lnTo>
                          <a:pt x="1034" y="1"/>
                        </a:lnTo>
                        <a:lnTo>
                          <a:pt x="1039" y="1"/>
                        </a:lnTo>
                        <a:lnTo>
                          <a:pt x="1042" y="0"/>
                        </a:lnTo>
                        <a:lnTo>
                          <a:pt x="1045" y="0"/>
                        </a:lnTo>
                        <a:lnTo>
                          <a:pt x="1048" y="0"/>
                        </a:lnTo>
                        <a:lnTo>
                          <a:pt x="1052" y="0"/>
                        </a:lnTo>
                        <a:lnTo>
                          <a:pt x="1055" y="0"/>
                        </a:lnTo>
                        <a:lnTo>
                          <a:pt x="1058" y="1"/>
                        </a:lnTo>
                        <a:lnTo>
                          <a:pt x="1062" y="1"/>
                        </a:lnTo>
                        <a:lnTo>
                          <a:pt x="1065" y="1"/>
                        </a:lnTo>
                        <a:lnTo>
                          <a:pt x="1068" y="1"/>
                        </a:lnTo>
                        <a:lnTo>
                          <a:pt x="1072" y="2"/>
                        </a:lnTo>
                        <a:lnTo>
                          <a:pt x="1075" y="2"/>
                        </a:lnTo>
                        <a:lnTo>
                          <a:pt x="1078" y="3"/>
                        </a:lnTo>
                        <a:lnTo>
                          <a:pt x="1082" y="3"/>
                        </a:lnTo>
                        <a:lnTo>
                          <a:pt x="1086" y="4"/>
                        </a:lnTo>
                        <a:lnTo>
                          <a:pt x="1089" y="5"/>
                        </a:lnTo>
                        <a:lnTo>
                          <a:pt x="1093" y="7"/>
                        </a:lnTo>
                        <a:lnTo>
                          <a:pt x="1093" y="9"/>
                        </a:lnTo>
                        <a:lnTo>
                          <a:pt x="1094" y="11"/>
                        </a:lnTo>
                        <a:lnTo>
                          <a:pt x="1095" y="14"/>
                        </a:lnTo>
                        <a:lnTo>
                          <a:pt x="1095" y="17"/>
                        </a:lnTo>
                        <a:lnTo>
                          <a:pt x="1096" y="20"/>
                        </a:lnTo>
                        <a:lnTo>
                          <a:pt x="1097" y="22"/>
                        </a:lnTo>
                        <a:lnTo>
                          <a:pt x="1097" y="24"/>
                        </a:lnTo>
                        <a:lnTo>
                          <a:pt x="1099" y="28"/>
                        </a:lnTo>
                        <a:lnTo>
                          <a:pt x="1099" y="30"/>
                        </a:lnTo>
                        <a:lnTo>
                          <a:pt x="1100" y="33"/>
                        </a:lnTo>
                        <a:lnTo>
                          <a:pt x="1101" y="35"/>
                        </a:lnTo>
                        <a:lnTo>
                          <a:pt x="1101" y="39"/>
                        </a:lnTo>
                        <a:lnTo>
                          <a:pt x="1102" y="41"/>
                        </a:lnTo>
                        <a:lnTo>
                          <a:pt x="1103" y="43"/>
                        </a:lnTo>
                        <a:lnTo>
                          <a:pt x="1103" y="46"/>
                        </a:lnTo>
                        <a:lnTo>
                          <a:pt x="1105" y="49"/>
                        </a:lnTo>
                        <a:lnTo>
                          <a:pt x="1099" y="53"/>
                        </a:lnTo>
                        <a:lnTo>
                          <a:pt x="1093" y="57"/>
                        </a:lnTo>
                        <a:lnTo>
                          <a:pt x="1086" y="60"/>
                        </a:lnTo>
                        <a:lnTo>
                          <a:pt x="1077" y="64"/>
                        </a:lnTo>
                        <a:lnTo>
                          <a:pt x="1068" y="66"/>
                        </a:lnTo>
                        <a:lnTo>
                          <a:pt x="1057" y="68"/>
                        </a:lnTo>
                        <a:lnTo>
                          <a:pt x="1048" y="72"/>
                        </a:lnTo>
                        <a:lnTo>
                          <a:pt x="1036" y="76"/>
                        </a:lnTo>
                        <a:lnTo>
                          <a:pt x="1024" y="78"/>
                        </a:lnTo>
                        <a:lnTo>
                          <a:pt x="1011" y="80"/>
                        </a:lnTo>
                        <a:lnTo>
                          <a:pt x="997" y="81"/>
                        </a:lnTo>
                        <a:lnTo>
                          <a:pt x="982" y="84"/>
                        </a:lnTo>
                        <a:lnTo>
                          <a:pt x="968" y="86"/>
                        </a:lnTo>
                        <a:lnTo>
                          <a:pt x="953" y="89"/>
                        </a:lnTo>
                        <a:lnTo>
                          <a:pt x="936" y="90"/>
                        </a:lnTo>
                        <a:lnTo>
                          <a:pt x="921" y="92"/>
                        </a:lnTo>
                        <a:lnTo>
                          <a:pt x="903" y="92"/>
                        </a:lnTo>
                        <a:lnTo>
                          <a:pt x="885" y="95"/>
                        </a:lnTo>
                        <a:lnTo>
                          <a:pt x="866" y="96"/>
                        </a:lnTo>
                        <a:lnTo>
                          <a:pt x="847" y="97"/>
                        </a:lnTo>
                        <a:lnTo>
                          <a:pt x="829" y="98"/>
                        </a:lnTo>
                        <a:lnTo>
                          <a:pt x="809" y="99"/>
                        </a:lnTo>
                        <a:lnTo>
                          <a:pt x="790" y="99"/>
                        </a:lnTo>
                        <a:lnTo>
                          <a:pt x="770" y="102"/>
                        </a:lnTo>
                        <a:lnTo>
                          <a:pt x="750" y="102"/>
                        </a:lnTo>
                        <a:lnTo>
                          <a:pt x="728" y="102"/>
                        </a:lnTo>
                        <a:lnTo>
                          <a:pt x="708" y="102"/>
                        </a:lnTo>
                        <a:lnTo>
                          <a:pt x="688" y="104"/>
                        </a:lnTo>
                        <a:lnTo>
                          <a:pt x="665" y="104"/>
                        </a:lnTo>
                        <a:lnTo>
                          <a:pt x="645" y="104"/>
                        </a:lnTo>
                        <a:lnTo>
                          <a:pt x="623" y="104"/>
                        </a:lnTo>
                        <a:lnTo>
                          <a:pt x="601" y="104"/>
                        </a:lnTo>
                        <a:lnTo>
                          <a:pt x="580" y="104"/>
                        </a:lnTo>
                        <a:lnTo>
                          <a:pt x="558" y="104"/>
                        </a:lnTo>
                        <a:lnTo>
                          <a:pt x="536" y="104"/>
                        </a:lnTo>
                        <a:lnTo>
                          <a:pt x="514" y="104"/>
                        </a:lnTo>
                        <a:lnTo>
                          <a:pt x="492" y="104"/>
                        </a:lnTo>
                        <a:lnTo>
                          <a:pt x="471" y="104"/>
                        </a:lnTo>
                        <a:lnTo>
                          <a:pt x="450" y="104"/>
                        </a:lnTo>
                        <a:lnTo>
                          <a:pt x="427" y="104"/>
                        </a:lnTo>
                        <a:lnTo>
                          <a:pt x="407" y="104"/>
                        </a:lnTo>
                        <a:lnTo>
                          <a:pt x="384" y="104"/>
                        </a:lnTo>
                        <a:lnTo>
                          <a:pt x="363" y="103"/>
                        </a:lnTo>
                        <a:lnTo>
                          <a:pt x="343" y="103"/>
                        </a:lnTo>
                        <a:lnTo>
                          <a:pt x="321" y="102"/>
                        </a:lnTo>
                        <a:lnTo>
                          <a:pt x="301" y="102"/>
                        </a:lnTo>
                        <a:lnTo>
                          <a:pt x="282" y="102"/>
                        </a:lnTo>
                        <a:lnTo>
                          <a:pt x="263" y="102"/>
                        </a:lnTo>
                        <a:lnTo>
                          <a:pt x="243" y="102"/>
                        </a:lnTo>
                        <a:lnTo>
                          <a:pt x="224" y="102"/>
                        </a:lnTo>
                        <a:lnTo>
                          <a:pt x="205" y="100"/>
                        </a:lnTo>
                        <a:lnTo>
                          <a:pt x="187" y="100"/>
                        </a:lnTo>
                        <a:lnTo>
                          <a:pt x="170" y="99"/>
                        </a:lnTo>
                        <a:lnTo>
                          <a:pt x="153" y="99"/>
                        </a:lnTo>
                        <a:lnTo>
                          <a:pt x="136" y="99"/>
                        </a:lnTo>
                        <a:lnTo>
                          <a:pt x="120" y="99"/>
                        </a:lnTo>
                        <a:lnTo>
                          <a:pt x="104" y="99"/>
                        </a:lnTo>
                        <a:lnTo>
                          <a:pt x="89" y="99"/>
                        </a:lnTo>
                        <a:lnTo>
                          <a:pt x="76" y="99"/>
                        </a:lnTo>
                        <a:lnTo>
                          <a:pt x="63" y="99"/>
                        </a:lnTo>
                        <a:lnTo>
                          <a:pt x="49" y="99"/>
                        </a:lnTo>
                        <a:lnTo>
                          <a:pt x="37" y="99"/>
                        </a:lnTo>
                        <a:lnTo>
                          <a:pt x="25" y="99"/>
                        </a:lnTo>
                        <a:lnTo>
                          <a:pt x="15" y="99"/>
                        </a:lnTo>
                        <a:lnTo>
                          <a:pt x="14" y="97"/>
                        </a:lnTo>
                        <a:lnTo>
                          <a:pt x="12" y="93"/>
                        </a:lnTo>
                        <a:lnTo>
                          <a:pt x="11" y="91"/>
                        </a:lnTo>
                        <a:lnTo>
                          <a:pt x="9" y="89"/>
                        </a:lnTo>
                        <a:lnTo>
                          <a:pt x="7" y="83"/>
                        </a:lnTo>
                        <a:lnTo>
                          <a:pt x="6" y="78"/>
                        </a:lnTo>
                        <a:lnTo>
                          <a:pt x="5" y="76"/>
                        </a:lnTo>
                        <a:lnTo>
                          <a:pt x="5" y="73"/>
                        </a:lnTo>
                        <a:lnTo>
                          <a:pt x="3" y="70"/>
                        </a:lnTo>
                        <a:lnTo>
                          <a:pt x="2" y="67"/>
                        </a:lnTo>
                        <a:lnTo>
                          <a:pt x="2" y="65"/>
                        </a:lnTo>
                        <a:lnTo>
                          <a:pt x="2" y="62"/>
                        </a:lnTo>
                        <a:lnTo>
                          <a:pt x="0" y="59"/>
                        </a:lnTo>
                        <a:lnTo>
                          <a:pt x="0" y="57"/>
                        </a:lnTo>
                        <a:lnTo>
                          <a:pt x="2" y="54"/>
                        </a:lnTo>
                        <a:lnTo>
                          <a:pt x="7" y="51"/>
                        </a:lnTo>
                        <a:lnTo>
                          <a:pt x="9" y="48"/>
                        </a:lnTo>
                        <a:lnTo>
                          <a:pt x="14" y="46"/>
                        </a:lnTo>
                        <a:lnTo>
                          <a:pt x="18" y="42"/>
                        </a:lnTo>
                        <a:lnTo>
                          <a:pt x="21" y="41"/>
                        </a:lnTo>
                        <a:lnTo>
                          <a:pt x="25" y="39"/>
                        </a:lnTo>
                        <a:lnTo>
                          <a:pt x="28" y="36"/>
                        </a:lnTo>
                        <a:lnTo>
                          <a:pt x="32" y="35"/>
                        </a:lnTo>
                        <a:lnTo>
                          <a:pt x="35" y="33"/>
                        </a:lnTo>
                        <a:lnTo>
                          <a:pt x="40" y="32"/>
                        </a:lnTo>
                        <a:lnTo>
                          <a:pt x="44" y="30"/>
                        </a:lnTo>
                        <a:lnTo>
                          <a:pt x="47" y="29"/>
                        </a:lnTo>
                        <a:lnTo>
                          <a:pt x="52" y="28"/>
                        </a:lnTo>
                        <a:lnTo>
                          <a:pt x="57" y="27"/>
                        </a:lnTo>
                        <a:lnTo>
                          <a:pt x="60" y="26"/>
                        </a:lnTo>
                        <a:lnTo>
                          <a:pt x="65" y="24"/>
                        </a:lnTo>
                        <a:lnTo>
                          <a:pt x="69" y="23"/>
                        </a:lnTo>
                        <a:lnTo>
                          <a:pt x="73" y="23"/>
                        </a:lnTo>
                        <a:lnTo>
                          <a:pt x="78" y="23"/>
                        </a:lnTo>
                        <a:lnTo>
                          <a:pt x="82" y="22"/>
                        </a:lnTo>
                        <a:lnTo>
                          <a:pt x="85" y="21"/>
                        </a:lnTo>
                        <a:lnTo>
                          <a:pt x="91" y="21"/>
                        </a:lnTo>
                        <a:lnTo>
                          <a:pt x="95" y="21"/>
                        </a:lnTo>
                        <a:lnTo>
                          <a:pt x="98" y="21"/>
                        </a:lnTo>
                        <a:lnTo>
                          <a:pt x="103" y="21"/>
                        </a:lnTo>
                        <a:lnTo>
                          <a:pt x="108" y="21"/>
                        </a:lnTo>
                        <a:lnTo>
                          <a:pt x="113" y="21"/>
                        </a:lnTo>
                        <a:lnTo>
                          <a:pt x="116" y="21"/>
                        </a:lnTo>
                        <a:lnTo>
                          <a:pt x="121" y="21"/>
                        </a:lnTo>
                        <a:lnTo>
                          <a:pt x="126" y="21"/>
                        </a:lnTo>
                        <a:lnTo>
                          <a:pt x="130" y="21"/>
                        </a:lnTo>
                        <a:lnTo>
                          <a:pt x="135" y="21"/>
                        </a:lnTo>
                        <a:lnTo>
                          <a:pt x="139" y="21"/>
                        </a:lnTo>
                        <a:lnTo>
                          <a:pt x="143" y="21"/>
                        </a:lnTo>
                        <a:lnTo>
                          <a:pt x="148" y="21"/>
                        </a:lnTo>
                        <a:lnTo>
                          <a:pt x="153" y="21"/>
                        </a:lnTo>
                        <a:lnTo>
                          <a:pt x="158" y="22"/>
                        </a:lnTo>
                        <a:lnTo>
                          <a:pt x="161" y="22"/>
                        </a:lnTo>
                        <a:lnTo>
                          <a:pt x="167" y="23"/>
                        </a:lnTo>
                        <a:lnTo>
                          <a:pt x="171" y="23"/>
                        </a:lnTo>
                        <a:lnTo>
                          <a:pt x="175" y="23"/>
                        </a:lnTo>
                        <a:lnTo>
                          <a:pt x="179" y="23"/>
                        </a:lnTo>
                        <a:lnTo>
                          <a:pt x="184" y="23"/>
                        </a:lnTo>
                        <a:lnTo>
                          <a:pt x="190" y="23"/>
                        </a:lnTo>
                        <a:lnTo>
                          <a:pt x="194" y="23"/>
                        </a:lnTo>
                        <a:lnTo>
                          <a:pt x="199" y="23"/>
                        </a:lnTo>
                        <a:lnTo>
                          <a:pt x="203" y="24"/>
                        </a:lnTo>
                        <a:lnTo>
                          <a:pt x="208" y="23"/>
                        </a:lnTo>
                        <a:lnTo>
                          <a:pt x="212" y="23"/>
                        </a:lnTo>
                        <a:lnTo>
                          <a:pt x="216" y="23"/>
                        </a:lnTo>
                        <a:lnTo>
                          <a:pt x="221" y="23"/>
                        </a:lnTo>
                        <a:lnTo>
                          <a:pt x="225" y="23"/>
                        </a:lnTo>
                        <a:lnTo>
                          <a:pt x="230" y="23"/>
                        </a:lnTo>
                        <a:lnTo>
                          <a:pt x="234" y="23"/>
                        </a:lnTo>
                        <a:lnTo>
                          <a:pt x="238" y="23"/>
                        </a:lnTo>
                        <a:lnTo>
                          <a:pt x="243" y="22"/>
                        </a:lnTo>
                        <a:lnTo>
                          <a:pt x="248" y="22"/>
                        </a:lnTo>
                        <a:lnTo>
                          <a:pt x="251" y="21"/>
                        </a:lnTo>
                        <a:lnTo>
                          <a:pt x="256" y="21"/>
                        </a:lnTo>
                        <a:lnTo>
                          <a:pt x="260" y="21"/>
                        </a:lnTo>
                        <a:lnTo>
                          <a:pt x="264" y="20"/>
                        </a:lnTo>
                        <a:lnTo>
                          <a:pt x="269" y="19"/>
                        </a:lnTo>
                        <a:lnTo>
                          <a:pt x="273" y="19"/>
                        </a:lnTo>
                        <a:lnTo>
                          <a:pt x="282" y="17"/>
                        </a:lnTo>
                        <a:lnTo>
                          <a:pt x="291" y="17"/>
                        </a:lnTo>
                        <a:lnTo>
                          <a:pt x="300" y="17"/>
                        </a:lnTo>
                        <a:lnTo>
                          <a:pt x="310" y="17"/>
                        </a:lnTo>
                        <a:lnTo>
                          <a:pt x="319" y="16"/>
                        </a:lnTo>
                        <a:lnTo>
                          <a:pt x="329" y="16"/>
                        </a:lnTo>
                        <a:lnTo>
                          <a:pt x="337" y="16"/>
                        </a:lnTo>
                        <a:lnTo>
                          <a:pt x="346" y="16"/>
                        </a:lnTo>
                        <a:lnTo>
                          <a:pt x="356" y="16"/>
                        </a:lnTo>
                        <a:lnTo>
                          <a:pt x="365" y="16"/>
                        </a:lnTo>
                        <a:lnTo>
                          <a:pt x="374" y="16"/>
                        </a:lnTo>
                        <a:lnTo>
                          <a:pt x="384" y="16"/>
                        </a:lnTo>
                        <a:lnTo>
                          <a:pt x="394" y="16"/>
                        </a:lnTo>
                        <a:lnTo>
                          <a:pt x="402" y="16"/>
                        </a:lnTo>
                        <a:lnTo>
                          <a:pt x="412" y="16"/>
                        </a:lnTo>
                        <a:lnTo>
                          <a:pt x="422" y="17"/>
                        </a:lnTo>
                        <a:lnTo>
                          <a:pt x="431" y="17"/>
                        </a:lnTo>
                        <a:lnTo>
                          <a:pt x="440" y="17"/>
                        </a:lnTo>
                        <a:lnTo>
                          <a:pt x="450" y="17"/>
                        </a:lnTo>
                        <a:lnTo>
                          <a:pt x="459" y="17"/>
                        </a:lnTo>
                        <a:lnTo>
                          <a:pt x="469" y="17"/>
                        </a:lnTo>
                        <a:lnTo>
                          <a:pt x="478" y="17"/>
                        </a:lnTo>
                        <a:lnTo>
                          <a:pt x="488" y="17"/>
                        </a:lnTo>
                        <a:lnTo>
                          <a:pt x="498" y="17"/>
                        </a:lnTo>
                        <a:lnTo>
                          <a:pt x="507" y="17"/>
                        </a:lnTo>
                        <a:lnTo>
                          <a:pt x="516" y="17"/>
                        </a:lnTo>
                        <a:lnTo>
                          <a:pt x="525" y="17"/>
                        </a:lnTo>
                        <a:lnTo>
                          <a:pt x="536" y="17"/>
                        </a:lnTo>
                        <a:lnTo>
                          <a:pt x="544" y="17"/>
                        </a:lnTo>
                        <a:lnTo>
                          <a:pt x="554" y="17"/>
                        </a:lnTo>
                        <a:lnTo>
                          <a:pt x="563" y="17"/>
                        </a:lnTo>
                        <a:lnTo>
                          <a:pt x="574" y="19"/>
                        </a:lnTo>
                        <a:lnTo>
                          <a:pt x="582" y="17"/>
                        </a:lnTo>
                        <a:lnTo>
                          <a:pt x="592" y="17"/>
                        </a:lnTo>
                        <a:lnTo>
                          <a:pt x="601" y="17"/>
                        </a:lnTo>
                        <a:lnTo>
                          <a:pt x="611" y="17"/>
                        </a:lnTo>
                        <a:lnTo>
                          <a:pt x="619" y="17"/>
                        </a:lnTo>
                        <a:lnTo>
                          <a:pt x="630" y="17"/>
                        </a:lnTo>
                        <a:lnTo>
                          <a:pt x="639" y="17"/>
                        </a:lnTo>
                        <a:lnTo>
                          <a:pt x="649" y="17"/>
                        </a:lnTo>
                        <a:lnTo>
                          <a:pt x="657" y="17"/>
                        </a:lnTo>
                        <a:lnTo>
                          <a:pt x="668" y="17"/>
                        </a:lnTo>
                        <a:lnTo>
                          <a:pt x="677" y="17"/>
                        </a:lnTo>
                        <a:lnTo>
                          <a:pt x="687" y="17"/>
                        </a:lnTo>
                        <a:lnTo>
                          <a:pt x="695" y="17"/>
                        </a:lnTo>
                        <a:lnTo>
                          <a:pt x="706" y="17"/>
                        </a:lnTo>
                        <a:lnTo>
                          <a:pt x="715" y="17"/>
                        </a:lnTo>
                        <a:lnTo>
                          <a:pt x="724" y="17"/>
                        </a:lnTo>
                        <a:lnTo>
                          <a:pt x="733" y="16"/>
                        </a:lnTo>
                        <a:lnTo>
                          <a:pt x="743" y="16"/>
                        </a:lnTo>
                        <a:lnTo>
                          <a:pt x="751" y="16"/>
                        </a:lnTo>
                        <a:lnTo>
                          <a:pt x="762" y="16"/>
                        </a:lnTo>
                        <a:lnTo>
                          <a:pt x="770" y="16"/>
                        </a:lnTo>
                        <a:lnTo>
                          <a:pt x="779" y="16"/>
                        </a:lnTo>
                        <a:lnTo>
                          <a:pt x="789" y="15"/>
                        </a:lnTo>
                        <a:lnTo>
                          <a:pt x="798" y="15"/>
                        </a:lnTo>
                        <a:lnTo>
                          <a:pt x="807" y="15"/>
                        </a:lnTo>
                        <a:lnTo>
                          <a:pt x="817" y="14"/>
                        </a:lnTo>
                        <a:lnTo>
                          <a:pt x="824" y="14"/>
                        </a:lnTo>
                        <a:lnTo>
                          <a:pt x="835" y="14"/>
                        </a:lnTo>
                        <a:lnTo>
                          <a:pt x="843" y="13"/>
                        </a:lnTo>
                        <a:lnTo>
                          <a:pt x="853" y="13"/>
                        </a:lnTo>
                        <a:lnTo>
                          <a:pt x="862" y="13"/>
                        </a:lnTo>
                        <a:lnTo>
                          <a:pt x="872" y="13"/>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53" name="Freeform 153"/>
                  <p:cNvSpPr/>
                  <p:nvPr/>
                </p:nvSpPr>
                <p:spPr bwMode="auto">
                  <a:xfrm>
                    <a:off x="5365" y="1536"/>
                    <a:ext cx="315" cy="39"/>
                  </a:xfrm>
                  <a:custGeom>
                    <a:avLst/>
                    <a:gdLst>
                      <a:gd name="T0" fmla="*/ 0 w 943"/>
                      <a:gd name="T1" fmla="*/ 0 h 116"/>
                      <a:gd name="T2" fmla="*/ 0 w 943"/>
                      <a:gd name="T3" fmla="*/ 0 h 116"/>
                      <a:gd name="T4" fmla="*/ 0 w 943"/>
                      <a:gd name="T5" fmla="*/ 0 h 116"/>
                      <a:gd name="T6" fmla="*/ 0 w 943"/>
                      <a:gd name="T7" fmla="*/ 0 h 116"/>
                      <a:gd name="T8" fmla="*/ 0 w 943"/>
                      <a:gd name="T9" fmla="*/ 0 h 116"/>
                      <a:gd name="T10" fmla="*/ 0 w 943"/>
                      <a:gd name="T11" fmla="*/ 0 h 116"/>
                      <a:gd name="T12" fmla="*/ 0 w 943"/>
                      <a:gd name="T13" fmla="*/ 0 h 116"/>
                      <a:gd name="T14" fmla="*/ 0 w 943"/>
                      <a:gd name="T15" fmla="*/ 0 h 116"/>
                      <a:gd name="T16" fmla="*/ 0 w 943"/>
                      <a:gd name="T17" fmla="*/ 0 h 116"/>
                      <a:gd name="T18" fmla="*/ 0 w 943"/>
                      <a:gd name="T19" fmla="*/ 0 h 116"/>
                      <a:gd name="T20" fmla="*/ 0 w 943"/>
                      <a:gd name="T21" fmla="*/ 0 h 116"/>
                      <a:gd name="T22" fmla="*/ 0 w 943"/>
                      <a:gd name="T23" fmla="*/ 0 h 116"/>
                      <a:gd name="T24" fmla="*/ 0 w 943"/>
                      <a:gd name="T25" fmla="*/ 0 h 116"/>
                      <a:gd name="T26" fmla="*/ 0 w 943"/>
                      <a:gd name="T27" fmla="*/ 0 h 116"/>
                      <a:gd name="T28" fmla="*/ 0 w 943"/>
                      <a:gd name="T29" fmla="*/ 0 h 116"/>
                      <a:gd name="T30" fmla="*/ 0 w 943"/>
                      <a:gd name="T31" fmla="*/ 0 h 116"/>
                      <a:gd name="T32" fmla="*/ 0 w 943"/>
                      <a:gd name="T33" fmla="*/ 0 h 116"/>
                      <a:gd name="T34" fmla="*/ 0 w 943"/>
                      <a:gd name="T35" fmla="*/ 0 h 116"/>
                      <a:gd name="T36" fmla="*/ 0 w 943"/>
                      <a:gd name="T37" fmla="*/ 0 h 116"/>
                      <a:gd name="T38" fmla="*/ 0 w 943"/>
                      <a:gd name="T39" fmla="*/ 0 h 116"/>
                      <a:gd name="T40" fmla="*/ 0 w 943"/>
                      <a:gd name="T41" fmla="*/ 0 h 116"/>
                      <a:gd name="T42" fmla="*/ 0 w 943"/>
                      <a:gd name="T43" fmla="*/ 0 h 116"/>
                      <a:gd name="T44" fmla="*/ 0 w 943"/>
                      <a:gd name="T45" fmla="*/ 0 h 116"/>
                      <a:gd name="T46" fmla="*/ 0 w 943"/>
                      <a:gd name="T47" fmla="*/ 0 h 116"/>
                      <a:gd name="T48" fmla="*/ 0 w 943"/>
                      <a:gd name="T49" fmla="*/ 0 h 116"/>
                      <a:gd name="T50" fmla="*/ 0 w 943"/>
                      <a:gd name="T51" fmla="*/ 0 h 116"/>
                      <a:gd name="T52" fmla="*/ 0 w 943"/>
                      <a:gd name="T53" fmla="*/ 0 h 116"/>
                      <a:gd name="T54" fmla="*/ 0 w 943"/>
                      <a:gd name="T55" fmla="*/ 0 h 116"/>
                      <a:gd name="T56" fmla="*/ 0 w 943"/>
                      <a:gd name="T57" fmla="*/ 0 h 116"/>
                      <a:gd name="T58" fmla="*/ 0 w 943"/>
                      <a:gd name="T59" fmla="*/ 0 h 116"/>
                      <a:gd name="T60" fmla="*/ 0 w 943"/>
                      <a:gd name="T61" fmla="*/ 0 h 116"/>
                      <a:gd name="T62" fmla="*/ 0 w 943"/>
                      <a:gd name="T63" fmla="*/ 0 h 116"/>
                      <a:gd name="T64" fmla="*/ 0 w 943"/>
                      <a:gd name="T65" fmla="*/ 0 h 116"/>
                      <a:gd name="T66" fmla="*/ 0 w 943"/>
                      <a:gd name="T67" fmla="*/ 0 h 116"/>
                      <a:gd name="T68" fmla="*/ 0 w 943"/>
                      <a:gd name="T69" fmla="*/ 0 h 116"/>
                      <a:gd name="T70" fmla="*/ 0 w 943"/>
                      <a:gd name="T71" fmla="*/ 0 h 116"/>
                      <a:gd name="T72" fmla="*/ 0 w 943"/>
                      <a:gd name="T73" fmla="*/ 0 h 116"/>
                      <a:gd name="T74" fmla="*/ 0 w 943"/>
                      <a:gd name="T75" fmla="*/ 0 h 116"/>
                      <a:gd name="T76" fmla="*/ 0 w 943"/>
                      <a:gd name="T77" fmla="*/ 0 h 116"/>
                      <a:gd name="T78" fmla="*/ 0 w 943"/>
                      <a:gd name="T79" fmla="*/ 0 h 116"/>
                      <a:gd name="T80" fmla="*/ 0 w 943"/>
                      <a:gd name="T81" fmla="*/ 0 h 116"/>
                      <a:gd name="T82" fmla="*/ 0 w 943"/>
                      <a:gd name="T83" fmla="*/ 0 h 116"/>
                      <a:gd name="T84" fmla="*/ 0 w 943"/>
                      <a:gd name="T85" fmla="*/ 0 h 116"/>
                      <a:gd name="T86" fmla="*/ 0 w 943"/>
                      <a:gd name="T87" fmla="*/ 0 h 116"/>
                      <a:gd name="T88" fmla="*/ 0 w 943"/>
                      <a:gd name="T89" fmla="*/ 0 h 116"/>
                      <a:gd name="T90" fmla="*/ 0 w 943"/>
                      <a:gd name="T91" fmla="*/ 0 h 116"/>
                      <a:gd name="T92" fmla="*/ 0 w 943"/>
                      <a:gd name="T93" fmla="*/ 0 h 116"/>
                      <a:gd name="T94" fmla="*/ 0 w 943"/>
                      <a:gd name="T95" fmla="*/ 0 h 116"/>
                      <a:gd name="T96" fmla="*/ 0 w 943"/>
                      <a:gd name="T97" fmla="*/ 0 h 116"/>
                      <a:gd name="T98" fmla="*/ 0 w 943"/>
                      <a:gd name="T99" fmla="*/ 0 h 116"/>
                      <a:gd name="T100" fmla="*/ 0 w 943"/>
                      <a:gd name="T101" fmla="*/ 0 h 116"/>
                      <a:gd name="T102" fmla="*/ 0 w 943"/>
                      <a:gd name="T103" fmla="*/ 0 h 116"/>
                      <a:gd name="T104" fmla="*/ 0 w 943"/>
                      <a:gd name="T105" fmla="*/ 0 h 116"/>
                      <a:gd name="T106" fmla="*/ 0 w 943"/>
                      <a:gd name="T107" fmla="*/ 0 h 116"/>
                      <a:gd name="T108" fmla="*/ 0 w 943"/>
                      <a:gd name="T109" fmla="*/ 0 h 116"/>
                      <a:gd name="T110" fmla="*/ 0 w 943"/>
                      <a:gd name="T111" fmla="*/ 0 h 1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43"/>
                      <a:gd name="T169" fmla="*/ 0 h 116"/>
                      <a:gd name="T170" fmla="*/ 943 w 943"/>
                      <a:gd name="T171" fmla="*/ 116 h 1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43" h="116">
                        <a:moveTo>
                          <a:pt x="435" y="0"/>
                        </a:moveTo>
                        <a:lnTo>
                          <a:pt x="442" y="0"/>
                        </a:lnTo>
                        <a:lnTo>
                          <a:pt x="450" y="1"/>
                        </a:lnTo>
                        <a:lnTo>
                          <a:pt x="458" y="1"/>
                        </a:lnTo>
                        <a:lnTo>
                          <a:pt x="465" y="1"/>
                        </a:lnTo>
                        <a:lnTo>
                          <a:pt x="472" y="1"/>
                        </a:lnTo>
                        <a:lnTo>
                          <a:pt x="480" y="1"/>
                        </a:lnTo>
                        <a:lnTo>
                          <a:pt x="488" y="1"/>
                        </a:lnTo>
                        <a:lnTo>
                          <a:pt x="496" y="2"/>
                        </a:lnTo>
                        <a:lnTo>
                          <a:pt x="503" y="2"/>
                        </a:lnTo>
                        <a:lnTo>
                          <a:pt x="510" y="2"/>
                        </a:lnTo>
                        <a:lnTo>
                          <a:pt x="518" y="2"/>
                        </a:lnTo>
                        <a:lnTo>
                          <a:pt x="525" y="4"/>
                        </a:lnTo>
                        <a:lnTo>
                          <a:pt x="533" y="4"/>
                        </a:lnTo>
                        <a:lnTo>
                          <a:pt x="540" y="5"/>
                        </a:lnTo>
                        <a:lnTo>
                          <a:pt x="548" y="5"/>
                        </a:lnTo>
                        <a:lnTo>
                          <a:pt x="555" y="5"/>
                        </a:lnTo>
                        <a:lnTo>
                          <a:pt x="562" y="5"/>
                        </a:lnTo>
                        <a:lnTo>
                          <a:pt x="571" y="5"/>
                        </a:lnTo>
                        <a:lnTo>
                          <a:pt x="578" y="5"/>
                        </a:lnTo>
                        <a:lnTo>
                          <a:pt x="586" y="5"/>
                        </a:lnTo>
                        <a:lnTo>
                          <a:pt x="593" y="5"/>
                        </a:lnTo>
                        <a:lnTo>
                          <a:pt x="600" y="6"/>
                        </a:lnTo>
                        <a:lnTo>
                          <a:pt x="609" y="6"/>
                        </a:lnTo>
                        <a:lnTo>
                          <a:pt x="616" y="7"/>
                        </a:lnTo>
                        <a:lnTo>
                          <a:pt x="623" y="7"/>
                        </a:lnTo>
                        <a:lnTo>
                          <a:pt x="630" y="7"/>
                        </a:lnTo>
                        <a:lnTo>
                          <a:pt x="638" y="7"/>
                        </a:lnTo>
                        <a:lnTo>
                          <a:pt x="645" y="7"/>
                        </a:lnTo>
                        <a:lnTo>
                          <a:pt x="652" y="7"/>
                        </a:lnTo>
                        <a:lnTo>
                          <a:pt x="661" y="8"/>
                        </a:lnTo>
                        <a:lnTo>
                          <a:pt x="668" y="9"/>
                        </a:lnTo>
                        <a:lnTo>
                          <a:pt x="676" y="9"/>
                        </a:lnTo>
                        <a:lnTo>
                          <a:pt x="683" y="9"/>
                        </a:lnTo>
                        <a:lnTo>
                          <a:pt x="690" y="9"/>
                        </a:lnTo>
                        <a:lnTo>
                          <a:pt x="699" y="9"/>
                        </a:lnTo>
                        <a:lnTo>
                          <a:pt x="706" y="11"/>
                        </a:lnTo>
                        <a:lnTo>
                          <a:pt x="713" y="11"/>
                        </a:lnTo>
                        <a:lnTo>
                          <a:pt x="720" y="12"/>
                        </a:lnTo>
                        <a:lnTo>
                          <a:pt x="728" y="12"/>
                        </a:lnTo>
                        <a:lnTo>
                          <a:pt x="735" y="12"/>
                        </a:lnTo>
                        <a:lnTo>
                          <a:pt x="743" y="12"/>
                        </a:lnTo>
                        <a:lnTo>
                          <a:pt x="750" y="13"/>
                        </a:lnTo>
                        <a:lnTo>
                          <a:pt x="757" y="14"/>
                        </a:lnTo>
                        <a:lnTo>
                          <a:pt x="765" y="14"/>
                        </a:lnTo>
                        <a:lnTo>
                          <a:pt x="772" y="15"/>
                        </a:lnTo>
                        <a:lnTo>
                          <a:pt x="779" y="17"/>
                        </a:lnTo>
                        <a:lnTo>
                          <a:pt x="787" y="17"/>
                        </a:lnTo>
                        <a:lnTo>
                          <a:pt x="795" y="18"/>
                        </a:lnTo>
                        <a:lnTo>
                          <a:pt x="802" y="18"/>
                        </a:lnTo>
                        <a:lnTo>
                          <a:pt x="809" y="19"/>
                        </a:lnTo>
                        <a:lnTo>
                          <a:pt x="816" y="19"/>
                        </a:lnTo>
                        <a:lnTo>
                          <a:pt x="824" y="20"/>
                        </a:lnTo>
                        <a:lnTo>
                          <a:pt x="832" y="23"/>
                        </a:lnTo>
                        <a:lnTo>
                          <a:pt x="839" y="23"/>
                        </a:lnTo>
                        <a:lnTo>
                          <a:pt x="846" y="24"/>
                        </a:lnTo>
                        <a:lnTo>
                          <a:pt x="853" y="25"/>
                        </a:lnTo>
                        <a:lnTo>
                          <a:pt x="860" y="26"/>
                        </a:lnTo>
                        <a:lnTo>
                          <a:pt x="867" y="27"/>
                        </a:lnTo>
                        <a:lnTo>
                          <a:pt x="876" y="28"/>
                        </a:lnTo>
                        <a:lnTo>
                          <a:pt x="883" y="30"/>
                        </a:lnTo>
                        <a:lnTo>
                          <a:pt x="890" y="31"/>
                        </a:lnTo>
                        <a:lnTo>
                          <a:pt x="897" y="32"/>
                        </a:lnTo>
                        <a:lnTo>
                          <a:pt x="904" y="34"/>
                        </a:lnTo>
                        <a:lnTo>
                          <a:pt x="912" y="36"/>
                        </a:lnTo>
                        <a:lnTo>
                          <a:pt x="916" y="39"/>
                        </a:lnTo>
                        <a:lnTo>
                          <a:pt x="919" y="44"/>
                        </a:lnTo>
                        <a:lnTo>
                          <a:pt x="923" y="49"/>
                        </a:lnTo>
                        <a:lnTo>
                          <a:pt x="928" y="52"/>
                        </a:lnTo>
                        <a:lnTo>
                          <a:pt x="931" y="57"/>
                        </a:lnTo>
                        <a:lnTo>
                          <a:pt x="934" y="62"/>
                        </a:lnTo>
                        <a:lnTo>
                          <a:pt x="938" y="65"/>
                        </a:lnTo>
                        <a:lnTo>
                          <a:pt x="943" y="70"/>
                        </a:lnTo>
                        <a:lnTo>
                          <a:pt x="940" y="75"/>
                        </a:lnTo>
                        <a:lnTo>
                          <a:pt x="936" y="78"/>
                        </a:lnTo>
                        <a:lnTo>
                          <a:pt x="934" y="83"/>
                        </a:lnTo>
                        <a:lnTo>
                          <a:pt x="931" y="88"/>
                        </a:lnTo>
                        <a:lnTo>
                          <a:pt x="929" y="91"/>
                        </a:lnTo>
                        <a:lnTo>
                          <a:pt x="927" y="95"/>
                        </a:lnTo>
                        <a:lnTo>
                          <a:pt x="925" y="101"/>
                        </a:lnTo>
                        <a:lnTo>
                          <a:pt x="923" y="106"/>
                        </a:lnTo>
                        <a:lnTo>
                          <a:pt x="918" y="106"/>
                        </a:lnTo>
                        <a:lnTo>
                          <a:pt x="915" y="106"/>
                        </a:lnTo>
                        <a:lnTo>
                          <a:pt x="911" y="106"/>
                        </a:lnTo>
                        <a:lnTo>
                          <a:pt x="906" y="106"/>
                        </a:lnTo>
                        <a:lnTo>
                          <a:pt x="902" y="106"/>
                        </a:lnTo>
                        <a:lnTo>
                          <a:pt x="898" y="106"/>
                        </a:lnTo>
                        <a:lnTo>
                          <a:pt x="893" y="106"/>
                        </a:lnTo>
                        <a:lnTo>
                          <a:pt x="889" y="106"/>
                        </a:lnTo>
                        <a:lnTo>
                          <a:pt x="885" y="106"/>
                        </a:lnTo>
                        <a:lnTo>
                          <a:pt x="880" y="106"/>
                        </a:lnTo>
                        <a:lnTo>
                          <a:pt x="876" y="106"/>
                        </a:lnTo>
                        <a:lnTo>
                          <a:pt x="872" y="106"/>
                        </a:lnTo>
                        <a:lnTo>
                          <a:pt x="867" y="106"/>
                        </a:lnTo>
                        <a:lnTo>
                          <a:pt x="864" y="106"/>
                        </a:lnTo>
                        <a:lnTo>
                          <a:pt x="859" y="106"/>
                        </a:lnTo>
                        <a:lnTo>
                          <a:pt x="855" y="106"/>
                        </a:lnTo>
                        <a:lnTo>
                          <a:pt x="851" y="104"/>
                        </a:lnTo>
                        <a:lnTo>
                          <a:pt x="847" y="104"/>
                        </a:lnTo>
                        <a:lnTo>
                          <a:pt x="842" y="103"/>
                        </a:lnTo>
                        <a:lnTo>
                          <a:pt x="838" y="103"/>
                        </a:lnTo>
                        <a:lnTo>
                          <a:pt x="834" y="103"/>
                        </a:lnTo>
                        <a:lnTo>
                          <a:pt x="829" y="102"/>
                        </a:lnTo>
                        <a:lnTo>
                          <a:pt x="826" y="102"/>
                        </a:lnTo>
                        <a:lnTo>
                          <a:pt x="822" y="102"/>
                        </a:lnTo>
                        <a:lnTo>
                          <a:pt x="817" y="101"/>
                        </a:lnTo>
                        <a:lnTo>
                          <a:pt x="814" y="101"/>
                        </a:lnTo>
                        <a:lnTo>
                          <a:pt x="809" y="100"/>
                        </a:lnTo>
                        <a:lnTo>
                          <a:pt x="806" y="100"/>
                        </a:lnTo>
                        <a:lnTo>
                          <a:pt x="801" y="100"/>
                        </a:lnTo>
                        <a:lnTo>
                          <a:pt x="797" y="99"/>
                        </a:lnTo>
                        <a:lnTo>
                          <a:pt x="792" y="99"/>
                        </a:lnTo>
                        <a:lnTo>
                          <a:pt x="789" y="99"/>
                        </a:lnTo>
                        <a:lnTo>
                          <a:pt x="784" y="97"/>
                        </a:lnTo>
                        <a:lnTo>
                          <a:pt x="781" y="97"/>
                        </a:lnTo>
                        <a:lnTo>
                          <a:pt x="776" y="96"/>
                        </a:lnTo>
                        <a:lnTo>
                          <a:pt x="772" y="95"/>
                        </a:lnTo>
                        <a:lnTo>
                          <a:pt x="768" y="95"/>
                        </a:lnTo>
                        <a:lnTo>
                          <a:pt x="764" y="95"/>
                        </a:lnTo>
                        <a:lnTo>
                          <a:pt x="759" y="94"/>
                        </a:lnTo>
                        <a:lnTo>
                          <a:pt x="756" y="94"/>
                        </a:lnTo>
                        <a:lnTo>
                          <a:pt x="751" y="93"/>
                        </a:lnTo>
                        <a:lnTo>
                          <a:pt x="746" y="93"/>
                        </a:lnTo>
                        <a:lnTo>
                          <a:pt x="743" y="93"/>
                        </a:lnTo>
                        <a:lnTo>
                          <a:pt x="739" y="93"/>
                        </a:lnTo>
                        <a:lnTo>
                          <a:pt x="734" y="91"/>
                        </a:lnTo>
                        <a:lnTo>
                          <a:pt x="731" y="91"/>
                        </a:lnTo>
                        <a:lnTo>
                          <a:pt x="726" y="91"/>
                        </a:lnTo>
                        <a:lnTo>
                          <a:pt x="722" y="91"/>
                        </a:lnTo>
                        <a:lnTo>
                          <a:pt x="719" y="90"/>
                        </a:lnTo>
                        <a:lnTo>
                          <a:pt x="713" y="90"/>
                        </a:lnTo>
                        <a:lnTo>
                          <a:pt x="709" y="90"/>
                        </a:lnTo>
                        <a:lnTo>
                          <a:pt x="706" y="90"/>
                        </a:lnTo>
                        <a:lnTo>
                          <a:pt x="701" y="89"/>
                        </a:lnTo>
                        <a:lnTo>
                          <a:pt x="696" y="89"/>
                        </a:lnTo>
                        <a:lnTo>
                          <a:pt x="693" y="89"/>
                        </a:lnTo>
                        <a:lnTo>
                          <a:pt x="688" y="89"/>
                        </a:lnTo>
                        <a:lnTo>
                          <a:pt x="684" y="89"/>
                        </a:lnTo>
                        <a:lnTo>
                          <a:pt x="680" y="89"/>
                        </a:lnTo>
                        <a:lnTo>
                          <a:pt x="675" y="89"/>
                        </a:lnTo>
                        <a:lnTo>
                          <a:pt x="671" y="89"/>
                        </a:lnTo>
                        <a:lnTo>
                          <a:pt x="667" y="89"/>
                        </a:lnTo>
                        <a:lnTo>
                          <a:pt x="663" y="89"/>
                        </a:lnTo>
                        <a:lnTo>
                          <a:pt x="658" y="89"/>
                        </a:lnTo>
                        <a:lnTo>
                          <a:pt x="655" y="90"/>
                        </a:lnTo>
                        <a:lnTo>
                          <a:pt x="650" y="89"/>
                        </a:lnTo>
                        <a:lnTo>
                          <a:pt x="645" y="88"/>
                        </a:lnTo>
                        <a:lnTo>
                          <a:pt x="641" y="88"/>
                        </a:lnTo>
                        <a:lnTo>
                          <a:pt x="636" y="88"/>
                        </a:lnTo>
                        <a:lnTo>
                          <a:pt x="632" y="87"/>
                        </a:lnTo>
                        <a:lnTo>
                          <a:pt x="628" y="87"/>
                        </a:lnTo>
                        <a:lnTo>
                          <a:pt x="623" y="85"/>
                        </a:lnTo>
                        <a:lnTo>
                          <a:pt x="619" y="85"/>
                        </a:lnTo>
                        <a:lnTo>
                          <a:pt x="614" y="85"/>
                        </a:lnTo>
                        <a:lnTo>
                          <a:pt x="610" y="84"/>
                        </a:lnTo>
                        <a:lnTo>
                          <a:pt x="605" y="84"/>
                        </a:lnTo>
                        <a:lnTo>
                          <a:pt x="600" y="84"/>
                        </a:lnTo>
                        <a:lnTo>
                          <a:pt x="595" y="83"/>
                        </a:lnTo>
                        <a:lnTo>
                          <a:pt x="592" y="83"/>
                        </a:lnTo>
                        <a:lnTo>
                          <a:pt x="587" y="83"/>
                        </a:lnTo>
                        <a:lnTo>
                          <a:pt x="582" y="83"/>
                        </a:lnTo>
                        <a:lnTo>
                          <a:pt x="578" y="82"/>
                        </a:lnTo>
                        <a:lnTo>
                          <a:pt x="573" y="82"/>
                        </a:lnTo>
                        <a:lnTo>
                          <a:pt x="568" y="81"/>
                        </a:lnTo>
                        <a:lnTo>
                          <a:pt x="563" y="81"/>
                        </a:lnTo>
                        <a:lnTo>
                          <a:pt x="559" y="81"/>
                        </a:lnTo>
                        <a:lnTo>
                          <a:pt x="554" y="81"/>
                        </a:lnTo>
                        <a:lnTo>
                          <a:pt x="549" y="81"/>
                        </a:lnTo>
                        <a:lnTo>
                          <a:pt x="544" y="81"/>
                        </a:lnTo>
                        <a:lnTo>
                          <a:pt x="540" y="81"/>
                        </a:lnTo>
                        <a:lnTo>
                          <a:pt x="536" y="81"/>
                        </a:lnTo>
                        <a:lnTo>
                          <a:pt x="531" y="81"/>
                        </a:lnTo>
                        <a:lnTo>
                          <a:pt x="525" y="81"/>
                        </a:lnTo>
                        <a:lnTo>
                          <a:pt x="521" y="81"/>
                        </a:lnTo>
                        <a:lnTo>
                          <a:pt x="516" y="81"/>
                        </a:lnTo>
                        <a:lnTo>
                          <a:pt x="512" y="81"/>
                        </a:lnTo>
                        <a:lnTo>
                          <a:pt x="508" y="82"/>
                        </a:lnTo>
                        <a:lnTo>
                          <a:pt x="501" y="81"/>
                        </a:lnTo>
                        <a:lnTo>
                          <a:pt x="493" y="81"/>
                        </a:lnTo>
                        <a:lnTo>
                          <a:pt x="485" y="81"/>
                        </a:lnTo>
                        <a:lnTo>
                          <a:pt x="479" y="81"/>
                        </a:lnTo>
                        <a:lnTo>
                          <a:pt x="472" y="80"/>
                        </a:lnTo>
                        <a:lnTo>
                          <a:pt x="465" y="80"/>
                        </a:lnTo>
                        <a:lnTo>
                          <a:pt x="458" y="80"/>
                        </a:lnTo>
                        <a:lnTo>
                          <a:pt x="451" y="80"/>
                        </a:lnTo>
                        <a:lnTo>
                          <a:pt x="444" y="78"/>
                        </a:lnTo>
                        <a:lnTo>
                          <a:pt x="438" y="78"/>
                        </a:lnTo>
                        <a:lnTo>
                          <a:pt x="429" y="78"/>
                        </a:lnTo>
                        <a:lnTo>
                          <a:pt x="422" y="78"/>
                        </a:lnTo>
                        <a:lnTo>
                          <a:pt x="415" y="78"/>
                        </a:lnTo>
                        <a:lnTo>
                          <a:pt x="409" y="78"/>
                        </a:lnTo>
                        <a:lnTo>
                          <a:pt x="402" y="78"/>
                        </a:lnTo>
                        <a:lnTo>
                          <a:pt x="395" y="78"/>
                        </a:lnTo>
                        <a:lnTo>
                          <a:pt x="387" y="78"/>
                        </a:lnTo>
                        <a:lnTo>
                          <a:pt x="381" y="78"/>
                        </a:lnTo>
                        <a:lnTo>
                          <a:pt x="374" y="78"/>
                        </a:lnTo>
                        <a:lnTo>
                          <a:pt x="366" y="78"/>
                        </a:lnTo>
                        <a:lnTo>
                          <a:pt x="359" y="78"/>
                        </a:lnTo>
                        <a:lnTo>
                          <a:pt x="352" y="78"/>
                        </a:lnTo>
                        <a:lnTo>
                          <a:pt x="345" y="80"/>
                        </a:lnTo>
                        <a:lnTo>
                          <a:pt x="339" y="80"/>
                        </a:lnTo>
                        <a:lnTo>
                          <a:pt x="331" y="80"/>
                        </a:lnTo>
                        <a:lnTo>
                          <a:pt x="325" y="80"/>
                        </a:lnTo>
                        <a:lnTo>
                          <a:pt x="318" y="81"/>
                        </a:lnTo>
                        <a:lnTo>
                          <a:pt x="311" y="81"/>
                        </a:lnTo>
                        <a:lnTo>
                          <a:pt x="304" y="81"/>
                        </a:lnTo>
                        <a:lnTo>
                          <a:pt x="298" y="82"/>
                        </a:lnTo>
                        <a:lnTo>
                          <a:pt x="291" y="82"/>
                        </a:lnTo>
                        <a:lnTo>
                          <a:pt x="283" y="83"/>
                        </a:lnTo>
                        <a:lnTo>
                          <a:pt x="276" y="83"/>
                        </a:lnTo>
                        <a:lnTo>
                          <a:pt x="269" y="83"/>
                        </a:lnTo>
                        <a:lnTo>
                          <a:pt x="263" y="84"/>
                        </a:lnTo>
                        <a:lnTo>
                          <a:pt x="256" y="84"/>
                        </a:lnTo>
                        <a:lnTo>
                          <a:pt x="249" y="85"/>
                        </a:lnTo>
                        <a:lnTo>
                          <a:pt x="242" y="85"/>
                        </a:lnTo>
                        <a:lnTo>
                          <a:pt x="235" y="87"/>
                        </a:lnTo>
                        <a:lnTo>
                          <a:pt x="229" y="88"/>
                        </a:lnTo>
                        <a:lnTo>
                          <a:pt x="222" y="88"/>
                        </a:lnTo>
                        <a:lnTo>
                          <a:pt x="215" y="89"/>
                        </a:lnTo>
                        <a:lnTo>
                          <a:pt x="208" y="90"/>
                        </a:lnTo>
                        <a:lnTo>
                          <a:pt x="202" y="90"/>
                        </a:lnTo>
                        <a:lnTo>
                          <a:pt x="194" y="91"/>
                        </a:lnTo>
                        <a:lnTo>
                          <a:pt x="187" y="93"/>
                        </a:lnTo>
                        <a:lnTo>
                          <a:pt x="181" y="94"/>
                        </a:lnTo>
                        <a:lnTo>
                          <a:pt x="174" y="95"/>
                        </a:lnTo>
                        <a:lnTo>
                          <a:pt x="167" y="95"/>
                        </a:lnTo>
                        <a:lnTo>
                          <a:pt x="161" y="96"/>
                        </a:lnTo>
                        <a:lnTo>
                          <a:pt x="154" y="97"/>
                        </a:lnTo>
                        <a:lnTo>
                          <a:pt x="147" y="99"/>
                        </a:lnTo>
                        <a:lnTo>
                          <a:pt x="141" y="100"/>
                        </a:lnTo>
                        <a:lnTo>
                          <a:pt x="134" y="101"/>
                        </a:lnTo>
                        <a:lnTo>
                          <a:pt x="127" y="103"/>
                        </a:lnTo>
                        <a:lnTo>
                          <a:pt x="121" y="104"/>
                        </a:lnTo>
                        <a:lnTo>
                          <a:pt x="114" y="106"/>
                        </a:lnTo>
                        <a:lnTo>
                          <a:pt x="108" y="107"/>
                        </a:lnTo>
                        <a:lnTo>
                          <a:pt x="101" y="108"/>
                        </a:lnTo>
                        <a:lnTo>
                          <a:pt x="95" y="110"/>
                        </a:lnTo>
                        <a:lnTo>
                          <a:pt x="88" y="112"/>
                        </a:lnTo>
                        <a:lnTo>
                          <a:pt x="82" y="113"/>
                        </a:lnTo>
                        <a:lnTo>
                          <a:pt x="76" y="115"/>
                        </a:lnTo>
                        <a:lnTo>
                          <a:pt x="69" y="116"/>
                        </a:lnTo>
                        <a:lnTo>
                          <a:pt x="65" y="115"/>
                        </a:lnTo>
                        <a:lnTo>
                          <a:pt x="62" y="115"/>
                        </a:lnTo>
                        <a:lnTo>
                          <a:pt x="58" y="114"/>
                        </a:lnTo>
                        <a:lnTo>
                          <a:pt x="56" y="114"/>
                        </a:lnTo>
                        <a:lnTo>
                          <a:pt x="52" y="113"/>
                        </a:lnTo>
                        <a:lnTo>
                          <a:pt x="49" y="113"/>
                        </a:lnTo>
                        <a:lnTo>
                          <a:pt x="45" y="113"/>
                        </a:lnTo>
                        <a:lnTo>
                          <a:pt x="43" y="113"/>
                        </a:lnTo>
                        <a:lnTo>
                          <a:pt x="39" y="113"/>
                        </a:lnTo>
                        <a:lnTo>
                          <a:pt x="37" y="113"/>
                        </a:lnTo>
                        <a:lnTo>
                          <a:pt x="33" y="113"/>
                        </a:lnTo>
                        <a:lnTo>
                          <a:pt x="31" y="113"/>
                        </a:lnTo>
                        <a:lnTo>
                          <a:pt x="27" y="113"/>
                        </a:lnTo>
                        <a:lnTo>
                          <a:pt x="25" y="113"/>
                        </a:lnTo>
                        <a:lnTo>
                          <a:pt x="22" y="113"/>
                        </a:lnTo>
                        <a:lnTo>
                          <a:pt x="19" y="113"/>
                        </a:lnTo>
                        <a:lnTo>
                          <a:pt x="18" y="109"/>
                        </a:lnTo>
                        <a:lnTo>
                          <a:pt x="16" y="107"/>
                        </a:lnTo>
                        <a:lnTo>
                          <a:pt x="15" y="103"/>
                        </a:lnTo>
                        <a:lnTo>
                          <a:pt x="14" y="101"/>
                        </a:lnTo>
                        <a:lnTo>
                          <a:pt x="12" y="95"/>
                        </a:lnTo>
                        <a:lnTo>
                          <a:pt x="9" y="91"/>
                        </a:lnTo>
                        <a:lnTo>
                          <a:pt x="7" y="87"/>
                        </a:lnTo>
                        <a:lnTo>
                          <a:pt x="5" y="83"/>
                        </a:lnTo>
                        <a:lnTo>
                          <a:pt x="2" y="78"/>
                        </a:lnTo>
                        <a:lnTo>
                          <a:pt x="0" y="75"/>
                        </a:lnTo>
                        <a:lnTo>
                          <a:pt x="2" y="70"/>
                        </a:lnTo>
                        <a:lnTo>
                          <a:pt x="6" y="68"/>
                        </a:lnTo>
                        <a:lnTo>
                          <a:pt x="8" y="64"/>
                        </a:lnTo>
                        <a:lnTo>
                          <a:pt x="12" y="61"/>
                        </a:lnTo>
                        <a:lnTo>
                          <a:pt x="14" y="58"/>
                        </a:lnTo>
                        <a:lnTo>
                          <a:pt x="18" y="55"/>
                        </a:lnTo>
                        <a:lnTo>
                          <a:pt x="21" y="52"/>
                        </a:lnTo>
                        <a:lnTo>
                          <a:pt x="25" y="51"/>
                        </a:lnTo>
                        <a:lnTo>
                          <a:pt x="27" y="49"/>
                        </a:lnTo>
                        <a:lnTo>
                          <a:pt x="31" y="46"/>
                        </a:lnTo>
                        <a:lnTo>
                          <a:pt x="34" y="44"/>
                        </a:lnTo>
                        <a:lnTo>
                          <a:pt x="38" y="43"/>
                        </a:lnTo>
                        <a:lnTo>
                          <a:pt x="41" y="40"/>
                        </a:lnTo>
                        <a:lnTo>
                          <a:pt x="45" y="39"/>
                        </a:lnTo>
                        <a:lnTo>
                          <a:pt x="49" y="38"/>
                        </a:lnTo>
                        <a:lnTo>
                          <a:pt x="53" y="37"/>
                        </a:lnTo>
                        <a:lnTo>
                          <a:pt x="56" y="34"/>
                        </a:lnTo>
                        <a:lnTo>
                          <a:pt x="60" y="33"/>
                        </a:lnTo>
                        <a:lnTo>
                          <a:pt x="64" y="32"/>
                        </a:lnTo>
                        <a:lnTo>
                          <a:pt x="67" y="31"/>
                        </a:lnTo>
                        <a:lnTo>
                          <a:pt x="71" y="30"/>
                        </a:lnTo>
                        <a:lnTo>
                          <a:pt x="76" y="30"/>
                        </a:lnTo>
                        <a:lnTo>
                          <a:pt x="79" y="28"/>
                        </a:lnTo>
                        <a:lnTo>
                          <a:pt x="83" y="27"/>
                        </a:lnTo>
                        <a:lnTo>
                          <a:pt x="88" y="27"/>
                        </a:lnTo>
                        <a:lnTo>
                          <a:pt x="91" y="26"/>
                        </a:lnTo>
                        <a:lnTo>
                          <a:pt x="95" y="25"/>
                        </a:lnTo>
                        <a:lnTo>
                          <a:pt x="98" y="25"/>
                        </a:lnTo>
                        <a:lnTo>
                          <a:pt x="103" y="25"/>
                        </a:lnTo>
                        <a:lnTo>
                          <a:pt x="107" y="25"/>
                        </a:lnTo>
                        <a:lnTo>
                          <a:pt x="111" y="24"/>
                        </a:lnTo>
                        <a:lnTo>
                          <a:pt x="116" y="24"/>
                        </a:lnTo>
                        <a:lnTo>
                          <a:pt x="120" y="23"/>
                        </a:lnTo>
                        <a:lnTo>
                          <a:pt x="123" y="23"/>
                        </a:lnTo>
                        <a:lnTo>
                          <a:pt x="127" y="23"/>
                        </a:lnTo>
                        <a:lnTo>
                          <a:pt x="132" y="23"/>
                        </a:lnTo>
                        <a:lnTo>
                          <a:pt x="135" y="23"/>
                        </a:lnTo>
                        <a:lnTo>
                          <a:pt x="140" y="21"/>
                        </a:lnTo>
                        <a:lnTo>
                          <a:pt x="143" y="21"/>
                        </a:lnTo>
                        <a:lnTo>
                          <a:pt x="148" y="21"/>
                        </a:lnTo>
                        <a:lnTo>
                          <a:pt x="152" y="20"/>
                        </a:lnTo>
                        <a:lnTo>
                          <a:pt x="156" y="20"/>
                        </a:lnTo>
                        <a:lnTo>
                          <a:pt x="161" y="20"/>
                        </a:lnTo>
                        <a:lnTo>
                          <a:pt x="165" y="20"/>
                        </a:lnTo>
                        <a:lnTo>
                          <a:pt x="170" y="19"/>
                        </a:lnTo>
                        <a:lnTo>
                          <a:pt x="173" y="19"/>
                        </a:lnTo>
                        <a:lnTo>
                          <a:pt x="177" y="19"/>
                        </a:lnTo>
                        <a:lnTo>
                          <a:pt x="181" y="19"/>
                        </a:lnTo>
                        <a:lnTo>
                          <a:pt x="186" y="19"/>
                        </a:lnTo>
                        <a:lnTo>
                          <a:pt x="190" y="19"/>
                        </a:lnTo>
                        <a:lnTo>
                          <a:pt x="194" y="18"/>
                        </a:lnTo>
                        <a:lnTo>
                          <a:pt x="198" y="18"/>
                        </a:lnTo>
                        <a:lnTo>
                          <a:pt x="202" y="17"/>
                        </a:lnTo>
                        <a:lnTo>
                          <a:pt x="206" y="17"/>
                        </a:lnTo>
                        <a:lnTo>
                          <a:pt x="210" y="15"/>
                        </a:lnTo>
                        <a:lnTo>
                          <a:pt x="215" y="15"/>
                        </a:lnTo>
                        <a:lnTo>
                          <a:pt x="218" y="14"/>
                        </a:lnTo>
                        <a:lnTo>
                          <a:pt x="222" y="14"/>
                        </a:lnTo>
                        <a:lnTo>
                          <a:pt x="225" y="13"/>
                        </a:lnTo>
                        <a:lnTo>
                          <a:pt x="230" y="12"/>
                        </a:lnTo>
                        <a:lnTo>
                          <a:pt x="234" y="12"/>
                        </a:lnTo>
                        <a:lnTo>
                          <a:pt x="237" y="11"/>
                        </a:lnTo>
                        <a:lnTo>
                          <a:pt x="242" y="9"/>
                        </a:lnTo>
                        <a:lnTo>
                          <a:pt x="245" y="9"/>
                        </a:lnTo>
                        <a:lnTo>
                          <a:pt x="249" y="7"/>
                        </a:lnTo>
                        <a:lnTo>
                          <a:pt x="251" y="7"/>
                        </a:lnTo>
                        <a:lnTo>
                          <a:pt x="255" y="7"/>
                        </a:lnTo>
                        <a:lnTo>
                          <a:pt x="257" y="7"/>
                        </a:lnTo>
                        <a:lnTo>
                          <a:pt x="260" y="7"/>
                        </a:lnTo>
                        <a:lnTo>
                          <a:pt x="263" y="6"/>
                        </a:lnTo>
                        <a:lnTo>
                          <a:pt x="266" y="6"/>
                        </a:lnTo>
                        <a:lnTo>
                          <a:pt x="269" y="6"/>
                        </a:lnTo>
                        <a:lnTo>
                          <a:pt x="272" y="5"/>
                        </a:lnTo>
                        <a:lnTo>
                          <a:pt x="275" y="5"/>
                        </a:lnTo>
                        <a:lnTo>
                          <a:pt x="278" y="5"/>
                        </a:lnTo>
                        <a:lnTo>
                          <a:pt x="281" y="5"/>
                        </a:lnTo>
                        <a:lnTo>
                          <a:pt x="283" y="5"/>
                        </a:lnTo>
                        <a:lnTo>
                          <a:pt x="287" y="5"/>
                        </a:lnTo>
                        <a:lnTo>
                          <a:pt x="289" y="5"/>
                        </a:lnTo>
                        <a:lnTo>
                          <a:pt x="293" y="5"/>
                        </a:lnTo>
                        <a:lnTo>
                          <a:pt x="295" y="5"/>
                        </a:lnTo>
                        <a:lnTo>
                          <a:pt x="298" y="5"/>
                        </a:lnTo>
                        <a:lnTo>
                          <a:pt x="301" y="5"/>
                        </a:lnTo>
                        <a:lnTo>
                          <a:pt x="304" y="5"/>
                        </a:lnTo>
                        <a:lnTo>
                          <a:pt x="307" y="5"/>
                        </a:lnTo>
                        <a:lnTo>
                          <a:pt x="311" y="5"/>
                        </a:lnTo>
                        <a:lnTo>
                          <a:pt x="313" y="5"/>
                        </a:lnTo>
                        <a:lnTo>
                          <a:pt x="315" y="5"/>
                        </a:lnTo>
                        <a:lnTo>
                          <a:pt x="319" y="5"/>
                        </a:lnTo>
                        <a:lnTo>
                          <a:pt x="321" y="5"/>
                        </a:lnTo>
                        <a:lnTo>
                          <a:pt x="325" y="5"/>
                        </a:lnTo>
                        <a:lnTo>
                          <a:pt x="329" y="5"/>
                        </a:lnTo>
                        <a:lnTo>
                          <a:pt x="331" y="5"/>
                        </a:lnTo>
                        <a:lnTo>
                          <a:pt x="333" y="5"/>
                        </a:lnTo>
                        <a:lnTo>
                          <a:pt x="337" y="5"/>
                        </a:lnTo>
                        <a:lnTo>
                          <a:pt x="340" y="6"/>
                        </a:lnTo>
                        <a:lnTo>
                          <a:pt x="343" y="5"/>
                        </a:lnTo>
                        <a:lnTo>
                          <a:pt x="346" y="5"/>
                        </a:lnTo>
                        <a:lnTo>
                          <a:pt x="349" y="5"/>
                        </a:lnTo>
                        <a:lnTo>
                          <a:pt x="351" y="5"/>
                        </a:lnTo>
                        <a:lnTo>
                          <a:pt x="355" y="5"/>
                        </a:lnTo>
                        <a:lnTo>
                          <a:pt x="357" y="5"/>
                        </a:lnTo>
                        <a:lnTo>
                          <a:pt x="361" y="5"/>
                        </a:lnTo>
                        <a:lnTo>
                          <a:pt x="364" y="5"/>
                        </a:lnTo>
                        <a:lnTo>
                          <a:pt x="366" y="5"/>
                        </a:lnTo>
                        <a:lnTo>
                          <a:pt x="369" y="5"/>
                        </a:lnTo>
                        <a:lnTo>
                          <a:pt x="371" y="5"/>
                        </a:lnTo>
                        <a:lnTo>
                          <a:pt x="376" y="5"/>
                        </a:lnTo>
                        <a:lnTo>
                          <a:pt x="378" y="5"/>
                        </a:lnTo>
                        <a:lnTo>
                          <a:pt x="382" y="5"/>
                        </a:lnTo>
                        <a:lnTo>
                          <a:pt x="384" y="5"/>
                        </a:lnTo>
                        <a:lnTo>
                          <a:pt x="387" y="5"/>
                        </a:lnTo>
                        <a:lnTo>
                          <a:pt x="390" y="5"/>
                        </a:lnTo>
                        <a:lnTo>
                          <a:pt x="394" y="5"/>
                        </a:lnTo>
                        <a:lnTo>
                          <a:pt x="396" y="5"/>
                        </a:lnTo>
                        <a:lnTo>
                          <a:pt x="400" y="5"/>
                        </a:lnTo>
                        <a:lnTo>
                          <a:pt x="402" y="5"/>
                        </a:lnTo>
                        <a:lnTo>
                          <a:pt x="404" y="5"/>
                        </a:lnTo>
                        <a:lnTo>
                          <a:pt x="407" y="4"/>
                        </a:lnTo>
                        <a:lnTo>
                          <a:pt x="410" y="4"/>
                        </a:lnTo>
                        <a:lnTo>
                          <a:pt x="414" y="2"/>
                        </a:lnTo>
                        <a:lnTo>
                          <a:pt x="418" y="2"/>
                        </a:lnTo>
                        <a:lnTo>
                          <a:pt x="420" y="1"/>
                        </a:lnTo>
                        <a:lnTo>
                          <a:pt x="422" y="1"/>
                        </a:lnTo>
                        <a:lnTo>
                          <a:pt x="426" y="1"/>
                        </a:lnTo>
                        <a:lnTo>
                          <a:pt x="428" y="1"/>
                        </a:lnTo>
                        <a:lnTo>
                          <a:pt x="432" y="0"/>
                        </a:lnTo>
                        <a:lnTo>
                          <a:pt x="435"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54" name="Freeform 154"/>
                  <p:cNvSpPr/>
                  <p:nvPr/>
                </p:nvSpPr>
                <p:spPr bwMode="auto">
                  <a:xfrm>
                    <a:off x="5406" y="1602"/>
                    <a:ext cx="36" cy="166"/>
                  </a:xfrm>
                  <a:custGeom>
                    <a:avLst/>
                    <a:gdLst>
                      <a:gd name="T0" fmla="*/ 0 w 107"/>
                      <a:gd name="T1" fmla="*/ 0 h 499"/>
                      <a:gd name="T2" fmla="*/ 0 w 107"/>
                      <a:gd name="T3" fmla="*/ 0 h 499"/>
                      <a:gd name="T4" fmla="*/ 0 w 107"/>
                      <a:gd name="T5" fmla="*/ 0 h 499"/>
                      <a:gd name="T6" fmla="*/ 0 w 107"/>
                      <a:gd name="T7" fmla="*/ 0 h 499"/>
                      <a:gd name="T8" fmla="*/ 0 w 107"/>
                      <a:gd name="T9" fmla="*/ 0 h 499"/>
                      <a:gd name="T10" fmla="*/ 0 w 107"/>
                      <a:gd name="T11" fmla="*/ 0 h 499"/>
                      <a:gd name="T12" fmla="*/ 0 w 107"/>
                      <a:gd name="T13" fmla="*/ 0 h 499"/>
                      <a:gd name="T14" fmla="*/ 0 w 107"/>
                      <a:gd name="T15" fmla="*/ 0 h 499"/>
                      <a:gd name="T16" fmla="*/ 0 w 107"/>
                      <a:gd name="T17" fmla="*/ 0 h 499"/>
                      <a:gd name="T18" fmla="*/ 0 w 107"/>
                      <a:gd name="T19" fmla="*/ 0 h 499"/>
                      <a:gd name="T20" fmla="*/ 0 w 107"/>
                      <a:gd name="T21" fmla="*/ 0 h 499"/>
                      <a:gd name="T22" fmla="*/ 0 w 107"/>
                      <a:gd name="T23" fmla="*/ 0 h 499"/>
                      <a:gd name="T24" fmla="*/ 0 w 107"/>
                      <a:gd name="T25" fmla="*/ 0 h 499"/>
                      <a:gd name="T26" fmla="*/ 0 w 107"/>
                      <a:gd name="T27" fmla="*/ 0 h 499"/>
                      <a:gd name="T28" fmla="*/ 0 w 107"/>
                      <a:gd name="T29" fmla="*/ 0 h 499"/>
                      <a:gd name="T30" fmla="*/ 0 w 107"/>
                      <a:gd name="T31" fmla="*/ 0 h 499"/>
                      <a:gd name="T32" fmla="*/ 0 w 107"/>
                      <a:gd name="T33" fmla="*/ 0 h 499"/>
                      <a:gd name="T34" fmla="*/ 0 w 107"/>
                      <a:gd name="T35" fmla="*/ 0 h 499"/>
                      <a:gd name="T36" fmla="*/ 0 w 107"/>
                      <a:gd name="T37" fmla="*/ 0 h 499"/>
                      <a:gd name="T38" fmla="*/ 0 w 107"/>
                      <a:gd name="T39" fmla="*/ 0 h 499"/>
                      <a:gd name="T40" fmla="*/ 0 w 107"/>
                      <a:gd name="T41" fmla="*/ 0 h 499"/>
                      <a:gd name="T42" fmla="*/ 0 w 107"/>
                      <a:gd name="T43" fmla="*/ 0 h 499"/>
                      <a:gd name="T44" fmla="*/ 0 w 107"/>
                      <a:gd name="T45" fmla="*/ 0 h 499"/>
                      <a:gd name="T46" fmla="*/ 0 w 107"/>
                      <a:gd name="T47" fmla="*/ 0 h 499"/>
                      <a:gd name="T48" fmla="*/ 0 w 107"/>
                      <a:gd name="T49" fmla="*/ 0 h 499"/>
                      <a:gd name="T50" fmla="*/ 0 w 107"/>
                      <a:gd name="T51" fmla="*/ 0 h 499"/>
                      <a:gd name="T52" fmla="*/ 0 w 107"/>
                      <a:gd name="T53" fmla="*/ 0 h 499"/>
                      <a:gd name="T54" fmla="*/ 0 w 107"/>
                      <a:gd name="T55" fmla="*/ 0 h 499"/>
                      <a:gd name="T56" fmla="*/ 0 w 107"/>
                      <a:gd name="T57" fmla="*/ 0 h 499"/>
                      <a:gd name="T58" fmla="*/ 0 w 107"/>
                      <a:gd name="T59" fmla="*/ 0 h 499"/>
                      <a:gd name="T60" fmla="*/ 0 w 107"/>
                      <a:gd name="T61" fmla="*/ 0 h 499"/>
                      <a:gd name="T62" fmla="*/ 0 w 107"/>
                      <a:gd name="T63" fmla="*/ 0 h 499"/>
                      <a:gd name="T64" fmla="*/ 0 w 107"/>
                      <a:gd name="T65" fmla="*/ 0 h 499"/>
                      <a:gd name="T66" fmla="*/ 0 w 107"/>
                      <a:gd name="T67" fmla="*/ 0 h 499"/>
                      <a:gd name="T68" fmla="*/ 0 w 107"/>
                      <a:gd name="T69" fmla="*/ 0 h 499"/>
                      <a:gd name="T70" fmla="*/ 0 w 107"/>
                      <a:gd name="T71" fmla="*/ 0 h 499"/>
                      <a:gd name="T72" fmla="*/ 0 w 107"/>
                      <a:gd name="T73" fmla="*/ 0 h 499"/>
                      <a:gd name="T74" fmla="*/ 0 w 107"/>
                      <a:gd name="T75" fmla="*/ 0 h 499"/>
                      <a:gd name="T76" fmla="*/ 0 w 107"/>
                      <a:gd name="T77" fmla="*/ 0 h 499"/>
                      <a:gd name="T78" fmla="*/ 0 w 107"/>
                      <a:gd name="T79" fmla="*/ 0 h 499"/>
                      <a:gd name="T80" fmla="*/ 0 w 107"/>
                      <a:gd name="T81" fmla="*/ 0 h 499"/>
                      <a:gd name="T82" fmla="*/ 0 w 107"/>
                      <a:gd name="T83" fmla="*/ 0 h 499"/>
                      <a:gd name="T84" fmla="*/ 0 w 107"/>
                      <a:gd name="T85" fmla="*/ 0 h 499"/>
                      <a:gd name="T86" fmla="*/ 0 w 107"/>
                      <a:gd name="T87" fmla="*/ 0 h 499"/>
                      <a:gd name="T88" fmla="*/ 0 w 107"/>
                      <a:gd name="T89" fmla="*/ 0 h 499"/>
                      <a:gd name="T90" fmla="*/ 0 w 107"/>
                      <a:gd name="T91" fmla="*/ 0 h 499"/>
                      <a:gd name="T92" fmla="*/ 0 w 107"/>
                      <a:gd name="T93" fmla="*/ 0 h 499"/>
                      <a:gd name="T94" fmla="*/ 0 w 107"/>
                      <a:gd name="T95" fmla="*/ 0 h 499"/>
                      <a:gd name="T96" fmla="*/ 0 w 107"/>
                      <a:gd name="T97" fmla="*/ 0 h 499"/>
                      <a:gd name="T98" fmla="*/ 0 w 107"/>
                      <a:gd name="T99" fmla="*/ 0 h 499"/>
                      <a:gd name="T100" fmla="*/ 0 w 107"/>
                      <a:gd name="T101" fmla="*/ 0 h 499"/>
                      <a:gd name="T102" fmla="*/ 0 w 107"/>
                      <a:gd name="T103" fmla="*/ 0 h 49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7"/>
                      <a:gd name="T157" fmla="*/ 0 h 499"/>
                      <a:gd name="T158" fmla="*/ 107 w 107"/>
                      <a:gd name="T159" fmla="*/ 499 h 49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7" h="499">
                        <a:moveTo>
                          <a:pt x="54" y="0"/>
                        </a:moveTo>
                        <a:lnTo>
                          <a:pt x="57" y="2"/>
                        </a:lnTo>
                        <a:lnTo>
                          <a:pt x="61" y="4"/>
                        </a:lnTo>
                        <a:lnTo>
                          <a:pt x="64" y="5"/>
                        </a:lnTo>
                        <a:lnTo>
                          <a:pt x="69" y="7"/>
                        </a:lnTo>
                        <a:lnTo>
                          <a:pt x="71" y="8"/>
                        </a:lnTo>
                        <a:lnTo>
                          <a:pt x="74" y="11"/>
                        </a:lnTo>
                        <a:lnTo>
                          <a:pt x="76" y="12"/>
                        </a:lnTo>
                        <a:lnTo>
                          <a:pt x="80" y="15"/>
                        </a:lnTo>
                        <a:lnTo>
                          <a:pt x="85" y="19"/>
                        </a:lnTo>
                        <a:lnTo>
                          <a:pt x="88" y="24"/>
                        </a:lnTo>
                        <a:lnTo>
                          <a:pt x="89" y="26"/>
                        </a:lnTo>
                        <a:lnTo>
                          <a:pt x="92" y="30"/>
                        </a:lnTo>
                        <a:lnTo>
                          <a:pt x="92" y="32"/>
                        </a:lnTo>
                        <a:lnTo>
                          <a:pt x="94" y="36"/>
                        </a:lnTo>
                        <a:lnTo>
                          <a:pt x="94" y="38"/>
                        </a:lnTo>
                        <a:lnTo>
                          <a:pt x="95" y="40"/>
                        </a:lnTo>
                        <a:lnTo>
                          <a:pt x="95" y="44"/>
                        </a:lnTo>
                        <a:lnTo>
                          <a:pt x="96" y="46"/>
                        </a:lnTo>
                        <a:lnTo>
                          <a:pt x="96" y="50"/>
                        </a:lnTo>
                        <a:lnTo>
                          <a:pt x="96" y="53"/>
                        </a:lnTo>
                        <a:lnTo>
                          <a:pt x="96" y="56"/>
                        </a:lnTo>
                        <a:lnTo>
                          <a:pt x="98" y="59"/>
                        </a:lnTo>
                        <a:lnTo>
                          <a:pt x="96" y="63"/>
                        </a:lnTo>
                        <a:lnTo>
                          <a:pt x="96" y="65"/>
                        </a:lnTo>
                        <a:lnTo>
                          <a:pt x="96" y="69"/>
                        </a:lnTo>
                        <a:lnTo>
                          <a:pt x="96" y="74"/>
                        </a:lnTo>
                        <a:lnTo>
                          <a:pt x="95" y="76"/>
                        </a:lnTo>
                        <a:lnTo>
                          <a:pt x="95" y="81"/>
                        </a:lnTo>
                        <a:lnTo>
                          <a:pt x="94" y="83"/>
                        </a:lnTo>
                        <a:lnTo>
                          <a:pt x="94" y="88"/>
                        </a:lnTo>
                        <a:lnTo>
                          <a:pt x="93" y="90"/>
                        </a:lnTo>
                        <a:lnTo>
                          <a:pt x="92" y="94"/>
                        </a:lnTo>
                        <a:lnTo>
                          <a:pt x="92" y="97"/>
                        </a:lnTo>
                        <a:lnTo>
                          <a:pt x="90" y="101"/>
                        </a:lnTo>
                        <a:lnTo>
                          <a:pt x="89" y="105"/>
                        </a:lnTo>
                        <a:lnTo>
                          <a:pt x="89" y="108"/>
                        </a:lnTo>
                        <a:lnTo>
                          <a:pt x="87" y="112"/>
                        </a:lnTo>
                        <a:lnTo>
                          <a:pt x="87" y="116"/>
                        </a:lnTo>
                        <a:lnTo>
                          <a:pt x="86" y="119"/>
                        </a:lnTo>
                        <a:lnTo>
                          <a:pt x="85" y="122"/>
                        </a:lnTo>
                        <a:lnTo>
                          <a:pt x="85" y="126"/>
                        </a:lnTo>
                        <a:lnTo>
                          <a:pt x="83" y="129"/>
                        </a:lnTo>
                        <a:lnTo>
                          <a:pt x="82" y="133"/>
                        </a:lnTo>
                        <a:lnTo>
                          <a:pt x="82" y="137"/>
                        </a:lnTo>
                        <a:lnTo>
                          <a:pt x="80" y="140"/>
                        </a:lnTo>
                        <a:lnTo>
                          <a:pt x="80" y="144"/>
                        </a:lnTo>
                        <a:lnTo>
                          <a:pt x="79" y="147"/>
                        </a:lnTo>
                        <a:lnTo>
                          <a:pt x="77" y="151"/>
                        </a:lnTo>
                        <a:lnTo>
                          <a:pt x="76" y="154"/>
                        </a:lnTo>
                        <a:lnTo>
                          <a:pt x="76" y="158"/>
                        </a:lnTo>
                        <a:lnTo>
                          <a:pt x="76" y="162"/>
                        </a:lnTo>
                        <a:lnTo>
                          <a:pt x="76" y="165"/>
                        </a:lnTo>
                        <a:lnTo>
                          <a:pt x="75" y="169"/>
                        </a:lnTo>
                        <a:lnTo>
                          <a:pt x="75" y="172"/>
                        </a:lnTo>
                        <a:lnTo>
                          <a:pt x="74" y="175"/>
                        </a:lnTo>
                        <a:lnTo>
                          <a:pt x="74" y="178"/>
                        </a:lnTo>
                        <a:lnTo>
                          <a:pt x="74" y="182"/>
                        </a:lnTo>
                        <a:lnTo>
                          <a:pt x="75" y="184"/>
                        </a:lnTo>
                        <a:lnTo>
                          <a:pt x="75" y="188"/>
                        </a:lnTo>
                        <a:lnTo>
                          <a:pt x="76" y="191"/>
                        </a:lnTo>
                        <a:lnTo>
                          <a:pt x="76" y="195"/>
                        </a:lnTo>
                        <a:lnTo>
                          <a:pt x="77" y="197"/>
                        </a:lnTo>
                        <a:lnTo>
                          <a:pt x="76" y="202"/>
                        </a:lnTo>
                        <a:lnTo>
                          <a:pt x="76" y="207"/>
                        </a:lnTo>
                        <a:lnTo>
                          <a:pt x="76" y="210"/>
                        </a:lnTo>
                        <a:lnTo>
                          <a:pt x="76" y="215"/>
                        </a:lnTo>
                        <a:lnTo>
                          <a:pt x="75" y="220"/>
                        </a:lnTo>
                        <a:lnTo>
                          <a:pt x="74" y="224"/>
                        </a:lnTo>
                        <a:lnTo>
                          <a:pt x="74" y="228"/>
                        </a:lnTo>
                        <a:lnTo>
                          <a:pt x="74" y="233"/>
                        </a:lnTo>
                        <a:lnTo>
                          <a:pt x="74" y="237"/>
                        </a:lnTo>
                        <a:lnTo>
                          <a:pt x="74" y="241"/>
                        </a:lnTo>
                        <a:lnTo>
                          <a:pt x="74" y="246"/>
                        </a:lnTo>
                        <a:lnTo>
                          <a:pt x="74" y="251"/>
                        </a:lnTo>
                        <a:lnTo>
                          <a:pt x="74" y="255"/>
                        </a:lnTo>
                        <a:lnTo>
                          <a:pt x="74" y="259"/>
                        </a:lnTo>
                        <a:lnTo>
                          <a:pt x="74" y="264"/>
                        </a:lnTo>
                        <a:lnTo>
                          <a:pt x="74" y="268"/>
                        </a:lnTo>
                        <a:lnTo>
                          <a:pt x="74" y="272"/>
                        </a:lnTo>
                        <a:lnTo>
                          <a:pt x="74" y="277"/>
                        </a:lnTo>
                        <a:lnTo>
                          <a:pt x="74" y="281"/>
                        </a:lnTo>
                        <a:lnTo>
                          <a:pt x="74" y="285"/>
                        </a:lnTo>
                        <a:lnTo>
                          <a:pt x="74" y="290"/>
                        </a:lnTo>
                        <a:lnTo>
                          <a:pt x="75" y="293"/>
                        </a:lnTo>
                        <a:lnTo>
                          <a:pt x="76" y="298"/>
                        </a:lnTo>
                        <a:lnTo>
                          <a:pt x="76" y="303"/>
                        </a:lnTo>
                        <a:lnTo>
                          <a:pt x="76" y="306"/>
                        </a:lnTo>
                        <a:lnTo>
                          <a:pt x="76" y="311"/>
                        </a:lnTo>
                        <a:lnTo>
                          <a:pt x="76" y="316"/>
                        </a:lnTo>
                        <a:lnTo>
                          <a:pt x="76" y="319"/>
                        </a:lnTo>
                        <a:lnTo>
                          <a:pt x="77" y="324"/>
                        </a:lnTo>
                        <a:lnTo>
                          <a:pt x="77" y="329"/>
                        </a:lnTo>
                        <a:lnTo>
                          <a:pt x="79" y="332"/>
                        </a:lnTo>
                        <a:lnTo>
                          <a:pt x="79" y="336"/>
                        </a:lnTo>
                        <a:lnTo>
                          <a:pt x="79" y="341"/>
                        </a:lnTo>
                        <a:lnTo>
                          <a:pt x="80" y="346"/>
                        </a:lnTo>
                        <a:lnTo>
                          <a:pt x="80" y="349"/>
                        </a:lnTo>
                        <a:lnTo>
                          <a:pt x="81" y="354"/>
                        </a:lnTo>
                        <a:lnTo>
                          <a:pt x="82" y="357"/>
                        </a:lnTo>
                        <a:lnTo>
                          <a:pt x="82" y="362"/>
                        </a:lnTo>
                        <a:lnTo>
                          <a:pt x="82" y="366"/>
                        </a:lnTo>
                        <a:lnTo>
                          <a:pt x="85" y="369"/>
                        </a:lnTo>
                        <a:lnTo>
                          <a:pt x="85" y="374"/>
                        </a:lnTo>
                        <a:lnTo>
                          <a:pt x="85" y="378"/>
                        </a:lnTo>
                        <a:lnTo>
                          <a:pt x="86" y="382"/>
                        </a:lnTo>
                        <a:lnTo>
                          <a:pt x="87" y="387"/>
                        </a:lnTo>
                        <a:lnTo>
                          <a:pt x="87" y="391"/>
                        </a:lnTo>
                        <a:lnTo>
                          <a:pt x="89" y="395"/>
                        </a:lnTo>
                        <a:lnTo>
                          <a:pt x="89" y="400"/>
                        </a:lnTo>
                        <a:lnTo>
                          <a:pt x="90" y="404"/>
                        </a:lnTo>
                        <a:lnTo>
                          <a:pt x="92" y="407"/>
                        </a:lnTo>
                        <a:lnTo>
                          <a:pt x="92" y="412"/>
                        </a:lnTo>
                        <a:lnTo>
                          <a:pt x="93" y="416"/>
                        </a:lnTo>
                        <a:lnTo>
                          <a:pt x="94" y="420"/>
                        </a:lnTo>
                        <a:lnTo>
                          <a:pt x="94" y="424"/>
                        </a:lnTo>
                        <a:lnTo>
                          <a:pt x="95" y="429"/>
                        </a:lnTo>
                        <a:lnTo>
                          <a:pt x="96" y="433"/>
                        </a:lnTo>
                        <a:lnTo>
                          <a:pt x="98" y="437"/>
                        </a:lnTo>
                        <a:lnTo>
                          <a:pt x="99" y="440"/>
                        </a:lnTo>
                        <a:lnTo>
                          <a:pt x="100" y="445"/>
                        </a:lnTo>
                        <a:lnTo>
                          <a:pt x="101" y="449"/>
                        </a:lnTo>
                        <a:lnTo>
                          <a:pt x="102" y="454"/>
                        </a:lnTo>
                        <a:lnTo>
                          <a:pt x="103" y="458"/>
                        </a:lnTo>
                        <a:lnTo>
                          <a:pt x="105" y="462"/>
                        </a:lnTo>
                        <a:lnTo>
                          <a:pt x="106" y="467"/>
                        </a:lnTo>
                        <a:lnTo>
                          <a:pt x="107" y="471"/>
                        </a:lnTo>
                        <a:lnTo>
                          <a:pt x="103" y="474"/>
                        </a:lnTo>
                        <a:lnTo>
                          <a:pt x="99" y="477"/>
                        </a:lnTo>
                        <a:lnTo>
                          <a:pt x="94" y="481"/>
                        </a:lnTo>
                        <a:lnTo>
                          <a:pt x="90" y="484"/>
                        </a:lnTo>
                        <a:lnTo>
                          <a:pt x="87" y="488"/>
                        </a:lnTo>
                        <a:lnTo>
                          <a:pt x="82" y="492"/>
                        </a:lnTo>
                        <a:lnTo>
                          <a:pt x="77" y="494"/>
                        </a:lnTo>
                        <a:lnTo>
                          <a:pt x="74" y="499"/>
                        </a:lnTo>
                        <a:lnTo>
                          <a:pt x="68" y="495"/>
                        </a:lnTo>
                        <a:lnTo>
                          <a:pt x="64" y="493"/>
                        </a:lnTo>
                        <a:lnTo>
                          <a:pt x="58" y="489"/>
                        </a:lnTo>
                        <a:lnTo>
                          <a:pt x="55" y="487"/>
                        </a:lnTo>
                        <a:lnTo>
                          <a:pt x="51" y="483"/>
                        </a:lnTo>
                        <a:lnTo>
                          <a:pt x="48" y="481"/>
                        </a:lnTo>
                        <a:lnTo>
                          <a:pt x="44" y="477"/>
                        </a:lnTo>
                        <a:lnTo>
                          <a:pt x="41" y="475"/>
                        </a:lnTo>
                        <a:lnTo>
                          <a:pt x="37" y="471"/>
                        </a:lnTo>
                        <a:lnTo>
                          <a:pt x="33" y="467"/>
                        </a:lnTo>
                        <a:lnTo>
                          <a:pt x="31" y="463"/>
                        </a:lnTo>
                        <a:lnTo>
                          <a:pt x="29" y="459"/>
                        </a:lnTo>
                        <a:lnTo>
                          <a:pt x="26" y="456"/>
                        </a:lnTo>
                        <a:lnTo>
                          <a:pt x="23" y="451"/>
                        </a:lnTo>
                        <a:lnTo>
                          <a:pt x="20" y="448"/>
                        </a:lnTo>
                        <a:lnTo>
                          <a:pt x="19" y="444"/>
                        </a:lnTo>
                        <a:lnTo>
                          <a:pt x="17" y="439"/>
                        </a:lnTo>
                        <a:lnTo>
                          <a:pt x="16" y="435"/>
                        </a:lnTo>
                        <a:lnTo>
                          <a:pt x="13" y="430"/>
                        </a:lnTo>
                        <a:lnTo>
                          <a:pt x="12" y="426"/>
                        </a:lnTo>
                        <a:lnTo>
                          <a:pt x="11" y="421"/>
                        </a:lnTo>
                        <a:lnTo>
                          <a:pt x="9" y="417"/>
                        </a:lnTo>
                        <a:lnTo>
                          <a:pt x="9" y="412"/>
                        </a:lnTo>
                        <a:lnTo>
                          <a:pt x="7" y="407"/>
                        </a:lnTo>
                        <a:lnTo>
                          <a:pt x="6" y="402"/>
                        </a:lnTo>
                        <a:lnTo>
                          <a:pt x="5" y="398"/>
                        </a:lnTo>
                        <a:lnTo>
                          <a:pt x="4" y="392"/>
                        </a:lnTo>
                        <a:lnTo>
                          <a:pt x="4" y="387"/>
                        </a:lnTo>
                        <a:lnTo>
                          <a:pt x="3" y="382"/>
                        </a:lnTo>
                        <a:lnTo>
                          <a:pt x="3" y="378"/>
                        </a:lnTo>
                        <a:lnTo>
                          <a:pt x="1" y="372"/>
                        </a:lnTo>
                        <a:lnTo>
                          <a:pt x="1" y="367"/>
                        </a:lnTo>
                        <a:lnTo>
                          <a:pt x="1" y="362"/>
                        </a:lnTo>
                        <a:lnTo>
                          <a:pt x="0" y="357"/>
                        </a:lnTo>
                        <a:lnTo>
                          <a:pt x="0" y="351"/>
                        </a:lnTo>
                        <a:lnTo>
                          <a:pt x="0" y="347"/>
                        </a:lnTo>
                        <a:lnTo>
                          <a:pt x="0" y="341"/>
                        </a:lnTo>
                        <a:lnTo>
                          <a:pt x="0" y="336"/>
                        </a:lnTo>
                        <a:lnTo>
                          <a:pt x="0" y="330"/>
                        </a:lnTo>
                        <a:lnTo>
                          <a:pt x="0" y="325"/>
                        </a:lnTo>
                        <a:lnTo>
                          <a:pt x="0" y="319"/>
                        </a:lnTo>
                        <a:lnTo>
                          <a:pt x="0" y="313"/>
                        </a:lnTo>
                        <a:lnTo>
                          <a:pt x="0" y="309"/>
                        </a:lnTo>
                        <a:lnTo>
                          <a:pt x="0" y="304"/>
                        </a:lnTo>
                        <a:lnTo>
                          <a:pt x="0" y="298"/>
                        </a:lnTo>
                        <a:lnTo>
                          <a:pt x="0" y="292"/>
                        </a:lnTo>
                        <a:lnTo>
                          <a:pt x="0" y="287"/>
                        </a:lnTo>
                        <a:lnTo>
                          <a:pt x="1" y="281"/>
                        </a:lnTo>
                        <a:lnTo>
                          <a:pt x="1" y="275"/>
                        </a:lnTo>
                        <a:lnTo>
                          <a:pt x="1" y="271"/>
                        </a:lnTo>
                        <a:lnTo>
                          <a:pt x="1" y="266"/>
                        </a:lnTo>
                        <a:lnTo>
                          <a:pt x="1" y="260"/>
                        </a:lnTo>
                        <a:lnTo>
                          <a:pt x="1" y="255"/>
                        </a:lnTo>
                        <a:lnTo>
                          <a:pt x="1" y="251"/>
                        </a:lnTo>
                        <a:lnTo>
                          <a:pt x="1" y="245"/>
                        </a:lnTo>
                        <a:lnTo>
                          <a:pt x="1" y="240"/>
                        </a:lnTo>
                        <a:lnTo>
                          <a:pt x="1" y="235"/>
                        </a:lnTo>
                        <a:lnTo>
                          <a:pt x="1" y="230"/>
                        </a:lnTo>
                        <a:lnTo>
                          <a:pt x="1" y="224"/>
                        </a:lnTo>
                        <a:lnTo>
                          <a:pt x="1" y="220"/>
                        </a:lnTo>
                        <a:lnTo>
                          <a:pt x="0" y="215"/>
                        </a:lnTo>
                        <a:lnTo>
                          <a:pt x="0" y="210"/>
                        </a:lnTo>
                        <a:lnTo>
                          <a:pt x="0" y="205"/>
                        </a:lnTo>
                        <a:lnTo>
                          <a:pt x="0" y="201"/>
                        </a:lnTo>
                        <a:lnTo>
                          <a:pt x="0" y="197"/>
                        </a:lnTo>
                        <a:lnTo>
                          <a:pt x="0" y="194"/>
                        </a:lnTo>
                        <a:lnTo>
                          <a:pt x="0" y="190"/>
                        </a:lnTo>
                        <a:lnTo>
                          <a:pt x="0" y="188"/>
                        </a:lnTo>
                        <a:lnTo>
                          <a:pt x="0" y="183"/>
                        </a:lnTo>
                        <a:lnTo>
                          <a:pt x="1" y="181"/>
                        </a:lnTo>
                        <a:lnTo>
                          <a:pt x="1" y="177"/>
                        </a:lnTo>
                        <a:lnTo>
                          <a:pt x="1" y="173"/>
                        </a:lnTo>
                        <a:lnTo>
                          <a:pt x="1" y="170"/>
                        </a:lnTo>
                        <a:lnTo>
                          <a:pt x="1" y="166"/>
                        </a:lnTo>
                        <a:lnTo>
                          <a:pt x="1" y="163"/>
                        </a:lnTo>
                        <a:lnTo>
                          <a:pt x="3" y="159"/>
                        </a:lnTo>
                        <a:lnTo>
                          <a:pt x="3" y="156"/>
                        </a:lnTo>
                        <a:lnTo>
                          <a:pt x="3" y="153"/>
                        </a:lnTo>
                        <a:lnTo>
                          <a:pt x="3" y="150"/>
                        </a:lnTo>
                        <a:lnTo>
                          <a:pt x="3" y="146"/>
                        </a:lnTo>
                        <a:lnTo>
                          <a:pt x="3" y="143"/>
                        </a:lnTo>
                        <a:lnTo>
                          <a:pt x="3" y="139"/>
                        </a:lnTo>
                        <a:lnTo>
                          <a:pt x="3" y="135"/>
                        </a:lnTo>
                        <a:lnTo>
                          <a:pt x="4" y="132"/>
                        </a:lnTo>
                        <a:lnTo>
                          <a:pt x="4" y="129"/>
                        </a:lnTo>
                        <a:lnTo>
                          <a:pt x="4" y="126"/>
                        </a:lnTo>
                        <a:lnTo>
                          <a:pt x="4" y="121"/>
                        </a:lnTo>
                        <a:lnTo>
                          <a:pt x="5" y="119"/>
                        </a:lnTo>
                        <a:lnTo>
                          <a:pt x="5" y="115"/>
                        </a:lnTo>
                        <a:lnTo>
                          <a:pt x="5" y="112"/>
                        </a:lnTo>
                        <a:lnTo>
                          <a:pt x="6" y="108"/>
                        </a:lnTo>
                        <a:lnTo>
                          <a:pt x="6" y="106"/>
                        </a:lnTo>
                        <a:lnTo>
                          <a:pt x="6" y="101"/>
                        </a:lnTo>
                        <a:lnTo>
                          <a:pt x="6" y="99"/>
                        </a:lnTo>
                        <a:lnTo>
                          <a:pt x="7" y="95"/>
                        </a:lnTo>
                        <a:lnTo>
                          <a:pt x="9" y="91"/>
                        </a:lnTo>
                        <a:lnTo>
                          <a:pt x="9" y="88"/>
                        </a:lnTo>
                        <a:lnTo>
                          <a:pt x="9" y="86"/>
                        </a:lnTo>
                        <a:lnTo>
                          <a:pt x="9" y="81"/>
                        </a:lnTo>
                        <a:lnTo>
                          <a:pt x="10" y="78"/>
                        </a:lnTo>
                        <a:lnTo>
                          <a:pt x="11" y="75"/>
                        </a:lnTo>
                        <a:lnTo>
                          <a:pt x="11" y="71"/>
                        </a:lnTo>
                        <a:lnTo>
                          <a:pt x="12" y="68"/>
                        </a:lnTo>
                        <a:lnTo>
                          <a:pt x="13" y="65"/>
                        </a:lnTo>
                        <a:lnTo>
                          <a:pt x="13" y="62"/>
                        </a:lnTo>
                        <a:lnTo>
                          <a:pt x="14" y="59"/>
                        </a:lnTo>
                        <a:lnTo>
                          <a:pt x="16" y="56"/>
                        </a:lnTo>
                        <a:lnTo>
                          <a:pt x="17" y="53"/>
                        </a:lnTo>
                        <a:lnTo>
                          <a:pt x="18" y="50"/>
                        </a:lnTo>
                        <a:lnTo>
                          <a:pt x="19" y="48"/>
                        </a:lnTo>
                        <a:lnTo>
                          <a:pt x="20" y="44"/>
                        </a:lnTo>
                        <a:lnTo>
                          <a:pt x="22" y="42"/>
                        </a:lnTo>
                        <a:lnTo>
                          <a:pt x="23" y="38"/>
                        </a:lnTo>
                        <a:lnTo>
                          <a:pt x="24" y="36"/>
                        </a:lnTo>
                        <a:lnTo>
                          <a:pt x="26" y="32"/>
                        </a:lnTo>
                        <a:lnTo>
                          <a:pt x="28" y="30"/>
                        </a:lnTo>
                        <a:lnTo>
                          <a:pt x="29" y="27"/>
                        </a:lnTo>
                        <a:lnTo>
                          <a:pt x="31" y="24"/>
                        </a:lnTo>
                        <a:lnTo>
                          <a:pt x="32" y="21"/>
                        </a:lnTo>
                        <a:lnTo>
                          <a:pt x="35" y="19"/>
                        </a:lnTo>
                        <a:lnTo>
                          <a:pt x="38" y="14"/>
                        </a:lnTo>
                        <a:lnTo>
                          <a:pt x="44" y="10"/>
                        </a:lnTo>
                        <a:lnTo>
                          <a:pt x="45" y="7"/>
                        </a:lnTo>
                        <a:lnTo>
                          <a:pt x="48" y="5"/>
                        </a:lnTo>
                        <a:lnTo>
                          <a:pt x="51" y="2"/>
                        </a:lnTo>
                        <a:lnTo>
                          <a:pt x="5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55" name="Freeform 155"/>
                  <p:cNvSpPr/>
                  <p:nvPr/>
                </p:nvSpPr>
                <p:spPr bwMode="auto">
                  <a:xfrm>
                    <a:off x="5636" y="1551"/>
                    <a:ext cx="53" cy="264"/>
                  </a:xfrm>
                  <a:custGeom>
                    <a:avLst/>
                    <a:gdLst>
                      <a:gd name="T0" fmla="*/ 0 w 159"/>
                      <a:gd name="T1" fmla="*/ 0 h 792"/>
                      <a:gd name="T2" fmla="*/ 0 w 159"/>
                      <a:gd name="T3" fmla="*/ 0 h 792"/>
                      <a:gd name="T4" fmla="*/ 0 w 159"/>
                      <a:gd name="T5" fmla="*/ 0 h 792"/>
                      <a:gd name="T6" fmla="*/ 0 w 159"/>
                      <a:gd name="T7" fmla="*/ 0 h 792"/>
                      <a:gd name="T8" fmla="*/ 0 w 159"/>
                      <a:gd name="T9" fmla="*/ 0 h 792"/>
                      <a:gd name="T10" fmla="*/ 0 w 159"/>
                      <a:gd name="T11" fmla="*/ 0 h 792"/>
                      <a:gd name="T12" fmla="*/ 0 w 159"/>
                      <a:gd name="T13" fmla="*/ 0 h 792"/>
                      <a:gd name="T14" fmla="*/ 0 w 159"/>
                      <a:gd name="T15" fmla="*/ 0 h 792"/>
                      <a:gd name="T16" fmla="*/ 0 w 159"/>
                      <a:gd name="T17" fmla="*/ 0 h 792"/>
                      <a:gd name="T18" fmla="*/ 0 w 159"/>
                      <a:gd name="T19" fmla="*/ 0 h 792"/>
                      <a:gd name="T20" fmla="*/ 0 w 159"/>
                      <a:gd name="T21" fmla="*/ 0 h 792"/>
                      <a:gd name="T22" fmla="*/ 0 w 159"/>
                      <a:gd name="T23" fmla="*/ 0 h 792"/>
                      <a:gd name="T24" fmla="*/ 0 w 159"/>
                      <a:gd name="T25" fmla="*/ 0 h 792"/>
                      <a:gd name="T26" fmla="*/ 0 w 159"/>
                      <a:gd name="T27" fmla="*/ 0 h 792"/>
                      <a:gd name="T28" fmla="*/ 0 w 159"/>
                      <a:gd name="T29" fmla="*/ 0 h 792"/>
                      <a:gd name="T30" fmla="*/ 0 w 159"/>
                      <a:gd name="T31" fmla="*/ 0 h 792"/>
                      <a:gd name="T32" fmla="*/ 0 w 159"/>
                      <a:gd name="T33" fmla="*/ 0 h 792"/>
                      <a:gd name="T34" fmla="*/ 0 w 159"/>
                      <a:gd name="T35" fmla="*/ 0 h 792"/>
                      <a:gd name="T36" fmla="*/ 0 w 159"/>
                      <a:gd name="T37" fmla="*/ 0 h 792"/>
                      <a:gd name="T38" fmla="*/ 0 w 159"/>
                      <a:gd name="T39" fmla="*/ 0 h 792"/>
                      <a:gd name="T40" fmla="*/ 0 w 159"/>
                      <a:gd name="T41" fmla="*/ 0 h 792"/>
                      <a:gd name="T42" fmla="*/ 0 w 159"/>
                      <a:gd name="T43" fmla="*/ 0 h 792"/>
                      <a:gd name="T44" fmla="*/ 0 w 159"/>
                      <a:gd name="T45" fmla="*/ 0 h 792"/>
                      <a:gd name="T46" fmla="*/ 0 w 159"/>
                      <a:gd name="T47" fmla="*/ 0 h 792"/>
                      <a:gd name="T48" fmla="*/ 0 w 159"/>
                      <a:gd name="T49" fmla="*/ 0 h 792"/>
                      <a:gd name="T50" fmla="*/ 0 w 159"/>
                      <a:gd name="T51" fmla="*/ 0 h 792"/>
                      <a:gd name="T52" fmla="*/ 0 w 159"/>
                      <a:gd name="T53" fmla="*/ 0 h 792"/>
                      <a:gd name="T54" fmla="*/ 0 w 159"/>
                      <a:gd name="T55" fmla="*/ 0 h 792"/>
                      <a:gd name="T56" fmla="*/ 0 w 159"/>
                      <a:gd name="T57" fmla="*/ 0 h 792"/>
                      <a:gd name="T58" fmla="*/ 0 w 159"/>
                      <a:gd name="T59" fmla="*/ 0 h 792"/>
                      <a:gd name="T60" fmla="*/ 0 w 159"/>
                      <a:gd name="T61" fmla="*/ 0 h 792"/>
                      <a:gd name="T62" fmla="*/ 0 w 159"/>
                      <a:gd name="T63" fmla="*/ 0 h 792"/>
                      <a:gd name="T64" fmla="*/ 0 w 159"/>
                      <a:gd name="T65" fmla="*/ 0 h 792"/>
                      <a:gd name="T66" fmla="*/ 0 w 159"/>
                      <a:gd name="T67" fmla="*/ 0 h 792"/>
                      <a:gd name="T68" fmla="*/ 0 w 159"/>
                      <a:gd name="T69" fmla="*/ 0 h 792"/>
                      <a:gd name="T70" fmla="*/ 0 w 159"/>
                      <a:gd name="T71" fmla="*/ 0 h 792"/>
                      <a:gd name="T72" fmla="*/ 0 w 159"/>
                      <a:gd name="T73" fmla="*/ 0 h 792"/>
                      <a:gd name="T74" fmla="*/ 0 w 159"/>
                      <a:gd name="T75" fmla="*/ 0 h 792"/>
                      <a:gd name="T76" fmla="*/ 0 w 159"/>
                      <a:gd name="T77" fmla="*/ 0 h 792"/>
                      <a:gd name="T78" fmla="*/ 0 w 159"/>
                      <a:gd name="T79" fmla="*/ 0 h 792"/>
                      <a:gd name="T80" fmla="*/ 0 w 159"/>
                      <a:gd name="T81" fmla="*/ 0 h 792"/>
                      <a:gd name="T82" fmla="*/ 0 w 159"/>
                      <a:gd name="T83" fmla="*/ 0 h 792"/>
                      <a:gd name="T84" fmla="*/ 0 w 159"/>
                      <a:gd name="T85" fmla="*/ 0 h 792"/>
                      <a:gd name="T86" fmla="*/ 0 w 159"/>
                      <a:gd name="T87" fmla="*/ 0 h 79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59"/>
                      <a:gd name="T133" fmla="*/ 0 h 792"/>
                      <a:gd name="T134" fmla="*/ 159 w 159"/>
                      <a:gd name="T135" fmla="*/ 792 h 79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59" h="792">
                        <a:moveTo>
                          <a:pt x="144" y="0"/>
                        </a:moveTo>
                        <a:lnTo>
                          <a:pt x="58" y="8"/>
                        </a:lnTo>
                        <a:lnTo>
                          <a:pt x="60" y="23"/>
                        </a:lnTo>
                        <a:lnTo>
                          <a:pt x="60" y="38"/>
                        </a:lnTo>
                        <a:lnTo>
                          <a:pt x="63" y="52"/>
                        </a:lnTo>
                        <a:lnTo>
                          <a:pt x="64" y="67"/>
                        </a:lnTo>
                        <a:lnTo>
                          <a:pt x="65" y="81"/>
                        </a:lnTo>
                        <a:lnTo>
                          <a:pt x="65" y="95"/>
                        </a:lnTo>
                        <a:lnTo>
                          <a:pt x="66" y="109"/>
                        </a:lnTo>
                        <a:lnTo>
                          <a:pt x="67" y="124"/>
                        </a:lnTo>
                        <a:lnTo>
                          <a:pt x="68" y="137"/>
                        </a:lnTo>
                        <a:lnTo>
                          <a:pt x="70" y="151"/>
                        </a:lnTo>
                        <a:lnTo>
                          <a:pt x="70" y="165"/>
                        </a:lnTo>
                        <a:lnTo>
                          <a:pt x="71" y="179"/>
                        </a:lnTo>
                        <a:lnTo>
                          <a:pt x="71" y="192"/>
                        </a:lnTo>
                        <a:lnTo>
                          <a:pt x="72" y="205"/>
                        </a:lnTo>
                        <a:lnTo>
                          <a:pt x="72" y="219"/>
                        </a:lnTo>
                        <a:lnTo>
                          <a:pt x="73" y="233"/>
                        </a:lnTo>
                        <a:lnTo>
                          <a:pt x="73" y="246"/>
                        </a:lnTo>
                        <a:lnTo>
                          <a:pt x="73" y="258"/>
                        </a:lnTo>
                        <a:lnTo>
                          <a:pt x="73" y="271"/>
                        </a:lnTo>
                        <a:lnTo>
                          <a:pt x="73" y="284"/>
                        </a:lnTo>
                        <a:lnTo>
                          <a:pt x="73" y="297"/>
                        </a:lnTo>
                        <a:lnTo>
                          <a:pt x="73" y="310"/>
                        </a:lnTo>
                        <a:lnTo>
                          <a:pt x="73" y="322"/>
                        </a:lnTo>
                        <a:lnTo>
                          <a:pt x="73" y="335"/>
                        </a:lnTo>
                        <a:lnTo>
                          <a:pt x="72" y="347"/>
                        </a:lnTo>
                        <a:lnTo>
                          <a:pt x="72" y="360"/>
                        </a:lnTo>
                        <a:lnTo>
                          <a:pt x="71" y="372"/>
                        </a:lnTo>
                        <a:lnTo>
                          <a:pt x="71" y="385"/>
                        </a:lnTo>
                        <a:lnTo>
                          <a:pt x="70" y="395"/>
                        </a:lnTo>
                        <a:lnTo>
                          <a:pt x="70" y="407"/>
                        </a:lnTo>
                        <a:lnTo>
                          <a:pt x="68" y="420"/>
                        </a:lnTo>
                        <a:lnTo>
                          <a:pt x="68" y="432"/>
                        </a:lnTo>
                        <a:lnTo>
                          <a:pt x="67" y="443"/>
                        </a:lnTo>
                        <a:lnTo>
                          <a:pt x="66" y="455"/>
                        </a:lnTo>
                        <a:lnTo>
                          <a:pt x="65" y="467"/>
                        </a:lnTo>
                        <a:lnTo>
                          <a:pt x="64" y="479"/>
                        </a:lnTo>
                        <a:lnTo>
                          <a:pt x="63" y="488"/>
                        </a:lnTo>
                        <a:lnTo>
                          <a:pt x="61" y="500"/>
                        </a:lnTo>
                        <a:lnTo>
                          <a:pt x="60" y="512"/>
                        </a:lnTo>
                        <a:lnTo>
                          <a:pt x="58" y="522"/>
                        </a:lnTo>
                        <a:lnTo>
                          <a:pt x="57" y="533"/>
                        </a:lnTo>
                        <a:lnTo>
                          <a:pt x="54" y="544"/>
                        </a:lnTo>
                        <a:lnTo>
                          <a:pt x="53" y="554"/>
                        </a:lnTo>
                        <a:lnTo>
                          <a:pt x="52" y="565"/>
                        </a:lnTo>
                        <a:lnTo>
                          <a:pt x="49" y="576"/>
                        </a:lnTo>
                        <a:lnTo>
                          <a:pt x="47" y="587"/>
                        </a:lnTo>
                        <a:lnTo>
                          <a:pt x="46" y="597"/>
                        </a:lnTo>
                        <a:lnTo>
                          <a:pt x="45" y="608"/>
                        </a:lnTo>
                        <a:lnTo>
                          <a:pt x="42" y="617"/>
                        </a:lnTo>
                        <a:lnTo>
                          <a:pt x="40" y="628"/>
                        </a:lnTo>
                        <a:lnTo>
                          <a:pt x="38" y="638"/>
                        </a:lnTo>
                        <a:lnTo>
                          <a:pt x="34" y="648"/>
                        </a:lnTo>
                        <a:lnTo>
                          <a:pt x="32" y="658"/>
                        </a:lnTo>
                        <a:lnTo>
                          <a:pt x="29" y="667"/>
                        </a:lnTo>
                        <a:lnTo>
                          <a:pt x="27" y="677"/>
                        </a:lnTo>
                        <a:lnTo>
                          <a:pt x="25" y="686"/>
                        </a:lnTo>
                        <a:lnTo>
                          <a:pt x="21" y="696"/>
                        </a:lnTo>
                        <a:lnTo>
                          <a:pt x="19" y="706"/>
                        </a:lnTo>
                        <a:lnTo>
                          <a:pt x="15" y="715"/>
                        </a:lnTo>
                        <a:lnTo>
                          <a:pt x="11" y="724"/>
                        </a:lnTo>
                        <a:lnTo>
                          <a:pt x="9" y="734"/>
                        </a:lnTo>
                        <a:lnTo>
                          <a:pt x="6" y="743"/>
                        </a:lnTo>
                        <a:lnTo>
                          <a:pt x="2" y="752"/>
                        </a:lnTo>
                        <a:lnTo>
                          <a:pt x="0" y="762"/>
                        </a:lnTo>
                        <a:lnTo>
                          <a:pt x="80" y="792"/>
                        </a:lnTo>
                        <a:lnTo>
                          <a:pt x="83" y="782"/>
                        </a:lnTo>
                        <a:lnTo>
                          <a:pt x="86" y="773"/>
                        </a:lnTo>
                        <a:lnTo>
                          <a:pt x="90" y="763"/>
                        </a:lnTo>
                        <a:lnTo>
                          <a:pt x="93" y="754"/>
                        </a:lnTo>
                        <a:lnTo>
                          <a:pt x="96" y="743"/>
                        </a:lnTo>
                        <a:lnTo>
                          <a:pt x="99" y="734"/>
                        </a:lnTo>
                        <a:lnTo>
                          <a:pt x="103" y="723"/>
                        </a:lnTo>
                        <a:lnTo>
                          <a:pt x="105" y="714"/>
                        </a:lnTo>
                        <a:lnTo>
                          <a:pt x="108" y="703"/>
                        </a:lnTo>
                        <a:lnTo>
                          <a:pt x="111" y="692"/>
                        </a:lnTo>
                        <a:lnTo>
                          <a:pt x="115" y="682"/>
                        </a:lnTo>
                        <a:lnTo>
                          <a:pt x="117" y="671"/>
                        </a:lnTo>
                        <a:lnTo>
                          <a:pt x="119" y="661"/>
                        </a:lnTo>
                        <a:lnTo>
                          <a:pt x="122" y="651"/>
                        </a:lnTo>
                        <a:lnTo>
                          <a:pt x="124" y="640"/>
                        </a:lnTo>
                        <a:lnTo>
                          <a:pt x="128" y="629"/>
                        </a:lnTo>
                        <a:lnTo>
                          <a:pt x="129" y="617"/>
                        </a:lnTo>
                        <a:lnTo>
                          <a:pt x="131" y="607"/>
                        </a:lnTo>
                        <a:lnTo>
                          <a:pt x="134" y="595"/>
                        </a:lnTo>
                        <a:lnTo>
                          <a:pt x="136" y="584"/>
                        </a:lnTo>
                        <a:lnTo>
                          <a:pt x="137" y="572"/>
                        </a:lnTo>
                        <a:lnTo>
                          <a:pt x="138" y="562"/>
                        </a:lnTo>
                        <a:lnTo>
                          <a:pt x="141" y="550"/>
                        </a:lnTo>
                        <a:lnTo>
                          <a:pt x="143" y="539"/>
                        </a:lnTo>
                        <a:lnTo>
                          <a:pt x="144" y="526"/>
                        </a:lnTo>
                        <a:lnTo>
                          <a:pt x="146" y="515"/>
                        </a:lnTo>
                        <a:lnTo>
                          <a:pt x="147" y="503"/>
                        </a:lnTo>
                        <a:lnTo>
                          <a:pt x="149" y="492"/>
                        </a:lnTo>
                        <a:lnTo>
                          <a:pt x="150" y="480"/>
                        </a:lnTo>
                        <a:lnTo>
                          <a:pt x="151" y="468"/>
                        </a:lnTo>
                        <a:lnTo>
                          <a:pt x="153" y="456"/>
                        </a:lnTo>
                        <a:lnTo>
                          <a:pt x="154" y="443"/>
                        </a:lnTo>
                        <a:lnTo>
                          <a:pt x="154" y="430"/>
                        </a:lnTo>
                        <a:lnTo>
                          <a:pt x="156" y="418"/>
                        </a:lnTo>
                        <a:lnTo>
                          <a:pt x="156" y="405"/>
                        </a:lnTo>
                        <a:lnTo>
                          <a:pt x="156" y="393"/>
                        </a:lnTo>
                        <a:lnTo>
                          <a:pt x="157" y="380"/>
                        </a:lnTo>
                        <a:lnTo>
                          <a:pt x="157" y="367"/>
                        </a:lnTo>
                        <a:lnTo>
                          <a:pt x="159" y="354"/>
                        </a:lnTo>
                        <a:lnTo>
                          <a:pt x="159" y="342"/>
                        </a:lnTo>
                        <a:lnTo>
                          <a:pt x="159" y="328"/>
                        </a:lnTo>
                        <a:lnTo>
                          <a:pt x="159" y="315"/>
                        </a:lnTo>
                        <a:lnTo>
                          <a:pt x="159" y="302"/>
                        </a:lnTo>
                        <a:lnTo>
                          <a:pt x="159" y="289"/>
                        </a:lnTo>
                        <a:lnTo>
                          <a:pt x="159" y="274"/>
                        </a:lnTo>
                        <a:lnTo>
                          <a:pt x="159" y="260"/>
                        </a:lnTo>
                        <a:lnTo>
                          <a:pt x="159" y="248"/>
                        </a:lnTo>
                        <a:lnTo>
                          <a:pt x="159" y="234"/>
                        </a:lnTo>
                        <a:lnTo>
                          <a:pt x="159" y="220"/>
                        </a:lnTo>
                        <a:lnTo>
                          <a:pt x="159" y="205"/>
                        </a:lnTo>
                        <a:lnTo>
                          <a:pt x="157" y="191"/>
                        </a:lnTo>
                        <a:lnTo>
                          <a:pt x="157" y="177"/>
                        </a:lnTo>
                        <a:lnTo>
                          <a:pt x="156" y="163"/>
                        </a:lnTo>
                        <a:lnTo>
                          <a:pt x="156" y="148"/>
                        </a:lnTo>
                        <a:lnTo>
                          <a:pt x="154" y="134"/>
                        </a:lnTo>
                        <a:lnTo>
                          <a:pt x="154" y="120"/>
                        </a:lnTo>
                        <a:lnTo>
                          <a:pt x="153" y="105"/>
                        </a:lnTo>
                        <a:lnTo>
                          <a:pt x="151" y="90"/>
                        </a:lnTo>
                        <a:lnTo>
                          <a:pt x="151" y="76"/>
                        </a:lnTo>
                        <a:lnTo>
                          <a:pt x="149" y="61"/>
                        </a:lnTo>
                        <a:lnTo>
                          <a:pt x="148" y="45"/>
                        </a:lnTo>
                        <a:lnTo>
                          <a:pt x="147" y="30"/>
                        </a:lnTo>
                        <a:lnTo>
                          <a:pt x="146" y="16"/>
                        </a:lnTo>
                        <a:lnTo>
                          <a:pt x="14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56" name="Freeform 156"/>
                  <p:cNvSpPr/>
                  <p:nvPr/>
                </p:nvSpPr>
                <p:spPr bwMode="auto">
                  <a:xfrm>
                    <a:off x="5345" y="1557"/>
                    <a:ext cx="318" cy="269"/>
                  </a:xfrm>
                  <a:custGeom>
                    <a:avLst/>
                    <a:gdLst>
                      <a:gd name="T0" fmla="*/ 0 w 954"/>
                      <a:gd name="T1" fmla="*/ 0 h 808"/>
                      <a:gd name="T2" fmla="*/ 0 w 954"/>
                      <a:gd name="T3" fmla="*/ 0 h 808"/>
                      <a:gd name="T4" fmla="*/ 0 w 954"/>
                      <a:gd name="T5" fmla="*/ 0 h 808"/>
                      <a:gd name="T6" fmla="*/ 0 w 954"/>
                      <a:gd name="T7" fmla="*/ 0 h 808"/>
                      <a:gd name="T8" fmla="*/ 0 w 954"/>
                      <a:gd name="T9" fmla="*/ 0 h 808"/>
                      <a:gd name="T10" fmla="*/ 0 w 954"/>
                      <a:gd name="T11" fmla="*/ 0 h 808"/>
                      <a:gd name="T12" fmla="*/ 0 w 954"/>
                      <a:gd name="T13" fmla="*/ 0 h 808"/>
                      <a:gd name="T14" fmla="*/ 0 w 954"/>
                      <a:gd name="T15" fmla="*/ 0 h 808"/>
                      <a:gd name="T16" fmla="*/ 0 w 954"/>
                      <a:gd name="T17" fmla="*/ 0 h 808"/>
                      <a:gd name="T18" fmla="*/ 0 w 954"/>
                      <a:gd name="T19" fmla="*/ 0 h 808"/>
                      <a:gd name="T20" fmla="*/ 0 w 954"/>
                      <a:gd name="T21" fmla="*/ 0 h 808"/>
                      <a:gd name="T22" fmla="*/ 0 w 954"/>
                      <a:gd name="T23" fmla="*/ 0 h 808"/>
                      <a:gd name="T24" fmla="*/ 0 w 954"/>
                      <a:gd name="T25" fmla="*/ 0 h 808"/>
                      <a:gd name="T26" fmla="*/ 0 w 954"/>
                      <a:gd name="T27" fmla="*/ 0 h 808"/>
                      <a:gd name="T28" fmla="*/ 0 w 954"/>
                      <a:gd name="T29" fmla="*/ 0 h 808"/>
                      <a:gd name="T30" fmla="*/ 0 w 954"/>
                      <a:gd name="T31" fmla="*/ 0 h 808"/>
                      <a:gd name="T32" fmla="*/ 0 w 954"/>
                      <a:gd name="T33" fmla="*/ 0 h 808"/>
                      <a:gd name="T34" fmla="*/ 0 w 954"/>
                      <a:gd name="T35" fmla="*/ 0 h 808"/>
                      <a:gd name="T36" fmla="*/ 0 w 954"/>
                      <a:gd name="T37" fmla="*/ 0 h 808"/>
                      <a:gd name="T38" fmla="*/ 0 w 954"/>
                      <a:gd name="T39" fmla="*/ 0 h 808"/>
                      <a:gd name="T40" fmla="*/ 0 w 954"/>
                      <a:gd name="T41" fmla="*/ 0 h 808"/>
                      <a:gd name="T42" fmla="*/ 0 w 954"/>
                      <a:gd name="T43" fmla="*/ 0 h 808"/>
                      <a:gd name="T44" fmla="*/ 0 w 954"/>
                      <a:gd name="T45" fmla="*/ 0 h 808"/>
                      <a:gd name="T46" fmla="*/ 0 w 954"/>
                      <a:gd name="T47" fmla="*/ 0 h 808"/>
                      <a:gd name="T48" fmla="*/ 0 w 954"/>
                      <a:gd name="T49" fmla="*/ 0 h 808"/>
                      <a:gd name="T50" fmla="*/ 0 w 954"/>
                      <a:gd name="T51" fmla="*/ 0 h 808"/>
                      <a:gd name="T52" fmla="*/ 0 w 954"/>
                      <a:gd name="T53" fmla="*/ 0 h 808"/>
                      <a:gd name="T54" fmla="*/ 0 w 954"/>
                      <a:gd name="T55" fmla="*/ 0 h 808"/>
                      <a:gd name="T56" fmla="*/ 0 w 954"/>
                      <a:gd name="T57" fmla="*/ 0 h 808"/>
                      <a:gd name="T58" fmla="*/ 0 w 954"/>
                      <a:gd name="T59" fmla="*/ 0 h 808"/>
                      <a:gd name="T60" fmla="*/ 0 w 954"/>
                      <a:gd name="T61" fmla="*/ 0 h 808"/>
                      <a:gd name="T62" fmla="*/ 0 w 954"/>
                      <a:gd name="T63" fmla="*/ 0 h 808"/>
                      <a:gd name="T64" fmla="*/ 0 w 954"/>
                      <a:gd name="T65" fmla="*/ 0 h 808"/>
                      <a:gd name="T66" fmla="*/ 0 w 954"/>
                      <a:gd name="T67" fmla="*/ 0 h 808"/>
                      <a:gd name="T68" fmla="*/ 0 w 954"/>
                      <a:gd name="T69" fmla="*/ 0 h 808"/>
                      <a:gd name="T70" fmla="*/ 0 w 954"/>
                      <a:gd name="T71" fmla="*/ 0 h 808"/>
                      <a:gd name="T72" fmla="*/ 0 w 954"/>
                      <a:gd name="T73" fmla="*/ 0 h 808"/>
                      <a:gd name="T74" fmla="*/ 0 w 954"/>
                      <a:gd name="T75" fmla="*/ 0 h 808"/>
                      <a:gd name="T76" fmla="*/ 0 w 954"/>
                      <a:gd name="T77" fmla="*/ 0 h 808"/>
                      <a:gd name="T78" fmla="*/ 0 w 954"/>
                      <a:gd name="T79" fmla="*/ 0 h 808"/>
                      <a:gd name="T80" fmla="*/ 0 w 954"/>
                      <a:gd name="T81" fmla="*/ 0 h 808"/>
                      <a:gd name="T82" fmla="*/ 0 w 954"/>
                      <a:gd name="T83" fmla="*/ 0 h 808"/>
                      <a:gd name="T84" fmla="*/ 0 w 954"/>
                      <a:gd name="T85" fmla="*/ 0 h 808"/>
                      <a:gd name="T86" fmla="*/ 0 w 954"/>
                      <a:gd name="T87" fmla="*/ 0 h 808"/>
                      <a:gd name="T88" fmla="*/ 0 w 954"/>
                      <a:gd name="T89" fmla="*/ 0 h 808"/>
                      <a:gd name="T90" fmla="*/ 0 w 954"/>
                      <a:gd name="T91" fmla="*/ 0 h 808"/>
                      <a:gd name="T92" fmla="*/ 0 w 954"/>
                      <a:gd name="T93" fmla="*/ 0 h 808"/>
                      <a:gd name="T94" fmla="*/ 0 w 954"/>
                      <a:gd name="T95" fmla="*/ 0 h 808"/>
                      <a:gd name="T96" fmla="*/ 0 w 954"/>
                      <a:gd name="T97" fmla="*/ 0 h 808"/>
                      <a:gd name="T98" fmla="*/ 0 w 954"/>
                      <a:gd name="T99" fmla="*/ 0 h 808"/>
                      <a:gd name="T100" fmla="*/ 0 w 954"/>
                      <a:gd name="T101" fmla="*/ 0 h 808"/>
                      <a:gd name="T102" fmla="*/ 0 w 954"/>
                      <a:gd name="T103" fmla="*/ 0 h 808"/>
                      <a:gd name="T104" fmla="*/ 0 w 954"/>
                      <a:gd name="T105" fmla="*/ 0 h 808"/>
                      <a:gd name="T106" fmla="*/ 0 w 954"/>
                      <a:gd name="T107" fmla="*/ 0 h 808"/>
                      <a:gd name="T108" fmla="*/ 0 w 954"/>
                      <a:gd name="T109" fmla="*/ 0 h 808"/>
                      <a:gd name="T110" fmla="*/ 0 w 954"/>
                      <a:gd name="T111" fmla="*/ 0 h 808"/>
                      <a:gd name="T112" fmla="*/ 0 w 954"/>
                      <a:gd name="T113" fmla="*/ 0 h 808"/>
                      <a:gd name="T114" fmla="*/ 0 w 954"/>
                      <a:gd name="T115" fmla="*/ 0 h 8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54"/>
                      <a:gd name="T175" fmla="*/ 0 h 808"/>
                      <a:gd name="T176" fmla="*/ 954 w 954"/>
                      <a:gd name="T177" fmla="*/ 808 h 80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54" h="808">
                        <a:moveTo>
                          <a:pt x="932" y="710"/>
                        </a:moveTo>
                        <a:lnTo>
                          <a:pt x="916" y="711"/>
                        </a:lnTo>
                        <a:lnTo>
                          <a:pt x="899" y="711"/>
                        </a:lnTo>
                        <a:lnTo>
                          <a:pt x="882" y="712"/>
                        </a:lnTo>
                        <a:lnTo>
                          <a:pt x="865" y="712"/>
                        </a:lnTo>
                        <a:lnTo>
                          <a:pt x="849" y="713"/>
                        </a:lnTo>
                        <a:lnTo>
                          <a:pt x="832" y="714"/>
                        </a:lnTo>
                        <a:lnTo>
                          <a:pt x="814" y="714"/>
                        </a:lnTo>
                        <a:lnTo>
                          <a:pt x="799" y="716"/>
                        </a:lnTo>
                        <a:lnTo>
                          <a:pt x="782" y="716"/>
                        </a:lnTo>
                        <a:lnTo>
                          <a:pt x="764" y="717"/>
                        </a:lnTo>
                        <a:lnTo>
                          <a:pt x="748" y="717"/>
                        </a:lnTo>
                        <a:lnTo>
                          <a:pt x="731" y="717"/>
                        </a:lnTo>
                        <a:lnTo>
                          <a:pt x="715" y="717"/>
                        </a:lnTo>
                        <a:lnTo>
                          <a:pt x="698" y="718"/>
                        </a:lnTo>
                        <a:lnTo>
                          <a:pt x="681" y="718"/>
                        </a:lnTo>
                        <a:lnTo>
                          <a:pt x="666" y="719"/>
                        </a:lnTo>
                        <a:lnTo>
                          <a:pt x="648" y="719"/>
                        </a:lnTo>
                        <a:lnTo>
                          <a:pt x="633" y="720"/>
                        </a:lnTo>
                        <a:lnTo>
                          <a:pt x="615" y="720"/>
                        </a:lnTo>
                        <a:lnTo>
                          <a:pt x="600" y="720"/>
                        </a:lnTo>
                        <a:lnTo>
                          <a:pt x="583" y="720"/>
                        </a:lnTo>
                        <a:lnTo>
                          <a:pt x="566" y="720"/>
                        </a:lnTo>
                        <a:lnTo>
                          <a:pt x="552" y="720"/>
                        </a:lnTo>
                        <a:lnTo>
                          <a:pt x="535" y="721"/>
                        </a:lnTo>
                        <a:lnTo>
                          <a:pt x="520" y="721"/>
                        </a:lnTo>
                        <a:lnTo>
                          <a:pt x="503" y="721"/>
                        </a:lnTo>
                        <a:lnTo>
                          <a:pt x="488" y="721"/>
                        </a:lnTo>
                        <a:lnTo>
                          <a:pt x="474" y="721"/>
                        </a:lnTo>
                        <a:lnTo>
                          <a:pt x="458" y="721"/>
                        </a:lnTo>
                        <a:lnTo>
                          <a:pt x="444" y="721"/>
                        </a:lnTo>
                        <a:lnTo>
                          <a:pt x="430" y="721"/>
                        </a:lnTo>
                        <a:lnTo>
                          <a:pt x="414" y="721"/>
                        </a:lnTo>
                        <a:lnTo>
                          <a:pt x="400" y="721"/>
                        </a:lnTo>
                        <a:lnTo>
                          <a:pt x="387" y="720"/>
                        </a:lnTo>
                        <a:lnTo>
                          <a:pt x="372" y="720"/>
                        </a:lnTo>
                        <a:lnTo>
                          <a:pt x="359" y="720"/>
                        </a:lnTo>
                        <a:lnTo>
                          <a:pt x="346" y="720"/>
                        </a:lnTo>
                        <a:lnTo>
                          <a:pt x="333" y="719"/>
                        </a:lnTo>
                        <a:lnTo>
                          <a:pt x="320" y="719"/>
                        </a:lnTo>
                        <a:lnTo>
                          <a:pt x="308" y="719"/>
                        </a:lnTo>
                        <a:lnTo>
                          <a:pt x="295" y="718"/>
                        </a:lnTo>
                        <a:lnTo>
                          <a:pt x="283" y="717"/>
                        </a:lnTo>
                        <a:lnTo>
                          <a:pt x="271" y="717"/>
                        </a:lnTo>
                        <a:lnTo>
                          <a:pt x="260" y="717"/>
                        </a:lnTo>
                        <a:lnTo>
                          <a:pt x="248" y="716"/>
                        </a:lnTo>
                        <a:lnTo>
                          <a:pt x="238" y="714"/>
                        </a:lnTo>
                        <a:lnTo>
                          <a:pt x="228" y="714"/>
                        </a:lnTo>
                        <a:lnTo>
                          <a:pt x="219" y="714"/>
                        </a:lnTo>
                        <a:lnTo>
                          <a:pt x="208" y="713"/>
                        </a:lnTo>
                        <a:lnTo>
                          <a:pt x="200" y="712"/>
                        </a:lnTo>
                        <a:lnTo>
                          <a:pt x="190" y="711"/>
                        </a:lnTo>
                        <a:lnTo>
                          <a:pt x="182" y="711"/>
                        </a:lnTo>
                        <a:lnTo>
                          <a:pt x="174" y="710"/>
                        </a:lnTo>
                        <a:lnTo>
                          <a:pt x="166" y="708"/>
                        </a:lnTo>
                        <a:lnTo>
                          <a:pt x="159" y="707"/>
                        </a:lnTo>
                        <a:lnTo>
                          <a:pt x="152" y="707"/>
                        </a:lnTo>
                        <a:lnTo>
                          <a:pt x="145" y="705"/>
                        </a:lnTo>
                        <a:lnTo>
                          <a:pt x="139" y="705"/>
                        </a:lnTo>
                        <a:lnTo>
                          <a:pt x="134" y="702"/>
                        </a:lnTo>
                        <a:lnTo>
                          <a:pt x="128" y="702"/>
                        </a:lnTo>
                        <a:lnTo>
                          <a:pt x="125" y="700"/>
                        </a:lnTo>
                        <a:lnTo>
                          <a:pt x="120" y="699"/>
                        </a:lnTo>
                        <a:lnTo>
                          <a:pt x="117" y="698"/>
                        </a:lnTo>
                        <a:lnTo>
                          <a:pt x="114" y="697"/>
                        </a:lnTo>
                        <a:lnTo>
                          <a:pt x="113" y="693"/>
                        </a:lnTo>
                        <a:lnTo>
                          <a:pt x="111" y="689"/>
                        </a:lnTo>
                        <a:lnTo>
                          <a:pt x="110" y="687"/>
                        </a:lnTo>
                        <a:lnTo>
                          <a:pt x="108" y="682"/>
                        </a:lnTo>
                        <a:lnTo>
                          <a:pt x="107" y="678"/>
                        </a:lnTo>
                        <a:lnTo>
                          <a:pt x="106" y="674"/>
                        </a:lnTo>
                        <a:lnTo>
                          <a:pt x="105" y="668"/>
                        </a:lnTo>
                        <a:lnTo>
                          <a:pt x="104" y="663"/>
                        </a:lnTo>
                        <a:lnTo>
                          <a:pt x="102" y="656"/>
                        </a:lnTo>
                        <a:lnTo>
                          <a:pt x="101" y="650"/>
                        </a:lnTo>
                        <a:lnTo>
                          <a:pt x="101" y="644"/>
                        </a:lnTo>
                        <a:lnTo>
                          <a:pt x="100" y="636"/>
                        </a:lnTo>
                        <a:lnTo>
                          <a:pt x="99" y="629"/>
                        </a:lnTo>
                        <a:lnTo>
                          <a:pt x="99" y="622"/>
                        </a:lnTo>
                        <a:lnTo>
                          <a:pt x="98" y="613"/>
                        </a:lnTo>
                        <a:lnTo>
                          <a:pt x="96" y="606"/>
                        </a:lnTo>
                        <a:lnTo>
                          <a:pt x="95" y="597"/>
                        </a:lnTo>
                        <a:lnTo>
                          <a:pt x="95" y="589"/>
                        </a:lnTo>
                        <a:lnTo>
                          <a:pt x="94" y="578"/>
                        </a:lnTo>
                        <a:lnTo>
                          <a:pt x="93" y="570"/>
                        </a:lnTo>
                        <a:lnTo>
                          <a:pt x="93" y="559"/>
                        </a:lnTo>
                        <a:lnTo>
                          <a:pt x="92" y="549"/>
                        </a:lnTo>
                        <a:lnTo>
                          <a:pt x="91" y="540"/>
                        </a:lnTo>
                        <a:lnTo>
                          <a:pt x="91" y="529"/>
                        </a:lnTo>
                        <a:lnTo>
                          <a:pt x="91" y="517"/>
                        </a:lnTo>
                        <a:lnTo>
                          <a:pt x="89" y="507"/>
                        </a:lnTo>
                        <a:lnTo>
                          <a:pt x="89" y="496"/>
                        </a:lnTo>
                        <a:lnTo>
                          <a:pt x="89" y="484"/>
                        </a:lnTo>
                        <a:lnTo>
                          <a:pt x="88" y="473"/>
                        </a:lnTo>
                        <a:lnTo>
                          <a:pt x="88" y="462"/>
                        </a:lnTo>
                        <a:lnTo>
                          <a:pt x="88" y="450"/>
                        </a:lnTo>
                        <a:lnTo>
                          <a:pt x="88" y="438"/>
                        </a:lnTo>
                        <a:lnTo>
                          <a:pt x="87" y="425"/>
                        </a:lnTo>
                        <a:lnTo>
                          <a:pt x="87" y="413"/>
                        </a:lnTo>
                        <a:lnTo>
                          <a:pt x="86" y="400"/>
                        </a:lnTo>
                        <a:lnTo>
                          <a:pt x="86" y="388"/>
                        </a:lnTo>
                        <a:lnTo>
                          <a:pt x="86" y="374"/>
                        </a:lnTo>
                        <a:lnTo>
                          <a:pt x="86" y="361"/>
                        </a:lnTo>
                        <a:lnTo>
                          <a:pt x="86" y="348"/>
                        </a:lnTo>
                        <a:lnTo>
                          <a:pt x="86" y="334"/>
                        </a:lnTo>
                        <a:lnTo>
                          <a:pt x="85" y="320"/>
                        </a:lnTo>
                        <a:lnTo>
                          <a:pt x="85" y="307"/>
                        </a:lnTo>
                        <a:lnTo>
                          <a:pt x="85" y="294"/>
                        </a:lnTo>
                        <a:lnTo>
                          <a:pt x="85" y="280"/>
                        </a:lnTo>
                        <a:lnTo>
                          <a:pt x="85" y="267"/>
                        </a:lnTo>
                        <a:lnTo>
                          <a:pt x="85" y="253"/>
                        </a:lnTo>
                        <a:lnTo>
                          <a:pt x="85" y="238"/>
                        </a:lnTo>
                        <a:lnTo>
                          <a:pt x="86" y="226"/>
                        </a:lnTo>
                        <a:lnTo>
                          <a:pt x="86" y="211"/>
                        </a:lnTo>
                        <a:lnTo>
                          <a:pt x="86" y="198"/>
                        </a:lnTo>
                        <a:lnTo>
                          <a:pt x="86" y="184"/>
                        </a:lnTo>
                        <a:lnTo>
                          <a:pt x="86" y="169"/>
                        </a:lnTo>
                        <a:lnTo>
                          <a:pt x="86" y="155"/>
                        </a:lnTo>
                        <a:lnTo>
                          <a:pt x="86" y="141"/>
                        </a:lnTo>
                        <a:lnTo>
                          <a:pt x="86" y="127"/>
                        </a:lnTo>
                        <a:lnTo>
                          <a:pt x="87" y="114"/>
                        </a:lnTo>
                        <a:lnTo>
                          <a:pt x="87" y="99"/>
                        </a:lnTo>
                        <a:lnTo>
                          <a:pt x="87" y="85"/>
                        </a:lnTo>
                        <a:lnTo>
                          <a:pt x="87" y="71"/>
                        </a:lnTo>
                        <a:lnTo>
                          <a:pt x="88" y="58"/>
                        </a:lnTo>
                        <a:lnTo>
                          <a:pt x="88" y="44"/>
                        </a:lnTo>
                        <a:lnTo>
                          <a:pt x="88" y="31"/>
                        </a:lnTo>
                        <a:lnTo>
                          <a:pt x="89" y="18"/>
                        </a:lnTo>
                        <a:lnTo>
                          <a:pt x="91" y="4"/>
                        </a:lnTo>
                        <a:lnTo>
                          <a:pt x="88" y="2"/>
                        </a:lnTo>
                        <a:lnTo>
                          <a:pt x="86" y="1"/>
                        </a:lnTo>
                        <a:lnTo>
                          <a:pt x="83" y="1"/>
                        </a:lnTo>
                        <a:lnTo>
                          <a:pt x="81" y="1"/>
                        </a:lnTo>
                        <a:lnTo>
                          <a:pt x="79" y="1"/>
                        </a:lnTo>
                        <a:lnTo>
                          <a:pt x="76" y="1"/>
                        </a:lnTo>
                        <a:lnTo>
                          <a:pt x="73" y="0"/>
                        </a:lnTo>
                        <a:lnTo>
                          <a:pt x="69" y="0"/>
                        </a:lnTo>
                        <a:lnTo>
                          <a:pt x="66" y="0"/>
                        </a:lnTo>
                        <a:lnTo>
                          <a:pt x="63" y="0"/>
                        </a:lnTo>
                        <a:lnTo>
                          <a:pt x="58" y="0"/>
                        </a:lnTo>
                        <a:lnTo>
                          <a:pt x="55" y="1"/>
                        </a:lnTo>
                        <a:lnTo>
                          <a:pt x="50" y="1"/>
                        </a:lnTo>
                        <a:lnTo>
                          <a:pt x="48" y="1"/>
                        </a:lnTo>
                        <a:lnTo>
                          <a:pt x="43" y="1"/>
                        </a:lnTo>
                        <a:lnTo>
                          <a:pt x="38" y="1"/>
                        </a:lnTo>
                        <a:lnTo>
                          <a:pt x="35" y="2"/>
                        </a:lnTo>
                        <a:lnTo>
                          <a:pt x="30" y="2"/>
                        </a:lnTo>
                        <a:lnTo>
                          <a:pt x="28" y="2"/>
                        </a:lnTo>
                        <a:lnTo>
                          <a:pt x="24" y="3"/>
                        </a:lnTo>
                        <a:lnTo>
                          <a:pt x="21" y="3"/>
                        </a:lnTo>
                        <a:lnTo>
                          <a:pt x="17" y="4"/>
                        </a:lnTo>
                        <a:lnTo>
                          <a:pt x="15" y="4"/>
                        </a:lnTo>
                        <a:lnTo>
                          <a:pt x="12" y="6"/>
                        </a:lnTo>
                        <a:lnTo>
                          <a:pt x="9" y="6"/>
                        </a:lnTo>
                        <a:lnTo>
                          <a:pt x="7" y="6"/>
                        </a:lnTo>
                        <a:lnTo>
                          <a:pt x="5" y="7"/>
                        </a:lnTo>
                        <a:lnTo>
                          <a:pt x="4" y="8"/>
                        </a:lnTo>
                        <a:lnTo>
                          <a:pt x="4" y="10"/>
                        </a:lnTo>
                        <a:lnTo>
                          <a:pt x="4" y="13"/>
                        </a:lnTo>
                        <a:lnTo>
                          <a:pt x="4" y="16"/>
                        </a:lnTo>
                        <a:lnTo>
                          <a:pt x="3" y="20"/>
                        </a:lnTo>
                        <a:lnTo>
                          <a:pt x="3" y="26"/>
                        </a:lnTo>
                        <a:lnTo>
                          <a:pt x="3" y="28"/>
                        </a:lnTo>
                        <a:lnTo>
                          <a:pt x="3" y="31"/>
                        </a:lnTo>
                        <a:lnTo>
                          <a:pt x="3" y="34"/>
                        </a:lnTo>
                        <a:lnTo>
                          <a:pt x="3" y="39"/>
                        </a:lnTo>
                        <a:lnTo>
                          <a:pt x="3" y="41"/>
                        </a:lnTo>
                        <a:lnTo>
                          <a:pt x="3" y="46"/>
                        </a:lnTo>
                        <a:lnTo>
                          <a:pt x="3" y="50"/>
                        </a:lnTo>
                        <a:lnTo>
                          <a:pt x="3" y="53"/>
                        </a:lnTo>
                        <a:lnTo>
                          <a:pt x="3" y="58"/>
                        </a:lnTo>
                        <a:lnTo>
                          <a:pt x="3" y="61"/>
                        </a:lnTo>
                        <a:lnTo>
                          <a:pt x="3" y="66"/>
                        </a:lnTo>
                        <a:lnTo>
                          <a:pt x="3" y="72"/>
                        </a:lnTo>
                        <a:lnTo>
                          <a:pt x="2" y="77"/>
                        </a:lnTo>
                        <a:lnTo>
                          <a:pt x="2" y="82"/>
                        </a:lnTo>
                        <a:lnTo>
                          <a:pt x="2" y="86"/>
                        </a:lnTo>
                        <a:lnTo>
                          <a:pt x="2" y="92"/>
                        </a:lnTo>
                        <a:lnTo>
                          <a:pt x="2" y="98"/>
                        </a:lnTo>
                        <a:lnTo>
                          <a:pt x="2" y="104"/>
                        </a:lnTo>
                        <a:lnTo>
                          <a:pt x="2" y="110"/>
                        </a:lnTo>
                        <a:lnTo>
                          <a:pt x="2" y="117"/>
                        </a:lnTo>
                        <a:lnTo>
                          <a:pt x="0" y="122"/>
                        </a:lnTo>
                        <a:lnTo>
                          <a:pt x="0" y="128"/>
                        </a:lnTo>
                        <a:lnTo>
                          <a:pt x="0" y="134"/>
                        </a:lnTo>
                        <a:lnTo>
                          <a:pt x="0" y="141"/>
                        </a:lnTo>
                        <a:lnTo>
                          <a:pt x="0" y="147"/>
                        </a:lnTo>
                        <a:lnTo>
                          <a:pt x="0" y="154"/>
                        </a:lnTo>
                        <a:lnTo>
                          <a:pt x="0" y="160"/>
                        </a:lnTo>
                        <a:lnTo>
                          <a:pt x="0" y="167"/>
                        </a:lnTo>
                        <a:lnTo>
                          <a:pt x="0" y="174"/>
                        </a:lnTo>
                        <a:lnTo>
                          <a:pt x="0" y="181"/>
                        </a:lnTo>
                        <a:lnTo>
                          <a:pt x="0" y="188"/>
                        </a:lnTo>
                        <a:lnTo>
                          <a:pt x="0" y="196"/>
                        </a:lnTo>
                        <a:lnTo>
                          <a:pt x="0" y="203"/>
                        </a:lnTo>
                        <a:lnTo>
                          <a:pt x="0" y="210"/>
                        </a:lnTo>
                        <a:lnTo>
                          <a:pt x="0" y="218"/>
                        </a:lnTo>
                        <a:lnTo>
                          <a:pt x="0" y="225"/>
                        </a:lnTo>
                        <a:lnTo>
                          <a:pt x="0" y="232"/>
                        </a:lnTo>
                        <a:lnTo>
                          <a:pt x="0" y="240"/>
                        </a:lnTo>
                        <a:lnTo>
                          <a:pt x="0" y="247"/>
                        </a:lnTo>
                        <a:lnTo>
                          <a:pt x="0" y="255"/>
                        </a:lnTo>
                        <a:lnTo>
                          <a:pt x="0" y="262"/>
                        </a:lnTo>
                        <a:lnTo>
                          <a:pt x="0" y="269"/>
                        </a:lnTo>
                        <a:lnTo>
                          <a:pt x="0" y="278"/>
                        </a:lnTo>
                        <a:lnTo>
                          <a:pt x="0" y="286"/>
                        </a:lnTo>
                        <a:lnTo>
                          <a:pt x="0" y="293"/>
                        </a:lnTo>
                        <a:lnTo>
                          <a:pt x="0" y="301"/>
                        </a:lnTo>
                        <a:lnTo>
                          <a:pt x="0" y="308"/>
                        </a:lnTo>
                        <a:lnTo>
                          <a:pt x="0" y="317"/>
                        </a:lnTo>
                        <a:lnTo>
                          <a:pt x="0" y="325"/>
                        </a:lnTo>
                        <a:lnTo>
                          <a:pt x="0" y="332"/>
                        </a:lnTo>
                        <a:lnTo>
                          <a:pt x="0" y="340"/>
                        </a:lnTo>
                        <a:lnTo>
                          <a:pt x="0" y="349"/>
                        </a:lnTo>
                        <a:lnTo>
                          <a:pt x="0" y="364"/>
                        </a:lnTo>
                        <a:lnTo>
                          <a:pt x="0" y="381"/>
                        </a:lnTo>
                        <a:lnTo>
                          <a:pt x="0" y="395"/>
                        </a:lnTo>
                        <a:lnTo>
                          <a:pt x="0" y="410"/>
                        </a:lnTo>
                        <a:lnTo>
                          <a:pt x="0" y="424"/>
                        </a:lnTo>
                        <a:lnTo>
                          <a:pt x="2" y="439"/>
                        </a:lnTo>
                        <a:lnTo>
                          <a:pt x="2" y="452"/>
                        </a:lnTo>
                        <a:lnTo>
                          <a:pt x="3" y="465"/>
                        </a:lnTo>
                        <a:lnTo>
                          <a:pt x="3" y="478"/>
                        </a:lnTo>
                        <a:lnTo>
                          <a:pt x="3" y="490"/>
                        </a:lnTo>
                        <a:lnTo>
                          <a:pt x="3" y="502"/>
                        </a:lnTo>
                        <a:lnTo>
                          <a:pt x="4" y="514"/>
                        </a:lnTo>
                        <a:lnTo>
                          <a:pt x="4" y="524"/>
                        </a:lnTo>
                        <a:lnTo>
                          <a:pt x="5" y="535"/>
                        </a:lnTo>
                        <a:lnTo>
                          <a:pt x="5" y="546"/>
                        </a:lnTo>
                        <a:lnTo>
                          <a:pt x="6" y="556"/>
                        </a:lnTo>
                        <a:lnTo>
                          <a:pt x="6" y="565"/>
                        </a:lnTo>
                        <a:lnTo>
                          <a:pt x="7" y="575"/>
                        </a:lnTo>
                        <a:lnTo>
                          <a:pt x="7" y="584"/>
                        </a:lnTo>
                        <a:lnTo>
                          <a:pt x="9" y="593"/>
                        </a:lnTo>
                        <a:lnTo>
                          <a:pt x="10" y="600"/>
                        </a:lnTo>
                        <a:lnTo>
                          <a:pt x="10" y="609"/>
                        </a:lnTo>
                        <a:lnTo>
                          <a:pt x="11" y="617"/>
                        </a:lnTo>
                        <a:lnTo>
                          <a:pt x="12" y="625"/>
                        </a:lnTo>
                        <a:lnTo>
                          <a:pt x="12" y="631"/>
                        </a:lnTo>
                        <a:lnTo>
                          <a:pt x="13" y="638"/>
                        </a:lnTo>
                        <a:lnTo>
                          <a:pt x="15" y="646"/>
                        </a:lnTo>
                        <a:lnTo>
                          <a:pt x="15" y="651"/>
                        </a:lnTo>
                        <a:lnTo>
                          <a:pt x="16" y="657"/>
                        </a:lnTo>
                        <a:lnTo>
                          <a:pt x="17" y="663"/>
                        </a:lnTo>
                        <a:lnTo>
                          <a:pt x="17" y="669"/>
                        </a:lnTo>
                        <a:lnTo>
                          <a:pt x="19" y="674"/>
                        </a:lnTo>
                        <a:lnTo>
                          <a:pt x="21" y="679"/>
                        </a:lnTo>
                        <a:lnTo>
                          <a:pt x="21" y="685"/>
                        </a:lnTo>
                        <a:lnTo>
                          <a:pt x="22" y="689"/>
                        </a:lnTo>
                        <a:lnTo>
                          <a:pt x="23" y="693"/>
                        </a:lnTo>
                        <a:lnTo>
                          <a:pt x="23" y="697"/>
                        </a:lnTo>
                        <a:lnTo>
                          <a:pt x="25" y="701"/>
                        </a:lnTo>
                        <a:lnTo>
                          <a:pt x="25" y="705"/>
                        </a:lnTo>
                        <a:lnTo>
                          <a:pt x="26" y="708"/>
                        </a:lnTo>
                        <a:lnTo>
                          <a:pt x="28" y="712"/>
                        </a:lnTo>
                        <a:lnTo>
                          <a:pt x="28" y="714"/>
                        </a:lnTo>
                        <a:lnTo>
                          <a:pt x="29" y="718"/>
                        </a:lnTo>
                        <a:lnTo>
                          <a:pt x="30" y="720"/>
                        </a:lnTo>
                        <a:lnTo>
                          <a:pt x="30" y="723"/>
                        </a:lnTo>
                        <a:lnTo>
                          <a:pt x="32" y="726"/>
                        </a:lnTo>
                        <a:lnTo>
                          <a:pt x="32" y="729"/>
                        </a:lnTo>
                        <a:lnTo>
                          <a:pt x="34" y="731"/>
                        </a:lnTo>
                        <a:lnTo>
                          <a:pt x="35" y="735"/>
                        </a:lnTo>
                        <a:lnTo>
                          <a:pt x="37" y="738"/>
                        </a:lnTo>
                        <a:lnTo>
                          <a:pt x="38" y="740"/>
                        </a:lnTo>
                        <a:lnTo>
                          <a:pt x="41" y="744"/>
                        </a:lnTo>
                        <a:lnTo>
                          <a:pt x="43" y="749"/>
                        </a:lnTo>
                        <a:lnTo>
                          <a:pt x="48" y="752"/>
                        </a:lnTo>
                        <a:lnTo>
                          <a:pt x="50" y="757"/>
                        </a:lnTo>
                        <a:lnTo>
                          <a:pt x="55" y="762"/>
                        </a:lnTo>
                        <a:lnTo>
                          <a:pt x="56" y="763"/>
                        </a:lnTo>
                        <a:lnTo>
                          <a:pt x="61" y="765"/>
                        </a:lnTo>
                        <a:lnTo>
                          <a:pt x="63" y="768"/>
                        </a:lnTo>
                        <a:lnTo>
                          <a:pt x="68" y="771"/>
                        </a:lnTo>
                        <a:lnTo>
                          <a:pt x="70" y="773"/>
                        </a:lnTo>
                        <a:lnTo>
                          <a:pt x="73" y="774"/>
                        </a:lnTo>
                        <a:lnTo>
                          <a:pt x="75" y="775"/>
                        </a:lnTo>
                        <a:lnTo>
                          <a:pt x="79" y="775"/>
                        </a:lnTo>
                        <a:lnTo>
                          <a:pt x="81" y="777"/>
                        </a:lnTo>
                        <a:lnTo>
                          <a:pt x="85" y="778"/>
                        </a:lnTo>
                        <a:lnTo>
                          <a:pt x="88" y="780"/>
                        </a:lnTo>
                        <a:lnTo>
                          <a:pt x="92" y="781"/>
                        </a:lnTo>
                        <a:lnTo>
                          <a:pt x="96" y="782"/>
                        </a:lnTo>
                        <a:lnTo>
                          <a:pt x="100" y="783"/>
                        </a:lnTo>
                        <a:lnTo>
                          <a:pt x="105" y="784"/>
                        </a:lnTo>
                        <a:lnTo>
                          <a:pt x="110" y="786"/>
                        </a:lnTo>
                        <a:lnTo>
                          <a:pt x="114" y="786"/>
                        </a:lnTo>
                        <a:lnTo>
                          <a:pt x="119" y="788"/>
                        </a:lnTo>
                        <a:lnTo>
                          <a:pt x="125" y="788"/>
                        </a:lnTo>
                        <a:lnTo>
                          <a:pt x="131" y="790"/>
                        </a:lnTo>
                        <a:lnTo>
                          <a:pt x="137" y="790"/>
                        </a:lnTo>
                        <a:lnTo>
                          <a:pt x="144" y="793"/>
                        </a:lnTo>
                        <a:lnTo>
                          <a:pt x="150" y="793"/>
                        </a:lnTo>
                        <a:lnTo>
                          <a:pt x="157" y="794"/>
                        </a:lnTo>
                        <a:lnTo>
                          <a:pt x="164" y="795"/>
                        </a:lnTo>
                        <a:lnTo>
                          <a:pt x="172" y="796"/>
                        </a:lnTo>
                        <a:lnTo>
                          <a:pt x="181" y="796"/>
                        </a:lnTo>
                        <a:lnTo>
                          <a:pt x="190" y="799"/>
                        </a:lnTo>
                        <a:lnTo>
                          <a:pt x="198" y="799"/>
                        </a:lnTo>
                        <a:lnTo>
                          <a:pt x="208" y="800"/>
                        </a:lnTo>
                        <a:lnTo>
                          <a:pt x="217" y="800"/>
                        </a:lnTo>
                        <a:lnTo>
                          <a:pt x="228" y="801"/>
                        </a:lnTo>
                        <a:lnTo>
                          <a:pt x="238" y="801"/>
                        </a:lnTo>
                        <a:lnTo>
                          <a:pt x="250" y="802"/>
                        </a:lnTo>
                        <a:lnTo>
                          <a:pt x="260" y="803"/>
                        </a:lnTo>
                        <a:lnTo>
                          <a:pt x="273" y="803"/>
                        </a:lnTo>
                        <a:lnTo>
                          <a:pt x="284" y="803"/>
                        </a:lnTo>
                        <a:lnTo>
                          <a:pt x="297" y="805"/>
                        </a:lnTo>
                        <a:lnTo>
                          <a:pt x="310" y="806"/>
                        </a:lnTo>
                        <a:lnTo>
                          <a:pt x="324" y="806"/>
                        </a:lnTo>
                        <a:lnTo>
                          <a:pt x="339" y="806"/>
                        </a:lnTo>
                        <a:lnTo>
                          <a:pt x="352" y="806"/>
                        </a:lnTo>
                        <a:lnTo>
                          <a:pt x="367" y="807"/>
                        </a:lnTo>
                        <a:lnTo>
                          <a:pt x="384" y="808"/>
                        </a:lnTo>
                        <a:lnTo>
                          <a:pt x="399" y="808"/>
                        </a:lnTo>
                        <a:lnTo>
                          <a:pt x="416" y="808"/>
                        </a:lnTo>
                        <a:lnTo>
                          <a:pt x="432" y="808"/>
                        </a:lnTo>
                        <a:lnTo>
                          <a:pt x="451" y="808"/>
                        </a:lnTo>
                        <a:lnTo>
                          <a:pt x="470" y="808"/>
                        </a:lnTo>
                        <a:lnTo>
                          <a:pt x="488" y="808"/>
                        </a:lnTo>
                        <a:lnTo>
                          <a:pt x="508" y="808"/>
                        </a:lnTo>
                        <a:lnTo>
                          <a:pt x="528" y="808"/>
                        </a:lnTo>
                        <a:lnTo>
                          <a:pt x="538" y="808"/>
                        </a:lnTo>
                        <a:lnTo>
                          <a:pt x="546" y="808"/>
                        </a:lnTo>
                        <a:lnTo>
                          <a:pt x="557" y="807"/>
                        </a:lnTo>
                        <a:lnTo>
                          <a:pt x="566" y="807"/>
                        </a:lnTo>
                        <a:lnTo>
                          <a:pt x="575" y="806"/>
                        </a:lnTo>
                        <a:lnTo>
                          <a:pt x="585" y="806"/>
                        </a:lnTo>
                        <a:lnTo>
                          <a:pt x="595" y="806"/>
                        </a:lnTo>
                        <a:lnTo>
                          <a:pt x="604" y="806"/>
                        </a:lnTo>
                        <a:lnTo>
                          <a:pt x="614" y="806"/>
                        </a:lnTo>
                        <a:lnTo>
                          <a:pt x="622" y="806"/>
                        </a:lnTo>
                        <a:lnTo>
                          <a:pt x="632" y="806"/>
                        </a:lnTo>
                        <a:lnTo>
                          <a:pt x="641" y="806"/>
                        </a:lnTo>
                        <a:lnTo>
                          <a:pt x="651" y="806"/>
                        </a:lnTo>
                        <a:lnTo>
                          <a:pt x="660" y="806"/>
                        </a:lnTo>
                        <a:lnTo>
                          <a:pt x="668" y="806"/>
                        </a:lnTo>
                        <a:lnTo>
                          <a:pt x="678" y="806"/>
                        </a:lnTo>
                        <a:lnTo>
                          <a:pt x="686" y="805"/>
                        </a:lnTo>
                        <a:lnTo>
                          <a:pt x="696" y="803"/>
                        </a:lnTo>
                        <a:lnTo>
                          <a:pt x="704" y="803"/>
                        </a:lnTo>
                        <a:lnTo>
                          <a:pt x="713" y="803"/>
                        </a:lnTo>
                        <a:lnTo>
                          <a:pt x="722" y="803"/>
                        </a:lnTo>
                        <a:lnTo>
                          <a:pt x="730" y="803"/>
                        </a:lnTo>
                        <a:lnTo>
                          <a:pt x="738" y="803"/>
                        </a:lnTo>
                        <a:lnTo>
                          <a:pt x="747" y="803"/>
                        </a:lnTo>
                        <a:lnTo>
                          <a:pt x="755" y="802"/>
                        </a:lnTo>
                        <a:lnTo>
                          <a:pt x="763" y="801"/>
                        </a:lnTo>
                        <a:lnTo>
                          <a:pt x="772" y="801"/>
                        </a:lnTo>
                        <a:lnTo>
                          <a:pt x="780" y="801"/>
                        </a:lnTo>
                        <a:lnTo>
                          <a:pt x="787" y="801"/>
                        </a:lnTo>
                        <a:lnTo>
                          <a:pt x="794" y="801"/>
                        </a:lnTo>
                        <a:lnTo>
                          <a:pt x="802" y="801"/>
                        </a:lnTo>
                        <a:lnTo>
                          <a:pt x="810" y="801"/>
                        </a:lnTo>
                        <a:lnTo>
                          <a:pt x="817" y="801"/>
                        </a:lnTo>
                        <a:lnTo>
                          <a:pt x="824" y="800"/>
                        </a:lnTo>
                        <a:lnTo>
                          <a:pt x="830" y="800"/>
                        </a:lnTo>
                        <a:lnTo>
                          <a:pt x="838" y="800"/>
                        </a:lnTo>
                        <a:lnTo>
                          <a:pt x="844" y="799"/>
                        </a:lnTo>
                        <a:lnTo>
                          <a:pt x="850" y="799"/>
                        </a:lnTo>
                        <a:lnTo>
                          <a:pt x="856" y="799"/>
                        </a:lnTo>
                        <a:lnTo>
                          <a:pt x="863" y="799"/>
                        </a:lnTo>
                        <a:lnTo>
                          <a:pt x="868" y="797"/>
                        </a:lnTo>
                        <a:lnTo>
                          <a:pt x="875" y="797"/>
                        </a:lnTo>
                        <a:lnTo>
                          <a:pt x="881" y="797"/>
                        </a:lnTo>
                        <a:lnTo>
                          <a:pt x="885" y="797"/>
                        </a:lnTo>
                        <a:lnTo>
                          <a:pt x="890" y="796"/>
                        </a:lnTo>
                        <a:lnTo>
                          <a:pt x="896" y="796"/>
                        </a:lnTo>
                        <a:lnTo>
                          <a:pt x="901" y="796"/>
                        </a:lnTo>
                        <a:lnTo>
                          <a:pt x="906" y="796"/>
                        </a:lnTo>
                        <a:lnTo>
                          <a:pt x="909" y="796"/>
                        </a:lnTo>
                        <a:lnTo>
                          <a:pt x="914" y="795"/>
                        </a:lnTo>
                        <a:lnTo>
                          <a:pt x="919" y="795"/>
                        </a:lnTo>
                        <a:lnTo>
                          <a:pt x="921" y="795"/>
                        </a:lnTo>
                        <a:lnTo>
                          <a:pt x="925" y="794"/>
                        </a:lnTo>
                        <a:lnTo>
                          <a:pt x="928" y="794"/>
                        </a:lnTo>
                        <a:lnTo>
                          <a:pt x="932" y="794"/>
                        </a:lnTo>
                        <a:lnTo>
                          <a:pt x="935" y="794"/>
                        </a:lnTo>
                        <a:lnTo>
                          <a:pt x="940" y="794"/>
                        </a:lnTo>
                        <a:lnTo>
                          <a:pt x="944" y="794"/>
                        </a:lnTo>
                        <a:lnTo>
                          <a:pt x="947" y="794"/>
                        </a:lnTo>
                        <a:lnTo>
                          <a:pt x="950" y="794"/>
                        </a:lnTo>
                        <a:lnTo>
                          <a:pt x="952" y="793"/>
                        </a:lnTo>
                        <a:lnTo>
                          <a:pt x="954" y="790"/>
                        </a:lnTo>
                        <a:lnTo>
                          <a:pt x="954" y="788"/>
                        </a:lnTo>
                        <a:lnTo>
                          <a:pt x="954" y="786"/>
                        </a:lnTo>
                        <a:lnTo>
                          <a:pt x="954" y="783"/>
                        </a:lnTo>
                        <a:lnTo>
                          <a:pt x="954" y="781"/>
                        </a:lnTo>
                        <a:lnTo>
                          <a:pt x="954" y="777"/>
                        </a:lnTo>
                        <a:lnTo>
                          <a:pt x="953" y="774"/>
                        </a:lnTo>
                        <a:lnTo>
                          <a:pt x="952" y="770"/>
                        </a:lnTo>
                        <a:lnTo>
                          <a:pt x="952" y="767"/>
                        </a:lnTo>
                        <a:lnTo>
                          <a:pt x="951" y="763"/>
                        </a:lnTo>
                        <a:lnTo>
                          <a:pt x="950" y="759"/>
                        </a:lnTo>
                        <a:lnTo>
                          <a:pt x="950" y="755"/>
                        </a:lnTo>
                        <a:lnTo>
                          <a:pt x="948" y="751"/>
                        </a:lnTo>
                        <a:lnTo>
                          <a:pt x="946" y="748"/>
                        </a:lnTo>
                        <a:lnTo>
                          <a:pt x="945" y="743"/>
                        </a:lnTo>
                        <a:lnTo>
                          <a:pt x="944" y="739"/>
                        </a:lnTo>
                        <a:lnTo>
                          <a:pt x="942" y="736"/>
                        </a:lnTo>
                        <a:lnTo>
                          <a:pt x="941" y="732"/>
                        </a:lnTo>
                        <a:lnTo>
                          <a:pt x="939" y="729"/>
                        </a:lnTo>
                        <a:lnTo>
                          <a:pt x="939" y="725"/>
                        </a:lnTo>
                        <a:lnTo>
                          <a:pt x="938" y="723"/>
                        </a:lnTo>
                        <a:lnTo>
                          <a:pt x="937" y="720"/>
                        </a:lnTo>
                        <a:lnTo>
                          <a:pt x="934" y="717"/>
                        </a:lnTo>
                        <a:lnTo>
                          <a:pt x="934" y="714"/>
                        </a:lnTo>
                        <a:lnTo>
                          <a:pt x="934" y="713"/>
                        </a:lnTo>
                        <a:lnTo>
                          <a:pt x="932" y="711"/>
                        </a:lnTo>
                        <a:lnTo>
                          <a:pt x="932" y="71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57" name="Freeform 157"/>
                  <p:cNvSpPr/>
                  <p:nvPr/>
                </p:nvSpPr>
                <p:spPr bwMode="auto">
                  <a:xfrm>
                    <a:off x="5409" y="1590"/>
                    <a:ext cx="202" cy="39"/>
                  </a:xfrm>
                  <a:custGeom>
                    <a:avLst/>
                    <a:gdLst>
                      <a:gd name="T0" fmla="*/ 0 w 605"/>
                      <a:gd name="T1" fmla="*/ 0 h 119"/>
                      <a:gd name="T2" fmla="*/ 0 w 605"/>
                      <a:gd name="T3" fmla="*/ 0 h 119"/>
                      <a:gd name="T4" fmla="*/ 0 w 605"/>
                      <a:gd name="T5" fmla="*/ 0 h 119"/>
                      <a:gd name="T6" fmla="*/ 0 w 605"/>
                      <a:gd name="T7" fmla="*/ 0 h 119"/>
                      <a:gd name="T8" fmla="*/ 0 w 605"/>
                      <a:gd name="T9" fmla="*/ 0 h 119"/>
                      <a:gd name="T10" fmla="*/ 0 w 605"/>
                      <a:gd name="T11" fmla="*/ 0 h 119"/>
                      <a:gd name="T12" fmla="*/ 0 w 605"/>
                      <a:gd name="T13" fmla="*/ 0 h 119"/>
                      <a:gd name="T14" fmla="*/ 0 w 605"/>
                      <a:gd name="T15" fmla="*/ 0 h 119"/>
                      <a:gd name="T16" fmla="*/ 0 w 605"/>
                      <a:gd name="T17" fmla="*/ 0 h 119"/>
                      <a:gd name="T18" fmla="*/ 0 w 605"/>
                      <a:gd name="T19" fmla="*/ 0 h 119"/>
                      <a:gd name="T20" fmla="*/ 0 w 605"/>
                      <a:gd name="T21" fmla="*/ 0 h 119"/>
                      <a:gd name="T22" fmla="*/ 0 w 605"/>
                      <a:gd name="T23" fmla="*/ 0 h 119"/>
                      <a:gd name="T24" fmla="*/ 0 w 605"/>
                      <a:gd name="T25" fmla="*/ 0 h 119"/>
                      <a:gd name="T26" fmla="*/ 0 w 605"/>
                      <a:gd name="T27" fmla="*/ 0 h 119"/>
                      <a:gd name="T28" fmla="*/ 0 w 605"/>
                      <a:gd name="T29" fmla="*/ 0 h 119"/>
                      <a:gd name="T30" fmla="*/ 0 w 605"/>
                      <a:gd name="T31" fmla="*/ 0 h 119"/>
                      <a:gd name="T32" fmla="*/ 0 w 605"/>
                      <a:gd name="T33" fmla="*/ 0 h 119"/>
                      <a:gd name="T34" fmla="*/ 0 w 605"/>
                      <a:gd name="T35" fmla="*/ 0 h 119"/>
                      <a:gd name="T36" fmla="*/ 0 w 605"/>
                      <a:gd name="T37" fmla="*/ 0 h 119"/>
                      <a:gd name="T38" fmla="*/ 0 w 605"/>
                      <a:gd name="T39" fmla="*/ 0 h 119"/>
                      <a:gd name="T40" fmla="*/ 0 w 605"/>
                      <a:gd name="T41" fmla="*/ 0 h 119"/>
                      <a:gd name="T42" fmla="*/ 0 w 605"/>
                      <a:gd name="T43" fmla="*/ 0 h 119"/>
                      <a:gd name="T44" fmla="*/ 0 w 605"/>
                      <a:gd name="T45" fmla="*/ 0 h 119"/>
                      <a:gd name="T46" fmla="*/ 0 w 605"/>
                      <a:gd name="T47" fmla="*/ 0 h 119"/>
                      <a:gd name="T48" fmla="*/ 0 w 605"/>
                      <a:gd name="T49" fmla="*/ 0 h 119"/>
                      <a:gd name="T50" fmla="*/ 0 w 605"/>
                      <a:gd name="T51" fmla="*/ 0 h 119"/>
                      <a:gd name="T52" fmla="*/ 0 w 605"/>
                      <a:gd name="T53" fmla="*/ 0 h 119"/>
                      <a:gd name="T54" fmla="*/ 0 w 605"/>
                      <a:gd name="T55" fmla="*/ 0 h 119"/>
                      <a:gd name="T56" fmla="*/ 0 w 605"/>
                      <a:gd name="T57" fmla="*/ 0 h 119"/>
                      <a:gd name="T58" fmla="*/ 0 w 605"/>
                      <a:gd name="T59" fmla="*/ 0 h 119"/>
                      <a:gd name="T60" fmla="*/ 0 w 605"/>
                      <a:gd name="T61" fmla="*/ 0 h 119"/>
                      <a:gd name="T62" fmla="*/ 0 w 605"/>
                      <a:gd name="T63" fmla="*/ 0 h 119"/>
                      <a:gd name="T64" fmla="*/ 0 w 605"/>
                      <a:gd name="T65" fmla="*/ 0 h 119"/>
                      <a:gd name="T66" fmla="*/ 0 w 605"/>
                      <a:gd name="T67" fmla="*/ 0 h 119"/>
                      <a:gd name="T68" fmla="*/ 0 w 605"/>
                      <a:gd name="T69" fmla="*/ 0 h 119"/>
                      <a:gd name="T70" fmla="*/ 0 w 605"/>
                      <a:gd name="T71" fmla="*/ 0 h 119"/>
                      <a:gd name="T72" fmla="*/ 0 w 605"/>
                      <a:gd name="T73" fmla="*/ 0 h 119"/>
                      <a:gd name="T74" fmla="*/ 0 w 605"/>
                      <a:gd name="T75" fmla="*/ 0 h 119"/>
                      <a:gd name="T76" fmla="*/ 0 w 605"/>
                      <a:gd name="T77" fmla="*/ 0 h 119"/>
                      <a:gd name="T78" fmla="*/ 0 w 605"/>
                      <a:gd name="T79" fmla="*/ 0 h 119"/>
                      <a:gd name="T80" fmla="*/ 0 w 605"/>
                      <a:gd name="T81" fmla="*/ 0 h 119"/>
                      <a:gd name="T82" fmla="*/ 0 w 605"/>
                      <a:gd name="T83" fmla="*/ 0 h 119"/>
                      <a:gd name="T84" fmla="*/ 0 w 605"/>
                      <a:gd name="T85" fmla="*/ 0 h 119"/>
                      <a:gd name="T86" fmla="*/ 0 w 605"/>
                      <a:gd name="T87" fmla="*/ 0 h 11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05"/>
                      <a:gd name="T133" fmla="*/ 0 h 119"/>
                      <a:gd name="T134" fmla="*/ 605 w 605"/>
                      <a:gd name="T135" fmla="*/ 119 h 11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05" h="119">
                        <a:moveTo>
                          <a:pt x="0" y="34"/>
                        </a:moveTo>
                        <a:lnTo>
                          <a:pt x="14" y="119"/>
                        </a:lnTo>
                        <a:lnTo>
                          <a:pt x="23" y="117"/>
                        </a:lnTo>
                        <a:lnTo>
                          <a:pt x="34" y="114"/>
                        </a:lnTo>
                        <a:lnTo>
                          <a:pt x="42" y="112"/>
                        </a:lnTo>
                        <a:lnTo>
                          <a:pt x="52" y="111"/>
                        </a:lnTo>
                        <a:lnTo>
                          <a:pt x="62" y="110"/>
                        </a:lnTo>
                        <a:lnTo>
                          <a:pt x="72" y="108"/>
                        </a:lnTo>
                        <a:lnTo>
                          <a:pt x="80" y="106"/>
                        </a:lnTo>
                        <a:lnTo>
                          <a:pt x="91" y="105"/>
                        </a:lnTo>
                        <a:lnTo>
                          <a:pt x="100" y="104"/>
                        </a:lnTo>
                        <a:lnTo>
                          <a:pt x="110" y="101"/>
                        </a:lnTo>
                        <a:lnTo>
                          <a:pt x="119" y="101"/>
                        </a:lnTo>
                        <a:lnTo>
                          <a:pt x="129" y="99"/>
                        </a:lnTo>
                        <a:lnTo>
                          <a:pt x="138" y="98"/>
                        </a:lnTo>
                        <a:lnTo>
                          <a:pt x="148" y="97"/>
                        </a:lnTo>
                        <a:lnTo>
                          <a:pt x="156" y="97"/>
                        </a:lnTo>
                        <a:lnTo>
                          <a:pt x="166" y="95"/>
                        </a:lnTo>
                        <a:lnTo>
                          <a:pt x="176" y="94"/>
                        </a:lnTo>
                        <a:lnTo>
                          <a:pt x="185" y="94"/>
                        </a:lnTo>
                        <a:lnTo>
                          <a:pt x="194" y="93"/>
                        </a:lnTo>
                        <a:lnTo>
                          <a:pt x="204" y="92"/>
                        </a:lnTo>
                        <a:lnTo>
                          <a:pt x="212" y="92"/>
                        </a:lnTo>
                        <a:lnTo>
                          <a:pt x="221" y="91"/>
                        </a:lnTo>
                        <a:lnTo>
                          <a:pt x="231" y="89"/>
                        </a:lnTo>
                        <a:lnTo>
                          <a:pt x="239" y="89"/>
                        </a:lnTo>
                        <a:lnTo>
                          <a:pt x="249" y="89"/>
                        </a:lnTo>
                        <a:lnTo>
                          <a:pt x="257" y="88"/>
                        </a:lnTo>
                        <a:lnTo>
                          <a:pt x="268" y="88"/>
                        </a:lnTo>
                        <a:lnTo>
                          <a:pt x="276" y="88"/>
                        </a:lnTo>
                        <a:lnTo>
                          <a:pt x="286" y="87"/>
                        </a:lnTo>
                        <a:lnTo>
                          <a:pt x="294" y="87"/>
                        </a:lnTo>
                        <a:lnTo>
                          <a:pt x="303" y="87"/>
                        </a:lnTo>
                        <a:lnTo>
                          <a:pt x="313" y="87"/>
                        </a:lnTo>
                        <a:lnTo>
                          <a:pt x="321" y="86"/>
                        </a:lnTo>
                        <a:lnTo>
                          <a:pt x="329" y="86"/>
                        </a:lnTo>
                        <a:lnTo>
                          <a:pt x="339" y="86"/>
                        </a:lnTo>
                        <a:lnTo>
                          <a:pt x="347" y="86"/>
                        </a:lnTo>
                        <a:lnTo>
                          <a:pt x="356" y="86"/>
                        </a:lnTo>
                        <a:lnTo>
                          <a:pt x="365" y="86"/>
                        </a:lnTo>
                        <a:lnTo>
                          <a:pt x="373" y="86"/>
                        </a:lnTo>
                        <a:lnTo>
                          <a:pt x="383" y="87"/>
                        </a:lnTo>
                        <a:lnTo>
                          <a:pt x="391" y="87"/>
                        </a:lnTo>
                        <a:lnTo>
                          <a:pt x="399" y="88"/>
                        </a:lnTo>
                        <a:lnTo>
                          <a:pt x="409" y="88"/>
                        </a:lnTo>
                        <a:lnTo>
                          <a:pt x="417" y="89"/>
                        </a:lnTo>
                        <a:lnTo>
                          <a:pt x="427" y="89"/>
                        </a:lnTo>
                        <a:lnTo>
                          <a:pt x="435" y="91"/>
                        </a:lnTo>
                        <a:lnTo>
                          <a:pt x="443" y="91"/>
                        </a:lnTo>
                        <a:lnTo>
                          <a:pt x="453" y="92"/>
                        </a:lnTo>
                        <a:lnTo>
                          <a:pt x="461" y="92"/>
                        </a:lnTo>
                        <a:lnTo>
                          <a:pt x="469" y="93"/>
                        </a:lnTo>
                        <a:lnTo>
                          <a:pt x="478" y="94"/>
                        </a:lnTo>
                        <a:lnTo>
                          <a:pt x="487" y="95"/>
                        </a:lnTo>
                        <a:lnTo>
                          <a:pt x="496" y="97"/>
                        </a:lnTo>
                        <a:lnTo>
                          <a:pt x="503" y="97"/>
                        </a:lnTo>
                        <a:lnTo>
                          <a:pt x="512" y="98"/>
                        </a:lnTo>
                        <a:lnTo>
                          <a:pt x="520" y="99"/>
                        </a:lnTo>
                        <a:lnTo>
                          <a:pt x="529" y="100"/>
                        </a:lnTo>
                        <a:lnTo>
                          <a:pt x="537" y="101"/>
                        </a:lnTo>
                        <a:lnTo>
                          <a:pt x="545" y="104"/>
                        </a:lnTo>
                        <a:lnTo>
                          <a:pt x="555" y="104"/>
                        </a:lnTo>
                        <a:lnTo>
                          <a:pt x="563" y="106"/>
                        </a:lnTo>
                        <a:lnTo>
                          <a:pt x="571" y="107"/>
                        </a:lnTo>
                        <a:lnTo>
                          <a:pt x="580" y="110"/>
                        </a:lnTo>
                        <a:lnTo>
                          <a:pt x="589" y="111"/>
                        </a:lnTo>
                        <a:lnTo>
                          <a:pt x="605" y="25"/>
                        </a:lnTo>
                        <a:lnTo>
                          <a:pt x="594" y="23"/>
                        </a:lnTo>
                        <a:lnTo>
                          <a:pt x="586" y="22"/>
                        </a:lnTo>
                        <a:lnTo>
                          <a:pt x="576" y="21"/>
                        </a:lnTo>
                        <a:lnTo>
                          <a:pt x="568" y="18"/>
                        </a:lnTo>
                        <a:lnTo>
                          <a:pt x="558" y="18"/>
                        </a:lnTo>
                        <a:lnTo>
                          <a:pt x="550" y="16"/>
                        </a:lnTo>
                        <a:lnTo>
                          <a:pt x="541" y="15"/>
                        </a:lnTo>
                        <a:lnTo>
                          <a:pt x="532" y="14"/>
                        </a:lnTo>
                        <a:lnTo>
                          <a:pt x="523" y="12"/>
                        </a:lnTo>
                        <a:lnTo>
                          <a:pt x="513" y="11"/>
                        </a:lnTo>
                        <a:lnTo>
                          <a:pt x="505" y="10"/>
                        </a:lnTo>
                        <a:lnTo>
                          <a:pt x="496" y="9"/>
                        </a:lnTo>
                        <a:lnTo>
                          <a:pt x="487" y="8"/>
                        </a:lnTo>
                        <a:lnTo>
                          <a:pt x="478" y="8"/>
                        </a:lnTo>
                        <a:lnTo>
                          <a:pt x="468" y="6"/>
                        </a:lnTo>
                        <a:lnTo>
                          <a:pt x="460" y="5"/>
                        </a:lnTo>
                        <a:lnTo>
                          <a:pt x="450" y="4"/>
                        </a:lnTo>
                        <a:lnTo>
                          <a:pt x="441" y="4"/>
                        </a:lnTo>
                        <a:lnTo>
                          <a:pt x="431" y="3"/>
                        </a:lnTo>
                        <a:lnTo>
                          <a:pt x="423" y="3"/>
                        </a:lnTo>
                        <a:lnTo>
                          <a:pt x="414" y="2"/>
                        </a:lnTo>
                        <a:lnTo>
                          <a:pt x="404" y="2"/>
                        </a:lnTo>
                        <a:lnTo>
                          <a:pt x="395" y="0"/>
                        </a:lnTo>
                        <a:lnTo>
                          <a:pt x="386" y="0"/>
                        </a:lnTo>
                        <a:lnTo>
                          <a:pt x="377" y="0"/>
                        </a:lnTo>
                        <a:lnTo>
                          <a:pt x="369" y="0"/>
                        </a:lnTo>
                        <a:lnTo>
                          <a:pt x="359" y="0"/>
                        </a:lnTo>
                        <a:lnTo>
                          <a:pt x="350" y="0"/>
                        </a:lnTo>
                        <a:lnTo>
                          <a:pt x="340" y="0"/>
                        </a:lnTo>
                        <a:lnTo>
                          <a:pt x="331" y="0"/>
                        </a:lnTo>
                        <a:lnTo>
                          <a:pt x="321" y="0"/>
                        </a:lnTo>
                        <a:lnTo>
                          <a:pt x="312" y="0"/>
                        </a:lnTo>
                        <a:lnTo>
                          <a:pt x="302" y="0"/>
                        </a:lnTo>
                        <a:lnTo>
                          <a:pt x="293" y="0"/>
                        </a:lnTo>
                        <a:lnTo>
                          <a:pt x="283" y="0"/>
                        </a:lnTo>
                        <a:lnTo>
                          <a:pt x="274" y="0"/>
                        </a:lnTo>
                        <a:lnTo>
                          <a:pt x="264" y="0"/>
                        </a:lnTo>
                        <a:lnTo>
                          <a:pt x="255" y="2"/>
                        </a:lnTo>
                        <a:lnTo>
                          <a:pt x="245" y="2"/>
                        </a:lnTo>
                        <a:lnTo>
                          <a:pt x="236" y="3"/>
                        </a:lnTo>
                        <a:lnTo>
                          <a:pt x="226" y="3"/>
                        </a:lnTo>
                        <a:lnTo>
                          <a:pt x="217" y="4"/>
                        </a:lnTo>
                        <a:lnTo>
                          <a:pt x="207" y="5"/>
                        </a:lnTo>
                        <a:lnTo>
                          <a:pt x="197" y="5"/>
                        </a:lnTo>
                        <a:lnTo>
                          <a:pt x="187" y="6"/>
                        </a:lnTo>
                        <a:lnTo>
                          <a:pt x="178" y="8"/>
                        </a:lnTo>
                        <a:lnTo>
                          <a:pt x="168" y="8"/>
                        </a:lnTo>
                        <a:lnTo>
                          <a:pt x="159" y="10"/>
                        </a:lnTo>
                        <a:lnTo>
                          <a:pt x="149" y="10"/>
                        </a:lnTo>
                        <a:lnTo>
                          <a:pt x="138" y="11"/>
                        </a:lnTo>
                        <a:lnTo>
                          <a:pt x="128" y="14"/>
                        </a:lnTo>
                        <a:lnTo>
                          <a:pt x="118" y="14"/>
                        </a:lnTo>
                        <a:lnTo>
                          <a:pt x="109" y="16"/>
                        </a:lnTo>
                        <a:lnTo>
                          <a:pt x="99" y="17"/>
                        </a:lnTo>
                        <a:lnTo>
                          <a:pt x="89" y="18"/>
                        </a:lnTo>
                        <a:lnTo>
                          <a:pt x="80" y="19"/>
                        </a:lnTo>
                        <a:lnTo>
                          <a:pt x="70" y="21"/>
                        </a:lnTo>
                        <a:lnTo>
                          <a:pt x="60" y="23"/>
                        </a:lnTo>
                        <a:lnTo>
                          <a:pt x="49" y="24"/>
                        </a:lnTo>
                        <a:lnTo>
                          <a:pt x="40" y="25"/>
                        </a:lnTo>
                        <a:lnTo>
                          <a:pt x="29" y="28"/>
                        </a:lnTo>
                        <a:lnTo>
                          <a:pt x="20" y="29"/>
                        </a:lnTo>
                        <a:lnTo>
                          <a:pt x="9" y="31"/>
                        </a:lnTo>
                        <a:lnTo>
                          <a:pt x="0" y="3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58" name="Freeform 158"/>
                  <p:cNvSpPr/>
                  <p:nvPr/>
                </p:nvSpPr>
                <p:spPr bwMode="auto">
                  <a:xfrm>
                    <a:off x="5338" y="1833"/>
                    <a:ext cx="380" cy="33"/>
                  </a:xfrm>
                  <a:custGeom>
                    <a:avLst/>
                    <a:gdLst>
                      <a:gd name="T0" fmla="*/ 0 w 1140"/>
                      <a:gd name="T1" fmla="*/ 0 h 99"/>
                      <a:gd name="T2" fmla="*/ 0 w 1140"/>
                      <a:gd name="T3" fmla="*/ 0 h 99"/>
                      <a:gd name="T4" fmla="*/ 0 w 1140"/>
                      <a:gd name="T5" fmla="*/ 0 h 99"/>
                      <a:gd name="T6" fmla="*/ 0 w 1140"/>
                      <a:gd name="T7" fmla="*/ 0 h 99"/>
                      <a:gd name="T8" fmla="*/ 0 w 1140"/>
                      <a:gd name="T9" fmla="*/ 0 h 99"/>
                      <a:gd name="T10" fmla="*/ 0 w 1140"/>
                      <a:gd name="T11" fmla="*/ 0 h 99"/>
                      <a:gd name="T12" fmla="*/ 0 w 1140"/>
                      <a:gd name="T13" fmla="*/ 0 h 99"/>
                      <a:gd name="T14" fmla="*/ 0 w 1140"/>
                      <a:gd name="T15" fmla="*/ 0 h 99"/>
                      <a:gd name="T16" fmla="*/ 0 w 1140"/>
                      <a:gd name="T17" fmla="*/ 0 h 99"/>
                      <a:gd name="T18" fmla="*/ 0 w 1140"/>
                      <a:gd name="T19" fmla="*/ 0 h 99"/>
                      <a:gd name="T20" fmla="*/ 0 w 1140"/>
                      <a:gd name="T21" fmla="*/ 0 h 99"/>
                      <a:gd name="T22" fmla="*/ 0 w 1140"/>
                      <a:gd name="T23" fmla="*/ 0 h 99"/>
                      <a:gd name="T24" fmla="*/ 0 w 1140"/>
                      <a:gd name="T25" fmla="*/ 0 h 99"/>
                      <a:gd name="T26" fmla="*/ 0 w 1140"/>
                      <a:gd name="T27" fmla="*/ 0 h 99"/>
                      <a:gd name="T28" fmla="*/ 0 w 1140"/>
                      <a:gd name="T29" fmla="*/ 0 h 99"/>
                      <a:gd name="T30" fmla="*/ 0 w 1140"/>
                      <a:gd name="T31" fmla="*/ 0 h 99"/>
                      <a:gd name="T32" fmla="*/ 0 w 1140"/>
                      <a:gd name="T33" fmla="*/ 0 h 99"/>
                      <a:gd name="T34" fmla="*/ 0 w 1140"/>
                      <a:gd name="T35" fmla="*/ 0 h 99"/>
                      <a:gd name="T36" fmla="*/ 0 w 1140"/>
                      <a:gd name="T37" fmla="*/ 0 h 99"/>
                      <a:gd name="T38" fmla="*/ 0 w 1140"/>
                      <a:gd name="T39" fmla="*/ 0 h 99"/>
                      <a:gd name="T40" fmla="*/ 0 w 1140"/>
                      <a:gd name="T41" fmla="*/ 0 h 99"/>
                      <a:gd name="T42" fmla="*/ 0 w 1140"/>
                      <a:gd name="T43" fmla="*/ 0 h 99"/>
                      <a:gd name="T44" fmla="*/ 0 w 1140"/>
                      <a:gd name="T45" fmla="*/ 0 h 99"/>
                      <a:gd name="T46" fmla="*/ 0 w 1140"/>
                      <a:gd name="T47" fmla="*/ 0 h 99"/>
                      <a:gd name="T48" fmla="*/ 0 w 1140"/>
                      <a:gd name="T49" fmla="*/ 0 h 99"/>
                      <a:gd name="T50" fmla="*/ 0 w 1140"/>
                      <a:gd name="T51" fmla="*/ 0 h 99"/>
                      <a:gd name="T52" fmla="*/ 0 w 1140"/>
                      <a:gd name="T53" fmla="*/ 0 h 99"/>
                      <a:gd name="T54" fmla="*/ 0 w 1140"/>
                      <a:gd name="T55" fmla="*/ 0 h 99"/>
                      <a:gd name="T56" fmla="*/ 0 w 1140"/>
                      <a:gd name="T57" fmla="*/ 0 h 99"/>
                      <a:gd name="T58" fmla="*/ 0 w 1140"/>
                      <a:gd name="T59" fmla="*/ 0 h 99"/>
                      <a:gd name="T60" fmla="*/ 0 w 1140"/>
                      <a:gd name="T61" fmla="*/ 0 h 99"/>
                      <a:gd name="T62" fmla="*/ 0 w 1140"/>
                      <a:gd name="T63" fmla="*/ 0 h 99"/>
                      <a:gd name="T64" fmla="*/ 0 w 1140"/>
                      <a:gd name="T65" fmla="*/ 0 h 99"/>
                      <a:gd name="T66" fmla="*/ 0 w 1140"/>
                      <a:gd name="T67" fmla="*/ 0 h 99"/>
                      <a:gd name="T68" fmla="*/ 0 w 1140"/>
                      <a:gd name="T69" fmla="*/ 0 h 99"/>
                      <a:gd name="T70" fmla="*/ 0 w 1140"/>
                      <a:gd name="T71" fmla="*/ 0 h 99"/>
                      <a:gd name="T72" fmla="*/ 0 w 1140"/>
                      <a:gd name="T73" fmla="*/ 0 h 99"/>
                      <a:gd name="T74" fmla="*/ 0 w 1140"/>
                      <a:gd name="T75" fmla="*/ 0 h 99"/>
                      <a:gd name="T76" fmla="*/ 0 w 1140"/>
                      <a:gd name="T77" fmla="*/ 0 h 99"/>
                      <a:gd name="T78" fmla="*/ 0 w 1140"/>
                      <a:gd name="T79" fmla="*/ 0 h 99"/>
                      <a:gd name="T80" fmla="*/ 0 w 1140"/>
                      <a:gd name="T81" fmla="*/ 0 h 99"/>
                      <a:gd name="T82" fmla="*/ 0 w 1140"/>
                      <a:gd name="T83" fmla="*/ 0 h 99"/>
                      <a:gd name="T84" fmla="*/ 0 w 1140"/>
                      <a:gd name="T85" fmla="*/ 0 h 99"/>
                      <a:gd name="T86" fmla="*/ 0 w 1140"/>
                      <a:gd name="T87" fmla="*/ 0 h 9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40"/>
                      <a:gd name="T133" fmla="*/ 0 h 99"/>
                      <a:gd name="T134" fmla="*/ 1140 w 1140"/>
                      <a:gd name="T135" fmla="*/ 99 h 9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40" h="99">
                        <a:moveTo>
                          <a:pt x="0" y="13"/>
                        </a:moveTo>
                        <a:lnTo>
                          <a:pt x="3" y="99"/>
                        </a:lnTo>
                        <a:lnTo>
                          <a:pt x="19" y="97"/>
                        </a:lnTo>
                        <a:lnTo>
                          <a:pt x="35" y="97"/>
                        </a:lnTo>
                        <a:lnTo>
                          <a:pt x="52" y="97"/>
                        </a:lnTo>
                        <a:lnTo>
                          <a:pt x="69" y="96"/>
                        </a:lnTo>
                        <a:lnTo>
                          <a:pt x="86" y="94"/>
                        </a:lnTo>
                        <a:lnTo>
                          <a:pt x="102" y="94"/>
                        </a:lnTo>
                        <a:lnTo>
                          <a:pt x="120" y="94"/>
                        </a:lnTo>
                        <a:lnTo>
                          <a:pt x="137" y="94"/>
                        </a:lnTo>
                        <a:lnTo>
                          <a:pt x="154" y="93"/>
                        </a:lnTo>
                        <a:lnTo>
                          <a:pt x="171" y="92"/>
                        </a:lnTo>
                        <a:lnTo>
                          <a:pt x="188" y="92"/>
                        </a:lnTo>
                        <a:lnTo>
                          <a:pt x="204" y="92"/>
                        </a:lnTo>
                        <a:lnTo>
                          <a:pt x="222" y="92"/>
                        </a:lnTo>
                        <a:lnTo>
                          <a:pt x="240" y="91"/>
                        </a:lnTo>
                        <a:lnTo>
                          <a:pt x="256" y="91"/>
                        </a:lnTo>
                        <a:lnTo>
                          <a:pt x="274" y="91"/>
                        </a:lnTo>
                        <a:lnTo>
                          <a:pt x="291" y="90"/>
                        </a:lnTo>
                        <a:lnTo>
                          <a:pt x="309" y="90"/>
                        </a:lnTo>
                        <a:lnTo>
                          <a:pt x="326" y="90"/>
                        </a:lnTo>
                        <a:lnTo>
                          <a:pt x="343" y="90"/>
                        </a:lnTo>
                        <a:lnTo>
                          <a:pt x="361" y="89"/>
                        </a:lnTo>
                        <a:lnTo>
                          <a:pt x="379" y="89"/>
                        </a:lnTo>
                        <a:lnTo>
                          <a:pt x="395" y="87"/>
                        </a:lnTo>
                        <a:lnTo>
                          <a:pt x="413" y="87"/>
                        </a:lnTo>
                        <a:lnTo>
                          <a:pt x="430" y="87"/>
                        </a:lnTo>
                        <a:lnTo>
                          <a:pt x="447" y="87"/>
                        </a:lnTo>
                        <a:lnTo>
                          <a:pt x="465" y="87"/>
                        </a:lnTo>
                        <a:lnTo>
                          <a:pt x="483" y="87"/>
                        </a:lnTo>
                        <a:lnTo>
                          <a:pt x="501" y="87"/>
                        </a:lnTo>
                        <a:lnTo>
                          <a:pt x="519" y="87"/>
                        </a:lnTo>
                        <a:lnTo>
                          <a:pt x="536" y="87"/>
                        </a:lnTo>
                        <a:lnTo>
                          <a:pt x="554" y="87"/>
                        </a:lnTo>
                        <a:lnTo>
                          <a:pt x="572" y="86"/>
                        </a:lnTo>
                        <a:lnTo>
                          <a:pt x="590" y="86"/>
                        </a:lnTo>
                        <a:lnTo>
                          <a:pt x="606" y="86"/>
                        </a:lnTo>
                        <a:lnTo>
                          <a:pt x="625" y="86"/>
                        </a:lnTo>
                        <a:lnTo>
                          <a:pt x="643" y="86"/>
                        </a:lnTo>
                        <a:lnTo>
                          <a:pt x="661" y="86"/>
                        </a:lnTo>
                        <a:lnTo>
                          <a:pt x="679" y="86"/>
                        </a:lnTo>
                        <a:lnTo>
                          <a:pt x="698" y="87"/>
                        </a:lnTo>
                        <a:lnTo>
                          <a:pt x="714" y="87"/>
                        </a:lnTo>
                        <a:lnTo>
                          <a:pt x="733" y="87"/>
                        </a:lnTo>
                        <a:lnTo>
                          <a:pt x="751" y="87"/>
                        </a:lnTo>
                        <a:lnTo>
                          <a:pt x="769" y="87"/>
                        </a:lnTo>
                        <a:lnTo>
                          <a:pt x="787" y="87"/>
                        </a:lnTo>
                        <a:lnTo>
                          <a:pt x="805" y="87"/>
                        </a:lnTo>
                        <a:lnTo>
                          <a:pt x="824" y="87"/>
                        </a:lnTo>
                        <a:lnTo>
                          <a:pt x="843" y="89"/>
                        </a:lnTo>
                        <a:lnTo>
                          <a:pt x="860" y="89"/>
                        </a:lnTo>
                        <a:lnTo>
                          <a:pt x="878" y="89"/>
                        </a:lnTo>
                        <a:lnTo>
                          <a:pt x="896" y="90"/>
                        </a:lnTo>
                        <a:lnTo>
                          <a:pt x="915" y="90"/>
                        </a:lnTo>
                        <a:lnTo>
                          <a:pt x="934" y="90"/>
                        </a:lnTo>
                        <a:lnTo>
                          <a:pt x="952" y="91"/>
                        </a:lnTo>
                        <a:lnTo>
                          <a:pt x="970" y="91"/>
                        </a:lnTo>
                        <a:lnTo>
                          <a:pt x="989" y="92"/>
                        </a:lnTo>
                        <a:lnTo>
                          <a:pt x="1006" y="92"/>
                        </a:lnTo>
                        <a:lnTo>
                          <a:pt x="1024" y="93"/>
                        </a:lnTo>
                        <a:lnTo>
                          <a:pt x="1043" y="94"/>
                        </a:lnTo>
                        <a:lnTo>
                          <a:pt x="1062" y="94"/>
                        </a:lnTo>
                        <a:lnTo>
                          <a:pt x="1080" y="96"/>
                        </a:lnTo>
                        <a:lnTo>
                          <a:pt x="1099" y="97"/>
                        </a:lnTo>
                        <a:lnTo>
                          <a:pt x="1118" y="97"/>
                        </a:lnTo>
                        <a:lnTo>
                          <a:pt x="1136" y="99"/>
                        </a:lnTo>
                        <a:lnTo>
                          <a:pt x="1140" y="13"/>
                        </a:lnTo>
                        <a:lnTo>
                          <a:pt x="1121" y="11"/>
                        </a:lnTo>
                        <a:lnTo>
                          <a:pt x="1102" y="10"/>
                        </a:lnTo>
                        <a:lnTo>
                          <a:pt x="1083" y="9"/>
                        </a:lnTo>
                        <a:lnTo>
                          <a:pt x="1066" y="9"/>
                        </a:lnTo>
                        <a:lnTo>
                          <a:pt x="1047" y="8"/>
                        </a:lnTo>
                        <a:lnTo>
                          <a:pt x="1028" y="7"/>
                        </a:lnTo>
                        <a:lnTo>
                          <a:pt x="1010" y="7"/>
                        </a:lnTo>
                        <a:lnTo>
                          <a:pt x="991" y="7"/>
                        </a:lnTo>
                        <a:lnTo>
                          <a:pt x="972" y="4"/>
                        </a:lnTo>
                        <a:lnTo>
                          <a:pt x="954" y="4"/>
                        </a:lnTo>
                        <a:lnTo>
                          <a:pt x="936" y="4"/>
                        </a:lnTo>
                        <a:lnTo>
                          <a:pt x="917" y="4"/>
                        </a:lnTo>
                        <a:lnTo>
                          <a:pt x="898" y="3"/>
                        </a:lnTo>
                        <a:lnTo>
                          <a:pt x="881" y="2"/>
                        </a:lnTo>
                        <a:lnTo>
                          <a:pt x="863" y="2"/>
                        </a:lnTo>
                        <a:lnTo>
                          <a:pt x="844" y="2"/>
                        </a:lnTo>
                        <a:lnTo>
                          <a:pt x="825" y="1"/>
                        </a:lnTo>
                        <a:lnTo>
                          <a:pt x="807" y="1"/>
                        </a:lnTo>
                        <a:lnTo>
                          <a:pt x="789" y="1"/>
                        </a:lnTo>
                        <a:lnTo>
                          <a:pt x="771" y="1"/>
                        </a:lnTo>
                        <a:lnTo>
                          <a:pt x="752" y="1"/>
                        </a:lnTo>
                        <a:lnTo>
                          <a:pt x="733" y="1"/>
                        </a:lnTo>
                        <a:lnTo>
                          <a:pt x="716" y="1"/>
                        </a:lnTo>
                        <a:lnTo>
                          <a:pt x="698" y="1"/>
                        </a:lnTo>
                        <a:lnTo>
                          <a:pt x="680" y="0"/>
                        </a:lnTo>
                        <a:lnTo>
                          <a:pt x="662" y="0"/>
                        </a:lnTo>
                        <a:lnTo>
                          <a:pt x="643" y="0"/>
                        </a:lnTo>
                        <a:lnTo>
                          <a:pt x="625" y="0"/>
                        </a:lnTo>
                        <a:lnTo>
                          <a:pt x="608" y="0"/>
                        </a:lnTo>
                        <a:lnTo>
                          <a:pt x="590" y="0"/>
                        </a:lnTo>
                        <a:lnTo>
                          <a:pt x="572" y="0"/>
                        </a:lnTo>
                        <a:lnTo>
                          <a:pt x="554" y="1"/>
                        </a:lnTo>
                        <a:lnTo>
                          <a:pt x="536" y="1"/>
                        </a:lnTo>
                        <a:lnTo>
                          <a:pt x="519" y="1"/>
                        </a:lnTo>
                        <a:lnTo>
                          <a:pt x="501" y="1"/>
                        </a:lnTo>
                        <a:lnTo>
                          <a:pt x="483" y="1"/>
                        </a:lnTo>
                        <a:lnTo>
                          <a:pt x="465" y="1"/>
                        </a:lnTo>
                        <a:lnTo>
                          <a:pt x="447" y="1"/>
                        </a:lnTo>
                        <a:lnTo>
                          <a:pt x="430" y="1"/>
                        </a:lnTo>
                        <a:lnTo>
                          <a:pt x="412" y="1"/>
                        </a:lnTo>
                        <a:lnTo>
                          <a:pt x="394" y="1"/>
                        </a:lnTo>
                        <a:lnTo>
                          <a:pt x="376" y="2"/>
                        </a:lnTo>
                        <a:lnTo>
                          <a:pt x="359" y="2"/>
                        </a:lnTo>
                        <a:lnTo>
                          <a:pt x="342" y="3"/>
                        </a:lnTo>
                        <a:lnTo>
                          <a:pt x="324" y="3"/>
                        </a:lnTo>
                        <a:lnTo>
                          <a:pt x="307" y="4"/>
                        </a:lnTo>
                        <a:lnTo>
                          <a:pt x="291" y="4"/>
                        </a:lnTo>
                        <a:lnTo>
                          <a:pt x="273" y="4"/>
                        </a:lnTo>
                        <a:lnTo>
                          <a:pt x="255" y="4"/>
                        </a:lnTo>
                        <a:lnTo>
                          <a:pt x="237" y="4"/>
                        </a:lnTo>
                        <a:lnTo>
                          <a:pt x="221" y="5"/>
                        </a:lnTo>
                        <a:lnTo>
                          <a:pt x="203" y="7"/>
                        </a:lnTo>
                        <a:lnTo>
                          <a:pt x="186" y="7"/>
                        </a:lnTo>
                        <a:lnTo>
                          <a:pt x="169" y="7"/>
                        </a:lnTo>
                        <a:lnTo>
                          <a:pt x="151" y="7"/>
                        </a:lnTo>
                        <a:lnTo>
                          <a:pt x="135" y="8"/>
                        </a:lnTo>
                        <a:lnTo>
                          <a:pt x="118" y="8"/>
                        </a:lnTo>
                        <a:lnTo>
                          <a:pt x="101" y="9"/>
                        </a:lnTo>
                        <a:lnTo>
                          <a:pt x="83" y="9"/>
                        </a:lnTo>
                        <a:lnTo>
                          <a:pt x="68" y="9"/>
                        </a:lnTo>
                        <a:lnTo>
                          <a:pt x="50" y="10"/>
                        </a:lnTo>
                        <a:lnTo>
                          <a:pt x="33" y="11"/>
                        </a:lnTo>
                        <a:lnTo>
                          <a:pt x="17" y="11"/>
                        </a:lnTo>
                        <a:lnTo>
                          <a:pt x="0" y="13"/>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59" name="Freeform 159"/>
                  <p:cNvSpPr/>
                  <p:nvPr/>
                </p:nvSpPr>
                <p:spPr bwMode="auto">
                  <a:xfrm>
                    <a:off x="5285" y="1836"/>
                    <a:ext cx="67" cy="128"/>
                  </a:xfrm>
                  <a:custGeom>
                    <a:avLst/>
                    <a:gdLst>
                      <a:gd name="T0" fmla="*/ 0 w 202"/>
                      <a:gd name="T1" fmla="*/ 0 h 383"/>
                      <a:gd name="T2" fmla="*/ 0 w 202"/>
                      <a:gd name="T3" fmla="*/ 0 h 383"/>
                      <a:gd name="T4" fmla="*/ 0 w 202"/>
                      <a:gd name="T5" fmla="*/ 0 h 383"/>
                      <a:gd name="T6" fmla="*/ 0 w 202"/>
                      <a:gd name="T7" fmla="*/ 0 h 383"/>
                      <a:gd name="T8" fmla="*/ 0 w 202"/>
                      <a:gd name="T9" fmla="*/ 0 h 383"/>
                      <a:gd name="T10" fmla="*/ 0 w 202"/>
                      <a:gd name="T11" fmla="*/ 0 h 383"/>
                      <a:gd name="T12" fmla="*/ 0 w 202"/>
                      <a:gd name="T13" fmla="*/ 0 h 383"/>
                      <a:gd name="T14" fmla="*/ 0 w 202"/>
                      <a:gd name="T15" fmla="*/ 0 h 383"/>
                      <a:gd name="T16" fmla="*/ 0 w 202"/>
                      <a:gd name="T17" fmla="*/ 0 h 383"/>
                      <a:gd name="T18" fmla="*/ 0 w 202"/>
                      <a:gd name="T19" fmla="*/ 0 h 383"/>
                      <a:gd name="T20" fmla="*/ 0 w 202"/>
                      <a:gd name="T21" fmla="*/ 0 h 383"/>
                      <a:gd name="T22" fmla="*/ 0 w 202"/>
                      <a:gd name="T23" fmla="*/ 0 h 383"/>
                      <a:gd name="T24" fmla="*/ 0 w 202"/>
                      <a:gd name="T25" fmla="*/ 0 h 383"/>
                      <a:gd name="T26" fmla="*/ 0 w 202"/>
                      <a:gd name="T27" fmla="*/ 0 h 383"/>
                      <a:gd name="T28" fmla="*/ 0 w 202"/>
                      <a:gd name="T29" fmla="*/ 0 h 383"/>
                      <a:gd name="T30" fmla="*/ 0 w 202"/>
                      <a:gd name="T31" fmla="*/ 0 h 383"/>
                      <a:gd name="T32" fmla="*/ 0 w 202"/>
                      <a:gd name="T33" fmla="*/ 0 h 383"/>
                      <a:gd name="T34" fmla="*/ 0 w 202"/>
                      <a:gd name="T35" fmla="*/ 0 h 383"/>
                      <a:gd name="T36" fmla="*/ 0 w 202"/>
                      <a:gd name="T37" fmla="*/ 0 h 383"/>
                      <a:gd name="T38" fmla="*/ 0 w 202"/>
                      <a:gd name="T39" fmla="*/ 0 h 383"/>
                      <a:gd name="T40" fmla="*/ 0 w 202"/>
                      <a:gd name="T41" fmla="*/ 0 h 383"/>
                      <a:gd name="T42" fmla="*/ 0 w 202"/>
                      <a:gd name="T43" fmla="*/ 0 h 383"/>
                      <a:gd name="T44" fmla="*/ 0 w 202"/>
                      <a:gd name="T45" fmla="*/ 0 h 383"/>
                      <a:gd name="T46" fmla="*/ 0 w 202"/>
                      <a:gd name="T47" fmla="*/ 0 h 383"/>
                      <a:gd name="T48" fmla="*/ 0 w 202"/>
                      <a:gd name="T49" fmla="*/ 0 h 383"/>
                      <a:gd name="T50" fmla="*/ 0 w 202"/>
                      <a:gd name="T51" fmla="*/ 0 h 383"/>
                      <a:gd name="T52" fmla="*/ 0 w 202"/>
                      <a:gd name="T53" fmla="*/ 0 h 383"/>
                      <a:gd name="T54" fmla="*/ 0 w 202"/>
                      <a:gd name="T55" fmla="*/ 0 h 383"/>
                      <a:gd name="T56" fmla="*/ 0 w 202"/>
                      <a:gd name="T57" fmla="*/ 0 h 383"/>
                      <a:gd name="T58" fmla="*/ 0 w 202"/>
                      <a:gd name="T59" fmla="*/ 0 h 383"/>
                      <a:gd name="T60" fmla="*/ 0 w 202"/>
                      <a:gd name="T61" fmla="*/ 0 h 383"/>
                      <a:gd name="T62" fmla="*/ 0 w 202"/>
                      <a:gd name="T63" fmla="*/ 0 h 383"/>
                      <a:gd name="T64" fmla="*/ 0 w 202"/>
                      <a:gd name="T65" fmla="*/ 0 h 383"/>
                      <a:gd name="T66" fmla="*/ 0 w 202"/>
                      <a:gd name="T67" fmla="*/ 0 h 383"/>
                      <a:gd name="T68" fmla="*/ 0 w 202"/>
                      <a:gd name="T69" fmla="*/ 0 h 383"/>
                      <a:gd name="T70" fmla="*/ 0 w 202"/>
                      <a:gd name="T71" fmla="*/ 0 h 383"/>
                      <a:gd name="T72" fmla="*/ 0 w 202"/>
                      <a:gd name="T73" fmla="*/ 0 h 383"/>
                      <a:gd name="T74" fmla="*/ 0 w 202"/>
                      <a:gd name="T75" fmla="*/ 0 h 383"/>
                      <a:gd name="T76" fmla="*/ 0 w 202"/>
                      <a:gd name="T77" fmla="*/ 0 h 383"/>
                      <a:gd name="T78" fmla="*/ 0 w 202"/>
                      <a:gd name="T79" fmla="*/ 0 h 383"/>
                      <a:gd name="T80" fmla="*/ 0 w 202"/>
                      <a:gd name="T81" fmla="*/ 0 h 383"/>
                      <a:gd name="T82" fmla="*/ 0 w 202"/>
                      <a:gd name="T83" fmla="*/ 0 h 383"/>
                      <a:gd name="T84" fmla="*/ 0 w 202"/>
                      <a:gd name="T85" fmla="*/ 0 h 383"/>
                      <a:gd name="T86" fmla="*/ 0 w 202"/>
                      <a:gd name="T87" fmla="*/ 0 h 38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2"/>
                      <a:gd name="T133" fmla="*/ 0 h 383"/>
                      <a:gd name="T134" fmla="*/ 202 w 202"/>
                      <a:gd name="T135" fmla="*/ 383 h 38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2" h="383">
                        <a:moveTo>
                          <a:pt x="109" y="6"/>
                        </a:moveTo>
                        <a:lnTo>
                          <a:pt x="104" y="13"/>
                        </a:lnTo>
                        <a:lnTo>
                          <a:pt x="101" y="20"/>
                        </a:lnTo>
                        <a:lnTo>
                          <a:pt x="98" y="27"/>
                        </a:lnTo>
                        <a:lnTo>
                          <a:pt x="96" y="34"/>
                        </a:lnTo>
                        <a:lnTo>
                          <a:pt x="94" y="42"/>
                        </a:lnTo>
                        <a:lnTo>
                          <a:pt x="90" y="49"/>
                        </a:lnTo>
                        <a:lnTo>
                          <a:pt x="88" y="56"/>
                        </a:lnTo>
                        <a:lnTo>
                          <a:pt x="85" y="63"/>
                        </a:lnTo>
                        <a:lnTo>
                          <a:pt x="82" y="69"/>
                        </a:lnTo>
                        <a:lnTo>
                          <a:pt x="79" y="76"/>
                        </a:lnTo>
                        <a:lnTo>
                          <a:pt x="77" y="82"/>
                        </a:lnTo>
                        <a:lnTo>
                          <a:pt x="75" y="88"/>
                        </a:lnTo>
                        <a:lnTo>
                          <a:pt x="72" y="95"/>
                        </a:lnTo>
                        <a:lnTo>
                          <a:pt x="70" y="101"/>
                        </a:lnTo>
                        <a:lnTo>
                          <a:pt x="68" y="108"/>
                        </a:lnTo>
                        <a:lnTo>
                          <a:pt x="65" y="114"/>
                        </a:lnTo>
                        <a:lnTo>
                          <a:pt x="63" y="121"/>
                        </a:lnTo>
                        <a:lnTo>
                          <a:pt x="61" y="126"/>
                        </a:lnTo>
                        <a:lnTo>
                          <a:pt x="58" y="133"/>
                        </a:lnTo>
                        <a:lnTo>
                          <a:pt x="56" y="139"/>
                        </a:lnTo>
                        <a:lnTo>
                          <a:pt x="53" y="145"/>
                        </a:lnTo>
                        <a:lnTo>
                          <a:pt x="52" y="152"/>
                        </a:lnTo>
                        <a:lnTo>
                          <a:pt x="50" y="157"/>
                        </a:lnTo>
                        <a:lnTo>
                          <a:pt x="49" y="164"/>
                        </a:lnTo>
                        <a:lnTo>
                          <a:pt x="46" y="170"/>
                        </a:lnTo>
                        <a:lnTo>
                          <a:pt x="45" y="175"/>
                        </a:lnTo>
                        <a:lnTo>
                          <a:pt x="43" y="180"/>
                        </a:lnTo>
                        <a:lnTo>
                          <a:pt x="42" y="186"/>
                        </a:lnTo>
                        <a:lnTo>
                          <a:pt x="39" y="192"/>
                        </a:lnTo>
                        <a:lnTo>
                          <a:pt x="38" y="198"/>
                        </a:lnTo>
                        <a:lnTo>
                          <a:pt x="37" y="204"/>
                        </a:lnTo>
                        <a:lnTo>
                          <a:pt x="36" y="210"/>
                        </a:lnTo>
                        <a:lnTo>
                          <a:pt x="33" y="215"/>
                        </a:lnTo>
                        <a:lnTo>
                          <a:pt x="32" y="221"/>
                        </a:lnTo>
                        <a:lnTo>
                          <a:pt x="31" y="226"/>
                        </a:lnTo>
                        <a:lnTo>
                          <a:pt x="28" y="232"/>
                        </a:lnTo>
                        <a:lnTo>
                          <a:pt x="28" y="237"/>
                        </a:lnTo>
                        <a:lnTo>
                          <a:pt x="26" y="243"/>
                        </a:lnTo>
                        <a:lnTo>
                          <a:pt x="25" y="248"/>
                        </a:lnTo>
                        <a:lnTo>
                          <a:pt x="23" y="253"/>
                        </a:lnTo>
                        <a:lnTo>
                          <a:pt x="21" y="259"/>
                        </a:lnTo>
                        <a:lnTo>
                          <a:pt x="20" y="264"/>
                        </a:lnTo>
                        <a:lnTo>
                          <a:pt x="20" y="269"/>
                        </a:lnTo>
                        <a:lnTo>
                          <a:pt x="18" y="275"/>
                        </a:lnTo>
                        <a:lnTo>
                          <a:pt x="18" y="281"/>
                        </a:lnTo>
                        <a:lnTo>
                          <a:pt x="15" y="286"/>
                        </a:lnTo>
                        <a:lnTo>
                          <a:pt x="15" y="291"/>
                        </a:lnTo>
                        <a:lnTo>
                          <a:pt x="14" y="297"/>
                        </a:lnTo>
                        <a:lnTo>
                          <a:pt x="13" y="302"/>
                        </a:lnTo>
                        <a:lnTo>
                          <a:pt x="12" y="307"/>
                        </a:lnTo>
                        <a:lnTo>
                          <a:pt x="11" y="312"/>
                        </a:lnTo>
                        <a:lnTo>
                          <a:pt x="11" y="319"/>
                        </a:lnTo>
                        <a:lnTo>
                          <a:pt x="8" y="324"/>
                        </a:lnTo>
                        <a:lnTo>
                          <a:pt x="7" y="329"/>
                        </a:lnTo>
                        <a:lnTo>
                          <a:pt x="7" y="334"/>
                        </a:lnTo>
                        <a:lnTo>
                          <a:pt x="7" y="340"/>
                        </a:lnTo>
                        <a:lnTo>
                          <a:pt x="5" y="345"/>
                        </a:lnTo>
                        <a:lnTo>
                          <a:pt x="5" y="350"/>
                        </a:lnTo>
                        <a:lnTo>
                          <a:pt x="5" y="356"/>
                        </a:lnTo>
                        <a:lnTo>
                          <a:pt x="4" y="362"/>
                        </a:lnTo>
                        <a:lnTo>
                          <a:pt x="2" y="367"/>
                        </a:lnTo>
                        <a:lnTo>
                          <a:pt x="2" y="372"/>
                        </a:lnTo>
                        <a:lnTo>
                          <a:pt x="1" y="378"/>
                        </a:lnTo>
                        <a:lnTo>
                          <a:pt x="0" y="383"/>
                        </a:lnTo>
                        <a:lnTo>
                          <a:pt x="93" y="383"/>
                        </a:lnTo>
                        <a:lnTo>
                          <a:pt x="93" y="378"/>
                        </a:lnTo>
                        <a:lnTo>
                          <a:pt x="94" y="372"/>
                        </a:lnTo>
                        <a:lnTo>
                          <a:pt x="94" y="367"/>
                        </a:lnTo>
                        <a:lnTo>
                          <a:pt x="95" y="362"/>
                        </a:lnTo>
                        <a:lnTo>
                          <a:pt x="96" y="357"/>
                        </a:lnTo>
                        <a:lnTo>
                          <a:pt x="96" y="351"/>
                        </a:lnTo>
                        <a:lnTo>
                          <a:pt x="98" y="347"/>
                        </a:lnTo>
                        <a:lnTo>
                          <a:pt x="98" y="342"/>
                        </a:lnTo>
                        <a:lnTo>
                          <a:pt x="100" y="336"/>
                        </a:lnTo>
                        <a:lnTo>
                          <a:pt x="101" y="331"/>
                        </a:lnTo>
                        <a:lnTo>
                          <a:pt x="101" y="325"/>
                        </a:lnTo>
                        <a:lnTo>
                          <a:pt x="103" y="321"/>
                        </a:lnTo>
                        <a:lnTo>
                          <a:pt x="104" y="315"/>
                        </a:lnTo>
                        <a:lnTo>
                          <a:pt x="107" y="310"/>
                        </a:lnTo>
                        <a:lnTo>
                          <a:pt x="107" y="304"/>
                        </a:lnTo>
                        <a:lnTo>
                          <a:pt x="109" y="299"/>
                        </a:lnTo>
                        <a:lnTo>
                          <a:pt x="109" y="293"/>
                        </a:lnTo>
                        <a:lnTo>
                          <a:pt x="112" y="288"/>
                        </a:lnTo>
                        <a:lnTo>
                          <a:pt x="113" y="284"/>
                        </a:lnTo>
                        <a:lnTo>
                          <a:pt x="114" y="278"/>
                        </a:lnTo>
                        <a:lnTo>
                          <a:pt x="116" y="272"/>
                        </a:lnTo>
                        <a:lnTo>
                          <a:pt x="117" y="266"/>
                        </a:lnTo>
                        <a:lnTo>
                          <a:pt x="119" y="261"/>
                        </a:lnTo>
                        <a:lnTo>
                          <a:pt x="121" y="255"/>
                        </a:lnTo>
                        <a:lnTo>
                          <a:pt x="122" y="249"/>
                        </a:lnTo>
                        <a:lnTo>
                          <a:pt x="125" y="243"/>
                        </a:lnTo>
                        <a:lnTo>
                          <a:pt x="126" y="237"/>
                        </a:lnTo>
                        <a:lnTo>
                          <a:pt x="127" y="233"/>
                        </a:lnTo>
                        <a:lnTo>
                          <a:pt x="129" y="227"/>
                        </a:lnTo>
                        <a:lnTo>
                          <a:pt x="132" y="221"/>
                        </a:lnTo>
                        <a:lnTo>
                          <a:pt x="133" y="215"/>
                        </a:lnTo>
                        <a:lnTo>
                          <a:pt x="134" y="209"/>
                        </a:lnTo>
                        <a:lnTo>
                          <a:pt x="136" y="203"/>
                        </a:lnTo>
                        <a:lnTo>
                          <a:pt x="138" y="197"/>
                        </a:lnTo>
                        <a:lnTo>
                          <a:pt x="140" y="190"/>
                        </a:lnTo>
                        <a:lnTo>
                          <a:pt x="142" y="185"/>
                        </a:lnTo>
                        <a:lnTo>
                          <a:pt x="144" y="178"/>
                        </a:lnTo>
                        <a:lnTo>
                          <a:pt x="145" y="172"/>
                        </a:lnTo>
                        <a:lnTo>
                          <a:pt x="147" y="166"/>
                        </a:lnTo>
                        <a:lnTo>
                          <a:pt x="150" y="160"/>
                        </a:lnTo>
                        <a:lnTo>
                          <a:pt x="152" y="154"/>
                        </a:lnTo>
                        <a:lnTo>
                          <a:pt x="153" y="147"/>
                        </a:lnTo>
                        <a:lnTo>
                          <a:pt x="155" y="141"/>
                        </a:lnTo>
                        <a:lnTo>
                          <a:pt x="158" y="134"/>
                        </a:lnTo>
                        <a:lnTo>
                          <a:pt x="159" y="128"/>
                        </a:lnTo>
                        <a:lnTo>
                          <a:pt x="163" y="121"/>
                        </a:lnTo>
                        <a:lnTo>
                          <a:pt x="164" y="116"/>
                        </a:lnTo>
                        <a:lnTo>
                          <a:pt x="166" y="109"/>
                        </a:lnTo>
                        <a:lnTo>
                          <a:pt x="168" y="103"/>
                        </a:lnTo>
                        <a:lnTo>
                          <a:pt x="171" y="96"/>
                        </a:lnTo>
                        <a:lnTo>
                          <a:pt x="172" y="89"/>
                        </a:lnTo>
                        <a:lnTo>
                          <a:pt x="174" y="83"/>
                        </a:lnTo>
                        <a:lnTo>
                          <a:pt x="177" y="76"/>
                        </a:lnTo>
                        <a:lnTo>
                          <a:pt x="179" y="70"/>
                        </a:lnTo>
                        <a:lnTo>
                          <a:pt x="182" y="63"/>
                        </a:lnTo>
                        <a:lnTo>
                          <a:pt x="184" y="56"/>
                        </a:lnTo>
                        <a:lnTo>
                          <a:pt x="185" y="49"/>
                        </a:lnTo>
                        <a:lnTo>
                          <a:pt x="187" y="43"/>
                        </a:lnTo>
                        <a:lnTo>
                          <a:pt x="190" y="36"/>
                        </a:lnTo>
                        <a:lnTo>
                          <a:pt x="192" y="29"/>
                        </a:lnTo>
                        <a:lnTo>
                          <a:pt x="195" y="21"/>
                        </a:lnTo>
                        <a:lnTo>
                          <a:pt x="197" y="15"/>
                        </a:lnTo>
                        <a:lnTo>
                          <a:pt x="198" y="7"/>
                        </a:lnTo>
                        <a:lnTo>
                          <a:pt x="202" y="0"/>
                        </a:lnTo>
                        <a:lnTo>
                          <a:pt x="109" y="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0" name="Freeform 160"/>
                  <p:cNvSpPr/>
                  <p:nvPr/>
                </p:nvSpPr>
                <p:spPr bwMode="auto">
                  <a:xfrm>
                    <a:off x="5695" y="1837"/>
                    <a:ext cx="64" cy="124"/>
                  </a:xfrm>
                  <a:custGeom>
                    <a:avLst/>
                    <a:gdLst>
                      <a:gd name="T0" fmla="*/ 0 w 193"/>
                      <a:gd name="T1" fmla="*/ 0 h 372"/>
                      <a:gd name="T2" fmla="*/ 0 w 193"/>
                      <a:gd name="T3" fmla="*/ 0 h 372"/>
                      <a:gd name="T4" fmla="*/ 0 w 193"/>
                      <a:gd name="T5" fmla="*/ 0 h 372"/>
                      <a:gd name="T6" fmla="*/ 0 w 193"/>
                      <a:gd name="T7" fmla="*/ 0 h 372"/>
                      <a:gd name="T8" fmla="*/ 0 w 193"/>
                      <a:gd name="T9" fmla="*/ 0 h 372"/>
                      <a:gd name="T10" fmla="*/ 0 w 193"/>
                      <a:gd name="T11" fmla="*/ 0 h 372"/>
                      <a:gd name="T12" fmla="*/ 0 w 193"/>
                      <a:gd name="T13" fmla="*/ 0 h 372"/>
                      <a:gd name="T14" fmla="*/ 0 w 193"/>
                      <a:gd name="T15" fmla="*/ 0 h 372"/>
                      <a:gd name="T16" fmla="*/ 0 w 193"/>
                      <a:gd name="T17" fmla="*/ 0 h 372"/>
                      <a:gd name="T18" fmla="*/ 0 w 193"/>
                      <a:gd name="T19" fmla="*/ 0 h 372"/>
                      <a:gd name="T20" fmla="*/ 0 w 193"/>
                      <a:gd name="T21" fmla="*/ 0 h 372"/>
                      <a:gd name="T22" fmla="*/ 0 w 193"/>
                      <a:gd name="T23" fmla="*/ 0 h 372"/>
                      <a:gd name="T24" fmla="*/ 0 w 193"/>
                      <a:gd name="T25" fmla="*/ 0 h 372"/>
                      <a:gd name="T26" fmla="*/ 0 w 193"/>
                      <a:gd name="T27" fmla="*/ 0 h 372"/>
                      <a:gd name="T28" fmla="*/ 0 w 193"/>
                      <a:gd name="T29" fmla="*/ 0 h 372"/>
                      <a:gd name="T30" fmla="*/ 0 w 193"/>
                      <a:gd name="T31" fmla="*/ 0 h 372"/>
                      <a:gd name="T32" fmla="*/ 0 w 193"/>
                      <a:gd name="T33" fmla="*/ 0 h 372"/>
                      <a:gd name="T34" fmla="*/ 0 w 193"/>
                      <a:gd name="T35" fmla="*/ 0 h 372"/>
                      <a:gd name="T36" fmla="*/ 0 w 193"/>
                      <a:gd name="T37" fmla="*/ 0 h 372"/>
                      <a:gd name="T38" fmla="*/ 0 w 193"/>
                      <a:gd name="T39" fmla="*/ 0 h 372"/>
                      <a:gd name="T40" fmla="*/ 0 w 193"/>
                      <a:gd name="T41" fmla="*/ 0 h 372"/>
                      <a:gd name="T42" fmla="*/ 0 w 193"/>
                      <a:gd name="T43" fmla="*/ 0 h 372"/>
                      <a:gd name="T44" fmla="*/ 0 w 193"/>
                      <a:gd name="T45" fmla="*/ 0 h 372"/>
                      <a:gd name="T46" fmla="*/ 0 w 193"/>
                      <a:gd name="T47" fmla="*/ 0 h 372"/>
                      <a:gd name="T48" fmla="*/ 0 w 193"/>
                      <a:gd name="T49" fmla="*/ 0 h 372"/>
                      <a:gd name="T50" fmla="*/ 0 w 193"/>
                      <a:gd name="T51" fmla="*/ 0 h 372"/>
                      <a:gd name="T52" fmla="*/ 0 w 193"/>
                      <a:gd name="T53" fmla="*/ 0 h 372"/>
                      <a:gd name="T54" fmla="*/ 0 w 193"/>
                      <a:gd name="T55" fmla="*/ 0 h 372"/>
                      <a:gd name="T56" fmla="*/ 0 w 193"/>
                      <a:gd name="T57" fmla="*/ 0 h 372"/>
                      <a:gd name="T58" fmla="*/ 0 w 193"/>
                      <a:gd name="T59" fmla="*/ 0 h 372"/>
                      <a:gd name="T60" fmla="*/ 0 w 193"/>
                      <a:gd name="T61" fmla="*/ 0 h 372"/>
                      <a:gd name="T62" fmla="*/ 0 w 193"/>
                      <a:gd name="T63" fmla="*/ 0 h 372"/>
                      <a:gd name="T64" fmla="*/ 0 w 193"/>
                      <a:gd name="T65" fmla="*/ 0 h 372"/>
                      <a:gd name="T66" fmla="*/ 0 w 193"/>
                      <a:gd name="T67" fmla="*/ 0 h 372"/>
                      <a:gd name="T68" fmla="*/ 0 w 193"/>
                      <a:gd name="T69" fmla="*/ 0 h 372"/>
                      <a:gd name="T70" fmla="*/ 0 w 193"/>
                      <a:gd name="T71" fmla="*/ 0 h 372"/>
                      <a:gd name="T72" fmla="*/ 0 w 193"/>
                      <a:gd name="T73" fmla="*/ 0 h 372"/>
                      <a:gd name="T74" fmla="*/ 0 w 193"/>
                      <a:gd name="T75" fmla="*/ 0 h 372"/>
                      <a:gd name="T76" fmla="*/ 0 w 193"/>
                      <a:gd name="T77" fmla="*/ 0 h 372"/>
                      <a:gd name="T78" fmla="*/ 0 w 193"/>
                      <a:gd name="T79" fmla="*/ 0 h 372"/>
                      <a:gd name="T80" fmla="*/ 0 w 193"/>
                      <a:gd name="T81" fmla="*/ 0 h 372"/>
                      <a:gd name="T82" fmla="*/ 0 w 193"/>
                      <a:gd name="T83" fmla="*/ 0 h 372"/>
                      <a:gd name="T84" fmla="*/ 0 w 193"/>
                      <a:gd name="T85" fmla="*/ 0 h 372"/>
                      <a:gd name="T86" fmla="*/ 0 w 193"/>
                      <a:gd name="T87" fmla="*/ 0 h 3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
                      <a:gd name="T133" fmla="*/ 0 h 372"/>
                      <a:gd name="T134" fmla="*/ 193 w 193"/>
                      <a:gd name="T135" fmla="*/ 372 h 3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 h="372">
                        <a:moveTo>
                          <a:pt x="74" y="0"/>
                        </a:moveTo>
                        <a:lnTo>
                          <a:pt x="0" y="49"/>
                        </a:lnTo>
                        <a:lnTo>
                          <a:pt x="3" y="54"/>
                        </a:lnTo>
                        <a:lnTo>
                          <a:pt x="5" y="60"/>
                        </a:lnTo>
                        <a:lnTo>
                          <a:pt x="9" y="66"/>
                        </a:lnTo>
                        <a:lnTo>
                          <a:pt x="11" y="72"/>
                        </a:lnTo>
                        <a:lnTo>
                          <a:pt x="15" y="76"/>
                        </a:lnTo>
                        <a:lnTo>
                          <a:pt x="17" y="82"/>
                        </a:lnTo>
                        <a:lnTo>
                          <a:pt x="21" y="88"/>
                        </a:lnTo>
                        <a:lnTo>
                          <a:pt x="23" y="94"/>
                        </a:lnTo>
                        <a:lnTo>
                          <a:pt x="25" y="99"/>
                        </a:lnTo>
                        <a:lnTo>
                          <a:pt x="28" y="104"/>
                        </a:lnTo>
                        <a:lnTo>
                          <a:pt x="30" y="110"/>
                        </a:lnTo>
                        <a:lnTo>
                          <a:pt x="34" y="114"/>
                        </a:lnTo>
                        <a:lnTo>
                          <a:pt x="36" y="120"/>
                        </a:lnTo>
                        <a:lnTo>
                          <a:pt x="38" y="126"/>
                        </a:lnTo>
                        <a:lnTo>
                          <a:pt x="41" y="131"/>
                        </a:lnTo>
                        <a:lnTo>
                          <a:pt x="43" y="137"/>
                        </a:lnTo>
                        <a:lnTo>
                          <a:pt x="45" y="142"/>
                        </a:lnTo>
                        <a:lnTo>
                          <a:pt x="48" y="148"/>
                        </a:lnTo>
                        <a:lnTo>
                          <a:pt x="50" y="152"/>
                        </a:lnTo>
                        <a:lnTo>
                          <a:pt x="53" y="157"/>
                        </a:lnTo>
                        <a:lnTo>
                          <a:pt x="54" y="162"/>
                        </a:lnTo>
                        <a:lnTo>
                          <a:pt x="56" y="168"/>
                        </a:lnTo>
                        <a:lnTo>
                          <a:pt x="59" y="173"/>
                        </a:lnTo>
                        <a:lnTo>
                          <a:pt x="61" y="178"/>
                        </a:lnTo>
                        <a:lnTo>
                          <a:pt x="63" y="183"/>
                        </a:lnTo>
                        <a:lnTo>
                          <a:pt x="64" y="188"/>
                        </a:lnTo>
                        <a:lnTo>
                          <a:pt x="66" y="194"/>
                        </a:lnTo>
                        <a:lnTo>
                          <a:pt x="68" y="199"/>
                        </a:lnTo>
                        <a:lnTo>
                          <a:pt x="70" y="203"/>
                        </a:lnTo>
                        <a:lnTo>
                          <a:pt x="72" y="209"/>
                        </a:lnTo>
                        <a:lnTo>
                          <a:pt x="74" y="214"/>
                        </a:lnTo>
                        <a:lnTo>
                          <a:pt x="76" y="220"/>
                        </a:lnTo>
                        <a:lnTo>
                          <a:pt x="78" y="225"/>
                        </a:lnTo>
                        <a:lnTo>
                          <a:pt x="79" y="230"/>
                        </a:lnTo>
                        <a:lnTo>
                          <a:pt x="80" y="234"/>
                        </a:lnTo>
                        <a:lnTo>
                          <a:pt x="81" y="239"/>
                        </a:lnTo>
                        <a:lnTo>
                          <a:pt x="83" y="244"/>
                        </a:lnTo>
                        <a:lnTo>
                          <a:pt x="85" y="248"/>
                        </a:lnTo>
                        <a:lnTo>
                          <a:pt x="86" y="253"/>
                        </a:lnTo>
                        <a:lnTo>
                          <a:pt x="87" y="259"/>
                        </a:lnTo>
                        <a:lnTo>
                          <a:pt x="89" y="264"/>
                        </a:lnTo>
                        <a:lnTo>
                          <a:pt x="89" y="269"/>
                        </a:lnTo>
                        <a:lnTo>
                          <a:pt x="92" y="273"/>
                        </a:lnTo>
                        <a:lnTo>
                          <a:pt x="92" y="278"/>
                        </a:lnTo>
                        <a:lnTo>
                          <a:pt x="93" y="283"/>
                        </a:lnTo>
                        <a:lnTo>
                          <a:pt x="94" y="288"/>
                        </a:lnTo>
                        <a:lnTo>
                          <a:pt x="95" y="292"/>
                        </a:lnTo>
                        <a:lnTo>
                          <a:pt x="97" y="297"/>
                        </a:lnTo>
                        <a:lnTo>
                          <a:pt x="97" y="302"/>
                        </a:lnTo>
                        <a:lnTo>
                          <a:pt x="98" y="307"/>
                        </a:lnTo>
                        <a:lnTo>
                          <a:pt x="99" y="311"/>
                        </a:lnTo>
                        <a:lnTo>
                          <a:pt x="99" y="316"/>
                        </a:lnTo>
                        <a:lnTo>
                          <a:pt x="100" y="320"/>
                        </a:lnTo>
                        <a:lnTo>
                          <a:pt x="101" y="324"/>
                        </a:lnTo>
                        <a:lnTo>
                          <a:pt x="101" y="329"/>
                        </a:lnTo>
                        <a:lnTo>
                          <a:pt x="102" y="335"/>
                        </a:lnTo>
                        <a:lnTo>
                          <a:pt x="102" y="339"/>
                        </a:lnTo>
                        <a:lnTo>
                          <a:pt x="104" y="343"/>
                        </a:lnTo>
                        <a:lnTo>
                          <a:pt x="104" y="348"/>
                        </a:lnTo>
                        <a:lnTo>
                          <a:pt x="104" y="353"/>
                        </a:lnTo>
                        <a:lnTo>
                          <a:pt x="105" y="358"/>
                        </a:lnTo>
                        <a:lnTo>
                          <a:pt x="105" y="362"/>
                        </a:lnTo>
                        <a:lnTo>
                          <a:pt x="106" y="367"/>
                        </a:lnTo>
                        <a:lnTo>
                          <a:pt x="106" y="372"/>
                        </a:lnTo>
                        <a:lnTo>
                          <a:pt x="193" y="366"/>
                        </a:lnTo>
                        <a:lnTo>
                          <a:pt x="191" y="360"/>
                        </a:lnTo>
                        <a:lnTo>
                          <a:pt x="191" y="355"/>
                        </a:lnTo>
                        <a:lnTo>
                          <a:pt x="190" y="349"/>
                        </a:lnTo>
                        <a:lnTo>
                          <a:pt x="190" y="345"/>
                        </a:lnTo>
                        <a:lnTo>
                          <a:pt x="190" y="340"/>
                        </a:lnTo>
                        <a:lnTo>
                          <a:pt x="189" y="334"/>
                        </a:lnTo>
                        <a:lnTo>
                          <a:pt x="188" y="329"/>
                        </a:lnTo>
                        <a:lnTo>
                          <a:pt x="188" y="323"/>
                        </a:lnTo>
                        <a:lnTo>
                          <a:pt x="188" y="317"/>
                        </a:lnTo>
                        <a:lnTo>
                          <a:pt x="186" y="313"/>
                        </a:lnTo>
                        <a:lnTo>
                          <a:pt x="186" y="307"/>
                        </a:lnTo>
                        <a:lnTo>
                          <a:pt x="186" y="302"/>
                        </a:lnTo>
                        <a:lnTo>
                          <a:pt x="183" y="297"/>
                        </a:lnTo>
                        <a:lnTo>
                          <a:pt x="182" y="291"/>
                        </a:lnTo>
                        <a:lnTo>
                          <a:pt x="182" y="286"/>
                        </a:lnTo>
                        <a:lnTo>
                          <a:pt x="182" y="282"/>
                        </a:lnTo>
                        <a:lnTo>
                          <a:pt x="180" y="276"/>
                        </a:lnTo>
                        <a:lnTo>
                          <a:pt x="180" y="269"/>
                        </a:lnTo>
                        <a:lnTo>
                          <a:pt x="177" y="264"/>
                        </a:lnTo>
                        <a:lnTo>
                          <a:pt x="177" y="259"/>
                        </a:lnTo>
                        <a:lnTo>
                          <a:pt x="175" y="253"/>
                        </a:lnTo>
                        <a:lnTo>
                          <a:pt x="174" y="247"/>
                        </a:lnTo>
                        <a:lnTo>
                          <a:pt x="172" y="241"/>
                        </a:lnTo>
                        <a:lnTo>
                          <a:pt x="171" y="235"/>
                        </a:lnTo>
                        <a:lnTo>
                          <a:pt x="170" y="231"/>
                        </a:lnTo>
                        <a:lnTo>
                          <a:pt x="168" y="225"/>
                        </a:lnTo>
                        <a:lnTo>
                          <a:pt x="167" y="219"/>
                        </a:lnTo>
                        <a:lnTo>
                          <a:pt x="165" y="214"/>
                        </a:lnTo>
                        <a:lnTo>
                          <a:pt x="163" y="208"/>
                        </a:lnTo>
                        <a:lnTo>
                          <a:pt x="162" y="203"/>
                        </a:lnTo>
                        <a:lnTo>
                          <a:pt x="159" y="197"/>
                        </a:lnTo>
                        <a:lnTo>
                          <a:pt x="158" y="192"/>
                        </a:lnTo>
                        <a:lnTo>
                          <a:pt x="156" y="186"/>
                        </a:lnTo>
                        <a:lnTo>
                          <a:pt x="155" y="180"/>
                        </a:lnTo>
                        <a:lnTo>
                          <a:pt x="152" y="175"/>
                        </a:lnTo>
                        <a:lnTo>
                          <a:pt x="150" y="169"/>
                        </a:lnTo>
                        <a:lnTo>
                          <a:pt x="148" y="163"/>
                        </a:lnTo>
                        <a:lnTo>
                          <a:pt x="146" y="157"/>
                        </a:lnTo>
                        <a:lnTo>
                          <a:pt x="144" y="152"/>
                        </a:lnTo>
                        <a:lnTo>
                          <a:pt x="142" y="145"/>
                        </a:lnTo>
                        <a:lnTo>
                          <a:pt x="139" y="139"/>
                        </a:lnTo>
                        <a:lnTo>
                          <a:pt x="137" y="135"/>
                        </a:lnTo>
                        <a:lnTo>
                          <a:pt x="134" y="127"/>
                        </a:lnTo>
                        <a:lnTo>
                          <a:pt x="132" y="121"/>
                        </a:lnTo>
                        <a:lnTo>
                          <a:pt x="130" y="116"/>
                        </a:lnTo>
                        <a:lnTo>
                          <a:pt x="127" y="110"/>
                        </a:lnTo>
                        <a:lnTo>
                          <a:pt x="125" y="104"/>
                        </a:lnTo>
                        <a:lnTo>
                          <a:pt x="123" y="99"/>
                        </a:lnTo>
                        <a:lnTo>
                          <a:pt x="119" y="92"/>
                        </a:lnTo>
                        <a:lnTo>
                          <a:pt x="117" y="86"/>
                        </a:lnTo>
                        <a:lnTo>
                          <a:pt x="114" y="80"/>
                        </a:lnTo>
                        <a:lnTo>
                          <a:pt x="111" y="74"/>
                        </a:lnTo>
                        <a:lnTo>
                          <a:pt x="108" y="68"/>
                        </a:lnTo>
                        <a:lnTo>
                          <a:pt x="105" y="62"/>
                        </a:lnTo>
                        <a:lnTo>
                          <a:pt x="102" y="56"/>
                        </a:lnTo>
                        <a:lnTo>
                          <a:pt x="99" y="50"/>
                        </a:lnTo>
                        <a:lnTo>
                          <a:pt x="97" y="43"/>
                        </a:lnTo>
                        <a:lnTo>
                          <a:pt x="93" y="37"/>
                        </a:lnTo>
                        <a:lnTo>
                          <a:pt x="89" y="31"/>
                        </a:lnTo>
                        <a:lnTo>
                          <a:pt x="86" y="25"/>
                        </a:lnTo>
                        <a:lnTo>
                          <a:pt x="83" y="18"/>
                        </a:lnTo>
                        <a:lnTo>
                          <a:pt x="80" y="12"/>
                        </a:lnTo>
                        <a:lnTo>
                          <a:pt x="76" y="5"/>
                        </a:lnTo>
                        <a:lnTo>
                          <a:pt x="7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1" name="Freeform 161"/>
                  <p:cNvSpPr/>
                  <p:nvPr/>
                </p:nvSpPr>
                <p:spPr bwMode="auto">
                  <a:xfrm>
                    <a:off x="5361" y="1875"/>
                    <a:ext cx="25" cy="26"/>
                  </a:xfrm>
                  <a:custGeom>
                    <a:avLst/>
                    <a:gdLst>
                      <a:gd name="T0" fmla="*/ 0 w 77"/>
                      <a:gd name="T1" fmla="*/ 0 h 79"/>
                      <a:gd name="T2" fmla="*/ 0 w 77"/>
                      <a:gd name="T3" fmla="*/ 0 h 79"/>
                      <a:gd name="T4" fmla="*/ 0 w 77"/>
                      <a:gd name="T5" fmla="*/ 0 h 79"/>
                      <a:gd name="T6" fmla="*/ 0 w 77"/>
                      <a:gd name="T7" fmla="*/ 0 h 79"/>
                      <a:gd name="T8" fmla="*/ 0 w 77"/>
                      <a:gd name="T9" fmla="*/ 0 h 79"/>
                      <a:gd name="T10" fmla="*/ 0 w 77"/>
                      <a:gd name="T11" fmla="*/ 0 h 79"/>
                      <a:gd name="T12" fmla="*/ 0 w 77"/>
                      <a:gd name="T13" fmla="*/ 0 h 79"/>
                      <a:gd name="T14" fmla="*/ 0 w 77"/>
                      <a:gd name="T15" fmla="*/ 0 h 79"/>
                      <a:gd name="T16" fmla="*/ 0 w 77"/>
                      <a:gd name="T17" fmla="*/ 0 h 79"/>
                      <a:gd name="T18" fmla="*/ 0 w 77"/>
                      <a:gd name="T19" fmla="*/ 0 h 79"/>
                      <a:gd name="T20" fmla="*/ 0 w 77"/>
                      <a:gd name="T21" fmla="*/ 0 h 79"/>
                      <a:gd name="T22" fmla="*/ 0 w 77"/>
                      <a:gd name="T23" fmla="*/ 0 h 79"/>
                      <a:gd name="T24" fmla="*/ 0 w 77"/>
                      <a:gd name="T25" fmla="*/ 0 h 79"/>
                      <a:gd name="T26" fmla="*/ 0 w 77"/>
                      <a:gd name="T27" fmla="*/ 0 h 79"/>
                      <a:gd name="T28" fmla="*/ 0 w 77"/>
                      <a:gd name="T29" fmla="*/ 0 h 79"/>
                      <a:gd name="T30" fmla="*/ 0 w 77"/>
                      <a:gd name="T31" fmla="*/ 0 h 79"/>
                      <a:gd name="T32" fmla="*/ 0 w 77"/>
                      <a:gd name="T33" fmla="*/ 0 h 79"/>
                      <a:gd name="T34" fmla="*/ 0 w 77"/>
                      <a:gd name="T35" fmla="*/ 0 h 79"/>
                      <a:gd name="T36" fmla="*/ 0 w 77"/>
                      <a:gd name="T37" fmla="*/ 0 h 79"/>
                      <a:gd name="T38" fmla="*/ 0 w 77"/>
                      <a:gd name="T39" fmla="*/ 0 h 79"/>
                      <a:gd name="T40" fmla="*/ 0 w 77"/>
                      <a:gd name="T41" fmla="*/ 0 h 79"/>
                      <a:gd name="T42" fmla="*/ 0 w 77"/>
                      <a:gd name="T43" fmla="*/ 0 h 79"/>
                      <a:gd name="T44" fmla="*/ 0 w 77"/>
                      <a:gd name="T45" fmla="*/ 0 h 79"/>
                      <a:gd name="T46" fmla="*/ 0 w 77"/>
                      <a:gd name="T47" fmla="*/ 0 h 79"/>
                      <a:gd name="T48" fmla="*/ 0 w 77"/>
                      <a:gd name="T49" fmla="*/ 0 h 79"/>
                      <a:gd name="T50" fmla="*/ 0 w 77"/>
                      <a:gd name="T51" fmla="*/ 0 h 79"/>
                      <a:gd name="T52" fmla="*/ 0 w 77"/>
                      <a:gd name="T53" fmla="*/ 0 h 79"/>
                      <a:gd name="T54" fmla="*/ 0 w 77"/>
                      <a:gd name="T55" fmla="*/ 0 h 79"/>
                      <a:gd name="T56" fmla="*/ 0 w 77"/>
                      <a:gd name="T57" fmla="*/ 0 h 79"/>
                      <a:gd name="T58" fmla="*/ 0 w 77"/>
                      <a:gd name="T59" fmla="*/ 0 h 79"/>
                      <a:gd name="T60" fmla="*/ 0 w 77"/>
                      <a:gd name="T61" fmla="*/ 0 h 79"/>
                      <a:gd name="T62" fmla="*/ 0 w 77"/>
                      <a:gd name="T63" fmla="*/ 0 h 79"/>
                      <a:gd name="T64" fmla="*/ 0 w 77"/>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9"/>
                      <a:gd name="T101" fmla="*/ 77 w 77"/>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9">
                        <a:moveTo>
                          <a:pt x="38" y="79"/>
                        </a:moveTo>
                        <a:lnTo>
                          <a:pt x="41" y="78"/>
                        </a:lnTo>
                        <a:lnTo>
                          <a:pt x="45" y="78"/>
                        </a:lnTo>
                        <a:lnTo>
                          <a:pt x="49" y="76"/>
                        </a:lnTo>
                        <a:lnTo>
                          <a:pt x="53" y="75"/>
                        </a:lnTo>
                        <a:lnTo>
                          <a:pt x="57" y="73"/>
                        </a:lnTo>
                        <a:lnTo>
                          <a:pt x="59" y="72"/>
                        </a:lnTo>
                        <a:lnTo>
                          <a:pt x="63" y="69"/>
                        </a:lnTo>
                        <a:lnTo>
                          <a:pt x="65" y="67"/>
                        </a:lnTo>
                        <a:lnTo>
                          <a:pt x="67" y="63"/>
                        </a:lnTo>
                        <a:lnTo>
                          <a:pt x="70" y="61"/>
                        </a:lnTo>
                        <a:lnTo>
                          <a:pt x="72" y="57"/>
                        </a:lnTo>
                        <a:lnTo>
                          <a:pt x="74" y="55"/>
                        </a:lnTo>
                        <a:lnTo>
                          <a:pt x="74" y="51"/>
                        </a:lnTo>
                        <a:lnTo>
                          <a:pt x="77" y="47"/>
                        </a:lnTo>
                        <a:lnTo>
                          <a:pt x="77" y="43"/>
                        </a:lnTo>
                        <a:lnTo>
                          <a:pt x="77" y="40"/>
                        </a:lnTo>
                        <a:lnTo>
                          <a:pt x="77" y="36"/>
                        </a:lnTo>
                        <a:lnTo>
                          <a:pt x="77" y="31"/>
                        </a:lnTo>
                        <a:lnTo>
                          <a:pt x="74" y="28"/>
                        </a:lnTo>
                        <a:lnTo>
                          <a:pt x="74" y="24"/>
                        </a:lnTo>
                        <a:lnTo>
                          <a:pt x="72" y="21"/>
                        </a:lnTo>
                        <a:lnTo>
                          <a:pt x="70" y="18"/>
                        </a:lnTo>
                        <a:lnTo>
                          <a:pt x="67" y="15"/>
                        </a:lnTo>
                        <a:lnTo>
                          <a:pt x="65" y="12"/>
                        </a:lnTo>
                        <a:lnTo>
                          <a:pt x="63" y="10"/>
                        </a:lnTo>
                        <a:lnTo>
                          <a:pt x="59" y="7"/>
                        </a:lnTo>
                        <a:lnTo>
                          <a:pt x="57" y="5"/>
                        </a:lnTo>
                        <a:lnTo>
                          <a:pt x="53" y="3"/>
                        </a:lnTo>
                        <a:lnTo>
                          <a:pt x="49" y="3"/>
                        </a:lnTo>
                        <a:lnTo>
                          <a:pt x="45" y="0"/>
                        </a:lnTo>
                        <a:lnTo>
                          <a:pt x="41" y="0"/>
                        </a:lnTo>
                        <a:lnTo>
                          <a:pt x="38" y="0"/>
                        </a:lnTo>
                        <a:lnTo>
                          <a:pt x="34" y="0"/>
                        </a:lnTo>
                        <a:lnTo>
                          <a:pt x="29" y="0"/>
                        </a:lnTo>
                        <a:lnTo>
                          <a:pt x="26" y="3"/>
                        </a:lnTo>
                        <a:lnTo>
                          <a:pt x="22" y="3"/>
                        </a:lnTo>
                        <a:lnTo>
                          <a:pt x="19" y="5"/>
                        </a:lnTo>
                        <a:lnTo>
                          <a:pt x="16" y="7"/>
                        </a:lnTo>
                        <a:lnTo>
                          <a:pt x="14" y="10"/>
                        </a:lnTo>
                        <a:lnTo>
                          <a:pt x="11" y="12"/>
                        </a:lnTo>
                        <a:lnTo>
                          <a:pt x="8" y="15"/>
                        </a:lnTo>
                        <a:lnTo>
                          <a:pt x="6" y="18"/>
                        </a:lnTo>
                        <a:lnTo>
                          <a:pt x="3" y="21"/>
                        </a:lnTo>
                        <a:lnTo>
                          <a:pt x="3" y="24"/>
                        </a:lnTo>
                        <a:lnTo>
                          <a:pt x="1" y="28"/>
                        </a:lnTo>
                        <a:lnTo>
                          <a:pt x="1" y="31"/>
                        </a:lnTo>
                        <a:lnTo>
                          <a:pt x="0" y="36"/>
                        </a:lnTo>
                        <a:lnTo>
                          <a:pt x="0" y="40"/>
                        </a:lnTo>
                        <a:lnTo>
                          <a:pt x="0" y="43"/>
                        </a:lnTo>
                        <a:lnTo>
                          <a:pt x="1" y="47"/>
                        </a:lnTo>
                        <a:lnTo>
                          <a:pt x="1" y="51"/>
                        </a:lnTo>
                        <a:lnTo>
                          <a:pt x="3" y="55"/>
                        </a:lnTo>
                        <a:lnTo>
                          <a:pt x="3" y="57"/>
                        </a:lnTo>
                        <a:lnTo>
                          <a:pt x="6" y="61"/>
                        </a:lnTo>
                        <a:lnTo>
                          <a:pt x="8" y="63"/>
                        </a:lnTo>
                        <a:lnTo>
                          <a:pt x="11" y="67"/>
                        </a:lnTo>
                        <a:lnTo>
                          <a:pt x="14" y="69"/>
                        </a:lnTo>
                        <a:lnTo>
                          <a:pt x="16" y="72"/>
                        </a:lnTo>
                        <a:lnTo>
                          <a:pt x="19" y="73"/>
                        </a:lnTo>
                        <a:lnTo>
                          <a:pt x="22" y="75"/>
                        </a:lnTo>
                        <a:lnTo>
                          <a:pt x="26" y="76"/>
                        </a:lnTo>
                        <a:lnTo>
                          <a:pt x="29" y="78"/>
                        </a:lnTo>
                        <a:lnTo>
                          <a:pt x="34" y="78"/>
                        </a:lnTo>
                        <a:lnTo>
                          <a:pt x="38" y="7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2" name="Freeform 162"/>
                  <p:cNvSpPr/>
                  <p:nvPr/>
                </p:nvSpPr>
                <p:spPr bwMode="auto">
                  <a:xfrm>
                    <a:off x="5412" y="1877"/>
                    <a:ext cx="26"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3" y="76"/>
                        </a:lnTo>
                        <a:lnTo>
                          <a:pt x="46" y="76"/>
                        </a:lnTo>
                        <a:lnTo>
                          <a:pt x="50" y="75"/>
                        </a:lnTo>
                        <a:lnTo>
                          <a:pt x="53" y="74"/>
                        </a:lnTo>
                        <a:lnTo>
                          <a:pt x="56" y="71"/>
                        </a:lnTo>
                        <a:lnTo>
                          <a:pt x="59" y="70"/>
                        </a:lnTo>
                        <a:lnTo>
                          <a:pt x="63" y="68"/>
                        </a:lnTo>
                        <a:lnTo>
                          <a:pt x="67" y="65"/>
                        </a:lnTo>
                        <a:lnTo>
                          <a:pt x="69" y="62"/>
                        </a:lnTo>
                        <a:lnTo>
                          <a:pt x="71" y="59"/>
                        </a:lnTo>
                        <a:lnTo>
                          <a:pt x="72" y="56"/>
                        </a:lnTo>
                        <a:lnTo>
                          <a:pt x="74" y="54"/>
                        </a:lnTo>
                        <a:lnTo>
                          <a:pt x="75" y="49"/>
                        </a:lnTo>
                        <a:lnTo>
                          <a:pt x="76" y="46"/>
                        </a:lnTo>
                        <a:lnTo>
                          <a:pt x="77" y="42"/>
                        </a:lnTo>
                        <a:lnTo>
                          <a:pt x="77" y="38"/>
                        </a:lnTo>
                        <a:lnTo>
                          <a:pt x="77" y="33"/>
                        </a:lnTo>
                        <a:lnTo>
                          <a:pt x="76" y="31"/>
                        </a:lnTo>
                        <a:lnTo>
                          <a:pt x="75" y="26"/>
                        </a:lnTo>
                        <a:lnTo>
                          <a:pt x="74" y="23"/>
                        </a:lnTo>
                        <a:lnTo>
                          <a:pt x="72" y="19"/>
                        </a:lnTo>
                        <a:lnTo>
                          <a:pt x="71" y="16"/>
                        </a:lnTo>
                        <a:lnTo>
                          <a:pt x="69" y="13"/>
                        </a:lnTo>
                        <a:lnTo>
                          <a:pt x="67" y="11"/>
                        </a:lnTo>
                        <a:lnTo>
                          <a:pt x="63" y="8"/>
                        </a:lnTo>
                        <a:lnTo>
                          <a:pt x="59" y="6"/>
                        </a:lnTo>
                        <a:lnTo>
                          <a:pt x="56" y="5"/>
                        </a:lnTo>
                        <a:lnTo>
                          <a:pt x="53" y="2"/>
                        </a:lnTo>
                        <a:lnTo>
                          <a:pt x="50" y="1"/>
                        </a:lnTo>
                        <a:lnTo>
                          <a:pt x="46" y="0"/>
                        </a:lnTo>
                        <a:lnTo>
                          <a:pt x="43" y="0"/>
                        </a:lnTo>
                        <a:lnTo>
                          <a:pt x="38" y="0"/>
                        </a:lnTo>
                        <a:lnTo>
                          <a:pt x="34" y="0"/>
                        </a:lnTo>
                        <a:lnTo>
                          <a:pt x="31" y="0"/>
                        </a:lnTo>
                        <a:lnTo>
                          <a:pt x="26" y="1"/>
                        </a:lnTo>
                        <a:lnTo>
                          <a:pt x="23" y="2"/>
                        </a:lnTo>
                        <a:lnTo>
                          <a:pt x="20" y="5"/>
                        </a:lnTo>
                        <a:lnTo>
                          <a:pt x="17" y="6"/>
                        </a:lnTo>
                        <a:lnTo>
                          <a:pt x="13" y="8"/>
                        </a:lnTo>
                        <a:lnTo>
                          <a:pt x="11" y="11"/>
                        </a:lnTo>
                        <a:lnTo>
                          <a:pt x="8" y="13"/>
                        </a:lnTo>
                        <a:lnTo>
                          <a:pt x="6" y="16"/>
                        </a:lnTo>
                        <a:lnTo>
                          <a:pt x="5" y="19"/>
                        </a:lnTo>
                        <a:lnTo>
                          <a:pt x="2" y="23"/>
                        </a:lnTo>
                        <a:lnTo>
                          <a:pt x="1" y="26"/>
                        </a:lnTo>
                        <a:lnTo>
                          <a:pt x="0" y="31"/>
                        </a:lnTo>
                        <a:lnTo>
                          <a:pt x="0" y="33"/>
                        </a:lnTo>
                        <a:lnTo>
                          <a:pt x="0" y="38"/>
                        </a:lnTo>
                        <a:lnTo>
                          <a:pt x="0" y="42"/>
                        </a:lnTo>
                        <a:lnTo>
                          <a:pt x="0" y="46"/>
                        </a:lnTo>
                        <a:lnTo>
                          <a:pt x="1" y="49"/>
                        </a:lnTo>
                        <a:lnTo>
                          <a:pt x="2" y="54"/>
                        </a:lnTo>
                        <a:lnTo>
                          <a:pt x="5" y="56"/>
                        </a:lnTo>
                        <a:lnTo>
                          <a:pt x="6" y="59"/>
                        </a:lnTo>
                        <a:lnTo>
                          <a:pt x="8" y="62"/>
                        </a:lnTo>
                        <a:lnTo>
                          <a:pt x="11" y="65"/>
                        </a:lnTo>
                        <a:lnTo>
                          <a:pt x="13" y="68"/>
                        </a:lnTo>
                        <a:lnTo>
                          <a:pt x="17" y="70"/>
                        </a:lnTo>
                        <a:lnTo>
                          <a:pt x="20" y="71"/>
                        </a:lnTo>
                        <a:lnTo>
                          <a:pt x="23" y="74"/>
                        </a:lnTo>
                        <a:lnTo>
                          <a:pt x="26" y="75"/>
                        </a:lnTo>
                        <a:lnTo>
                          <a:pt x="31" y="76"/>
                        </a:lnTo>
                        <a:lnTo>
                          <a:pt x="34" y="76"/>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3" name="Freeform 163"/>
                  <p:cNvSpPr/>
                  <p:nvPr/>
                </p:nvSpPr>
                <p:spPr bwMode="auto">
                  <a:xfrm>
                    <a:off x="5461" y="187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41" y="77"/>
                        </a:moveTo>
                        <a:lnTo>
                          <a:pt x="43" y="76"/>
                        </a:lnTo>
                        <a:lnTo>
                          <a:pt x="48" y="76"/>
                        </a:lnTo>
                        <a:lnTo>
                          <a:pt x="51" y="75"/>
                        </a:lnTo>
                        <a:lnTo>
                          <a:pt x="55" y="73"/>
                        </a:lnTo>
                        <a:lnTo>
                          <a:pt x="57" y="71"/>
                        </a:lnTo>
                        <a:lnTo>
                          <a:pt x="61" y="70"/>
                        </a:lnTo>
                        <a:lnTo>
                          <a:pt x="63" y="67"/>
                        </a:lnTo>
                        <a:lnTo>
                          <a:pt x="67" y="65"/>
                        </a:lnTo>
                        <a:lnTo>
                          <a:pt x="69" y="61"/>
                        </a:lnTo>
                        <a:lnTo>
                          <a:pt x="71" y="59"/>
                        </a:lnTo>
                        <a:lnTo>
                          <a:pt x="74" y="56"/>
                        </a:lnTo>
                        <a:lnTo>
                          <a:pt x="75" y="53"/>
                        </a:lnTo>
                        <a:lnTo>
                          <a:pt x="76" y="48"/>
                        </a:lnTo>
                        <a:lnTo>
                          <a:pt x="77" y="45"/>
                        </a:lnTo>
                        <a:lnTo>
                          <a:pt x="78" y="41"/>
                        </a:lnTo>
                        <a:lnTo>
                          <a:pt x="78" y="38"/>
                        </a:lnTo>
                        <a:lnTo>
                          <a:pt x="78" y="34"/>
                        </a:lnTo>
                        <a:lnTo>
                          <a:pt x="77" y="31"/>
                        </a:lnTo>
                        <a:lnTo>
                          <a:pt x="76" y="26"/>
                        </a:lnTo>
                        <a:lnTo>
                          <a:pt x="75" y="22"/>
                        </a:lnTo>
                        <a:lnTo>
                          <a:pt x="74" y="19"/>
                        </a:lnTo>
                        <a:lnTo>
                          <a:pt x="71" y="15"/>
                        </a:lnTo>
                        <a:lnTo>
                          <a:pt x="69" y="13"/>
                        </a:lnTo>
                        <a:lnTo>
                          <a:pt x="67" y="10"/>
                        </a:lnTo>
                        <a:lnTo>
                          <a:pt x="63" y="7"/>
                        </a:lnTo>
                        <a:lnTo>
                          <a:pt x="61" y="4"/>
                        </a:lnTo>
                        <a:lnTo>
                          <a:pt x="57" y="3"/>
                        </a:lnTo>
                        <a:lnTo>
                          <a:pt x="55" y="2"/>
                        </a:lnTo>
                        <a:lnTo>
                          <a:pt x="51" y="0"/>
                        </a:lnTo>
                        <a:lnTo>
                          <a:pt x="48" y="0"/>
                        </a:lnTo>
                        <a:lnTo>
                          <a:pt x="43" y="0"/>
                        </a:lnTo>
                        <a:lnTo>
                          <a:pt x="41" y="0"/>
                        </a:lnTo>
                        <a:lnTo>
                          <a:pt x="36" y="0"/>
                        </a:lnTo>
                        <a:lnTo>
                          <a:pt x="31" y="0"/>
                        </a:lnTo>
                        <a:lnTo>
                          <a:pt x="27" y="0"/>
                        </a:lnTo>
                        <a:lnTo>
                          <a:pt x="25" y="2"/>
                        </a:lnTo>
                        <a:lnTo>
                          <a:pt x="20" y="3"/>
                        </a:lnTo>
                        <a:lnTo>
                          <a:pt x="18" y="4"/>
                        </a:lnTo>
                        <a:lnTo>
                          <a:pt x="16" y="7"/>
                        </a:lnTo>
                        <a:lnTo>
                          <a:pt x="13" y="10"/>
                        </a:lnTo>
                        <a:lnTo>
                          <a:pt x="10" y="13"/>
                        </a:lnTo>
                        <a:lnTo>
                          <a:pt x="7" y="15"/>
                        </a:lnTo>
                        <a:lnTo>
                          <a:pt x="5" y="19"/>
                        </a:lnTo>
                        <a:lnTo>
                          <a:pt x="4" y="22"/>
                        </a:lnTo>
                        <a:lnTo>
                          <a:pt x="3" y="26"/>
                        </a:lnTo>
                        <a:lnTo>
                          <a:pt x="1" y="31"/>
                        </a:lnTo>
                        <a:lnTo>
                          <a:pt x="0" y="34"/>
                        </a:lnTo>
                        <a:lnTo>
                          <a:pt x="0" y="38"/>
                        </a:lnTo>
                        <a:lnTo>
                          <a:pt x="0" y="41"/>
                        </a:lnTo>
                        <a:lnTo>
                          <a:pt x="1" y="45"/>
                        </a:lnTo>
                        <a:lnTo>
                          <a:pt x="3" y="48"/>
                        </a:lnTo>
                        <a:lnTo>
                          <a:pt x="4" y="53"/>
                        </a:lnTo>
                        <a:lnTo>
                          <a:pt x="5" y="56"/>
                        </a:lnTo>
                        <a:lnTo>
                          <a:pt x="7" y="59"/>
                        </a:lnTo>
                        <a:lnTo>
                          <a:pt x="10" y="61"/>
                        </a:lnTo>
                        <a:lnTo>
                          <a:pt x="13" y="65"/>
                        </a:lnTo>
                        <a:lnTo>
                          <a:pt x="16" y="67"/>
                        </a:lnTo>
                        <a:lnTo>
                          <a:pt x="18" y="70"/>
                        </a:lnTo>
                        <a:lnTo>
                          <a:pt x="20" y="71"/>
                        </a:lnTo>
                        <a:lnTo>
                          <a:pt x="25" y="73"/>
                        </a:lnTo>
                        <a:lnTo>
                          <a:pt x="27" y="75"/>
                        </a:lnTo>
                        <a:lnTo>
                          <a:pt x="31" y="76"/>
                        </a:lnTo>
                        <a:lnTo>
                          <a:pt x="36" y="76"/>
                        </a:lnTo>
                        <a:lnTo>
                          <a:pt x="41"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4" name="Freeform 164"/>
                  <p:cNvSpPr/>
                  <p:nvPr/>
                </p:nvSpPr>
                <p:spPr bwMode="auto">
                  <a:xfrm>
                    <a:off x="5511" y="1877"/>
                    <a:ext cx="26" cy="26"/>
                  </a:xfrm>
                  <a:custGeom>
                    <a:avLst/>
                    <a:gdLst>
                      <a:gd name="T0" fmla="*/ 0 w 76"/>
                      <a:gd name="T1" fmla="*/ 0 h 78"/>
                      <a:gd name="T2" fmla="*/ 0 w 76"/>
                      <a:gd name="T3" fmla="*/ 0 h 78"/>
                      <a:gd name="T4" fmla="*/ 0 w 76"/>
                      <a:gd name="T5" fmla="*/ 0 h 78"/>
                      <a:gd name="T6" fmla="*/ 0 w 76"/>
                      <a:gd name="T7" fmla="*/ 0 h 78"/>
                      <a:gd name="T8" fmla="*/ 0 w 76"/>
                      <a:gd name="T9" fmla="*/ 0 h 78"/>
                      <a:gd name="T10" fmla="*/ 0 w 76"/>
                      <a:gd name="T11" fmla="*/ 0 h 78"/>
                      <a:gd name="T12" fmla="*/ 0 w 76"/>
                      <a:gd name="T13" fmla="*/ 0 h 78"/>
                      <a:gd name="T14" fmla="*/ 0 w 76"/>
                      <a:gd name="T15" fmla="*/ 0 h 78"/>
                      <a:gd name="T16" fmla="*/ 0 w 76"/>
                      <a:gd name="T17" fmla="*/ 0 h 78"/>
                      <a:gd name="T18" fmla="*/ 0 w 76"/>
                      <a:gd name="T19" fmla="*/ 0 h 78"/>
                      <a:gd name="T20" fmla="*/ 0 w 76"/>
                      <a:gd name="T21" fmla="*/ 0 h 78"/>
                      <a:gd name="T22" fmla="*/ 0 w 76"/>
                      <a:gd name="T23" fmla="*/ 0 h 78"/>
                      <a:gd name="T24" fmla="*/ 0 w 76"/>
                      <a:gd name="T25" fmla="*/ 0 h 78"/>
                      <a:gd name="T26" fmla="*/ 0 w 76"/>
                      <a:gd name="T27" fmla="*/ 0 h 78"/>
                      <a:gd name="T28" fmla="*/ 0 w 76"/>
                      <a:gd name="T29" fmla="*/ 0 h 78"/>
                      <a:gd name="T30" fmla="*/ 0 w 76"/>
                      <a:gd name="T31" fmla="*/ 0 h 78"/>
                      <a:gd name="T32" fmla="*/ 0 w 76"/>
                      <a:gd name="T33" fmla="*/ 0 h 78"/>
                      <a:gd name="T34" fmla="*/ 0 w 76"/>
                      <a:gd name="T35" fmla="*/ 0 h 78"/>
                      <a:gd name="T36" fmla="*/ 0 w 76"/>
                      <a:gd name="T37" fmla="*/ 0 h 78"/>
                      <a:gd name="T38" fmla="*/ 0 w 76"/>
                      <a:gd name="T39" fmla="*/ 0 h 78"/>
                      <a:gd name="T40" fmla="*/ 0 w 76"/>
                      <a:gd name="T41" fmla="*/ 0 h 78"/>
                      <a:gd name="T42" fmla="*/ 0 w 76"/>
                      <a:gd name="T43" fmla="*/ 0 h 78"/>
                      <a:gd name="T44" fmla="*/ 0 w 76"/>
                      <a:gd name="T45" fmla="*/ 0 h 78"/>
                      <a:gd name="T46" fmla="*/ 0 w 76"/>
                      <a:gd name="T47" fmla="*/ 0 h 78"/>
                      <a:gd name="T48" fmla="*/ 0 w 76"/>
                      <a:gd name="T49" fmla="*/ 0 h 78"/>
                      <a:gd name="T50" fmla="*/ 0 w 76"/>
                      <a:gd name="T51" fmla="*/ 0 h 78"/>
                      <a:gd name="T52" fmla="*/ 0 w 76"/>
                      <a:gd name="T53" fmla="*/ 0 h 78"/>
                      <a:gd name="T54" fmla="*/ 0 w 76"/>
                      <a:gd name="T55" fmla="*/ 0 h 78"/>
                      <a:gd name="T56" fmla="*/ 0 w 76"/>
                      <a:gd name="T57" fmla="*/ 0 h 78"/>
                      <a:gd name="T58" fmla="*/ 0 w 76"/>
                      <a:gd name="T59" fmla="*/ 0 h 78"/>
                      <a:gd name="T60" fmla="*/ 0 w 76"/>
                      <a:gd name="T61" fmla="*/ 0 h 78"/>
                      <a:gd name="T62" fmla="*/ 0 w 76"/>
                      <a:gd name="T63" fmla="*/ 0 h 78"/>
                      <a:gd name="T64" fmla="*/ 0 w 76"/>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6"/>
                      <a:gd name="T100" fmla="*/ 0 h 78"/>
                      <a:gd name="T101" fmla="*/ 76 w 76"/>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6" h="78">
                        <a:moveTo>
                          <a:pt x="38" y="78"/>
                        </a:moveTo>
                        <a:lnTo>
                          <a:pt x="41" y="77"/>
                        </a:lnTo>
                        <a:lnTo>
                          <a:pt x="45" y="77"/>
                        </a:lnTo>
                        <a:lnTo>
                          <a:pt x="50" y="76"/>
                        </a:lnTo>
                        <a:lnTo>
                          <a:pt x="53" y="75"/>
                        </a:lnTo>
                        <a:lnTo>
                          <a:pt x="55" y="73"/>
                        </a:lnTo>
                        <a:lnTo>
                          <a:pt x="59" y="71"/>
                        </a:lnTo>
                        <a:lnTo>
                          <a:pt x="63" y="69"/>
                        </a:lnTo>
                        <a:lnTo>
                          <a:pt x="65" y="67"/>
                        </a:lnTo>
                        <a:lnTo>
                          <a:pt x="67" y="64"/>
                        </a:lnTo>
                        <a:lnTo>
                          <a:pt x="70" y="61"/>
                        </a:lnTo>
                        <a:lnTo>
                          <a:pt x="71" y="57"/>
                        </a:lnTo>
                        <a:lnTo>
                          <a:pt x="73" y="55"/>
                        </a:lnTo>
                        <a:lnTo>
                          <a:pt x="74" y="51"/>
                        </a:lnTo>
                        <a:lnTo>
                          <a:pt x="76" y="46"/>
                        </a:lnTo>
                        <a:lnTo>
                          <a:pt x="76" y="43"/>
                        </a:lnTo>
                        <a:lnTo>
                          <a:pt x="76" y="39"/>
                        </a:lnTo>
                        <a:lnTo>
                          <a:pt x="76" y="36"/>
                        </a:lnTo>
                        <a:lnTo>
                          <a:pt x="76" y="31"/>
                        </a:lnTo>
                        <a:lnTo>
                          <a:pt x="74" y="27"/>
                        </a:lnTo>
                        <a:lnTo>
                          <a:pt x="73" y="24"/>
                        </a:lnTo>
                        <a:lnTo>
                          <a:pt x="71" y="20"/>
                        </a:lnTo>
                        <a:lnTo>
                          <a:pt x="70" y="17"/>
                        </a:lnTo>
                        <a:lnTo>
                          <a:pt x="67" y="14"/>
                        </a:lnTo>
                        <a:lnTo>
                          <a:pt x="65" y="12"/>
                        </a:lnTo>
                        <a:lnTo>
                          <a:pt x="63" y="8"/>
                        </a:lnTo>
                        <a:lnTo>
                          <a:pt x="59" y="7"/>
                        </a:lnTo>
                        <a:lnTo>
                          <a:pt x="55" y="5"/>
                        </a:lnTo>
                        <a:lnTo>
                          <a:pt x="53" y="2"/>
                        </a:lnTo>
                        <a:lnTo>
                          <a:pt x="50" y="2"/>
                        </a:lnTo>
                        <a:lnTo>
                          <a:pt x="45" y="0"/>
                        </a:lnTo>
                        <a:lnTo>
                          <a:pt x="41" y="0"/>
                        </a:lnTo>
                        <a:lnTo>
                          <a:pt x="38" y="0"/>
                        </a:lnTo>
                        <a:lnTo>
                          <a:pt x="34" y="0"/>
                        </a:lnTo>
                        <a:lnTo>
                          <a:pt x="29" y="0"/>
                        </a:lnTo>
                        <a:lnTo>
                          <a:pt x="26" y="2"/>
                        </a:lnTo>
                        <a:lnTo>
                          <a:pt x="22" y="2"/>
                        </a:lnTo>
                        <a:lnTo>
                          <a:pt x="19" y="5"/>
                        </a:lnTo>
                        <a:lnTo>
                          <a:pt x="15" y="7"/>
                        </a:lnTo>
                        <a:lnTo>
                          <a:pt x="13" y="8"/>
                        </a:lnTo>
                        <a:lnTo>
                          <a:pt x="10" y="12"/>
                        </a:lnTo>
                        <a:lnTo>
                          <a:pt x="7" y="14"/>
                        </a:lnTo>
                        <a:lnTo>
                          <a:pt x="6" y="17"/>
                        </a:lnTo>
                        <a:lnTo>
                          <a:pt x="3" y="20"/>
                        </a:lnTo>
                        <a:lnTo>
                          <a:pt x="2" y="24"/>
                        </a:lnTo>
                        <a:lnTo>
                          <a:pt x="1" y="27"/>
                        </a:lnTo>
                        <a:lnTo>
                          <a:pt x="0" y="31"/>
                        </a:lnTo>
                        <a:lnTo>
                          <a:pt x="0" y="36"/>
                        </a:lnTo>
                        <a:lnTo>
                          <a:pt x="0" y="39"/>
                        </a:lnTo>
                        <a:lnTo>
                          <a:pt x="0" y="43"/>
                        </a:lnTo>
                        <a:lnTo>
                          <a:pt x="0" y="46"/>
                        </a:lnTo>
                        <a:lnTo>
                          <a:pt x="1" y="51"/>
                        </a:lnTo>
                        <a:lnTo>
                          <a:pt x="2" y="55"/>
                        </a:lnTo>
                        <a:lnTo>
                          <a:pt x="3" y="57"/>
                        </a:lnTo>
                        <a:lnTo>
                          <a:pt x="6" y="61"/>
                        </a:lnTo>
                        <a:lnTo>
                          <a:pt x="7" y="64"/>
                        </a:lnTo>
                        <a:lnTo>
                          <a:pt x="10" y="67"/>
                        </a:lnTo>
                        <a:lnTo>
                          <a:pt x="13" y="69"/>
                        </a:lnTo>
                        <a:lnTo>
                          <a:pt x="15" y="71"/>
                        </a:lnTo>
                        <a:lnTo>
                          <a:pt x="19" y="73"/>
                        </a:lnTo>
                        <a:lnTo>
                          <a:pt x="22" y="75"/>
                        </a:lnTo>
                        <a:lnTo>
                          <a:pt x="26" y="76"/>
                        </a:lnTo>
                        <a:lnTo>
                          <a:pt x="29" y="77"/>
                        </a:lnTo>
                        <a:lnTo>
                          <a:pt x="34" y="77"/>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5" name="Freeform 165"/>
                  <p:cNvSpPr/>
                  <p:nvPr/>
                </p:nvSpPr>
                <p:spPr bwMode="auto">
                  <a:xfrm>
                    <a:off x="5560" y="1876"/>
                    <a:ext cx="26" cy="26"/>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9" y="77"/>
                        </a:moveTo>
                        <a:lnTo>
                          <a:pt x="42" y="76"/>
                        </a:lnTo>
                        <a:lnTo>
                          <a:pt x="46" y="76"/>
                        </a:lnTo>
                        <a:lnTo>
                          <a:pt x="49" y="75"/>
                        </a:lnTo>
                        <a:lnTo>
                          <a:pt x="53" y="73"/>
                        </a:lnTo>
                        <a:lnTo>
                          <a:pt x="55" y="71"/>
                        </a:lnTo>
                        <a:lnTo>
                          <a:pt x="59" y="70"/>
                        </a:lnTo>
                        <a:lnTo>
                          <a:pt x="63" y="67"/>
                        </a:lnTo>
                        <a:lnTo>
                          <a:pt x="66" y="65"/>
                        </a:lnTo>
                        <a:lnTo>
                          <a:pt x="67" y="61"/>
                        </a:lnTo>
                        <a:lnTo>
                          <a:pt x="70" y="59"/>
                        </a:lnTo>
                        <a:lnTo>
                          <a:pt x="72" y="56"/>
                        </a:lnTo>
                        <a:lnTo>
                          <a:pt x="73" y="53"/>
                        </a:lnTo>
                        <a:lnTo>
                          <a:pt x="74" y="48"/>
                        </a:lnTo>
                        <a:lnTo>
                          <a:pt x="77" y="45"/>
                        </a:lnTo>
                        <a:lnTo>
                          <a:pt x="77" y="41"/>
                        </a:lnTo>
                        <a:lnTo>
                          <a:pt x="77" y="38"/>
                        </a:lnTo>
                        <a:lnTo>
                          <a:pt x="77" y="34"/>
                        </a:lnTo>
                        <a:lnTo>
                          <a:pt x="77" y="31"/>
                        </a:lnTo>
                        <a:lnTo>
                          <a:pt x="74" y="26"/>
                        </a:lnTo>
                        <a:lnTo>
                          <a:pt x="73" y="22"/>
                        </a:lnTo>
                        <a:lnTo>
                          <a:pt x="72" y="19"/>
                        </a:lnTo>
                        <a:lnTo>
                          <a:pt x="70" y="15"/>
                        </a:lnTo>
                        <a:lnTo>
                          <a:pt x="67" y="13"/>
                        </a:lnTo>
                        <a:lnTo>
                          <a:pt x="66" y="10"/>
                        </a:lnTo>
                        <a:lnTo>
                          <a:pt x="63" y="7"/>
                        </a:lnTo>
                        <a:lnTo>
                          <a:pt x="59" y="4"/>
                        </a:lnTo>
                        <a:lnTo>
                          <a:pt x="55" y="3"/>
                        </a:lnTo>
                        <a:lnTo>
                          <a:pt x="53" y="2"/>
                        </a:lnTo>
                        <a:lnTo>
                          <a:pt x="49" y="0"/>
                        </a:lnTo>
                        <a:lnTo>
                          <a:pt x="46" y="0"/>
                        </a:lnTo>
                        <a:lnTo>
                          <a:pt x="42" y="0"/>
                        </a:lnTo>
                        <a:lnTo>
                          <a:pt x="39" y="0"/>
                        </a:lnTo>
                        <a:lnTo>
                          <a:pt x="35" y="0"/>
                        </a:lnTo>
                        <a:lnTo>
                          <a:pt x="30" y="0"/>
                        </a:lnTo>
                        <a:lnTo>
                          <a:pt x="27" y="0"/>
                        </a:lnTo>
                        <a:lnTo>
                          <a:pt x="23" y="2"/>
                        </a:lnTo>
                        <a:lnTo>
                          <a:pt x="20" y="3"/>
                        </a:lnTo>
                        <a:lnTo>
                          <a:pt x="16" y="4"/>
                        </a:lnTo>
                        <a:lnTo>
                          <a:pt x="13" y="7"/>
                        </a:lnTo>
                        <a:lnTo>
                          <a:pt x="11" y="10"/>
                        </a:lnTo>
                        <a:lnTo>
                          <a:pt x="8" y="13"/>
                        </a:lnTo>
                        <a:lnTo>
                          <a:pt x="6" y="15"/>
                        </a:lnTo>
                        <a:lnTo>
                          <a:pt x="4" y="19"/>
                        </a:lnTo>
                        <a:lnTo>
                          <a:pt x="3" y="22"/>
                        </a:lnTo>
                        <a:lnTo>
                          <a:pt x="1" y="26"/>
                        </a:lnTo>
                        <a:lnTo>
                          <a:pt x="1" y="31"/>
                        </a:lnTo>
                        <a:lnTo>
                          <a:pt x="0" y="34"/>
                        </a:lnTo>
                        <a:lnTo>
                          <a:pt x="0" y="38"/>
                        </a:lnTo>
                        <a:lnTo>
                          <a:pt x="0" y="41"/>
                        </a:lnTo>
                        <a:lnTo>
                          <a:pt x="1" y="45"/>
                        </a:lnTo>
                        <a:lnTo>
                          <a:pt x="1" y="48"/>
                        </a:lnTo>
                        <a:lnTo>
                          <a:pt x="3" y="53"/>
                        </a:lnTo>
                        <a:lnTo>
                          <a:pt x="4" y="56"/>
                        </a:lnTo>
                        <a:lnTo>
                          <a:pt x="6" y="59"/>
                        </a:lnTo>
                        <a:lnTo>
                          <a:pt x="8" y="61"/>
                        </a:lnTo>
                        <a:lnTo>
                          <a:pt x="11" y="65"/>
                        </a:lnTo>
                        <a:lnTo>
                          <a:pt x="13" y="67"/>
                        </a:lnTo>
                        <a:lnTo>
                          <a:pt x="16" y="70"/>
                        </a:lnTo>
                        <a:lnTo>
                          <a:pt x="20" y="71"/>
                        </a:lnTo>
                        <a:lnTo>
                          <a:pt x="23" y="73"/>
                        </a:lnTo>
                        <a:lnTo>
                          <a:pt x="27" y="75"/>
                        </a:lnTo>
                        <a:lnTo>
                          <a:pt x="30" y="76"/>
                        </a:lnTo>
                        <a:lnTo>
                          <a:pt x="35" y="76"/>
                        </a:lnTo>
                        <a:lnTo>
                          <a:pt x="39"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6" name="Freeform 166"/>
                  <p:cNvSpPr/>
                  <p:nvPr/>
                </p:nvSpPr>
                <p:spPr bwMode="auto">
                  <a:xfrm>
                    <a:off x="5612" y="1877"/>
                    <a:ext cx="26"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w 78"/>
                      <a:gd name="T25" fmla="*/ 0 h 78"/>
                      <a:gd name="T26" fmla="*/ 0 w 78"/>
                      <a:gd name="T27" fmla="*/ 0 h 78"/>
                      <a:gd name="T28" fmla="*/ 0 w 78"/>
                      <a:gd name="T29" fmla="*/ 0 h 78"/>
                      <a:gd name="T30" fmla="*/ 0 w 78"/>
                      <a:gd name="T31" fmla="*/ 0 h 78"/>
                      <a:gd name="T32" fmla="*/ 0 w 78"/>
                      <a:gd name="T33" fmla="*/ 0 h 78"/>
                      <a:gd name="T34" fmla="*/ 0 w 78"/>
                      <a:gd name="T35" fmla="*/ 0 h 78"/>
                      <a:gd name="T36" fmla="*/ 0 w 78"/>
                      <a:gd name="T37" fmla="*/ 0 h 78"/>
                      <a:gd name="T38" fmla="*/ 0 w 78"/>
                      <a:gd name="T39" fmla="*/ 0 h 78"/>
                      <a:gd name="T40" fmla="*/ 0 w 78"/>
                      <a:gd name="T41" fmla="*/ 0 h 78"/>
                      <a:gd name="T42" fmla="*/ 0 w 78"/>
                      <a:gd name="T43" fmla="*/ 0 h 78"/>
                      <a:gd name="T44" fmla="*/ 0 w 78"/>
                      <a:gd name="T45" fmla="*/ 0 h 78"/>
                      <a:gd name="T46" fmla="*/ 0 w 78"/>
                      <a:gd name="T47" fmla="*/ 0 h 78"/>
                      <a:gd name="T48" fmla="*/ 0 w 78"/>
                      <a:gd name="T49" fmla="*/ 0 h 78"/>
                      <a:gd name="T50" fmla="*/ 0 w 78"/>
                      <a:gd name="T51" fmla="*/ 0 h 78"/>
                      <a:gd name="T52" fmla="*/ 0 w 78"/>
                      <a:gd name="T53" fmla="*/ 0 h 78"/>
                      <a:gd name="T54" fmla="*/ 0 w 78"/>
                      <a:gd name="T55" fmla="*/ 0 h 78"/>
                      <a:gd name="T56" fmla="*/ 0 w 78"/>
                      <a:gd name="T57" fmla="*/ 0 h 78"/>
                      <a:gd name="T58" fmla="*/ 0 w 78"/>
                      <a:gd name="T59" fmla="*/ 0 h 78"/>
                      <a:gd name="T60" fmla="*/ 0 w 78"/>
                      <a:gd name="T61" fmla="*/ 0 h 78"/>
                      <a:gd name="T62" fmla="*/ 0 w 78"/>
                      <a:gd name="T63" fmla="*/ 0 h 78"/>
                      <a:gd name="T64" fmla="*/ 0 w 78"/>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8"/>
                      <a:gd name="T101" fmla="*/ 78 w 78"/>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8">
                        <a:moveTo>
                          <a:pt x="39" y="78"/>
                        </a:moveTo>
                        <a:lnTo>
                          <a:pt x="43" y="77"/>
                        </a:lnTo>
                        <a:lnTo>
                          <a:pt x="46" y="77"/>
                        </a:lnTo>
                        <a:lnTo>
                          <a:pt x="50" y="76"/>
                        </a:lnTo>
                        <a:lnTo>
                          <a:pt x="55" y="75"/>
                        </a:lnTo>
                        <a:lnTo>
                          <a:pt x="57" y="73"/>
                        </a:lnTo>
                        <a:lnTo>
                          <a:pt x="61" y="71"/>
                        </a:lnTo>
                        <a:lnTo>
                          <a:pt x="63" y="69"/>
                        </a:lnTo>
                        <a:lnTo>
                          <a:pt x="67" y="67"/>
                        </a:lnTo>
                        <a:lnTo>
                          <a:pt x="68" y="64"/>
                        </a:lnTo>
                        <a:lnTo>
                          <a:pt x="70" y="61"/>
                        </a:lnTo>
                        <a:lnTo>
                          <a:pt x="74" y="57"/>
                        </a:lnTo>
                        <a:lnTo>
                          <a:pt x="75" y="55"/>
                        </a:lnTo>
                        <a:lnTo>
                          <a:pt x="76" y="51"/>
                        </a:lnTo>
                        <a:lnTo>
                          <a:pt x="77" y="46"/>
                        </a:lnTo>
                        <a:lnTo>
                          <a:pt x="78" y="43"/>
                        </a:lnTo>
                        <a:lnTo>
                          <a:pt x="78" y="39"/>
                        </a:lnTo>
                        <a:lnTo>
                          <a:pt x="78" y="36"/>
                        </a:lnTo>
                        <a:lnTo>
                          <a:pt x="77" y="31"/>
                        </a:lnTo>
                        <a:lnTo>
                          <a:pt x="76" y="27"/>
                        </a:lnTo>
                        <a:lnTo>
                          <a:pt x="75" y="24"/>
                        </a:lnTo>
                        <a:lnTo>
                          <a:pt x="74" y="20"/>
                        </a:lnTo>
                        <a:lnTo>
                          <a:pt x="70" y="17"/>
                        </a:lnTo>
                        <a:lnTo>
                          <a:pt x="68" y="14"/>
                        </a:lnTo>
                        <a:lnTo>
                          <a:pt x="67" y="12"/>
                        </a:lnTo>
                        <a:lnTo>
                          <a:pt x="63" y="8"/>
                        </a:lnTo>
                        <a:lnTo>
                          <a:pt x="61" y="7"/>
                        </a:lnTo>
                        <a:lnTo>
                          <a:pt x="57" y="5"/>
                        </a:lnTo>
                        <a:lnTo>
                          <a:pt x="55" y="2"/>
                        </a:lnTo>
                        <a:lnTo>
                          <a:pt x="50" y="2"/>
                        </a:lnTo>
                        <a:lnTo>
                          <a:pt x="46" y="0"/>
                        </a:lnTo>
                        <a:lnTo>
                          <a:pt x="43" y="0"/>
                        </a:lnTo>
                        <a:lnTo>
                          <a:pt x="39" y="0"/>
                        </a:lnTo>
                        <a:lnTo>
                          <a:pt x="36" y="0"/>
                        </a:lnTo>
                        <a:lnTo>
                          <a:pt x="31" y="0"/>
                        </a:lnTo>
                        <a:lnTo>
                          <a:pt x="27" y="2"/>
                        </a:lnTo>
                        <a:lnTo>
                          <a:pt x="24" y="2"/>
                        </a:lnTo>
                        <a:lnTo>
                          <a:pt x="20" y="5"/>
                        </a:lnTo>
                        <a:lnTo>
                          <a:pt x="18" y="7"/>
                        </a:lnTo>
                        <a:lnTo>
                          <a:pt x="14" y="8"/>
                        </a:lnTo>
                        <a:lnTo>
                          <a:pt x="12" y="12"/>
                        </a:lnTo>
                        <a:lnTo>
                          <a:pt x="8" y="14"/>
                        </a:lnTo>
                        <a:lnTo>
                          <a:pt x="7" y="17"/>
                        </a:lnTo>
                        <a:lnTo>
                          <a:pt x="5" y="20"/>
                        </a:lnTo>
                        <a:lnTo>
                          <a:pt x="4" y="24"/>
                        </a:lnTo>
                        <a:lnTo>
                          <a:pt x="2" y="27"/>
                        </a:lnTo>
                        <a:lnTo>
                          <a:pt x="1" y="31"/>
                        </a:lnTo>
                        <a:lnTo>
                          <a:pt x="0" y="36"/>
                        </a:lnTo>
                        <a:lnTo>
                          <a:pt x="0" y="39"/>
                        </a:lnTo>
                        <a:lnTo>
                          <a:pt x="0" y="43"/>
                        </a:lnTo>
                        <a:lnTo>
                          <a:pt x="1" y="46"/>
                        </a:lnTo>
                        <a:lnTo>
                          <a:pt x="2" y="51"/>
                        </a:lnTo>
                        <a:lnTo>
                          <a:pt x="4" y="55"/>
                        </a:lnTo>
                        <a:lnTo>
                          <a:pt x="5" y="57"/>
                        </a:lnTo>
                        <a:lnTo>
                          <a:pt x="7" y="61"/>
                        </a:lnTo>
                        <a:lnTo>
                          <a:pt x="8" y="64"/>
                        </a:lnTo>
                        <a:lnTo>
                          <a:pt x="12" y="67"/>
                        </a:lnTo>
                        <a:lnTo>
                          <a:pt x="14" y="69"/>
                        </a:lnTo>
                        <a:lnTo>
                          <a:pt x="18" y="71"/>
                        </a:lnTo>
                        <a:lnTo>
                          <a:pt x="20" y="73"/>
                        </a:lnTo>
                        <a:lnTo>
                          <a:pt x="24" y="75"/>
                        </a:lnTo>
                        <a:lnTo>
                          <a:pt x="27" y="76"/>
                        </a:lnTo>
                        <a:lnTo>
                          <a:pt x="31" y="77"/>
                        </a:lnTo>
                        <a:lnTo>
                          <a:pt x="36" y="77"/>
                        </a:lnTo>
                        <a:lnTo>
                          <a:pt x="39"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7" name="Freeform 167"/>
                  <p:cNvSpPr/>
                  <p:nvPr/>
                </p:nvSpPr>
                <p:spPr bwMode="auto">
                  <a:xfrm>
                    <a:off x="5662" y="1876"/>
                    <a:ext cx="25" cy="26"/>
                  </a:xfrm>
                  <a:custGeom>
                    <a:avLst/>
                    <a:gdLst>
                      <a:gd name="T0" fmla="*/ 0 w 75"/>
                      <a:gd name="T1" fmla="*/ 0 h 78"/>
                      <a:gd name="T2" fmla="*/ 0 w 75"/>
                      <a:gd name="T3" fmla="*/ 0 h 78"/>
                      <a:gd name="T4" fmla="*/ 0 w 75"/>
                      <a:gd name="T5" fmla="*/ 0 h 78"/>
                      <a:gd name="T6" fmla="*/ 0 w 75"/>
                      <a:gd name="T7" fmla="*/ 0 h 78"/>
                      <a:gd name="T8" fmla="*/ 0 w 75"/>
                      <a:gd name="T9" fmla="*/ 0 h 78"/>
                      <a:gd name="T10" fmla="*/ 0 w 75"/>
                      <a:gd name="T11" fmla="*/ 0 h 78"/>
                      <a:gd name="T12" fmla="*/ 0 w 75"/>
                      <a:gd name="T13" fmla="*/ 0 h 78"/>
                      <a:gd name="T14" fmla="*/ 0 w 75"/>
                      <a:gd name="T15" fmla="*/ 0 h 78"/>
                      <a:gd name="T16" fmla="*/ 0 w 75"/>
                      <a:gd name="T17" fmla="*/ 0 h 78"/>
                      <a:gd name="T18" fmla="*/ 0 w 75"/>
                      <a:gd name="T19" fmla="*/ 0 h 78"/>
                      <a:gd name="T20" fmla="*/ 0 w 75"/>
                      <a:gd name="T21" fmla="*/ 0 h 78"/>
                      <a:gd name="T22" fmla="*/ 0 w 75"/>
                      <a:gd name="T23" fmla="*/ 0 h 78"/>
                      <a:gd name="T24" fmla="*/ 0 w 75"/>
                      <a:gd name="T25" fmla="*/ 0 h 78"/>
                      <a:gd name="T26" fmla="*/ 0 w 75"/>
                      <a:gd name="T27" fmla="*/ 0 h 78"/>
                      <a:gd name="T28" fmla="*/ 0 w 75"/>
                      <a:gd name="T29" fmla="*/ 0 h 78"/>
                      <a:gd name="T30" fmla="*/ 0 w 75"/>
                      <a:gd name="T31" fmla="*/ 0 h 78"/>
                      <a:gd name="T32" fmla="*/ 0 w 75"/>
                      <a:gd name="T33" fmla="*/ 0 h 78"/>
                      <a:gd name="T34" fmla="*/ 0 w 75"/>
                      <a:gd name="T35" fmla="*/ 0 h 78"/>
                      <a:gd name="T36" fmla="*/ 0 w 75"/>
                      <a:gd name="T37" fmla="*/ 0 h 78"/>
                      <a:gd name="T38" fmla="*/ 0 w 75"/>
                      <a:gd name="T39" fmla="*/ 0 h 78"/>
                      <a:gd name="T40" fmla="*/ 0 w 75"/>
                      <a:gd name="T41" fmla="*/ 0 h 78"/>
                      <a:gd name="T42" fmla="*/ 0 w 75"/>
                      <a:gd name="T43" fmla="*/ 0 h 78"/>
                      <a:gd name="T44" fmla="*/ 0 w 75"/>
                      <a:gd name="T45" fmla="*/ 0 h 78"/>
                      <a:gd name="T46" fmla="*/ 0 w 75"/>
                      <a:gd name="T47" fmla="*/ 0 h 78"/>
                      <a:gd name="T48" fmla="*/ 0 w 75"/>
                      <a:gd name="T49" fmla="*/ 0 h 78"/>
                      <a:gd name="T50" fmla="*/ 0 w 75"/>
                      <a:gd name="T51" fmla="*/ 0 h 78"/>
                      <a:gd name="T52" fmla="*/ 0 w 75"/>
                      <a:gd name="T53" fmla="*/ 0 h 78"/>
                      <a:gd name="T54" fmla="*/ 0 w 75"/>
                      <a:gd name="T55" fmla="*/ 0 h 78"/>
                      <a:gd name="T56" fmla="*/ 0 w 75"/>
                      <a:gd name="T57" fmla="*/ 0 h 78"/>
                      <a:gd name="T58" fmla="*/ 0 w 75"/>
                      <a:gd name="T59" fmla="*/ 0 h 78"/>
                      <a:gd name="T60" fmla="*/ 0 w 75"/>
                      <a:gd name="T61" fmla="*/ 0 h 78"/>
                      <a:gd name="T62" fmla="*/ 0 w 75"/>
                      <a:gd name="T63" fmla="*/ 0 h 78"/>
                      <a:gd name="T64" fmla="*/ 0 w 75"/>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8"/>
                      <a:gd name="T101" fmla="*/ 75 w 75"/>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8">
                        <a:moveTo>
                          <a:pt x="38" y="78"/>
                        </a:moveTo>
                        <a:lnTo>
                          <a:pt x="41" y="78"/>
                        </a:lnTo>
                        <a:lnTo>
                          <a:pt x="45" y="77"/>
                        </a:lnTo>
                        <a:lnTo>
                          <a:pt x="48" y="76"/>
                        </a:lnTo>
                        <a:lnTo>
                          <a:pt x="52" y="75"/>
                        </a:lnTo>
                        <a:lnTo>
                          <a:pt x="54" y="72"/>
                        </a:lnTo>
                        <a:lnTo>
                          <a:pt x="58" y="71"/>
                        </a:lnTo>
                        <a:lnTo>
                          <a:pt x="61" y="69"/>
                        </a:lnTo>
                        <a:lnTo>
                          <a:pt x="65" y="66"/>
                        </a:lnTo>
                        <a:lnTo>
                          <a:pt x="66" y="63"/>
                        </a:lnTo>
                        <a:lnTo>
                          <a:pt x="68" y="60"/>
                        </a:lnTo>
                        <a:lnTo>
                          <a:pt x="70" y="57"/>
                        </a:lnTo>
                        <a:lnTo>
                          <a:pt x="72" y="53"/>
                        </a:lnTo>
                        <a:lnTo>
                          <a:pt x="73" y="51"/>
                        </a:lnTo>
                        <a:lnTo>
                          <a:pt x="75" y="46"/>
                        </a:lnTo>
                        <a:lnTo>
                          <a:pt x="75" y="42"/>
                        </a:lnTo>
                        <a:lnTo>
                          <a:pt x="75" y="39"/>
                        </a:lnTo>
                        <a:lnTo>
                          <a:pt x="75" y="35"/>
                        </a:lnTo>
                        <a:lnTo>
                          <a:pt x="75" y="31"/>
                        </a:lnTo>
                        <a:lnTo>
                          <a:pt x="73" y="26"/>
                        </a:lnTo>
                        <a:lnTo>
                          <a:pt x="72" y="23"/>
                        </a:lnTo>
                        <a:lnTo>
                          <a:pt x="70" y="20"/>
                        </a:lnTo>
                        <a:lnTo>
                          <a:pt x="68" y="18"/>
                        </a:lnTo>
                        <a:lnTo>
                          <a:pt x="66" y="14"/>
                        </a:lnTo>
                        <a:lnTo>
                          <a:pt x="65" y="12"/>
                        </a:lnTo>
                        <a:lnTo>
                          <a:pt x="61" y="9"/>
                        </a:lnTo>
                        <a:lnTo>
                          <a:pt x="58" y="7"/>
                        </a:lnTo>
                        <a:lnTo>
                          <a:pt x="54" y="4"/>
                        </a:lnTo>
                        <a:lnTo>
                          <a:pt x="52" y="2"/>
                        </a:lnTo>
                        <a:lnTo>
                          <a:pt x="48" y="2"/>
                        </a:lnTo>
                        <a:lnTo>
                          <a:pt x="45" y="1"/>
                        </a:lnTo>
                        <a:lnTo>
                          <a:pt x="41" y="0"/>
                        </a:lnTo>
                        <a:lnTo>
                          <a:pt x="38" y="0"/>
                        </a:lnTo>
                        <a:lnTo>
                          <a:pt x="33" y="0"/>
                        </a:lnTo>
                        <a:lnTo>
                          <a:pt x="29" y="1"/>
                        </a:lnTo>
                        <a:lnTo>
                          <a:pt x="24" y="2"/>
                        </a:lnTo>
                        <a:lnTo>
                          <a:pt x="22" y="2"/>
                        </a:lnTo>
                        <a:lnTo>
                          <a:pt x="19" y="4"/>
                        </a:lnTo>
                        <a:lnTo>
                          <a:pt x="15" y="7"/>
                        </a:lnTo>
                        <a:lnTo>
                          <a:pt x="13" y="9"/>
                        </a:lnTo>
                        <a:lnTo>
                          <a:pt x="10" y="12"/>
                        </a:lnTo>
                        <a:lnTo>
                          <a:pt x="7" y="14"/>
                        </a:lnTo>
                        <a:lnTo>
                          <a:pt x="4" y="18"/>
                        </a:lnTo>
                        <a:lnTo>
                          <a:pt x="3" y="20"/>
                        </a:lnTo>
                        <a:lnTo>
                          <a:pt x="2" y="23"/>
                        </a:lnTo>
                        <a:lnTo>
                          <a:pt x="0" y="26"/>
                        </a:lnTo>
                        <a:lnTo>
                          <a:pt x="0" y="31"/>
                        </a:lnTo>
                        <a:lnTo>
                          <a:pt x="0" y="35"/>
                        </a:lnTo>
                        <a:lnTo>
                          <a:pt x="0" y="39"/>
                        </a:lnTo>
                        <a:lnTo>
                          <a:pt x="0" y="42"/>
                        </a:lnTo>
                        <a:lnTo>
                          <a:pt x="0" y="46"/>
                        </a:lnTo>
                        <a:lnTo>
                          <a:pt x="0" y="51"/>
                        </a:lnTo>
                        <a:lnTo>
                          <a:pt x="2" y="53"/>
                        </a:lnTo>
                        <a:lnTo>
                          <a:pt x="3" y="57"/>
                        </a:lnTo>
                        <a:lnTo>
                          <a:pt x="4" y="60"/>
                        </a:lnTo>
                        <a:lnTo>
                          <a:pt x="7" y="63"/>
                        </a:lnTo>
                        <a:lnTo>
                          <a:pt x="10" y="66"/>
                        </a:lnTo>
                        <a:lnTo>
                          <a:pt x="13" y="69"/>
                        </a:lnTo>
                        <a:lnTo>
                          <a:pt x="15" y="71"/>
                        </a:lnTo>
                        <a:lnTo>
                          <a:pt x="19" y="72"/>
                        </a:lnTo>
                        <a:lnTo>
                          <a:pt x="22" y="75"/>
                        </a:lnTo>
                        <a:lnTo>
                          <a:pt x="24" y="76"/>
                        </a:lnTo>
                        <a:lnTo>
                          <a:pt x="29" y="77"/>
                        </a:lnTo>
                        <a:lnTo>
                          <a:pt x="33" y="78"/>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8" name="Freeform 168"/>
                  <p:cNvSpPr/>
                  <p:nvPr/>
                </p:nvSpPr>
                <p:spPr bwMode="auto">
                  <a:xfrm>
                    <a:off x="5386" y="1906"/>
                    <a:ext cx="26" cy="26"/>
                  </a:xfrm>
                  <a:custGeom>
                    <a:avLst/>
                    <a:gdLst>
                      <a:gd name="T0" fmla="*/ 0 w 77"/>
                      <a:gd name="T1" fmla="*/ 0 h 78"/>
                      <a:gd name="T2" fmla="*/ 0 w 77"/>
                      <a:gd name="T3" fmla="*/ 0 h 78"/>
                      <a:gd name="T4" fmla="*/ 0 w 77"/>
                      <a:gd name="T5" fmla="*/ 0 h 78"/>
                      <a:gd name="T6" fmla="*/ 0 w 77"/>
                      <a:gd name="T7" fmla="*/ 0 h 78"/>
                      <a:gd name="T8" fmla="*/ 0 w 77"/>
                      <a:gd name="T9" fmla="*/ 0 h 78"/>
                      <a:gd name="T10" fmla="*/ 0 w 77"/>
                      <a:gd name="T11" fmla="*/ 0 h 78"/>
                      <a:gd name="T12" fmla="*/ 0 w 77"/>
                      <a:gd name="T13" fmla="*/ 0 h 78"/>
                      <a:gd name="T14" fmla="*/ 0 w 77"/>
                      <a:gd name="T15" fmla="*/ 0 h 78"/>
                      <a:gd name="T16" fmla="*/ 0 w 77"/>
                      <a:gd name="T17" fmla="*/ 0 h 78"/>
                      <a:gd name="T18" fmla="*/ 0 w 77"/>
                      <a:gd name="T19" fmla="*/ 0 h 78"/>
                      <a:gd name="T20" fmla="*/ 0 w 77"/>
                      <a:gd name="T21" fmla="*/ 0 h 78"/>
                      <a:gd name="T22" fmla="*/ 0 w 77"/>
                      <a:gd name="T23" fmla="*/ 0 h 78"/>
                      <a:gd name="T24" fmla="*/ 0 w 77"/>
                      <a:gd name="T25" fmla="*/ 0 h 78"/>
                      <a:gd name="T26" fmla="*/ 0 w 77"/>
                      <a:gd name="T27" fmla="*/ 0 h 78"/>
                      <a:gd name="T28" fmla="*/ 0 w 77"/>
                      <a:gd name="T29" fmla="*/ 0 h 78"/>
                      <a:gd name="T30" fmla="*/ 0 w 77"/>
                      <a:gd name="T31" fmla="*/ 0 h 78"/>
                      <a:gd name="T32" fmla="*/ 0 w 77"/>
                      <a:gd name="T33" fmla="*/ 0 h 78"/>
                      <a:gd name="T34" fmla="*/ 0 w 77"/>
                      <a:gd name="T35" fmla="*/ 0 h 78"/>
                      <a:gd name="T36" fmla="*/ 0 w 77"/>
                      <a:gd name="T37" fmla="*/ 0 h 78"/>
                      <a:gd name="T38" fmla="*/ 0 w 77"/>
                      <a:gd name="T39" fmla="*/ 0 h 78"/>
                      <a:gd name="T40" fmla="*/ 0 w 77"/>
                      <a:gd name="T41" fmla="*/ 0 h 78"/>
                      <a:gd name="T42" fmla="*/ 0 w 77"/>
                      <a:gd name="T43" fmla="*/ 0 h 78"/>
                      <a:gd name="T44" fmla="*/ 0 w 77"/>
                      <a:gd name="T45" fmla="*/ 0 h 78"/>
                      <a:gd name="T46" fmla="*/ 0 w 77"/>
                      <a:gd name="T47" fmla="*/ 0 h 78"/>
                      <a:gd name="T48" fmla="*/ 0 w 77"/>
                      <a:gd name="T49" fmla="*/ 0 h 78"/>
                      <a:gd name="T50" fmla="*/ 0 w 77"/>
                      <a:gd name="T51" fmla="*/ 0 h 78"/>
                      <a:gd name="T52" fmla="*/ 0 w 77"/>
                      <a:gd name="T53" fmla="*/ 0 h 78"/>
                      <a:gd name="T54" fmla="*/ 0 w 77"/>
                      <a:gd name="T55" fmla="*/ 0 h 78"/>
                      <a:gd name="T56" fmla="*/ 0 w 77"/>
                      <a:gd name="T57" fmla="*/ 0 h 78"/>
                      <a:gd name="T58" fmla="*/ 0 w 77"/>
                      <a:gd name="T59" fmla="*/ 0 h 78"/>
                      <a:gd name="T60" fmla="*/ 0 w 77"/>
                      <a:gd name="T61" fmla="*/ 0 h 78"/>
                      <a:gd name="T62" fmla="*/ 0 w 77"/>
                      <a:gd name="T63" fmla="*/ 0 h 78"/>
                      <a:gd name="T64" fmla="*/ 0 w 77"/>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8"/>
                      <a:gd name="T101" fmla="*/ 77 w 77"/>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8">
                        <a:moveTo>
                          <a:pt x="38" y="78"/>
                        </a:moveTo>
                        <a:lnTo>
                          <a:pt x="41" y="77"/>
                        </a:lnTo>
                        <a:lnTo>
                          <a:pt x="45" y="76"/>
                        </a:lnTo>
                        <a:lnTo>
                          <a:pt x="50" y="76"/>
                        </a:lnTo>
                        <a:lnTo>
                          <a:pt x="53" y="73"/>
                        </a:lnTo>
                        <a:lnTo>
                          <a:pt x="56" y="72"/>
                        </a:lnTo>
                        <a:lnTo>
                          <a:pt x="59" y="70"/>
                        </a:lnTo>
                        <a:lnTo>
                          <a:pt x="63" y="67"/>
                        </a:lnTo>
                        <a:lnTo>
                          <a:pt x="65" y="65"/>
                        </a:lnTo>
                        <a:lnTo>
                          <a:pt x="67" y="63"/>
                        </a:lnTo>
                        <a:lnTo>
                          <a:pt x="70" y="60"/>
                        </a:lnTo>
                        <a:lnTo>
                          <a:pt x="71" y="56"/>
                        </a:lnTo>
                        <a:lnTo>
                          <a:pt x="73" y="53"/>
                        </a:lnTo>
                        <a:lnTo>
                          <a:pt x="74" y="50"/>
                        </a:lnTo>
                        <a:lnTo>
                          <a:pt x="76" y="46"/>
                        </a:lnTo>
                        <a:lnTo>
                          <a:pt x="76" y="42"/>
                        </a:lnTo>
                        <a:lnTo>
                          <a:pt x="77" y="39"/>
                        </a:lnTo>
                        <a:lnTo>
                          <a:pt x="76" y="35"/>
                        </a:lnTo>
                        <a:lnTo>
                          <a:pt x="76" y="29"/>
                        </a:lnTo>
                        <a:lnTo>
                          <a:pt x="74" y="27"/>
                        </a:lnTo>
                        <a:lnTo>
                          <a:pt x="73" y="24"/>
                        </a:lnTo>
                        <a:lnTo>
                          <a:pt x="71" y="20"/>
                        </a:lnTo>
                        <a:lnTo>
                          <a:pt x="70" y="16"/>
                        </a:lnTo>
                        <a:lnTo>
                          <a:pt x="67" y="14"/>
                        </a:lnTo>
                        <a:lnTo>
                          <a:pt x="65" y="12"/>
                        </a:lnTo>
                        <a:lnTo>
                          <a:pt x="63" y="8"/>
                        </a:lnTo>
                        <a:lnTo>
                          <a:pt x="59" y="6"/>
                        </a:lnTo>
                        <a:lnTo>
                          <a:pt x="56" y="5"/>
                        </a:lnTo>
                        <a:lnTo>
                          <a:pt x="53" y="2"/>
                        </a:lnTo>
                        <a:lnTo>
                          <a:pt x="50" y="1"/>
                        </a:lnTo>
                        <a:lnTo>
                          <a:pt x="45" y="0"/>
                        </a:lnTo>
                        <a:lnTo>
                          <a:pt x="41" y="0"/>
                        </a:lnTo>
                        <a:lnTo>
                          <a:pt x="38" y="0"/>
                        </a:lnTo>
                        <a:lnTo>
                          <a:pt x="34" y="0"/>
                        </a:lnTo>
                        <a:lnTo>
                          <a:pt x="31" y="0"/>
                        </a:lnTo>
                        <a:lnTo>
                          <a:pt x="26" y="1"/>
                        </a:lnTo>
                        <a:lnTo>
                          <a:pt x="22" y="2"/>
                        </a:lnTo>
                        <a:lnTo>
                          <a:pt x="20" y="5"/>
                        </a:lnTo>
                        <a:lnTo>
                          <a:pt x="16" y="6"/>
                        </a:lnTo>
                        <a:lnTo>
                          <a:pt x="13" y="8"/>
                        </a:lnTo>
                        <a:lnTo>
                          <a:pt x="10" y="12"/>
                        </a:lnTo>
                        <a:lnTo>
                          <a:pt x="7" y="14"/>
                        </a:lnTo>
                        <a:lnTo>
                          <a:pt x="4" y="16"/>
                        </a:lnTo>
                        <a:lnTo>
                          <a:pt x="3" y="20"/>
                        </a:lnTo>
                        <a:lnTo>
                          <a:pt x="2" y="24"/>
                        </a:lnTo>
                        <a:lnTo>
                          <a:pt x="1" y="27"/>
                        </a:lnTo>
                        <a:lnTo>
                          <a:pt x="0" y="29"/>
                        </a:lnTo>
                        <a:lnTo>
                          <a:pt x="0" y="35"/>
                        </a:lnTo>
                        <a:lnTo>
                          <a:pt x="0" y="39"/>
                        </a:lnTo>
                        <a:lnTo>
                          <a:pt x="0" y="42"/>
                        </a:lnTo>
                        <a:lnTo>
                          <a:pt x="0" y="46"/>
                        </a:lnTo>
                        <a:lnTo>
                          <a:pt x="1" y="50"/>
                        </a:lnTo>
                        <a:lnTo>
                          <a:pt x="2" y="53"/>
                        </a:lnTo>
                        <a:lnTo>
                          <a:pt x="3" y="56"/>
                        </a:lnTo>
                        <a:lnTo>
                          <a:pt x="4" y="60"/>
                        </a:lnTo>
                        <a:lnTo>
                          <a:pt x="7" y="63"/>
                        </a:lnTo>
                        <a:lnTo>
                          <a:pt x="10" y="65"/>
                        </a:lnTo>
                        <a:lnTo>
                          <a:pt x="13" y="67"/>
                        </a:lnTo>
                        <a:lnTo>
                          <a:pt x="16" y="70"/>
                        </a:lnTo>
                        <a:lnTo>
                          <a:pt x="20" y="72"/>
                        </a:lnTo>
                        <a:lnTo>
                          <a:pt x="22" y="73"/>
                        </a:lnTo>
                        <a:lnTo>
                          <a:pt x="26" y="76"/>
                        </a:lnTo>
                        <a:lnTo>
                          <a:pt x="31" y="76"/>
                        </a:lnTo>
                        <a:lnTo>
                          <a:pt x="34" y="77"/>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9" name="Freeform 169"/>
                  <p:cNvSpPr/>
                  <p:nvPr/>
                </p:nvSpPr>
                <p:spPr bwMode="auto">
                  <a:xfrm>
                    <a:off x="5438" y="1906"/>
                    <a:ext cx="27" cy="25"/>
                  </a:xfrm>
                  <a:custGeom>
                    <a:avLst/>
                    <a:gdLst>
                      <a:gd name="T0" fmla="*/ 0 w 79"/>
                      <a:gd name="T1" fmla="*/ 0 h 76"/>
                      <a:gd name="T2" fmla="*/ 0 w 79"/>
                      <a:gd name="T3" fmla="*/ 0 h 76"/>
                      <a:gd name="T4" fmla="*/ 0 w 79"/>
                      <a:gd name="T5" fmla="*/ 0 h 76"/>
                      <a:gd name="T6" fmla="*/ 0 w 79"/>
                      <a:gd name="T7" fmla="*/ 0 h 76"/>
                      <a:gd name="T8" fmla="*/ 0 w 79"/>
                      <a:gd name="T9" fmla="*/ 0 h 76"/>
                      <a:gd name="T10" fmla="*/ 0 w 79"/>
                      <a:gd name="T11" fmla="*/ 0 h 76"/>
                      <a:gd name="T12" fmla="*/ 0 w 79"/>
                      <a:gd name="T13" fmla="*/ 0 h 76"/>
                      <a:gd name="T14" fmla="*/ 0 w 79"/>
                      <a:gd name="T15" fmla="*/ 0 h 76"/>
                      <a:gd name="T16" fmla="*/ 0 w 79"/>
                      <a:gd name="T17" fmla="*/ 0 h 76"/>
                      <a:gd name="T18" fmla="*/ 0 w 79"/>
                      <a:gd name="T19" fmla="*/ 0 h 76"/>
                      <a:gd name="T20" fmla="*/ 0 w 79"/>
                      <a:gd name="T21" fmla="*/ 0 h 76"/>
                      <a:gd name="T22" fmla="*/ 0 w 79"/>
                      <a:gd name="T23" fmla="*/ 0 h 76"/>
                      <a:gd name="T24" fmla="*/ 0 w 79"/>
                      <a:gd name="T25" fmla="*/ 0 h 76"/>
                      <a:gd name="T26" fmla="*/ 0 w 79"/>
                      <a:gd name="T27" fmla="*/ 0 h 76"/>
                      <a:gd name="T28" fmla="*/ 0 w 79"/>
                      <a:gd name="T29" fmla="*/ 0 h 76"/>
                      <a:gd name="T30" fmla="*/ 0 w 79"/>
                      <a:gd name="T31" fmla="*/ 0 h 76"/>
                      <a:gd name="T32" fmla="*/ 0 w 79"/>
                      <a:gd name="T33" fmla="*/ 0 h 76"/>
                      <a:gd name="T34" fmla="*/ 0 w 79"/>
                      <a:gd name="T35" fmla="*/ 0 h 76"/>
                      <a:gd name="T36" fmla="*/ 0 w 79"/>
                      <a:gd name="T37" fmla="*/ 0 h 76"/>
                      <a:gd name="T38" fmla="*/ 0 w 79"/>
                      <a:gd name="T39" fmla="*/ 0 h 76"/>
                      <a:gd name="T40" fmla="*/ 0 w 79"/>
                      <a:gd name="T41" fmla="*/ 0 h 76"/>
                      <a:gd name="T42" fmla="*/ 0 w 79"/>
                      <a:gd name="T43" fmla="*/ 0 h 76"/>
                      <a:gd name="T44" fmla="*/ 0 w 79"/>
                      <a:gd name="T45" fmla="*/ 0 h 76"/>
                      <a:gd name="T46" fmla="*/ 0 w 79"/>
                      <a:gd name="T47" fmla="*/ 0 h 76"/>
                      <a:gd name="T48" fmla="*/ 0 w 79"/>
                      <a:gd name="T49" fmla="*/ 0 h 76"/>
                      <a:gd name="T50" fmla="*/ 0 w 79"/>
                      <a:gd name="T51" fmla="*/ 0 h 76"/>
                      <a:gd name="T52" fmla="*/ 0 w 79"/>
                      <a:gd name="T53" fmla="*/ 0 h 76"/>
                      <a:gd name="T54" fmla="*/ 0 w 79"/>
                      <a:gd name="T55" fmla="*/ 0 h 76"/>
                      <a:gd name="T56" fmla="*/ 0 w 79"/>
                      <a:gd name="T57" fmla="*/ 0 h 76"/>
                      <a:gd name="T58" fmla="*/ 0 w 79"/>
                      <a:gd name="T59" fmla="*/ 0 h 76"/>
                      <a:gd name="T60" fmla="*/ 0 w 79"/>
                      <a:gd name="T61" fmla="*/ 0 h 76"/>
                      <a:gd name="T62" fmla="*/ 0 w 79"/>
                      <a:gd name="T63" fmla="*/ 0 h 76"/>
                      <a:gd name="T64" fmla="*/ 0 w 79"/>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6"/>
                      <a:gd name="T101" fmla="*/ 79 w 79"/>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6">
                        <a:moveTo>
                          <a:pt x="40" y="76"/>
                        </a:moveTo>
                        <a:lnTo>
                          <a:pt x="43" y="76"/>
                        </a:lnTo>
                        <a:lnTo>
                          <a:pt x="47" y="76"/>
                        </a:lnTo>
                        <a:lnTo>
                          <a:pt x="50" y="73"/>
                        </a:lnTo>
                        <a:lnTo>
                          <a:pt x="54" y="73"/>
                        </a:lnTo>
                        <a:lnTo>
                          <a:pt x="56" y="71"/>
                        </a:lnTo>
                        <a:lnTo>
                          <a:pt x="61" y="70"/>
                        </a:lnTo>
                        <a:lnTo>
                          <a:pt x="63" y="67"/>
                        </a:lnTo>
                        <a:lnTo>
                          <a:pt x="67" y="65"/>
                        </a:lnTo>
                        <a:lnTo>
                          <a:pt x="69" y="61"/>
                        </a:lnTo>
                        <a:lnTo>
                          <a:pt x="72" y="58"/>
                        </a:lnTo>
                        <a:lnTo>
                          <a:pt x="73" y="56"/>
                        </a:lnTo>
                        <a:lnTo>
                          <a:pt x="74" y="53"/>
                        </a:lnTo>
                        <a:lnTo>
                          <a:pt x="76" y="48"/>
                        </a:lnTo>
                        <a:lnTo>
                          <a:pt x="76" y="45"/>
                        </a:lnTo>
                        <a:lnTo>
                          <a:pt x="77" y="40"/>
                        </a:lnTo>
                        <a:lnTo>
                          <a:pt x="79" y="38"/>
                        </a:lnTo>
                        <a:lnTo>
                          <a:pt x="77" y="33"/>
                        </a:lnTo>
                        <a:lnTo>
                          <a:pt x="76" y="29"/>
                        </a:lnTo>
                        <a:lnTo>
                          <a:pt x="76" y="25"/>
                        </a:lnTo>
                        <a:lnTo>
                          <a:pt x="74" y="22"/>
                        </a:lnTo>
                        <a:lnTo>
                          <a:pt x="73" y="19"/>
                        </a:lnTo>
                        <a:lnTo>
                          <a:pt x="72" y="15"/>
                        </a:lnTo>
                        <a:lnTo>
                          <a:pt x="69" y="13"/>
                        </a:lnTo>
                        <a:lnTo>
                          <a:pt x="67" y="10"/>
                        </a:lnTo>
                        <a:lnTo>
                          <a:pt x="63" y="7"/>
                        </a:lnTo>
                        <a:lnTo>
                          <a:pt x="61" y="5"/>
                        </a:lnTo>
                        <a:lnTo>
                          <a:pt x="56" y="3"/>
                        </a:lnTo>
                        <a:lnTo>
                          <a:pt x="54" y="2"/>
                        </a:lnTo>
                        <a:lnTo>
                          <a:pt x="50" y="0"/>
                        </a:lnTo>
                        <a:lnTo>
                          <a:pt x="47" y="0"/>
                        </a:lnTo>
                        <a:lnTo>
                          <a:pt x="43" y="0"/>
                        </a:lnTo>
                        <a:lnTo>
                          <a:pt x="40" y="0"/>
                        </a:lnTo>
                        <a:lnTo>
                          <a:pt x="35" y="0"/>
                        </a:lnTo>
                        <a:lnTo>
                          <a:pt x="31" y="0"/>
                        </a:lnTo>
                        <a:lnTo>
                          <a:pt x="28" y="0"/>
                        </a:lnTo>
                        <a:lnTo>
                          <a:pt x="24" y="2"/>
                        </a:lnTo>
                        <a:lnTo>
                          <a:pt x="21" y="3"/>
                        </a:lnTo>
                        <a:lnTo>
                          <a:pt x="17" y="5"/>
                        </a:lnTo>
                        <a:lnTo>
                          <a:pt x="15" y="7"/>
                        </a:lnTo>
                        <a:lnTo>
                          <a:pt x="12" y="10"/>
                        </a:lnTo>
                        <a:lnTo>
                          <a:pt x="9" y="13"/>
                        </a:lnTo>
                        <a:lnTo>
                          <a:pt x="6" y="15"/>
                        </a:lnTo>
                        <a:lnTo>
                          <a:pt x="5" y="19"/>
                        </a:lnTo>
                        <a:lnTo>
                          <a:pt x="3" y="22"/>
                        </a:lnTo>
                        <a:lnTo>
                          <a:pt x="2" y="25"/>
                        </a:lnTo>
                        <a:lnTo>
                          <a:pt x="0" y="29"/>
                        </a:lnTo>
                        <a:lnTo>
                          <a:pt x="0" y="33"/>
                        </a:lnTo>
                        <a:lnTo>
                          <a:pt x="0" y="38"/>
                        </a:lnTo>
                        <a:lnTo>
                          <a:pt x="0" y="40"/>
                        </a:lnTo>
                        <a:lnTo>
                          <a:pt x="0" y="45"/>
                        </a:lnTo>
                        <a:lnTo>
                          <a:pt x="2" y="48"/>
                        </a:lnTo>
                        <a:lnTo>
                          <a:pt x="3" y="53"/>
                        </a:lnTo>
                        <a:lnTo>
                          <a:pt x="5" y="56"/>
                        </a:lnTo>
                        <a:lnTo>
                          <a:pt x="6" y="58"/>
                        </a:lnTo>
                        <a:lnTo>
                          <a:pt x="9" y="61"/>
                        </a:lnTo>
                        <a:lnTo>
                          <a:pt x="12" y="65"/>
                        </a:lnTo>
                        <a:lnTo>
                          <a:pt x="15" y="67"/>
                        </a:lnTo>
                        <a:lnTo>
                          <a:pt x="17" y="70"/>
                        </a:lnTo>
                        <a:lnTo>
                          <a:pt x="21" y="71"/>
                        </a:lnTo>
                        <a:lnTo>
                          <a:pt x="24" y="73"/>
                        </a:lnTo>
                        <a:lnTo>
                          <a:pt x="28" y="73"/>
                        </a:lnTo>
                        <a:lnTo>
                          <a:pt x="31" y="76"/>
                        </a:lnTo>
                        <a:lnTo>
                          <a:pt x="35" y="76"/>
                        </a:lnTo>
                        <a:lnTo>
                          <a:pt x="40" y="7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0" name="Freeform 170"/>
                  <p:cNvSpPr/>
                  <p:nvPr/>
                </p:nvSpPr>
                <p:spPr bwMode="auto">
                  <a:xfrm>
                    <a:off x="5487" y="1905"/>
                    <a:ext cx="27" cy="26"/>
                  </a:xfrm>
                  <a:custGeom>
                    <a:avLst/>
                    <a:gdLst>
                      <a:gd name="T0" fmla="*/ 0 w 79"/>
                      <a:gd name="T1" fmla="*/ 0 h 79"/>
                      <a:gd name="T2" fmla="*/ 0 w 79"/>
                      <a:gd name="T3" fmla="*/ 0 h 79"/>
                      <a:gd name="T4" fmla="*/ 0 w 79"/>
                      <a:gd name="T5" fmla="*/ 0 h 79"/>
                      <a:gd name="T6" fmla="*/ 0 w 79"/>
                      <a:gd name="T7" fmla="*/ 0 h 79"/>
                      <a:gd name="T8" fmla="*/ 0 w 79"/>
                      <a:gd name="T9" fmla="*/ 0 h 79"/>
                      <a:gd name="T10" fmla="*/ 0 w 79"/>
                      <a:gd name="T11" fmla="*/ 0 h 79"/>
                      <a:gd name="T12" fmla="*/ 0 w 79"/>
                      <a:gd name="T13" fmla="*/ 0 h 79"/>
                      <a:gd name="T14" fmla="*/ 0 w 79"/>
                      <a:gd name="T15" fmla="*/ 0 h 79"/>
                      <a:gd name="T16" fmla="*/ 0 w 79"/>
                      <a:gd name="T17" fmla="*/ 0 h 79"/>
                      <a:gd name="T18" fmla="*/ 0 w 79"/>
                      <a:gd name="T19" fmla="*/ 0 h 79"/>
                      <a:gd name="T20" fmla="*/ 0 w 79"/>
                      <a:gd name="T21" fmla="*/ 0 h 79"/>
                      <a:gd name="T22" fmla="*/ 0 w 79"/>
                      <a:gd name="T23" fmla="*/ 0 h 79"/>
                      <a:gd name="T24" fmla="*/ 0 w 79"/>
                      <a:gd name="T25" fmla="*/ 0 h 79"/>
                      <a:gd name="T26" fmla="*/ 0 w 79"/>
                      <a:gd name="T27" fmla="*/ 0 h 79"/>
                      <a:gd name="T28" fmla="*/ 0 w 79"/>
                      <a:gd name="T29" fmla="*/ 0 h 79"/>
                      <a:gd name="T30" fmla="*/ 0 w 79"/>
                      <a:gd name="T31" fmla="*/ 0 h 79"/>
                      <a:gd name="T32" fmla="*/ 0 w 79"/>
                      <a:gd name="T33" fmla="*/ 0 h 79"/>
                      <a:gd name="T34" fmla="*/ 0 w 79"/>
                      <a:gd name="T35" fmla="*/ 0 h 79"/>
                      <a:gd name="T36" fmla="*/ 0 w 79"/>
                      <a:gd name="T37" fmla="*/ 0 h 79"/>
                      <a:gd name="T38" fmla="*/ 0 w 79"/>
                      <a:gd name="T39" fmla="*/ 0 h 79"/>
                      <a:gd name="T40" fmla="*/ 0 w 79"/>
                      <a:gd name="T41" fmla="*/ 0 h 79"/>
                      <a:gd name="T42" fmla="*/ 0 w 79"/>
                      <a:gd name="T43" fmla="*/ 0 h 79"/>
                      <a:gd name="T44" fmla="*/ 0 w 79"/>
                      <a:gd name="T45" fmla="*/ 0 h 79"/>
                      <a:gd name="T46" fmla="*/ 0 w 79"/>
                      <a:gd name="T47" fmla="*/ 0 h 79"/>
                      <a:gd name="T48" fmla="*/ 0 w 79"/>
                      <a:gd name="T49" fmla="*/ 0 h 79"/>
                      <a:gd name="T50" fmla="*/ 0 w 79"/>
                      <a:gd name="T51" fmla="*/ 0 h 79"/>
                      <a:gd name="T52" fmla="*/ 0 w 79"/>
                      <a:gd name="T53" fmla="*/ 0 h 79"/>
                      <a:gd name="T54" fmla="*/ 0 w 79"/>
                      <a:gd name="T55" fmla="*/ 0 h 79"/>
                      <a:gd name="T56" fmla="*/ 0 w 79"/>
                      <a:gd name="T57" fmla="*/ 0 h 79"/>
                      <a:gd name="T58" fmla="*/ 0 w 79"/>
                      <a:gd name="T59" fmla="*/ 0 h 79"/>
                      <a:gd name="T60" fmla="*/ 0 w 79"/>
                      <a:gd name="T61" fmla="*/ 0 h 79"/>
                      <a:gd name="T62" fmla="*/ 0 w 79"/>
                      <a:gd name="T63" fmla="*/ 0 h 79"/>
                      <a:gd name="T64" fmla="*/ 0 w 79"/>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9"/>
                      <a:gd name="T101" fmla="*/ 79 w 79"/>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9">
                        <a:moveTo>
                          <a:pt x="40" y="79"/>
                        </a:moveTo>
                        <a:lnTo>
                          <a:pt x="43" y="79"/>
                        </a:lnTo>
                        <a:lnTo>
                          <a:pt x="47" y="78"/>
                        </a:lnTo>
                        <a:lnTo>
                          <a:pt x="52" y="76"/>
                        </a:lnTo>
                        <a:lnTo>
                          <a:pt x="54" y="75"/>
                        </a:lnTo>
                        <a:lnTo>
                          <a:pt x="57" y="73"/>
                        </a:lnTo>
                        <a:lnTo>
                          <a:pt x="61" y="70"/>
                        </a:lnTo>
                        <a:lnTo>
                          <a:pt x="63" y="68"/>
                        </a:lnTo>
                        <a:lnTo>
                          <a:pt x="67" y="67"/>
                        </a:lnTo>
                        <a:lnTo>
                          <a:pt x="69" y="63"/>
                        </a:lnTo>
                        <a:lnTo>
                          <a:pt x="72" y="61"/>
                        </a:lnTo>
                        <a:lnTo>
                          <a:pt x="73" y="59"/>
                        </a:lnTo>
                        <a:lnTo>
                          <a:pt x="75" y="55"/>
                        </a:lnTo>
                        <a:lnTo>
                          <a:pt x="76" y="50"/>
                        </a:lnTo>
                        <a:lnTo>
                          <a:pt x="78" y="48"/>
                        </a:lnTo>
                        <a:lnTo>
                          <a:pt x="78" y="43"/>
                        </a:lnTo>
                        <a:lnTo>
                          <a:pt x="79" y="41"/>
                        </a:lnTo>
                        <a:lnTo>
                          <a:pt x="78" y="35"/>
                        </a:lnTo>
                        <a:lnTo>
                          <a:pt x="78" y="31"/>
                        </a:lnTo>
                        <a:lnTo>
                          <a:pt x="76" y="28"/>
                        </a:lnTo>
                        <a:lnTo>
                          <a:pt x="75" y="25"/>
                        </a:lnTo>
                        <a:lnTo>
                          <a:pt x="73" y="21"/>
                        </a:lnTo>
                        <a:lnTo>
                          <a:pt x="72" y="18"/>
                        </a:lnTo>
                        <a:lnTo>
                          <a:pt x="69" y="15"/>
                        </a:lnTo>
                        <a:lnTo>
                          <a:pt x="67" y="12"/>
                        </a:lnTo>
                        <a:lnTo>
                          <a:pt x="63" y="10"/>
                        </a:lnTo>
                        <a:lnTo>
                          <a:pt x="61" y="8"/>
                        </a:lnTo>
                        <a:lnTo>
                          <a:pt x="57" y="5"/>
                        </a:lnTo>
                        <a:lnTo>
                          <a:pt x="54" y="4"/>
                        </a:lnTo>
                        <a:lnTo>
                          <a:pt x="52" y="3"/>
                        </a:lnTo>
                        <a:lnTo>
                          <a:pt x="47" y="2"/>
                        </a:lnTo>
                        <a:lnTo>
                          <a:pt x="43" y="0"/>
                        </a:lnTo>
                        <a:lnTo>
                          <a:pt x="40" y="0"/>
                        </a:lnTo>
                        <a:lnTo>
                          <a:pt x="36" y="0"/>
                        </a:lnTo>
                        <a:lnTo>
                          <a:pt x="31" y="2"/>
                        </a:lnTo>
                        <a:lnTo>
                          <a:pt x="28" y="3"/>
                        </a:lnTo>
                        <a:lnTo>
                          <a:pt x="24" y="4"/>
                        </a:lnTo>
                        <a:lnTo>
                          <a:pt x="21" y="5"/>
                        </a:lnTo>
                        <a:lnTo>
                          <a:pt x="18" y="8"/>
                        </a:lnTo>
                        <a:lnTo>
                          <a:pt x="15" y="10"/>
                        </a:lnTo>
                        <a:lnTo>
                          <a:pt x="12" y="12"/>
                        </a:lnTo>
                        <a:lnTo>
                          <a:pt x="10" y="15"/>
                        </a:lnTo>
                        <a:lnTo>
                          <a:pt x="8" y="18"/>
                        </a:lnTo>
                        <a:lnTo>
                          <a:pt x="5" y="21"/>
                        </a:lnTo>
                        <a:lnTo>
                          <a:pt x="4" y="25"/>
                        </a:lnTo>
                        <a:lnTo>
                          <a:pt x="3" y="28"/>
                        </a:lnTo>
                        <a:lnTo>
                          <a:pt x="2" y="31"/>
                        </a:lnTo>
                        <a:lnTo>
                          <a:pt x="0" y="35"/>
                        </a:lnTo>
                        <a:lnTo>
                          <a:pt x="0" y="41"/>
                        </a:lnTo>
                        <a:lnTo>
                          <a:pt x="0" y="43"/>
                        </a:lnTo>
                        <a:lnTo>
                          <a:pt x="2" y="48"/>
                        </a:lnTo>
                        <a:lnTo>
                          <a:pt x="3" y="50"/>
                        </a:lnTo>
                        <a:lnTo>
                          <a:pt x="4" y="55"/>
                        </a:lnTo>
                        <a:lnTo>
                          <a:pt x="5" y="59"/>
                        </a:lnTo>
                        <a:lnTo>
                          <a:pt x="8" y="61"/>
                        </a:lnTo>
                        <a:lnTo>
                          <a:pt x="10" y="63"/>
                        </a:lnTo>
                        <a:lnTo>
                          <a:pt x="12" y="67"/>
                        </a:lnTo>
                        <a:lnTo>
                          <a:pt x="15" y="68"/>
                        </a:lnTo>
                        <a:lnTo>
                          <a:pt x="18" y="70"/>
                        </a:lnTo>
                        <a:lnTo>
                          <a:pt x="21" y="73"/>
                        </a:lnTo>
                        <a:lnTo>
                          <a:pt x="24" y="75"/>
                        </a:lnTo>
                        <a:lnTo>
                          <a:pt x="28" y="76"/>
                        </a:lnTo>
                        <a:lnTo>
                          <a:pt x="31" y="78"/>
                        </a:lnTo>
                        <a:lnTo>
                          <a:pt x="36" y="79"/>
                        </a:lnTo>
                        <a:lnTo>
                          <a:pt x="40" y="7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1" name="Freeform 171"/>
                  <p:cNvSpPr/>
                  <p:nvPr/>
                </p:nvSpPr>
                <p:spPr bwMode="auto">
                  <a:xfrm>
                    <a:off x="5536" y="1906"/>
                    <a:ext cx="26" cy="25"/>
                  </a:xfrm>
                  <a:custGeom>
                    <a:avLst/>
                    <a:gdLst>
                      <a:gd name="T0" fmla="*/ 0 w 78"/>
                      <a:gd name="T1" fmla="*/ 0 h 76"/>
                      <a:gd name="T2" fmla="*/ 0 w 78"/>
                      <a:gd name="T3" fmla="*/ 0 h 76"/>
                      <a:gd name="T4" fmla="*/ 0 w 78"/>
                      <a:gd name="T5" fmla="*/ 0 h 76"/>
                      <a:gd name="T6" fmla="*/ 0 w 78"/>
                      <a:gd name="T7" fmla="*/ 0 h 76"/>
                      <a:gd name="T8" fmla="*/ 0 w 78"/>
                      <a:gd name="T9" fmla="*/ 0 h 76"/>
                      <a:gd name="T10" fmla="*/ 0 w 78"/>
                      <a:gd name="T11" fmla="*/ 0 h 76"/>
                      <a:gd name="T12" fmla="*/ 0 w 78"/>
                      <a:gd name="T13" fmla="*/ 0 h 76"/>
                      <a:gd name="T14" fmla="*/ 0 w 78"/>
                      <a:gd name="T15" fmla="*/ 0 h 76"/>
                      <a:gd name="T16" fmla="*/ 0 w 78"/>
                      <a:gd name="T17" fmla="*/ 0 h 76"/>
                      <a:gd name="T18" fmla="*/ 0 w 78"/>
                      <a:gd name="T19" fmla="*/ 0 h 76"/>
                      <a:gd name="T20" fmla="*/ 0 w 78"/>
                      <a:gd name="T21" fmla="*/ 0 h 76"/>
                      <a:gd name="T22" fmla="*/ 0 w 78"/>
                      <a:gd name="T23" fmla="*/ 0 h 76"/>
                      <a:gd name="T24" fmla="*/ 0 w 78"/>
                      <a:gd name="T25" fmla="*/ 0 h 76"/>
                      <a:gd name="T26" fmla="*/ 0 w 78"/>
                      <a:gd name="T27" fmla="*/ 0 h 76"/>
                      <a:gd name="T28" fmla="*/ 0 w 78"/>
                      <a:gd name="T29" fmla="*/ 0 h 76"/>
                      <a:gd name="T30" fmla="*/ 0 w 78"/>
                      <a:gd name="T31" fmla="*/ 0 h 76"/>
                      <a:gd name="T32" fmla="*/ 0 w 78"/>
                      <a:gd name="T33" fmla="*/ 0 h 76"/>
                      <a:gd name="T34" fmla="*/ 0 w 78"/>
                      <a:gd name="T35" fmla="*/ 0 h 76"/>
                      <a:gd name="T36" fmla="*/ 0 w 78"/>
                      <a:gd name="T37" fmla="*/ 0 h 76"/>
                      <a:gd name="T38" fmla="*/ 0 w 78"/>
                      <a:gd name="T39" fmla="*/ 0 h 76"/>
                      <a:gd name="T40" fmla="*/ 0 w 78"/>
                      <a:gd name="T41" fmla="*/ 0 h 76"/>
                      <a:gd name="T42" fmla="*/ 0 w 78"/>
                      <a:gd name="T43" fmla="*/ 0 h 76"/>
                      <a:gd name="T44" fmla="*/ 0 w 78"/>
                      <a:gd name="T45" fmla="*/ 0 h 76"/>
                      <a:gd name="T46" fmla="*/ 0 w 78"/>
                      <a:gd name="T47" fmla="*/ 0 h 76"/>
                      <a:gd name="T48" fmla="*/ 0 w 78"/>
                      <a:gd name="T49" fmla="*/ 0 h 76"/>
                      <a:gd name="T50" fmla="*/ 0 w 78"/>
                      <a:gd name="T51" fmla="*/ 0 h 76"/>
                      <a:gd name="T52" fmla="*/ 0 w 78"/>
                      <a:gd name="T53" fmla="*/ 0 h 76"/>
                      <a:gd name="T54" fmla="*/ 0 w 78"/>
                      <a:gd name="T55" fmla="*/ 0 h 76"/>
                      <a:gd name="T56" fmla="*/ 0 w 78"/>
                      <a:gd name="T57" fmla="*/ 0 h 76"/>
                      <a:gd name="T58" fmla="*/ 0 w 78"/>
                      <a:gd name="T59" fmla="*/ 0 h 76"/>
                      <a:gd name="T60" fmla="*/ 0 w 78"/>
                      <a:gd name="T61" fmla="*/ 0 h 76"/>
                      <a:gd name="T62" fmla="*/ 0 w 78"/>
                      <a:gd name="T63" fmla="*/ 0 h 76"/>
                      <a:gd name="T64" fmla="*/ 0 w 78"/>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6"/>
                      <a:gd name="T101" fmla="*/ 78 w 78"/>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6">
                        <a:moveTo>
                          <a:pt x="40" y="76"/>
                        </a:moveTo>
                        <a:lnTo>
                          <a:pt x="43" y="76"/>
                        </a:lnTo>
                        <a:lnTo>
                          <a:pt x="47" y="76"/>
                        </a:lnTo>
                        <a:lnTo>
                          <a:pt x="50" y="73"/>
                        </a:lnTo>
                        <a:lnTo>
                          <a:pt x="54" y="73"/>
                        </a:lnTo>
                        <a:lnTo>
                          <a:pt x="57" y="71"/>
                        </a:lnTo>
                        <a:lnTo>
                          <a:pt x="60" y="70"/>
                        </a:lnTo>
                        <a:lnTo>
                          <a:pt x="63" y="67"/>
                        </a:lnTo>
                        <a:lnTo>
                          <a:pt x="67" y="65"/>
                        </a:lnTo>
                        <a:lnTo>
                          <a:pt x="68" y="63"/>
                        </a:lnTo>
                        <a:lnTo>
                          <a:pt x="70" y="59"/>
                        </a:lnTo>
                        <a:lnTo>
                          <a:pt x="73" y="56"/>
                        </a:lnTo>
                        <a:lnTo>
                          <a:pt x="75" y="53"/>
                        </a:lnTo>
                        <a:lnTo>
                          <a:pt x="75" y="50"/>
                        </a:lnTo>
                        <a:lnTo>
                          <a:pt x="78" y="45"/>
                        </a:lnTo>
                        <a:lnTo>
                          <a:pt x="78" y="41"/>
                        </a:lnTo>
                        <a:lnTo>
                          <a:pt x="78" y="38"/>
                        </a:lnTo>
                        <a:lnTo>
                          <a:pt x="78" y="34"/>
                        </a:lnTo>
                        <a:lnTo>
                          <a:pt x="78" y="29"/>
                        </a:lnTo>
                        <a:lnTo>
                          <a:pt x="75" y="26"/>
                        </a:lnTo>
                        <a:lnTo>
                          <a:pt x="75" y="22"/>
                        </a:lnTo>
                        <a:lnTo>
                          <a:pt x="73" y="19"/>
                        </a:lnTo>
                        <a:lnTo>
                          <a:pt x="70" y="15"/>
                        </a:lnTo>
                        <a:lnTo>
                          <a:pt x="68" y="13"/>
                        </a:lnTo>
                        <a:lnTo>
                          <a:pt x="67" y="10"/>
                        </a:lnTo>
                        <a:lnTo>
                          <a:pt x="63" y="7"/>
                        </a:lnTo>
                        <a:lnTo>
                          <a:pt x="60" y="6"/>
                        </a:lnTo>
                        <a:lnTo>
                          <a:pt x="57" y="3"/>
                        </a:lnTo>
                        <a:lnTo>
                          <a:pt x="54" y="2"/>
                        </a:lnTo>
                        <a:lnTo>
                          <a:pt x="50" y="1"/>
                        </a:lnTo>
                        <a:lnTo>
                          <a:pt x="47" y="0"/>
                        </a:lnTo>
                        <a:lnTo>
                          <a:pt x="43" y="0"/>
                        </a:lnTo>
                        <a:lnTo>
                          <a:pt x="40" y="0"/>
                        </a:lnTo>
                        <a:lnTo>
                          <a:pt x="35" y="0"/>
                        </a:lnTo>
                        <a:lnTo>
                          <a:pt x="31" y="0"/>
                        </a:lnTo>
                        <a:lnTo>
                          <a:pt x="27" y="1"/>
                        </a:lnTo>
                        <a:lnTo>
                          <a:pt x="24" y="2"/>
                        </a:lnTo>
                        <a:lnTo>
                          <a:pt x="21" y="3"/>
                        </a:lnTo>
                        <a:lnTo>
                          <a:pt x="17" y="6"/>
                        </a:lnTo>
                        <a:lnTo>
                          <a:pt x="13" y="7"/>
                        </a:lnTo>
                        <a:lnTo>
                          <a:pt x="11" y="10"/>
                        </a:lnTo>
                        <a:lnTo>
                          <a:pt x="9" y="13"/>
                        </a:lnTo>
                        <a:lnTo>
                          <a:pt x="6" y="15"/>
                        </a:lnTo>
                        <a:lnTo>
                          <a:pt x="4" y="19"/>
                        </a:lnTo>
                        <a:lnTo>
                          <a:pt x="4" y="22"/>
                        </a:lnTo>
                        <a:lnTo>
                          <a:pt x="2" y="26"/>
                        </a:lnTo>
                        <a:lnTo>
                          <a:pt x="2" y="29"/>
                        </a:lnTo>
                        <a:lnTo>
                          <a:pt x="0" y="34"/>
                        </a:lnTo>
                        <a:lnTo>
                          <a:pt x="0" y="38"/>
                        </a:lnTo>
                        <a:lnTo>
                          <a:pt x="0" y="41"/>
                        </a:lnTo>
                        <a:lnTo>
                          <a:pt x="2" y="45"/>
                        </a:lnTo>
                        <a:lnTo>
                          <a:pt x="2" y="50"/>
                        </a:lnTo>
                        <a:lnTo>
                          <a:pt x="4" y="53"/>
                        </a:lnTo>
                        <a:lnTo>
                          <a:pt x="4" y="56"/>
                        </a:lnTo>
                        <a:lnTo>
                          <a:pt x="6" y="59"/>
                        </a:lnTo>
                        <a:lnTo>
                          <a:pt x="9" y="63"/>
                        </a:lnTo>
                        <a:lnTo>
                          <a:pt x="11" y="65"/>
                        </a:lnTo>
                        <a:lnTo>
                          <a:pt x="13" y="67"/>
                        </a:lnTo>
                        <a:lnTo>
                          <a:pt x="17" y="70"/>
                        </a:lnTo>
                        <a:lnTo>
                          <a:pt x="21" y="71"/>
                        </a:lnTo>
                        <a:lnTo>
                          <a:pt x="24" y="73"/>
                        </a:lnTo>
                        <a:lnTo>
                          <a:pt x="27" y="73"/>
                        </a:lnTo>
                        <a:lnTo>
                          <a:pt x="31" y="76"/>
                        </a:lnTo>
                        <a:lnTo>
                          <a:pt x="35" y="76"/>
                        </a:lnTo>
                        <a:lnTo>
                          <a:pt x="40" y="7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2" name="Freeform 172"/>
                  <p:cNvSpPr/>
                  <p:nvPr/>
                </p:nvSpPr>
                <p:spPr bwMode="auto">
                  <a:xfrm>
                    <a:off x="5588" y="190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38" y="77"/>
                        </a:moveTo>
                        <a:lnTo>
                          <a:pt x="41" y="76"/>
                        </a:lnTo>
                        <a:lnTo>
                          <a:pt x="45" y="75"/>
                        </a:lnTo>
                        <a:lnTo>
                          <a:pt x="50" y="75"/>
                        </a:lnTo>
                        <a:lnTo>
                          <a:pt x="53" y="72"/>
                        </a:lnTo>
                        <a:lnTo>
                          <a:pt x="56" y="71"/>
                        </a:lnTo>
                        <a:lnTo>
                          <a:pt x="60" y="69"/>
                        </a:lnTo>
                        <a:lnTo>
                          <a:pt x="63" y="66"/>
                        </a:lnTo>
                        <a:lnTo>
                          <a:pt x="65" y="64"/>
                        </a:lnTo>
                        <a:lnTo>
                          <a:pt x="67" y="62"/>
                        </a:lnTo>
                        <a:lnTo>
                          <a:pt x="70" y="59"/>
                        </a:lnTo>
                        <a:lnTo>
                          <a:pt x="71" y="56"/>
                        </a:lnTo>
                        <a:lnTo>
                          <a:pt x="73" y="53"/>
                        </a:lnTo>
                        <a:lnTo>
                          <a:pt x="76" y="49"/>
                        </a:lnTo>
                        <a:lnTo>
                          <a:pt x="76" y="45"/>
                        </a:lnTo>
                        <a:lnTo>
                          <a:pt x="77" y="41"/>
                        </a:lnTo>
                        <a:lnTo>
                          <a:pt x="78" y="38"/>
                        </a:lnTo>
                        <a:lnTo>
                          <a:pt x="77" y="34"/>
                        </a:lnTo>
                        <a:lnTo>
                          <a:pt x="76" y="28"/>
                        </a:lnTo>
                        <a:lnTo>
                          <a:pt x="76" y="26"/>
                        </a:lnTo>
                        <a:lnTo>
                          <a:pt x="73" y="23"/>
                        </a:lnTo>
                        <a:lnTo>
                          <a:pt x="71" y="19"/>
                        </a:lnTo>
                        <a:lnTo>
                          <a:pt x="70" y="17"/>
                        </a:lnTo>
                        <a:lnTo>
                          <a:pt x="67" y="13"/>
                        </a:lnTo>
                        <a:lnTo>
                          <a:pt x="65" y="11"/>
                        </a:lnTo>
                        <a:lnTo>
                          <a:pt x="63" y="8"/>
                        </a:lnTo>
                        <a:lnTo>
                          <a:pt x="60" y="6"/>
                        </a:lnTo>
                        <a:lnTo>
                          <a:pt x="56" y="4"/>
                        </a:lnTo>
                        <a:lnTo>
                          <a:pt x="53" y="2"/>
                        </a:lnTo>
                        <a:lnTo>
                          <a:pt x="50" y="1"/>
                        </a:lnTo>
                        <a:lnTo>
                          <a:pt x="45" y="0"/>
                        </a:lnTo>
                        <a:lnTo>
                          <a:pt x="41" y="0"/>
                        </a:lnTo>
                        <a:lnTo>
                          <a:pt x="38" y="0"/>
                        </a:lnTo>
                        <a:lnTo>
                          <a:pt x="34" y="0"/>
                        </a:lnTo>
                        <a:lnTo>
                          <a:pt x="31" y="0"/>
                        </a:lnTo>
                        <a:lnTo>
                          <a:pt x="26" y="1"/>
                        </a:lnTo>
                        <a:lnTo>
                          <a:pt x="22" y="2"/>
                        </a:lnTo>
                        <a:lnTo>
                          <a:pt x="20" y="4"/>
                        </a:lnTo>
                        <a:lnTo>
                          <a:pt x="16" y="6"/>
                        </a:lnTo>
                        <a:lnTo>
                          <a:pt x="13" y="8"/>
                        </a:lnTo>
                        <a:lnTo>
                          <a:pt x="11" y="11"/>
                        </a:lnTo>
                        <a:lnTo>
                          <a:pt x="8" y="13"/>
                        </a:lnTo>
                        <a:lnTo>
                          <a:pt x="6" y="17"/>
                        </a:lnTo>
                        <a:lnTo>
                          <a:pt x="5" y="19"/>
                        </a:lnTo>
                        <a:lnTo>
                          <a:pt x="2" y="23"/>
                        </a:lnTo>
                        <a:lnTo>
                          <a:pt x="1" y="26"/>
                        </a:lnTo>
                        <a:lnTo>
                          <a:pt x="0" y="28"/>
                        </a:lnTo>
                        <a:lnTo>
                          <a:pt x="0" y="34"/>
                        </a:lnTo>
                        <a:lnTo>
                          <a:pt x="0" y="38"/>
                        </a:lnTo>
                        <a:lnTo>
                          <a:pt x="0" y="41"/>
                        </a:lnTo>
                        <a:lnTo>
                          <a:pt x="0" y="45"/>
                        </a:lnTo>
                        <a:lnTo>
                          <a:pt x="1" y="49"/>
                        </a:lnTo>
                        <a:lnTo>
                          <a:pt x="2" y="53"/>
                        </a:lnTo>
                        <a:lnTo>
                          <a:pt x="5" y="56"/>
                        </a:lnTo>
                        <a:lnTo>
                          <a:pt x="6" y="59"/>
                        </a:lnTo>
                        <a:lnTo>
                          <a:pt x="8" y="62"/>
                        </a:lnTo>
                        <a:lnTo>
                          <a:pt x="11" y="64"/>
                        </a:lnTo>
                        <a:lnTo>
                          <a:pt x="13" y="66"/>
                        </a:lnTo>
                        <a:lnTo>
                          <a:pt x="16" y="69"/>
                        </a:lnTo>
                        <a:lnTo>
                          <a:pt x="20" y="71"/>
                        </a:lnTo>
                        <a:lnTo>
                          <a:pt x="22" y="72"/>
                        </a:lnTo>
                        <a:lnTo>
                          <a:pt x="26" y="75"/>
                        </a:lnTo>
                        <a:lnTo>
                          <a:pt x="31" y="75"/>
                        </a:lnTo>
                        <a:lnTo>
                          <a:pt x="34" y="76"/>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3" name="Freeform 173"/>
                  <p:cNvSpPr/>
                  <p:nvPr/>
                </p:nvSpPr>
                <p:spPr bwMode="auto">
                  <a:xfrm>
                    <a:off x="5639" y="1907"/>
                    <a:ext cx="25"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1" y="77"/>
                        </a:lnTo>
                        <a:lnTo>
                          <a:pt x="45" y="76"/>
                        </a:lnTo>
                        <a:lnTo>
                          <a:pt x="48" y="75"/>
                        </a:lnTo>
                        <a:lnTo>
                          <a:pt x="53" y="75"/>
                        </a:lnTo>
                        <a:lnTo>
                          <a:pt x="56" y="73"/>
                        </a:lnTo>
                        <a:lnTo>
                          <a:pt x="59" y="70"/>
                        </a:lnTo>
                        <a:lnTo>
                          <a:pt x="61" y="67"/>
                        </a:lnTo>
                        <a:lnTo>
                          <a:pt x="65" y="66"/>
                        </a:lnTo>
                        <a:lnTo>
                          <a:pt x="67" y="62"/>
                        </a:lnTo>
                        <a:lnTo>
                          <a:pt x="70" y="60"/>
                        </a:lnTo>
                        <a:lnTo>
                          <a:pt x="71" y="57"/>
                        </a:lnTo>
                        <a:lnTo>
                          <a:pt x="73" y="53"/>
                        </a:lnTo>
                        <a:lnTo>
                          <a:pt x="74" y="50"/>
                        </a:lnTo>
                        <a:lnTo>
                          <a:pt x="76" y="45"/>
                        </a:lnTo>
                        <a:lnTo>
                          <a:pt x="76" y="42"/>
                        </a:lnTo>
                        <a:lnTo>
                          <a:pt x="77" y="38"/>
                        </a:lnTo>
                        <a:lnTo>
                          <a:pt x="76" y="35"/>
                        </a:lnTo>
                        <a:lnTo>
                          <a:pt x="76" y="30"/>
                        </a:lnTo>
                        <a:lnTo>
                          <a:pt x="74" y="26"/>
                        </a:lnTo>
                        <a:lnTo>
                          <a:pt x="73" y="23"/>
                        </a:lnTo>
                        <a:lnTo>
                          <a:pt x="71" y="19"/>
                        </a:lnTo>
                        <a:lnTo>
                          <a:pt x="70" y="17"/>
                        </a:lnTo>
                        <a:lnTo>
                          <a:pt x="67" y="13"/>
                        </a:lnTo>
                        <a:lnTo>
                          <a:pt x="65" y="11"/>
                        </a:lnTo>
                        <a:lnTo>
                          <a:pt x="61" y="9"/>
                        </a:lnTo>
                        <a:lnTo>
                          <a:pt x="59" y="6"/>
                        </a:lnTo>
                        <a:lnTo>
                          <a:pt x="56" y="4"/>
                        </a:lnTo>
                        <a:lnTo>
                          <a:pt x="53" y="3"/>
                        </a:lnTo>
                        <a:lnTo>
                          <a:pt x="48" y="2"/>
                        </a:lnTo>
                        <a:lnTo>
                          <a:pt x="45" y="0"/>
                        </a:lnTo>
                        <a:lnTo>
                          <a:pt x="41" y="0"/>
                        </a:lnTo>
                        <a:lnTo>
                          <a:pt x="38" y="0"/>
                        </a:lnTo>
                        <a:lnTo>
                          <a:pt x="33" y="0"/>
                        </a:lnTo>
                        <a:lnTo>
                          <a:pt x="31" y="0"/>
                        </a:lnTo>
                        <a:lnTo>
                          <a:pt x="26" y="2"/>
                        </a:lnTo>
                        <a:lnTo>
                          <a:pt x="22" y="3"/>
                        </a:lnTo>
                        <a:lnTo>
                          <a:pt x="19" y="4"/>
                        </a:lnTo>
                        <a:lnTo>
                          <a:pt x="15" y="6"/>
                        </a:lnTo>
                        <a:lnTo>
                          <a:pt x="13" y="9"/>
                        </a:lnTo>
                        <a:lnTo>
                          <a:pt x="10" y="11"/>
                        </a:lnTo>
                        <a:lnTo>
                          <a:pt x="7" y="13"/>
                        </a:lnTo>
                        <a:lnTo>
                          <a:pt x="4" y="17"/>
                        </a:lnTo>
                        <a:lnTo>
                          <a:pt x="3" y="19"/>
                        </a:lnTo>
                        <a:lnTo>
                          <a:pt x="2" y="23"/>
                        </a:lnTo>
                        <a:lnTo>
                          <a:pt x="0" y="26"/>
                        </a:lnTo>
                        <a:lnTo>
                          <a:pt x="0" y="30"/>
                        </a:lnTo>
                        <a:lnTo>
                          <a:pt x="0" y="35"/>
                        </a:lnTo>
                        <a:lnTo>
                          <a:pt x="0" y="38"/>
                        </a:lnTo>
                        <a:lnTo>
                          <a:pt x="0" y="42"/>
                        </a:lnTo>
                        <a:lnTo>
                          <a:pt x="0" y="45"/>
                        </a:lnTo>
                        <a:lnTo>
                          <a:pt x="0" y="50"/>
                        </a:lnTo>
                        <a:lnTo>
                          <a:pt x="2" y="53"/>
                        </a:lnTo>
                        <a:lnTo>
                          <a:pt x="3" y="57"/>
                        </a:lnTo>
                        <a:lnTo>
                          <a:pt x="4" y="60"/>
                        </a:lnTo>
                        <a:lnTo>
                          <a:pt x="7" y="62"/>
                        </a:lnTo>
                        <a:lnTo>
                          <a:pt x="10" y="66"/>
                        </a:lnTo>
                        <a:lnTo>
                          <a:pt x="13" y="67"/>
                        </a:lnTo>
                        <a:lnTo>
                          <a:pt x="15" y="70"/>
                        </a:lnTo>
                        <a:lnTo>
                          <a:pt x="19" y="73"/>
                        </a:lnTo>
                        <a:lnTo>
                          <a:pt x="22" y="75"/>
                        </a:lnTo>
                        <a:lnTo>
                          <a:pt x="26" y="75"/>
                        </a:lnTo>
                        <a:lnTo>
                          <a:pt x="31" y="76"/>
                        </a:lnTo>
                        <a:lnTo>
                          <a:pt x="33" y="77"/>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4" name="Freeform 174"/>
                  <p:cNvSpPr/>
                  <p:nvPr/>
                </p:nvSpPr>
                <p:spPr bwMode="auto">
                  <a:xfrm>
                    <a:off x="5491" y="1538"/>
                    <a:ext cx="19" cy="9"/>
                  </a:xfrm>
                  <a:custGeom>
                    <a:avLst/>
                    <a:gdLst>
                      <a:gd name="T0" fmla="*/ 0 w 56"/>
                      <a:gd name="T1" fmla="*/ 0 h 27"/>
                      <a:gd name="T2" fmla="*/ 0 w 56"/>
                      <a:gd name="T3" fmla="*/ 0 h 27"/>
                      <a:gd name="T4" fmla="*/ 0 w 56"/>
                      <a:gd name="T5" fmla="*/ 0 h 27"/>
                      <a:gd name="T6" fmla="*/ 0 w 56"/>
                      <a:gd name="T7" fmla="*/ 0 h 27"/>
                      <a:gd name="T8" fmla="*/ 0 w 56"/>
                      <a:gd name="T9" fmla="*/ 0 h 27"/>
                      <a:gd name="T10" fmla="*/ 0 w 56"/>
                      <a:gd name="T11" fmla="*/ 0 h 27"/>
                      <a:gd name="T12" fmla="*/ 0 w 56"/>
                      <a:gd name="T13" fmla="*/ 0 h 27"/>
                      <a:gd name="T14" fmla="*/ 0 w 56"/>
                      <a:gd name="T15" fmla="*/ 0 h 27"/>
                      <a:gd name="T16" fmla="*/ 0 w 56"/>
                      <a:gd name="T17" fmla="*/ 0 h 27"/>
                      <a:gd name="T18" fmla="*/ 0 w 56"/>
                      <a:gd name="T19" fmla="*/ 0 h 27"/>
                      <a:gd name="T20" fmla="*/ 0 w 56"/>
                      <a:gd name="T21" fmla="*/ 0 h 27"/>
                      <a:gd name="T22" fmla="*/ 0 w 56"/>
                      <a:gd name="T23" fmla="*/ 0 h 27"/>
                      <a:gd name="T24" fmla="*/ 0 w 56"/>
                      <a:gd name="T25" fmla="*/ 0 h 27"/>
                      <a:gd name="T26" fmla="*/ 0 w 56"/>
                      <a:gd name="T27" fmla="*/ 0 h 27"/>
                      <a:gd name="T28" fmla="*/ 0 w 56"/>
                      <a:gd name="T29" fmla="*/ 0 h 27"/>
                      <a:gd name="T30" fmla="*/ 0 w 56"/>
                      <a:gd name="T31" fmla="*/ 0 h 27"/>
                      <a:gd name="T32" fmla="*/ 0 w 56"/>
                      <a:gd name="T33" fmla="*/ 0 h 27"/>
                      <a:gd name="T34" fmla="*/ 0 w 56"/>
                      <a:gd name="T35" fmla="*/ 0 h 27"/>
                      <a:gd name="T36" fmla="*/ 0 w 56"/>
                      <a:gd name="T37" fmla="*/ 0 h 27"/>
                      <a:gd name="T38" fmla="*/ 0 w 56"/>
                      <a:gd name="T39" fmla="*/ 0 h 27"/>
                      <a:gd name="T40" fmla="*/ 0 w 56"/>
                      <a:gd name="T41" fmla="*/ 0 h 27"/>
                      <a:gd name="T42" fmla="*/ 0 w 56"/>
                      <a:gd name="T43" fmla="*/ 0 h 27"/>
                      <a:gd name="T44" fmla="*/ 0 w 56"/>
                      <a:gd name="T45" fmla="*/ 0 h 27"/>
                      <a:gd name="T46" fmla="*/ 0 w 56"/>
                      <a:gd name="T47" fmla="*/ 0 h 27"/>
                      <a:gd name="T48" fmla="*/ 0 w 56"/>
                      <a:gd name="T49" fmla="*/ 0 h 27"/>
                      <a:gd name="T50" fmla="*/ 0 w 56"/>
                      <a:gd name="T51" fmla="*/ 0 h 27"/>
                      <a:gd name="T52" fmla="*/ 0 w 56"/>
                      <a:gd name="T53" fmla="*/ 0 h 27"/>
                      <a:gd name="T54" fmla="*/ 0 w 56"/>
                      <a:gd name="T55" fmla="*/ 0 h 27"/>
                      <a:gd name="T56" fmla="*/ 0 w 56"/>
                      <a:gd name="T57" fmla="*/ 0 h 27"/>
                      <a:gd name="T58" fmla="*/ 0 w 56"/>
                      <a:gd name="T59" fmla="*/ 0 h 27"/>
                      <a:gd name="T60" fmla="*/ 0 w 56"/>
                      <a:gd name="T61" fmla="*/ 0 h 27"/>
                      <a:gd name="T62" fmla="*/ 0 w 56"/>
                      <a:gd name="T63" fmla="*/ 0 h 27"/>
                      <a:gd name="T64" fmla="*/ 0 w 56"/>
                      <a:gd name="T65" fmla="*/ 0 h 27"/>
                      <a:gd name="T66" fmla="*/ 0 w 56"/>
                      <a:gd name="T67" fmla="*/ 0 h 27"/>
                      <a:gd name="T68" fmla="*/ 0 w 56"/>
                      <a:gd name="T69" fmla="*/ 0 h 27"/>
                      <a:gd name="T70" fmla="*/ 0 w 56"/>
                      <a:gd name="T71" fmla="*/ 0 h 27"/>
                      <a:gd name="T72" fmla="*/ 0 w 56"/>
                      <a:gd name="T73" fmla="*/ 0 h 27"/>
                      <a:gd name="T74" fmla="*/ 0 w 56"/>
                      <a:gd name="T75" fmla="*/ 0 h 27"/>
                      <a:gd name="T76" fmla="*/ 0 w 56"/>
                      <a:gd name="T77" fmla="*/ 0 h 27"/>
                      <a:gd name="T78" fmla="*/ 0 w 56"/>
                      <a:gd name="T79" fmla="*/ 0 h 27"/>
                      <a:gd name="T80" fmla="*/ 0 w 56"/>
                      <a:gd name="T81" fmla="*/ 0 h 27"/>
                      <a:gd name="T82" fmla="*/ 0 w 56"/>
                      <a:gd name="T83" fmla="*/ 0 h 2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6"/>
                      <a:gd name="T127" fmla="*/ 0 h 27"/>
                      <a:gd name="T128" fmla="*/ 56 w 56"/>
                      <a:gd name="T129" fmla="*/ 27 h 2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6" h="27">
                        <a:moveTo>
                          <a:pt x="51" y="0"/>
                        </a:moveTo>
                        <a:lnTo>
                          <a:pt x="51" y="4"/>
                        </a:lnTo>
                        <a:lnTo>
                          <a:pt x="51" y="8"/>
                        </a:lnTo>
                        <a:lnTo>
                          <a:pt x="51" y="12"/>
                        </a:lnTo>
                        <a:lnTo>
                          <a:pt x="53" y="15"/>
                        </a:lnTo>
                        <a:lnTo>
                          <a:pt x="53" y="19"/>
                        </a:lnTo>
                        <a:lnTo>
                          <a:pt x="54" y="22"/>
                        </a:lnTo>
                        <a:lnTo>
                          <a:pt x="55" y="25"/>
                        </a:lnTo>
                        <a:lnTo>
                          <a:pt x="56" y="27"/>
                        </a:lnTo>
                        <a:lnTo>
                          <a:pt x="51" y="27"/>
                        </a:lnTo>
                        <a:lnTo>
                          <a:pt x="48" y="27"/>
                        </a:lnTo>
                        <a:lnTo>
                          <a:pt x="44" y="27"/>
                        </a:lnTo>
                        <a:lnTo>
                          <a:pt x="41" y="27"/>
                        </a:lnTo>
                        <a:lnTo>
                          <a:pt x="37" y="26"/>
                        </a:lnTo>
                        <a:lnTo>
                          <a:pt x="34" y="25"/>
                        </a:lnTo>
                        <a:lnTo>
                          <a:pt x="29" y="23"/>
                        </a:lnTo>
                        <a:lnTo>
                          <a:pt x="26" y="22"/>
                        </a:lnTo>
                        <a:lnTo>
                          <a:pt x="23" y="20"/>
                        </a:lnTo>
                        <a:lnTo>
                          <a:pt x="19" y="18"/>
                        </a:lnTo>
                        <a:lnTo>
                          <a:pt x="16" y="14"/>
                        </a:lnTo>
                        <a:lnTo>
                          <a:pt x="13" y="12"/>
                        </a:lnTo>
                        <a:lnTo>
                          <a:pt x="9" y="9"/>
                        </a:lnTo>
                        <a:lnTo>
                          <a:pt x="6" y="7"/>
                        </a:lnTo>
                        <a:lnTo>
                          <a:pt x="3" y="4"/>
                        </a:lnTo>
                        <a:lnTo>
                          <a:pt x="0" y="2"/>
                        </a:lnTo>
                        <a:lnTo>
                          <a:pt x="3" y="1"/>
                        </a:lnTo>
                        <a:lnTo>
                          <a:pt x="6" y="1"/>
                        </a:lnTo>
                        <a:lnTo>
                          <a:pt x="9" y="1"/>
                        </a:lnTo>
                        <a:lnTo>
                          <a:pt x="13" y="1"/>
                        </a:lnTo>
                        <a:lnTo>
                          <a:pt x="16" y="1"/>
                        </a:lnTo>
                        <a:lnTo>
                          <a:pt x="19" y="1"/>
                        </a:lnTo>
                        <a:lnTo>
                          <a:pt x="23" y="1"/>
                        </a:lnTo>
                        <a:lnTo>
                          <a:pt x="26" y="1"/>
                        </a:lnTo>
                        <a:lnTo>
                          <a:pt x="29" y="0"/>
                        </a:lnTo>
                        <a:lnTo>
                          <a:pt x="31" y="0"/>
                        </a:lnTo>
                        <a:lnTo>
                          <a:pt x="35" y="0"/>
                        </a:lnTo>
                        <a:lnTo>
                          <a:pt x="40" y="0"/>
                        </a:lnTo>
                        <a:lnTo>
                          <a:pt x="42" y="0"/>
                        </a:lnTo>
                        <a:lnTo>
                          <a:pt x="44" y="0"/>
                        </a:lnTo>
                        <a:lnTo>
                          <a:pt x="48" y="0"/>
                        </a:lnTo>
                        <a:lnTo>
                          <a:pt x="51"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5" name="Freeform 175"/>
                  <p:cNvSpPr/>
                  <p:nvPr/>
                </p:nvSpPr>
                <p:spPr bwMode="auto">
                  <a:xfrm>
                    <a:off x="5354" y="1538"/>
                    <a:ext cx="326" cy="47"/>
                  </a:xfrm>
                  <a:custGeom>
                    <a:avLst/>
                    <a:gdLst>
                      <a:gd name="T0" fmla="*/ 0 w 976"/>
                      <a:gd name="T1" fmla="*/ 0 h 139"/>
                      <a:gd name="T2" fmla="*/ 0 w 976"/>
                      <a:gd name="T3" fmla="*/ 0 h 139"/>
                      <a:gd name="T4" fmla="*/ 0 w 976"/>
                      <a:gd name="T5" fmla="*/ 0 h 139"/>
                      <a:gd name="T6" fmla="*/ 0 w 976"/>
                      <a:gd name="T7" fmla="*/ 0 h 139"/>
                      <a:gd name="T8" fmla="*/ 0 w 976"/>
                      <a:gd name="T9" fmla="*/ 0 h 139"/>
                      <a:gd name="T10" fmla="*/ 0 w 976"/>
                      <a:gd name="T11" fmla="*/ 0 h 139"/>
                      <a:gd name="T12" fmla="*/ 0 w 976"/>
                      <a:gd name="T13" fmla="*/ 0 h 139"/>
                      <a:gd name="T14" fmla="*/ 0 w 976"/>
                      <a:gd name="T15" fmla="*/ 0 h 139"/>
                      <a:gd name="T16" fmla="*/ 0 w 976"/>
                      <a:gd name="T17" fmla="*/ 0 h 139"/>
                      <a:gd name="T18" fmla="*/ 0 w 976"/>
                      <a:gd name="T19" fmla="*/ 0 h 139"/>
                      <a:gd name="T20" fmla="*/ 0 w 976"/>
                      <a:gd name="T21" fmla="*/ 0 h 139"/>
                      <a:gd name="T22" fmla="*/ 0 w 976"/>
                      <a:gd name="T23" fmla="*/ 0 h 139"/>
                      <a:gd name="T24" fmla="*/ 0 w 976"/>
                      <a:gd name="T25" fmla="*/ 0 h 139"/>
                      <a:gd name="T26" fmla="*/ 0 w 976"/>
                      <a:gd name="T27" fmla="*/ 0 h 139"/>
                      <a:gd name="T28" fmla="*/ 0 w 976"/>
                      <a:gd name="T29" fmla="*/ 0 h 139"/>
                      <a:gd name="T30" fmla="*/ 0 w 976"/>
                      <a:gd name="T31" fmla="*/ 0 h 139"/>
                      <a:gd name="T32" fmla="*/ 0 w 976"/>
                      <a:gd name="T33" fmla="*/ 0 h 139"/>
                      <a:gd name="T34" fmla="*/ 0 w 976"/>
                      <a:gd name="T35" fmla="*/ 0 h 139"/>
                      <a:gd name="T36" fmla="*/ 0 w 976"/>
                      <a:gd name="T37" fmla="*/ 0 h 139"/>
                      <a:gd name="T38" fmla="*/ 0 w 976"/>
                      <a:gd name="T39" fmla="*/ 0 h 139"/>
                      <a:gd name="T40" fmla="*/ 0 w 976"/>
                      <a:gd name="T41" fmla="*/ 0 h 139"/>
                      <a:gd name="T42" fmla="*/ 0 w 976"/>
                      <a:gd name="T43" fmla="*/ 0 h 139"/>
                      <a:gd name="T44" fmla="*/ 0 w 976"/>
                      <a:gd name="T45" fmla="*/ 0 h 139"/>
                      <a:gd name="T46" fmla="*/ 0 w 976"/>
                      <a:gd name="T47" fmla="*/ 0 h 139"/>
                      <a:gd name="T48" fmla="*/ 0 w 976"/>
                      <a:gd name="T49" fmla="*/ 0 h 139"/>
                      <a:gd name="T50" fmla="*/ 0 w 976"/>
                      <a:gd name="T51" fmla="*/ 0 h 139"/>
                      <a:gd name="T52" fmla="*/ 0 w 976"/>
                      <a:gd name="T53" fmla="*/ 0 h 139"/>
                      <a:gd name="T54" fmla="*/ 0 w 976"/>
                      <a:gd name="T55" fmla="*/ 0 h 139"/>
                      <a:gd name="T56" fmla="*/ 0 w 976"/>
                      <a:gd name="T57" fmla="*/ 0 h 139"/>
                      <a:gd name="T58" fmla="*/ 0 w 976"/>
                      <a:gd name="T59" fmla="*/ 0 h 139"/>
                      <a:gd name="T60" fmla="*/ 0 w 976"/>
                      <a:gd name="T61" fmla="*/ 0 h 139"/>
                      <a:gd name="T62" fmla="*/ 0 w 976"/>
                      <a:gd name="T63" fmla="*/ 0 h 139"/>
                      <a:gd name="T64" fmla="*/ 0 w 976"/>
                      <a:gd name="T65" fmla="*/ 0 h 139"/>
                      <a:gd name="T66" fmla="*/ 0 w 976"/>
                      <a:gd name="T67" fmla="*/ 0 h 139"/>
                      <a:gd name="T68" fmla="*/ 0 w 976"/>
                      <a:gd name="T69" fmla="*/ 0 h 139"/>
                      <a:gd name="T70" fmla="*/ 0 w 976"/>
                      <a:gd name="T71" fmla="*/ 0 h 139"/>
                      <a:gd name="T72" fmla="*/ 0 w 976"/>
                      <a:gd name="T73" fmla="*/ 0 h 139"/>
                      <a:gd name="T74" fmla="*/ 0 w 976"/>
                      <a:gd name="T75" fmla="*/ 0 h 139"/>
                      <a:gd name="T76" fmla="*/ 0 w 976"/>
                      <a:gd name="T77" fmla="*/ 0 h 139"/>
                      <a:gd name="T78" fmla="*/ 0 w 976"/>
                      <a:gd name="T79" fmla="*/ 0 h 139"/>
                      <a:gd name="T80" fmla="*/ 0 w 976"/>
                      <a:gd name="T81" fmla="*/ 0 h 139"/>
                      <a:gd name="T82" fmla="*/ 0 w 976"/>
                      <a:gd name="T83" fmla="*/ 0 h 139"/>
                      <a:gd name="T84" fmla="*/ 0 w 976"/>
                      <a:gd name="T85" fmla="*/ 0 h 139"/>
                      <a:gd name="T86" fmla="*/ 0 w 976"/>
                      <a:gd name="T87" fmla="*/ 0 h 139"/>
                      <a:gd name="T88" fmla="*/ 0 w 976"/>
                      <a:gd name="T89" fmla="*/ 0 h 139"/>
                      <a:gd name="T90" fmla="*/ 0 w 976"/>
                      <a:gd name="T91" fmla="*/ 0 h 139"/>
                      <a:gd name="T92" fmla="*/ 0 w 976"/>
                      <a:gd name="T93" fmla="*/ 0 h 139"/>
                      <a:gd name="T94" fmla="*/ 0 w 976"/>
                      <a:gd name="T95" fmla="*/ 0 h 139"/>
                      <a:gd name="T96" fmla="*/ 0 w 976"/>
                      <a:gd name="T97" fmla="*/ 0 h 139"/>
                      <a:gd name="T98" fmla="*/ 0 w 976"/>
                      <a:gd name="T99" fmla="*/ 0 h 139"/>
                      <a:gd name="T100" fmla="*/ 0 w 976"/>
                      <a:gd name="T101" fmla="*/ 0 h 139"/>
                      <a:gd name="T102" fmla="*/ 0 w 976"/>
                      <a:gd name="T103" fmla="*/ 0 h 139"/>
                      <a:gd name="T104" fmla="*/ 0 w 976"/>
                      <a:gd name="T105" fmla="*/ 0 h 139"/>
                      <a:gd name="T106" fmla="*/ 0 w 976"/>
                      <a:gd name="T107" fmla="*/ 0 h 139"/>
                      <a:gd name="T108" fmla="*/ 0 w 976"/>
                      <a:gd name="T109" fmla="*/ 0 h 139"/>
                      <a:gd name="T110" fmla="*/ 0 w 976"/>
                      <a:gd name="T111" fmla="*/ 0 h 139"/>
                      <a:gd name="T112" fmla="*/ 0 w 976"/>
                      <a:gd name="T113" fmla="*/ 0 h 139"/>
                      <a:gd name="T114" fmla="*/ 0 w 976"/>
                      <a:gd name="T115" fmla="*/ 0 h 139"/>
                      <a:gd name="T116" fmla="*/ 0 w 976"/>
                      <a:gd name="T117" fmla="*/ 0 h 139"/>
                      <a:gd name="T118" fmla="*/ 0 w 976"/>
                      <a:gd name="T119" fmla="*/ 0 h 139"/>
                      <a:gd name="T120" fmla="*/ 0 w 976"/>
                      <a:gd name="T121" fmla="*/ 0 h 139"/>
                      <a:gd name="T122" fmla="*/ 0 w 976"/>
                      <a:gd name="T123" fmla="*/ 0 h 1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6"/>
                      <a:gd name="T187" fmla="*/ 0 h 139"/>
                      <a:gd name="T188" fmla="*/ 976 w 976"/>
                      <a:gd name="T189" fmla="*/ 139 h 1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6" h="139">
                        <a:moveTo>
                          <a:pt x="811" y="11"/>
                        </a:moveTo>
                        <a:lnTo>
                          <a:pt x="812" y="11"/>
                        </a:lnTo>
                        <a:lnTo>
                          <a:pt x="816" y="11"/>
                        </a:lnTo>
                        <a:lnTo>
                          <a:pt x="818" y="11"/>
                        </a:lnTo>
                        <a:lnTo>
                          <a:pt x="822" y="12"/>
                        </a:lnTo>
                        <a:lnTo>
                          <a:pt x="824" y="12"/>
                        </a:lnTo>
                        <a:lnTo>
                          <a:pt x="829" y="12"/>
                        </a:lnTo>
                        <a:lnTo>
                          <a:pt x="827" y="13"/>
                        </a:lnTo>
                        <a:lnTo>
                          <a:pt x="824" y="14"/>
                        </a:lnTo>
                        <a:lnTo>
                          <a:pt x="821" y="16"/>
                        </a:lnTo>
                        <a:lnTo>
                          <a:pt x="818" y="18"/>
                        </a:lnTo>
                        <a:lnTo>
                          <a:pt x="816" y="18"/>
                        </a:lnTo>
                        <a:lnTo>
                          <a:pt x="812" y="20"/>
                        </a:lnTo>
                        <a:lnTo>
                          <a:pt x="810" y="21"/>
                        </a:lnTo>
                        <a:lnTo>
                          <a:pt x="808" y="23"/>
                        </a:lnTo>
                        <a:lnTo>
                          <a:pt x="804" y="24"/>
                        </a:lnTo>
                        <a:lnTo>
                          <a:pt x="802" y="25"/>
                        </a:lnTo>
                        <a:lnTo>
                          <a:pt x="798" y="26"/>
                        </a:lnTo>
                        <a:lnTo>
                          <a:pt x="795" y="27"/>
                        </a:lnTo>
                        <a:lnTo>
                          <a:pt x="792" y="29"/>
                        </a:lnTo>
                        <a:lnTo>
                          <a:pt x="790" y="30"/>
                        </a:lnTo>
                        <a:lnTo>
                          <a:pt x="785" y="31"/>
                        </a:lnTo>
                        <a:lnTo>
                          <a:pt x="783" y="32"/>
                        </a:lnTo>
                        <a:lnTo>
                          <a:pt x="779" y="33"/>
                        </a:lnTo>
                        <a:lnTo>
                          <a:pt x="777" y="33"/>
                        </a:lnTo>
                        <a:lnTo>
                          <a:pt x="772" y="35"/>
                        </a:lnTo>
                        <a:lnTo>
                          <a:pt x="770" y="36"/>
                        </a:lnTo>
                        <a:lnTo>
                          <a:pt x="766" y="36"/>
                        </a:lnTo>
                        <a:lnTo>
                          <a:pt x="764" y="36"/>
                        </a:lnTo>
                        <a:lnTo>
                          <a:pt x="761" y="36"/>
                        </a:lnTo>
                        <a:lnTo>
                          <a:pt x="758" y="36"/>
                        </a:lnTo>
                        <a:lnTo>
                          <a:pt x="755" y="35"/>
                        </a:lnTo>
                        <a:lnTo>
                          <a:pt x="752" y="33"/>
                        </a:lnTo>
                        <a:lnTo>
                          <a:pt x="750" y="32"/>
                        </a:lnTo>
                        <a:lnTo>
                          <a:pt x="748" y="31"/>
                        </a:lnTo>
                        <a:lnTo>
                          <a:pt x="746" y="29"/>
                        </a:lnTo>
                        <a:lnTo>
                          <a:pt x="744" y="26"/>
                        </a:lnTo>
                        <a:lnTo>
                          <a:pt x="741" y="24"/>
                        </a:lnTo>
                        <a:lnTo>
                          <a:pt x="740" y="21"/>
                        </a:lnTo>
                        <a:lnTo>
                          <a:pt x="735" y="24"/>
                        </a:lnTo>
                        <a:lnTo>
                          <a:pt x="732" y="25"/>
                        </a:lnTo>
                        <a:lnTo>
                          <a:pt x="727" y="27"/>
                        </a:lnTo>
                        <a:lnTo>
                          <a:pt x="723" y="30"/>
                        </a:lnTo>
                        <a:lnTo>
                          <a:pt x="721" y="32"/>
                        </a:lnTo>
                        <a:lnTo>
                          <a:pt x="719" y="33"/>
                        </a:lnTo>
                        <a:lnTo>
                          <a:pt x="716" y="36"/>
                        </a:lnTo>
                        <a:lnTo>
                          <a:pt x="715" y="38"/>
                        </a:lnTo>
                        <a:lnTo>
                          <a:pt x="712" y="40"/>
                        </a:lnTo>
                        <a:lnTo>
                          <a:pt x="710" y="43"/>
                        </a:lnTo>
                        <a:lnTo>
                          <a:pt x="708" y="45"/>
                        </a:lnTo>
                        <a:lnTo>
                          <a:pt x="707" y="46"/>
                        </a:lnTo>
                        <a:lnTo>
                          <a:pt x="704" y="46"/>
                        </a:lnTo>
                        <a:lnTo>
                          <a:pt x="702" y="46"/>
                        </a:lnTo>
                        <a:lnTo>
                          <a:pt x="698" y="44"/>
                        </a:lnTo>
                        <a:lnTo>
                          <a:pt x="695" y="42"/>
                        </a:lnTo>
                        <a:lnTo>
                          <a:pt x="691" y="39"/>
                        </a:lnTo>
                        <a:lnTo>
                          <a:pt x="688" y="38"/>
                        </a:lnTo>
                        <a:lnTo>
                          <a:pt x="684" y="36"/>
                        </a:lnTo>
                        <a:lnTo>
                          <a:pt x="681" y="32"/>
                        </a:lnTo>
                        <a:lnTo>
                          <a:pt x="678" y="31"/>
                        </a:lnTo>
                        <a:lnTo>
                          <a:pt x="676" y="30"/>
                        </a:lnTo>
                        <a:lnTo>
                          <a:pt x="672" y="27"/>
                        </a:lnTo>
                        <a:lnTo>
                          <a:pt x="670" y="26"/>
                        </a:lnTo>
                        <a:lnTo>
                          <a:pt x="666" y="24"/>
                        </a:lnTo>
                        <a:lnTo>
                          <a:pt x="664" y="23"/>
                        </a:lnTo>
                        <a:lnTo>
                          <a:pt x="661" y="20"/>
                        </a:lnTo>
                        <a:lnTo>
                          <a:pt x="658" y="18"/>
                        </a:lnTo>
                        <a:lnTo>
                          <a:pt x="656" y="23"/>
                        </a:lnTo>
                        <a:lnTo>
                          <a:pt x="653" y="29"/>
                        </a:lnTo>
                        <a:lnTo>
                          <a:pt x="652" y="32"/>
                        </a:lnTo>
                        <a:lnTo>
                          <a:pt x="650" y="38"/>
                        </a:lnTo>
                        <a:lnTo>
                          <a:pt x="650" y="42"/>
                        </a:lnTo>
                        <a:lnTo>
                          <a:pt x="649" y="45"/>
                        </a:lnTo>
                        <a:lnTo>
                          <a:pt x="647" y="49"/>
                        </a:lnTo>
                        <a:lnTo>
                          <a:pt x="647" y="52"/>
                        </a:lnTo>
                        <a:lnTo>
                          <a:pt x="647" y="55"/>
                        </a:lnTo>
                        <a:lnTo>
                          <a:pt x="647" y="58"/>
                        </a:lnTo>
                        <a:lnTo>
                          <a:pt x="647" y="61"/>
                        </a:lnTo>
                        <a:lnTo>
                          <a:pt x="650" y="63"/>
                        </a:lnTo>
                        <a:lnTo>
                          <a:pt x="650" y="67"/>
                        </a:lnTo>
                        <a:lnTo>
                          <a:pt x="653" y="70"/>
                        </a:lnTo>
                        <a:lnTo>
                          <a:pt x="657" y="71"/>
                        </a:lnTo>
                        <a:lnTo>
                          <a:pt x="661" y="74"/>
                        </a:lnTo>
                        <a:lnTo>
                          <a:pt x="664" y="74"/>
                        </a:lnTo>
                        <a:lnTo>
                          <a:pt x="669" y="74"/>
                        </a:lnTo>
                        <a:lnTo>
                          <a:pt x="671" y="74"/>
                        </a:lnTo>
                        <a:lnTo>
                          <a:pt x="674" y="74"/>
                        </a:lnTo>
                        <a:lnTo>
                          <a:pt x="677" y="74"/>
                        </a:lnTo>
                        <a:lnTo>
                          <a:pt x="681" y="74"/>
                        </a:lnTo>
                        <a:lnTo>
                          <a:pt x="683" y="73"/>
                        </a:lnTo>
                        <a:lnTo>
                          <a:pt x="685" y="73"/>
                        </a:lnTo>
                        <a:lnTo>
                          <a:pt x="688" y="71"/>
                        </a:lnTo>
                        <a:lnTo>
                          <a:pt x="691" y="71"/>
                        </a:lnTo>
                        <a:lnTo>
                          <a:pt x="695" y="70"/>
                        </a:lnTo>
                        <a:lnTo>
                          <a:pt x="697" y="69"/>
                        </a:lnTo>
                        <a:lnTo>
                          <a:pt x="701" y="68"/>
                        </a:lnTo>
                        <a:lnTo>
                          <a:pt x="704" y="67"/>
                        </a:lnTo>
                        <a:lnTo>
                          <a:pt x="707" y="65"/>
                        </a:lnTo>
                        <a:lnTo>
                          <a:pt x="710" y="65"/>
                        </a:lnTo>
                        <a:lnTo>
                          <a:pt x="714" y="64"/>
                        </a:lnTo>
                        <a:lnTo>
                          <a:pt x="717" y="63"/>
                        </a:lnTo>
                        <a:lnTo>
                          <a:pt x="720" y="62"/>
                        </a:lnTo>
                        <a:lnTo>
                          <a:pt x="723" y="61"/>
                        </a:lnTo>
                        <a:lnTo>
                          <a:pt x="726" y="59"/>
                        </a:lnTo>
                        <a:lnTo>
                          <a:pt x="729" y="58"/>
                        </a:lnTo>
                        <a:lnTo>
                          <a:pt x="733" y="58"/>
                        </a:lnTo>
                        <a:lnTo>
                          <a:pt x="736" y="57"/>
                        </a:lnTo>
                        <a:lnTo>
                          <a:pt x="739" y="56"/>
                        </a:lnTo>
                        <a:lnTo>
                          <a:pt x="741" y="56"/>
                        </a:lnTo>
                        <a:lnTo>
                          <a:pt x="744" y="55"/>
                        </a:lnTo>
                        <a:lnTo>
                          <a:pt x="747" y="55"/>
                        </a:lnTo>
                        <a:lnTo>
                          <a:pt x="751" y="54"/>
                        </a:lnTo>
                        <a:lnTo>
                          <a:pt x="753" y="54"/>
                        </a:lnTo>
                        <a:lnTo>
                          <a:pt x="758" y="52"/>
                        </a:lnTo>
                        <a:lnTo>
                          <a:pt x="763" y="54"/>
                        </a:lnTo>
                        <a:lnTo>
                          <a:pt x="766" y="54"/>
                        </a:lnTo>
                        <a:lnTo>
                          <a:pt x="770" y="55"/>
                        </a:lnTo>
                        <a:lnTo>
                          <a:pt x="772" y="56"/>
                        </a:lnTo>
                        <a:lnTo>
                          <a:pt x="774" y="59"/>
                        </a:lnTo>
                        <a:lnTo>
                          <a:pt x="774" y="63"/>
                        </a:lnTo>
                        <a:lnTo>
                          <a:pt x="777" y="65"/>
                        </a:lnTo>
                        <a:lnTo>
                          <a:pt x="777" y="68"/>
                        </a:lnTo>
                        <a:lnTo>
                          <a:pt x="779" y="71"/>
                        </a:lnTo>
                        <a:lnTo>
                          <a:pt x="780" y="74"/>
                        </a:lnTo>
                        <a:lnTo>
                          <a:pt x="782" y="77"/>
                        </a:lnTo>
                        <a:lnTo>
                          <a:pt x="784" y="80"/>
                        </a:lnTo>
                        <a:lnTo>
                          <a:pt x="786" y="82"/>
                        </a:lnTo>
                        <a:lnTo>
                          <a:pt x="790" y="83"/>
                        </a:lnTo>
                        <a:lnTo>
                          <a:pt x="792" y="86"/>
                        </a:lnTo>
                        <a:lnTo>
                          <a:pt x="795" y="87"/>
                        </a:lnTo>
                        <a:lnTo>
                          <a:pt x="798" y="88"/>
                        </a:lnTo>
                        <a:lnTo>
                          <a:pt x="801" y="88"/>
                        </a:lnTo>
                        <a:lnTo>
                          <a:pt x="804" y="90"/>
                        </a:lnTo>
                        <a:lnTo>
                          <a:pt x="808" y="90"/>
                        </a:lnTo>
                        <a:lnTo>
                          <a:pt x="812" y="92"/>
                        </a:lnTo>
                        <a:lnTo>
                          <a:pt x="816" y="92"/>
                        </a:lnTo>
                        <a:lnTo>
                          <a:pt x="820" y="92"/>
                        </a:lnTo>
                        <a:lnTo>
                          <a:pt x="823" y="90"/>
                        </a:lnTo>
                        <a:lnTo>
                          <a:pt x="828" y="89"/>
                        </a:lnTo>
                        <a:lnTo>
                          <a:pt x="831" y="88"/>
                        </a:lnTo>
                        <a:lnTo>
                          <a:pt x="836" y="86"/>
                        </a:lnTo>
                        <a:lnTo>
                          <a:pt x="840" y="83"/>
                        </a:lnTo>
                        <a:lnTo>
                          <a:pt x="846" y="82"/>
                        </a:lnTo>
                        <a:lnTo>
                          <a:pt x="849" y="78"/>
                        </a:lnTo>
                        <a:lnTo>
                          <a:pt x="853" y="76"/>
                        </a:lnTo>
                        <a:lnTo>
                          <a:pt x="857" y="71"/>
                        </a:lnTo>
                        <a:lnTo>
                          <a:pt x="862" y="68"/>
                        </a:lnTo>
                        <a:lnTo>
                          <a:pt x="867" y="63"/>
                        </a:lnTo>
                        <a:lnTo>
                          <a:pt x="871" y="58"/>
                        </a:lnTo>
                        <a:lnTo>
                          <a:pt x="873" y="56"/>
                        </a:lnTo>
                        <a:lnTo>
                          <a:pt x="875" y="54"/>
                        </a:lnTo>
                        <a:lnTo>
                          <a:pt x="878" y="50"/>
                        </a:lnTo>
                        <a:lnTo>
                          <a:pt x="880" y="48"/>
                        </a:lnTo>
                        <a:lnTo>
                          <a:pt x="878" y="45"/>
                        </a:lnTo>
                        <a:lnTo>
                          <a:pt x="875" y="44"/>
                        </a:lnTo>
                        <a:lnTo>
                          <a:pt x="873" y="43"/>
                        </a:lnTo>
                        <a:lnTo>
                          <a:pt x="868" y="43"/>
                        </a:lnTo>
                        <a:lnTo>
                          <a:pt x="865" y="43"/>
                        </a:lnTo>
                        <a:lnTo>
                          <a:pt x="860" y="43"/>
                        </a:lnTo>
                        <a:lnTo>
                          <a:pt x="855" y="43"/>
                        </a:lnTo>
                        <a:lnTo>
                          <a:pt x="850" y="43"/>
                        </a:lnTo>
                        <a:lnTo>
                          <a:pt x="847" y="43"/>
                        </a:lnTo>
                        <a:lnTo>
                          <a:pt x="844" y="43"/>
                        </a:lnTo>
                        <a:lnTo>
                          <a:pt x="842" y="43"/>
                        </a:lnTo>
                        <a:lnTo>
                          <a:pt x="840" y="44"/>
                        </a:lnTo>
                        <a:lnTo>
                          <a:pt x="835" y="44"/>
                        </a:lnTo>
                        <a:lnTo>
                          <a:pt x="830" y="44"/>
                        </a:lnTo>
                        <a:lnTo>
                          <a:pt x="825" y="43"/>
                        </a:lnTo>
                        <a:lnTo>
                          <a:pt x="823" y="43"/>
                        </a:lnTo>
                        <a:lnTo>
                          <a:pt x="820" y="40"/>
                        </a:lnTo>
                        <a:lnTo>
                          <a:pt x="820" y="39"/>
                        </a:lnTo>
                        <a:lnTo>
                          <a:pt x="821" y="37"/>
                        </a:lnTo>
                        <a:lnTo>
                          <a:pt x="822" y="33"/>
                        </a:lnTo>
                        <a:lnTo>
                          <a:pt x="824" y="31"/>
                        </a:lnTo>
                        <a:lnTo>
                          <a:pt x="827" y="30"/>
                        </a:lnTo>
                        <a:lnTo>
                          <a:pt x="829" y="25"/>
                        </a:lnTo>
                        <a:lnTo>
                          <a:pt x="833" y="23"/>
                        </a:lnTo>
                        <a:lnTo>
                          <a:pt x="834" y="19"/>
                        </a:lnTo>
                        <a:lnTo>
                          <a:pt x="836" y="17"/>
                        </a:lnTo>
                        <a:lnTo>
                          <a:pt x="837" y="14"/>
                        </a:lnTo>
                        <a:lnTo>
                          <a:pt x="839" y="12"/>
                        </a:lnTo>
                        <a:lnTo>
                          <a:pt x="842" y="12"/>
                        </a:lnTo>
                        <a:lnTo>
                          <a:pt x="847" y="12"/>
                        </a:lnTo>
                        <a:lnTo>
                          <a:pt x="852" y="12"/>
                        </a:lnTo>
                        <a:lnTo>
                          <a:pt x="857" y="13"/>
                        </a:lnTo>
                        <a:lnTo>
                          <a:pt x="860" y="13"/>
                        </a:lnTo>
                        <a:lnTo>
                          <a:pt x="862" y="13"/>
                        </a:lnTo>
                        <a:lnTo>
                          <a:pt x="865" y="13"/>
                        </a:lnTo>
                        <a:lnTo>
                          <a:pt x="868" y="13"/>
                        </a:lnTo>
                        <a:lnTo>
                          <a:pt x="871" y="13"/>
                        </a:lnTo>
                        <a:lnTo>
                          <a:pt x="873" y="14"/>
                        </a:lnTo>
                        <a:lnTo>
                          <a:pt x="875" y="14"/>
                        </a:lnTo>
                        <a:lnTo>
                          <a:pt x="879" y="16"/>
                        </a:lnTo>
                        <a:lnTo>
                          <a:pt x="881" y="16"/>
                        </a:lnTo>
                        <a:lnTo>
                          <a:pt x="885" y="16"/>
                        </a:lnTo>
                        <a:lnTo>
                          <a:pt x="888" y="16"/>
                        </a:lnTo>
                        <a:lnTo>
                          <a:pt x="891" y="16"/>
                        </a:lnTo>
                        <a:lnTo>
                          <a:pt x="893" y="16"/>
                        </a:lnTo>
                        <a:lnTo>
                          <a:pt x="895" y="16"/>
                        </a:lnTo>
                        <a:lnTo>
                          <a:pt x="899" y="16"/>
                        </a:lnTo>
                        <a:lnTo>
                          <a:pt x="901" y="16"/>
                        </a:lnTo>
                        <a:lnTo>
                          <a:pt x="904" y="16"/>
                        </a:lnTo>
                        <a:lnTo>
                          <a:pt x="907" y="16"/>
                        </a:lnTo>
                        <a:lnTo>
                          <a:pt x="910" y="16"/>
                        </a:lnTo>
                        <a:lnTo>
                          <a:pt x="913" y="16"/>
                        </a:lnTo>
                        <a:lnTo>
                          <a:pt x="916" y="16"/>
                        </a:lnTo>
                        <a:lnTo>
                          <a:pt x="918" y="17"/>
                        </a:lnTo>
                        <a:lnTo>
                          <a:pt x="922" y="17"/>
                        </a:lnTo>
                        <a:lnTo>
                          <a:pt x="924" y="18"/>
                        </a:lnTo>
                        <a:lnTo>
                          <a:pt x="929" y="18"/>
                        </a:lnTo>
                        <a:lnTo>
                          <a:pt x="935" y="18"/>
                        </a:lnTo>
                        <a:lnTo>
                          <a:pt x="939" y="18"/>
                        </a:lnTo>
                        <a:lnTo>
                          <a:pt x="944" y="18"/>
                        </a:lnTo>
                        <a:lnTo>
                          <a:pt x="949" y="18"/>
                        </a:lnTo>
                        <a:lnTo>
                          <a:pt x="954" y="18"/>
                        </a:lnTo>
                        <a:lnTo>
                          <a:pt x="956" y="18"/>
                        </a:lnTo>
                        <a:lnTo>
                          <a:pt x="961" y="19"/>
                        </a:lnTo>
                        <a:lnTo>
                          <a:pt x="964" y="19"/>
                        </a:lnTo>
                        <a:lnTo>
                          <a:pt x="967" y="19"/>
                        </a:lnTo>
                        <a:lnTo>
                          <a:pt x="969" y="19"/>
                        </a:lnTo>
                        <a:lnTo>
                          <a:pt x="971" y="20"/>
                        </a:lnTo>
                        <a:lnTo>
                          <a:pt x="974" y="20"/>
                        </a:lnTo>
                        <a:lnTo>
                          <a:pt x="976" y="20"/>
                        </a:lnTo>
                        <a:lnTo>
                          <a:pt x="973" y="106"/>
                        </a:lnTo>
                        <a:lnTo>
                          <a:pt x="806" y="97"/>
                        </a:lnTo>
                        <a:lnTo>
                          <a:pt x="793" y="96"/>
                        </a:lnTo>
                        <a:lnTo>
                          <a:pt x="782" y="96"/>
                        </a:lnTo>
                        <a:lnTo>
                          <a:pt x="770" y="95"/>
                        </a:lnTo>
                        <a:lnTo>
                          <a:pt x="757" y="95"/>
                        </a:lnTo>
                        <a:lnTo>
                          <a:pt x="744" y="94"/>
                        </a:lnTo>
                        <a:lnTo>
                          <a:pt x="732" y="94"/>
                        </a:lnTo>
                        <a:lnTo>
                          <a:pt x="719" y="93"/>
                        </a:lnTo>
                        <a:lnTo>
                          <a:pt x="706" y="92"/>
                        </a:lnTo>
                        <a:lnTo>
                          <a:pt x="694" y="92"/>
                        </a:lnTo>
                        <a:lnTo>
                          <a:pt x="681" y="90"/>
                        </a:lnTo>
                        <a:lnTo>
                          <a:pt x="668" y="89"/>
                        </a:lnTo>
                        <a:lnTo>
                          <a:pt x="656" y="88"/>
                        </a:lnTo>
                        <a:lnTo>
                          <a:pt x="643" y="88"/>
                        </a:lnTo>
                        <a:lnTo>
                          <a:pt x="630" y="88"/>
                        </a:lnTo>
                        <a:lnTo>
                          <a:pt x="618" y="87"/>
                        </a:lnTo>
                        <a:lnTo>
                          <a:pt x="606" y="87"/>
                        </a:lnTo>
                        <a:lnTo>
                          <a:pt x="593" y="86"/>
                        </a:lnTo>
                        <a:lnTo>
                          <a:pt x="580" y="86"/>
                        </a:lnTo>
                        <a:lnTo>
                          <a:pt x="568" y="86"/>
                        </a:lnTo>
                        <a:lnTo>
                          <a:pt x="555" y="86"/>
                        </a:lnTo>
                        <a:lnTo>
                          <a:pt x="543" y="84"/>
                        </a:lnTo>
                        <a:lnTo>
                          <a:pt x="530" y="84"/>
                        </a:lnTo>
                        <a:lnTo>
                          <a:pt x="518" y="84"/>
                        </a:lnTo>
                        <a:lnTo>
                          <a:pt x="505" y="84"/>
                        </a:lnTo>
                        <a:lnTo>
                          <a:pt x="492" y="84"/>
                        </a:lnTo>
                        <a:lnTo>
                          <a:pt x="480" y="84"/>
                        </a:lnTo>
                        <a:lnTo>
                          <a:pt x="468" y="84"/>
                        </a:lnTo>
                        <a:lnTo>
                          <a:pt x="455" y="84"/>
                        </a:lnTo>
                        <a:lnTo>
                          <a:pt x="442" y="84"/>
                        </a:lnTo>
                        <a:lnTo>
                          <a:pt x="430" y="84"/>
                        </a:lnTo>
                        <a:lnTo>
                          <a:pt x="418" y="86"/>
                        </a:lnTo>
                        <a:lnTo>
                          <a:pt x="407" y="86"/>
                        </a:lnTo>
                        <a:lnTo>
                          <a:pt x="394" y="86"/>
                        </a:lnTo>
                        <a:lnTo>
                          <a:pt x="382" y="86"/>
                        </a:lnTo>
                        <a:lnTo>
                          <a:pt x="369" y="86"/>
                        </a:lnTo>
                        <a:lnTo>
                          <a:pt x="357" y="87"/>
                        </a:lnTo>
                        <a:lnTo>
                          <a:pt x="344" y="87"/>
                        </a:lnTo>
                        <a:lnTo>
                          <a:pt x="332" y="88"/>
                        </a:lnTo>
                        <a:lnTo>
                          <a:pt x="320" y="88"/>
                        </a:lnTo>
                        <a:lnTo>
                          <a:pt x="308" y="90"/>
                        </a:lnTo>
                        <a:lnTo>
                          <a:pt x="295" y="90"/>
                        </a:lnTo>
                        <a:lnTo>
                          <a:pt x="283" y="92"/>
                        </a:lnTo>
                        <a:lnTo>
                          <a:pt x="270" y="93"/>
                        </a:lnTo>
                        <a:lnTo>
                          <a:pt x="258" y="94"/>
                        </a:lnTo>
                        <a:lnTo>
                          <a:pt x="245" y="95"/>
                        </a:lnTo>
                        <a:lnTo>
                          <a:pt x="235" y="96"/>
                        </a:lnTo>
                        <a:lnTo>
                          <a:pt x="223" y="99"/>
                        </a:lnTo>
                        <a:lnTo>
                          <a:pt x="210" y="100"/>
                        </a:lnTo>
                        <a:lnTo>
                          <a:pt x="198" y="101"/>
                        </a:lnTo>
                        <a:lnTo>
                          <a:pt x="186" y="103"/>
                        </a:lnTo>
                        <a:lnTo>
                          <a:pt x="174" y="105"/>
                        </a:lnTo>
                        <a:lnTo>
                          <a:pt x="162" y="106"/>
                        </a:lnTo>
                        <a:lnTo>
                          <a:pt x="150" y="108"/>
                        </a:lnTo>
                        <a:lnTo>
                          <a:pt x="138" y="111"/>
                        </a:lnTo>
                        <a:lnTo>
                          <a:pt x="127" y="113"/>
                        </a:lnTo>
                        <a:lnTo>
                          <a:pt x="116" y="115"/>
                        </a:lnTo>
                        <a:lnTo>
                          <a:pt x="103" y="118"/>
                        </a:lnTo>
                        <a:lnTo>
                          <a:pt x="92" y="120"/>
                        </a:lnTo>
                        <a:lnTo>
                          <a:pt x="80" y="124"/>
                        </a:lnTo>
                        <a:lnTo>
                          <a:pt x="70" y="126"/>
                        </a:lnTo>
                        <a:lnTo>
                          <a:pt x="58" y="130"/>
                        </a:lnTo>
                        <a:lnTo>
                          <a:pt x="46" y="132"/>
                        </a:lnTo>
                        <a:lnTo>
                          <a:pt x="35" y="134"/>
                        </a:lnTo>
                        <a:lnTo>
                          <a:pt x="23" y="139"/>
                        </a:lnTo>
                        <a:lnTo>
                          <a:pt x="0" y="56"/>
                        </a:lnTo>
                        <a:lnTo>
                          <a:pt x="4" y="54"/>
                        </a:lnTo>
                        <a:lnTo>
                          <a:pt x="10" y="52"/>
                        </a:lnTo>
                        <a:lnTo>
                          <a:pt x="13" y="51"/>
                        </a:lnTo>
                        <a:lnTo>
                          <a:pt x="15" y="50"/>
                        </a:lnTo>
                        <a:lnTo>
                          <a:pt x="17" y="50"/>
                        </a:lnTo>
                        <a:lnTo>
                          <a:pt x="21" y="49"/>
                        </a:lnTo>
                        <a:lnTo>
                          <a:pt x="26" y="48"/>
                        </a:lnTo>
                        <a:lnTo>
                          <a:pt x="30" y="46"/>
                        </a:lnTo>
                        <a:lnTo>
                          <a:pt x="33" y="45"/>
                        </a:lnTo>
                        <a:lnTo>
                          <a:pt x="36" y="45"/>
                        </a:lnTo>
                        <a:lnTo>
                          <a:pt x="39" y="44"/>
                        </a:lnTo>
                        <a:lnTo>
                          <a:pt x="42" y="44"/>
                        </a:lnTo>
                        <a:lnTo>
                          <a:pt x="45" y="43"/>
                        </a:lnTo>
                        <a:lnTo>
                          <a:pt x="47" y="43"/>
                        </a:lnTo>
                        <a:lnTo>
                          <a:pt x="49" y="42"/>
                        </a:lnTo>
                        <a:lnTo>
                          <a:pt x="53" y="40"/>
                        </a:lnTo>
                        <a:lnTo>
                          <a:pt x="55" y="40"/>
                        </a:lnTo>
                        <a:lnTo>
                          <a:pt x="58" y="39"/>
                        </a:lnTo>
                        <a:lnTo>
                          <a:pt x="60" y="38"/>
                        </a:lnTo>
                        <a:lnTo>
                          <a:pt x="64" y="38"/>
                        </a:lnTo>
                        <a:lnTo>
                          <a:pt x="66" y="37"/>
                        </a:lnTo>
                        <a:lnTo>
                          <a:pt x="68" y="37"/>
                        </a:lnTo>
                        <a:lnTo>
                          <a:pt x="71" y="36"/>
                        </a:lnTo>
                        <a:lnTo>
                          <a:pt x="74" y="36"/>
                        </a:lnTo>
                        <a:lnTo>
                          <a:pt x="77" y="35"/>
                        </a:lnTo>
                        <a:lnTo>
                          <a:pt x="80" y="35"/>
                        </a:lnTo>
                        <a:lnTo>
                          <a:pt x="83" y="33"/>
                        </a:lnTo>
                        <a:lnTo>
                          <a:pt x="86" y="33"/>
                        </a:lnTo>
                        <a:lnTo>
                          <a:pt x="89" y="32"/>
                        </a:lnTo>
                        <a:lnTo>
                          <a:pt x="91" y="32"/>
                        </a:lnTo>
                        <a:lnTo>
                          <a:pt x="93" y="31"/>
                        </a:lnTo>
                        <a:lnTo>
                          <a:pt x="96" y="31"/>
                        </a:lnTo>
                        <a:lnTo>
                          <a:pt x="98" y="30"/>
                        </a:lnTo>
                        <a:lnTo>
                          <a:pt x="100" y="30"/>
                        </a:lnTo>
                        <a:lnTo>
                          <a:pt x="104" y="29"/>
                        </a:lnTo>
                        <a:lnTo>
                          <a:pt x="108" y="29"/>
                        </a:lnTo>
                        <a:lnTo>
                          <a:pt x="110" y="27"/>
                        </a:lnTo>
                        <a:lnTo>
                          <a:pt x="112" y="27"/>
                        </a:lnTo>
                        <a:lnTo>
                          <a:pt x="115" y="27"/>
                        </a:lnTo>
                        <a:lnTo>
                          <a:pt x="118" y="26"/>
                        </a:lnTo>
                        <a:lnTo>
                          <a:pt x="121" y="26"/>
                        </a:lnTo>
                        <a:lnTo>
                          <a:pt x="123" y="25"/>
                        </a:lnTo>
                        <a:lnTo>
                          <a:pt x="127" y="25"/>
                        </a:lnTo>
                        <a:lnTo>
                          <a:pt x="129" y="25"/>
                        </a:lnTo>
                        <a:lnTo>
                          <a:pt x="131" y="24"/>
                        </a:lnTo>
                        <a:lnTo>
                          <a:pt x="134" y="24"/>
                        </a:lnTo>
                        <a:lnTo>
                          <a:pt x="136" y="23"/>
                        </a:lnTo>
                        <a:lnTo>
                          <a:pt x="140" y="23"/>
                        </a:lnTo>
                        <a:lnTo>
                          <a:pt x="142" y="21"/>
                        </a:lnTo>
                        <a:lnTo>
                          <a:pt x="144" y="21"/>
                        </a:lnTo>
                        <a:lnTo>
                          <a:pt x="148" y="20"/>
                        </a:lnTo>
                        <a:lnTo>
                          <a:pt x="150" y="20"/>
                        </a:lnTo>
                        <a:lnTo>
                          <a:pt x="153" y="20"/>
                        </a:lnTo>
                        <a:lnTo>
                          <a:pt x="156" y="20"/>
                        </a:lnTo>
                        <a:lnTo>
                          <a:pt x="159" y="20"/>
                        </a:lnTo>
                        <a:lnTo>
                          <a:pt x="162" y="20"/>
                        </a:lnTo>
                        <a:lnTo>
                          <a:pt x="165" y="19"/>
                        </a:lnTo>
                        <a:lnTo>
                          <a:pt x="167" y="18"/>
                        </a:lnTo>
                        <a:lnTo>
                          <a:pt x="170" y="18"/>
                        </a:lnTo>
                        <a:lnTo>
                          <a:pt x="173" y="18"/>
                        </a:lnTo>
                        <a:lnTo>
                          <a:pt x="173" y="20"/>
                        </a:lnTo>
                        <a:lnTo>
                          <a:pt x="174" y="24"/>
                        </a:lnTo>
                        <a:lnTo>
                          <a:pt x="175" y="26"/>
                        </a:lnTo>
                        <a:lnTo>
                          <a:pt x="176" y="30"/>
                        </a:lnTo>
                        <a:lnTo>
                          <a:pt x="176" y="32"/>
                        </a:lnTo>
                        <a:lnTo>
                          <a:pt x="178" y="36"/>
                        </a:lnTo>
                        <a:lnTo>
                          <a:pt x="179" y="38"/>
                        </a:lnTo>
                        <a:lnTo>
                          <a:pt x="179" y="43"/>
                        </a:lnTo>
                        <a:lnTo>
                          <a:pt x="184" y="43"/>
                        </a:lnTo>
                        <a:lnTo>
                          <a:pt x="187" y="43"/>
                        </a:lnTo>
                        <a:lnTo>
                          <a:pt x="192" y="43"/>
                        </a:lnTo>
                        <a:lnTo>
                          <a:pt x="197" y="43"/>
                        </a:lnTo>
                        <a:lnTo>
                          <a:pt x="200" y="43"/>
                        </a:lnTo>
                        <a:lnTo>
                          <a:pt x="205" y="43"/>
                        </a:lnTo>
                        <a:lnTo>
                          <a:pt x="210" y="43"/>
                        </a:lnTo>
                        <a:lnTo>
                          <a:pt x="214" y="43"/>
                        </a:lnTo>
                        <a:lnTo>
                          <a:pt x="214" y="39"/>
                        </a:lnTo>
                        <a:lnTo>
                          <a:pt x="217" y="36"/>
                        </a:lnTo>
                        <a:lnTo>
                          <a:pt x="219" y="33"/>
                        </a:lnTo>
                        <a:lnTo>
                          <a:pt x="220" y="32"/>
                        </a:lnTo>
                        <a:lnTo>
                          <a:pt x="224" y="27"/>
                        </a:lnTo>
                        <a:lnTo>
                          <a:pt x="227" y="25"/>
                        </a:lnTo>
                        <a:lnTo>
                          <a:pt x="230" y="24"/>
                        </a:lnTo>
                        <a:lnTo>
                          <a:pt x="233" y="23"/>
                        </a:lnTo>
                        <a:lnTo>
                          <a:pt x="237" y="23"/>
                        </a:lnTo>
                        <a:lnTo>
                          <a:pt x="241" y="23"/>
                        </a:lnTo>
                        <a:lnTo>
                          <a:pt x="243" y="23"/>
                        </a:lnTo>
                        <a:lnTo>
                          <a:pt x="245" y="25"/>
                        </a:lnTo>
                        <a:lnTo>
                          <a:pt x="248" y="26"/>
                        </a:lnTo>
                        <a:lnTo>
                          <a:pt x="250" y="30"/>
                        </a:lnTo>
                        <a:lnTo>
                          <a:pt x="252" y="32"/>
                        </a:lnTo>
                        <a:lnTo>
                          <a:pt x="256" y="36"/>
                        </a:lnTo>
                        <a:lnTo>
                          <a:pt x="258" y="38"/>
                        </a:lnTo>
                        <a:lnTo>
                          <a:pt x="262" y="43"/>
                        </a:lnTo>
                        <a:lnTo>
                          <a:pt x="264" y="46"/>
                        </a:lnTo>
                        <a:lnTo>
                          <a:pt x="267" y="50"/>
                        </a:lnTo>
                        <a:lnTo>
                          <a:pt x="269" y="54"/>
                        </a:lnTo>
                        <a:lnTo>
                          <a:pt x="273" y="58"/>
                        </a:lnTo>
                        <a:lnTo>
                          <a:pt x="275" y="62"/>
                        </a:lnTo>
                        <a:lnTo>
                          <a:pt x="277" y="65"/>
                        </a:lnTo>
                        <a:lnTo>
                          <a:pt x="281" y="69"/>
                        </a:lnTo>
                        <a:lnTo>
                          <a:pt x="284" y="73"/>
                        </a:lnTo>
                        <a:lnTo>
                          <a:pt x="287" y="75"/>
                        </a:lnTo>
                        <a:lnTo>
                          <a:pt x="290" y="78"/>
                        </a:lnTo>
                        <a:lnTo>
                          <a:pt x="293" y="81"/>
                        </a:lnTo>
                        <a:lnTo>
                          <a:pt x="297" y="82"/>
                        </a:lnTo>
                        <a:lnTo>
                          <a:pt x="301" y="83"/>
                        </a:lnTo>
                        <a:lnTo>
                          <a:pt x="305" y="83"/>
                        </a:lnTo>
                        <a:lnTo>
                          <a:pt x="308" y="83"/>
                        </a:lnTo>
                        <a:lnTo>
                          <a:pt x="314" y="83"/>
                        </a:lnTo>
                        <a:lnTo>
                          <a:pt x="315" y="81"/>
                        </a:lnTo>
                        <a:lnTo>
                          <a:pt x="316" y="77"/>
                        </a:lnTo>
                        <a:lnTo>
                          <a:pt x="319" y="75"/>
                        </a:lnTo>
                        <a:lnTo>
                          <a:pt x="320" y="73"/>
                        </a:lnTo>
                        <a:lnTo>
                          <a:pt x="321" y="70"/>
                        </a:lnTo>
                        <a:lnTo>
                          <a:pt x="321" y="67"/>
                        </a:lnTo>
                        <a:lnTo>
                          <a:pt x="322" y="64"/>
                        </a:lnTo>
                        <a:lnTo>
                          <a:pt x="324" y="62"/>
                        </a:lnTo>
                        <a:lnTo>
                          <a:pt x="324" y="59"/>
                        </a:lnTo>
                        <a:lnTo>
                          <a:pt x="324" y="57"/>
                        </a:lnTo>
                        <a:lnTo>
                          <a:pt x="324" y="54"/>
                        </a:lnTo>
                        <a:lnTo>
                          <a:pt x="324" y="51"/>
                        </a:lnTo>
                        <a:lnTo>
                          <a:pt x="324" y="46"/>
                        </a:lnTo>
                        <a:lnTo>
                          <a:pt x="324" y="42"/>
                        </a:lnTo>
                        <a:lnTo>
                          <a:pt x="321" y="36"/>
                        </a:lnTo>
                        <a:lnTo>
                          <a:pt x="320" y="31"/>
                        </a:lnTo>
                        <a:lnTo>
                          <a:pt x="318" y="26"/>
                        </a:lnTo>
                        <a:lnTo>
                          <a:pt x="315" y="21"/>
                        </a:lnTo>
                        <a:lnTo>
                          <a:pt x="311" y="18"/>
                        </a:lnTo>
                        <a:lnTo>
                          <a:pt x="308" y="12"/>
                        </a:lnTo>
                        <a:lnTo>
                          <a:pt x="303" y="8"/>
                        </a:lnTo>
                        <a:lnTo>
                          <a:pt x="300" y="5"/>
                        </a:lnTo>
                        <a:lnTo>
                          <a:pt x="303" y="5"/>
                        </a:lnTo>
                        <a:lnTo>
                          <a:pt x="307" y="4"/>
                        </a:lnTo>
                        <a:lnTo>
                          <a:pt x="309" y="2"/>
                        </a:lnTo>
                        <a:lnTo>
                          <a:pt x="314" y="2"/>
                        </a:lnTo>
                        <a:lnTo>
                          <a:pt x="316" y="2"/>
                        </a:lnTo>
                        <a:lnTo>
                          <a:pt x="320" y="2"/>
                        </a:lnTo>
                        <a:lnTo>
                          <a:pt x="324" y="2"/>
                        </a:lnTo>
                        <a:lnTo>
                          <a:pt x="327" y="2"/>
                        </a:lnTo>
                        <a:lnTo>
                          <a:pt x="331" y="2"/>
                        </a:lnTo>
                        <a:lnTo>
                          <a:pt x="334" y="2"/>
                        </a:lnTo>
                        <a:lnTo>
                          <a:pt x="337" y="1"/>
                        </a:lnTo>
                        <a:lnTo>
                          <a:pt x="341" y="1"/>
                        </a:lnTo>
                        <a:lnTo>
                          <a:pt x="344" y="1"/>
                        </a:lnTo>
                        <a:lnTo>
                          <a:pt x="347" y="1"/>
                        </a:lnTo>
                        <a:lnTo>
                          <a:pt x="351" y="1"/>
                        </a:lnTo>
                        <a:lnTo>
                          <a:pt x="354" y="1"/>
                        </a:lnTo>
                        <a:lnTo>
                          <a:pt x="353" y="4"/>
                        </a:lnTo>
                        <a:lnTo>
                          <a:pt x="352" y="6"/>
                        </a:lnTo>
                        <a:lnTo>
                          <a:pt x="350" y="10"/>
                        </a:lnTo>
                        <a:lnTo>
                          <a:pt x="348" y="13"/>
                        </a:lnTo>
                        <a:lnTo>
                          <a:pt x="353" y="16"/>
                        </a:lnTo>
                        <a:lnTo>
                          <a:pt x="357" y="18"/>
                        </a:lnTo>
                        <a:lnTo>
                          <a:pt x="360" y="19"/>
                        </a:lnTo>
                        <a:lnTo>
                          <a:pt x="364" y="21"/>
                        </a:lnTo>
                        <a:lnTo>
                          <a:pt x="366" y="23"/>
                        </a:lnTo>
                        <a:lnTo>
                          <a:pt x="370" y="26"/>
                        </a:lnTo>
                        <a:lnTo>
                          <a:pt x="373" y="27"/>
                        </a:lnTo>
                        <a:lnTo>
                          <a:pt x="378" y="31"/>
                        </a:lnTo>
                        <a:lnTo>
                          <a:pt x="379" y="33"/>
                        </a:lnTo>
                        <a:lnTo>
                          <a:pt x="382" y="37"/>
                        </a:lnTo>
                        <a:lnTo>
                          <a:pt x="384" y="39"/>
                        </a:lnTo>
                        <a:lnTo>
                          <a:pt x="386" y="43"/>
                        </a:lnTo>
                        <a:lnTo>
                          <a:pt x="391" y="48"/>
                        </a:lnTo>
                        <a:lnTo>
                          <a:pt x="396" y="52"/>
                        </a:lnTo>
                        <a:lnTo>
                          <a:pt x="401" y="56"/>
                        </a:lnTo>
                        <a:lnTo>
                          <a:pt x="407" y="58"/>
                        </a:lnTo>
                        <a:lnTo>
                          <a:pt x="409" y="59"/>
                        </a:lnTo>
                        <a:lnTo>
                          <a:pt x="411" y="61"/>
                        </a:lnTo>
                        <a:lnTo>
                          <a:pt x="415" y="62"/>
                        </a:lnTo>
                        <a:lnTo>
                          <a:pt x="417" y="63"/>
                        </a:lnTo>
                        <a:lnTo>
                          <a:pt x="420" y="63"/>
                        </a:lnTo>
                        <a:lnTo>
                          <a:pt x="422" y="64"/>
                        </a:lnTo>
                        <a:lnTo>
                          <a:pt x="424" y="64"/>
                        </a:lnTo>
                        <a:lnTo>
                          <a:pt x="428" y="64"/>
                        </a:lnTo>
                        <a:lnTo>
                          <a:pt x="430" y="64"/>
                        </a:lnTo>
                        <a:lnTo>
                          <a:pt x="434" y="64"/>
                        </a:lnTo>
                        <a:lnTo>
                          <a:pt x="436" y="64"/>
                        </a:lnTo>
                        <a:lnTo>
                          <a:pt x="440" y="65"/>
                        </a:lnTo>
                        <a:lnTo>
                          <a:pt x="442" y="64"/>
                        </a:lnTo>
                        <a:lnTo>
                          <a:pt x="445" y="64"/>
                        </a:lnTo>
                        <a:lnTo>
                          <a:pt x="448" y="63"/>
                        </a:lnTo>
                        <a:lnTo>
                          <a:pt x="451" y="63"/>
                        </a:lnTo>
                        <a:lnTo>
                          <a:pt x="453" y="62"/>
                        </a:lnTo>
                        <a:lnTo>
                          <a:pt x="455" y="62"/>
                        </a:lnTo>
                        <a:lnTo>
                          <a:pt x="458" y="61"/>
                        </a:lnTo>
                        <a:lnTo>
                          <a:pt x="461" y="61"/>
                        </a:lnTo>
                        <a:lnTo>
                          <a:pt x="466" y="57"/>
                        </a:lnTo>
                        <a:lnTo>
                          <a:pt x="471" y="55"/>
                        </a:lnTo>
                        <a:lnTo>
                          <a:pt x="475" y="52"/>
                        </a:lnTo>
                        <a:lnTo>
                          <a:pt x="480" y="49"/>
                        </a:lnTo>
                        <a:lnTo>
                          <a:pt x="485" y="45"/>
                        </a:lnTo>
                        <a:lnTo>
                          <a:pt x="488" y="42"/>
                        </a:lnTo>
                        <a:lnTo>
                          <a:pt x="493" y="38"/>
                        </a:lnTo>
                        <a:lnTo>
                          <a:pt x="497" y="35"/>
                        </a:lnTo>
                        <a:lnTo>
                          <a:pt x="499" y="30"/>
                        </a:lnTo>
                        <a:lnTo>
                          <a:pt x="503" y="25"/>
                        </a:lnTo>
                        <a:lnTo>
                          <a:pt x="505" y="21"/>
                        </a:lnTo>
                        <a:lnTo>
                          <a:pt x="507" y="18"/>
                        </a:lnTo>
                        <a:lnTo>
                          <a:pt x="509" y="12"/>
                        </a:lnTo>
                        <a:lnTo>
                          <a:pt x="510" y="7"/>
                        </a:lnTo>
                        <a:lnTo>
                          <a:pt x="511" y="4"/>
                        </a:lnTo>
                        <a:lnTo>
                          <a:pt x="511" y="0"/>
                        </a:lnTo>
                        <a:lnTo>
                          <a:pt x="515" y="0"/>
                        </a:lnTo>
                        <a:lnTo>
                          <a:pt x="518" y="0"/>
                        </a:lnTo>
                        <a:lnTo>
                          <a:pt x="523" y="0"/>
                        </a:lnTo>
                        <a:lnTo>
                          <a:pt x="528" y="0"/>
                        </a:lnTo>
                        <a:lnTo>
                          <a:pt x="531" y="0"/>
                        </a:lnTo>
                        <a:lnTo>
                          <a:pt x="535" y="0"/>
                        </a:lnTo>
                        <a:lnTo>
                          <a:pt x="538" y="0"/>
                        </a:lnTo>
                        <a:lnTo>
                          <a:pt x="544" y="0"/>
                        </a:lnTo>
                        <a:lnTo>
                          <a:pt x="538" y="2"/>
                        </a:lnTo>
                        <a:lnTo>
                          <a:pt x="536" y="5"/>
                        </a:lnTo>
                        <a:lnTo>
                          <a:pt x="534" y="7"/>
                        </a:lnTo>
                        <a:lnTo>
                          <a:pt x="531" y="10"/>
                        </a:lnTo>
                        <a:lnTo>
                          <a:pt x="526" y="16"/>
                        </a:lnTo>
                        <a:lnTo>
                          <a:pt x="522" y="20"/>
                        </a:lnTo>
                        <a:lnTo>
                          <a:pt x="518" y="24"/>
                        </a:lnTo>
                        <a:lnTo>
                          <a:pt x="517" y="29"/>
                        </a:lnTo>
                        <a:lnTo>
                          <a:pt x="516" y="33"/>
                        </a:lnTo>
                        <a:lnTo>
                          <a:pt x="516" y="38"/>
                        </a:lnTo>
                        <a:lnTo>
                          <a:pt x="516" y="40"/>
                        </a:lnTo>
                        <a:lnTo>
                          <a:pt x="516" y="45"/>
                        </a:lnTo>
                        <a:lnTo>
                          <a:pt x="518" y="48"/>
                        </a:lnTo>
                        <a:lnTo>
                          <a:pt x="521" y="51"/>
                        </a:lnTo>
                        <a:lnTo>
                          <a:pt x="523" y="54"/>
                        </a:lnTo>
                        <a:lnTo>
                          <a:pt x="525" y="57"/>
                        </a:lnTo>
                        <a:lnTo>
                          <a:pt x="529" y="59"/>
                        </a:lnTo>
                        <a:lnTo>
                          <a:pt x="534" y="62"/>
                        </a:lnTo>
                        <a:lnTo>
                          <a:pt x="536" y="63"/>
                        </a:lnTo>
                        <a:lnTo>
                          <a:pt x="541" y="65"/>
                        </a:lnTo>
                        <a:lnTo>
                          <a:pt x="545" y="67"/>
                        </a:lnTo>
                        <a:lnTo>
                          <a:pt x="549" y="68"/>
                        </a:lnTo>
                        <a:lnTo>
                          <a:pt x="554" y="69"/>
                        </a:lnTo>
                        <a:lnTo>
                          <a:pt x="558" y="70"/>
                        </a:lnTo>
                        <a:lnTo>
                          <a:pt x="564" y="70"/>
                        </a:lnTo>
                        <a:lnTo>
                          <a:pt x="569" y="71"/>
                        </a:lnTo>
                        <a:lnTo>
                          <a:pt x="573" y="71"/>
                        </a:lnTo>
                        <a:lnTo>
                          <a:pt x="577" y="71"/>
                        </a:lnTo>
                        <a:lnTo>
                          <a:pt x="582" y="71"/>
                        </a:lnTo>
                        <a:lnTo>
                          <a:pt x="586" y="71"/>
                        </a:lnTo>
                        <a:lnTo>
                          <a:pt x="589" y="70"/>
                        </a:lnTo>
                        <a:lnTo>
                          <a:pt x="593" y="70"/>
                        </a:lnTo>
                        <a:lnTo>
                          <a:pt x="595" y="69"/>
                        </a:lnTo>
                        <a:lnTo>
                          <a:pt x="599" y="68"/>
                        </a:lnTo>
                        <a:lnTo>
                          <a:pt x="598" y="64"/>
                        </a:lnTo>
                        <a:lnTo>
                          <a:pt x="596" y="61"/>
                        </a:lnTo>
                        <a:lnTo>
                          <a:pt x="596" y="58"/>
                        </a:lnTo>
                        <a:lnTo>
                          <a:pt x="596" y="56"/>
                        </a:lnTo>
                        <a:lnTo>
                          <a:pt x="595" y="52"/>
                        </a:lnTo>
                        <a:lnTo>
                          <a:pt x="595" y="50"/>
                        </a:lnTo>
                        <a:lnTo>
                          <a:pt x="594" y="48"/>
                        </a:lnTo>
                        <a:lnTo>
                          <a:pt x="594" y="45"/>
                        </a:lnTo>
                        <a:lnTo>
                          <a:pt x="593" y="40"/>
                        </a:lnTo>
                        <a:lnTo>
                          <a:pt x="592" y="37"/>
                        </a:lnTo>
                        <a:lnTo>
                          <a:pt x="591" y="33"/>
                        </a:lnTo>
                        <a:lnTo>
                          <a:pt x="591" y="31"/>
                        </a:lnTo>
                        <a:lnTo>
                          <a:pt x="589" y="27"/>
                        </a:lnTo>
                        <a:lnTo>
                          <a:pt x="588" y="26"/>
                        </a:lnTo>
                        <a:lnTo>
                          <a:pt x="587" y="24"/>
                        </a:lnTo>
                        <a:lnTo>
                          <a:pt x="586" y="23"/>
                        </a:lnTo>
                        <a:lnTo>
                          <a:pt x="583" y="20"/>
                        </a:lnTo>
                        <a:lnTo>
                          <a:pt x="582" y="19"/>
                        </a:lnTo>
                        <a:lnTo>
                          <a:pt x="577" y="18"/>
                        </a:lnTo>
                        <a:lnTo>
                          <a:pt x="575" y="17"/>
                        </a:lnTo>
                        <a:lnTo>
                          <a:pt x="572" y="16"/>
                        </a:lnTo>
                        <a:lnTo>
                          <a:pt x="569" y="14"/>
                        </a:lnTo>
                        <a:lnTo>
                          <a:pt x="564" y="12"/>
                        </a:lnTo>
                        <a:lnTo>
                          <a:pt x="562" y="8"/>
                        </a:lnTo>
                        <a:lnTo>
                          <a:pt x="558" y="6"/>
                        </a:lnTo>
                        <a:lnTo>
                          <a:pt x="556" y="5"/>
                        </a:lnTo>
                        <a:lnTo>
                          <a:pt x="554" y="2"/>
                        </a:lnTo>
                        <a:lnTo>
                          <a:pt x="551" y="0"/>
                        </a:lnTo>
                        <a:lnTo>
                          <a:pt x="556" y="0"/>
                        </a:lnTo>
                        <a:lnTo>
                          <a:pt x="560" y="0"/>
                        </a:lnTo>
                        <a:lnTo>
                          <a:pt x="564" y="0"/>
                        </a:lnTo>
                        <a:lnTo>
                          <a:pt x="568" y="0"/>
                        </a:lnTo>
                        <a:lnTo>
                          <a:pt x="572" y="0"/>
                        </a:lnTo>
                        <a:lnTo>
                          <a:pt x="576" y="0"/>
                        </a:lnTo>
                        <a:lnTo>
                          <a:pt x="580" y="0"/>
                        </a:lnTo>
                        <a:lnTo>
                          <a:pt x="585" y="0"/>
                        </a:lnTo>
                        <a:lnTo>
                          <a:pt x="588" y="0"/>
                        </a:lnTo>
                        <a:lnTo>
                          <a:pt x="592" y="0"/>
                        </a:lnTo>
                        <a:lnTo>
                          <a:pt x="596" y="0"/>
                        </a:lnTo>
                        <a:lnTo>
                          <a:pt x="600" y="0"/>
                        </a:lnTo>
                        <a:lnTo>
                          <a:pt x="605" y="0"/>
                        </a:lnTo>
                        <a:lnTo>
                          <a:pt x="608" y="0"/>
                        </a:lnTo>
                        <a:lnTo>
                          <a:pt x="612" y="0"/>
                        </a:lnTo>
                        <a:lnTo>
                          <a:pt x="617" y="1"/>
                        </a:lnTo>
                        <a:lnTo>
                          <a:pt x="620" y="1"/>
                        </a:lnTo>
                        <a:lnTo>
                          <a:pt x="625" y="1"/>
                        </a:lnTo>
                        <a:lnTo>
                          <a:pt x="628" y="1"/>
                        </a:lnTo>
                        <a:lnTo>
                          <a:pt x="632" y="2"/>
                        </a:lnTo>
                        <a:lnTo>
                          <a:pt x="637" y="2"/>
                        </a:lnTo>
                        <a:lnTo>
                          <a:pt x="640" y="2"/>
                        </a:lnTo>
                        <a:lnTo>
                          <a:pt x="645" y="2"/>
                        </a:lnTo>
                        <a:lnTo>
                          <a:pt x="650" y="2"/>
                        </a:lnTo>
                        <a:lnTo>
                          <a:pt x="652" y="2"/>
                        </a:lnTo>
                        <a:lnTo>
                          <a:pt x="657" y="2"/>
                        </a:lnTo>
                        <a:lnTo>
                          <a:pt x="661" y="2"/>
                        </a:lnTo>
                        <a:lnTo>
                          <a:pt x="665" y="2"/>
                        </a:lnTo>
                        <a:lnTo>
                          <a:pt x="669" y="2"/>
                        </a:lnTo>
                        <a:lnTo>
                          <a:pt x="672" y="4"/>
                        </a:lnTo>
                        <a:lnTo>
                          <a:pt x="678" y="4"/>
                        </a:lnTo>
                        <a:lnTo>
                          <a:pt x="682" y="5"/>
                        </a:lnTo>
                        <a:lnTo>
                          <a:pt x="685" y="5"/>
                        </a:lnTo>
                        <a:lnTo>
                          <a:pt x="689" y="5"/>
                        </a:lnTo>
                        <a:lnTo>
                          <a:pt x="694" y="5"/>
                        </a:lnTo>
                        <a:lnTo>
                          <a:pt x="697" y="5"/>
                        </a:lnTo>
                        <a:lnTo>
                          <a:pt x="701" y="5"/>
                        </a:lnTo>
                        <a:lnTo>
                          <a:pt x="706" y="5"/>
                        </a:lnTo>
                        <a:lnTo>
                          <a:pt x="709" y="5"/>
                        </a:lnTo>
                        <a:lnTo>
                          <a:pt x="714" y="5"/>
                        </a:lnTo>
                        <a:lnTo>
                          <a:pt x="717" y="5"/>
                        </a:lnTo>
                        <a:lnTo>
                          <a:pt x="721" y="5"/>
                        </a:lnTo>
                        <a:lnTo>
                          <a:pt x="726" y="6"/>
                        </a:lnTo>
                        <a:lnTo>
                          <a:pt x="731" y="6"/>
                        </a:lnTo>
                        <a:lnTo>
                          <a:pt x="734" y="6"/>
                        </a:lnTo>
                        <a:lnTo>
                          <a:pt x="738" y="6"/>
                        </a:lnTo>
                        <a:lnTo>
                          <a:pt x="741" y="7"/>
                        </a:lnTo>
                        <a:lnTo>
                          <a:pt x="746" y="7"/>
                        </a:lnTo>
                        <a:lnTo>
                          <a:pt x="751" y="7"/>
                        </a:lnTo>
                        <a:lnTo>
                          <a:pt x="754" y="7"/>
                        </a:lnTo>
                        <a:lnTo>
                          <a:pt x="759" y="7"/>
                        </a:lnTo>
                        <a:lnTo>
                          <a:pt x="763" y="7"/>
                        </a:lnTo>
                        <a:lnTo>
                          <a:pt x="766" y="7"/>
                        </a:lnTo>
                        <a:lnTo>
                          <a:pt x="770" y="8"/>
                        </a:lnTo>
                        <a:lnTo>
                          <a:pt x="774" y="8"/>
                        </a:lnTo>
                        <a:lnTo>
                          <a:pt x="779" y="10"/>
                        </a:lnTo>
                        <a:lnTo>
                          <a:pt x="783" y="10"/>
                        </a:lnTo>
                        <a:lnTo>
                          <a:pt x="786" y="10"/>
                        </a:lnTo>
                        <a:lnTo>
                          <a:pt x="791" y="10"/>
                        </a:lnTo>
                        <a:lnTo>
                          <a:pt x="795" y="10"/>
                        </a:lnTo>
                        <a:lnTo>
                          <a:pt x="799" y="10"/>
                        </a:lnTo>
                        <a:lnTo>
                          <a:pt x="803" y="10"/>
                        </a:lnTo>
                        <a:lnTo>
                          <a:pt x="808" y="11"/>
                        </a:lnTo>
                        <a:lnTo>
                          <a:pt x="811" y="11"/>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6" name="Freeform 176"/>
                  <p:cNvSpPr/>
                  <p:nvPr/>
                </p:nvSpPr>
                <p:spPr bwMode="auto">
                  <a:xfrm>
                    <a:off x="5620" y="1690"/>
                    <a:ext cx="4" cy="4"/>
                  </a:xfrm>
                  <a:custGeom>
                    <a:avLst/>
                    <a:gdLst>
                      <a:gd name="T0" fmla="*/ 0 w 13"/>
                      <a:gd name="T1" fmla="*/ 0 h 14"/>
                      <a:gd name="T2" fmla="*/ 0 w 13"/>
                      <a:gd name="T3" fmla="*/ 0 h 14"/>
                      <a:gd name="T4" fmla="*/ 0 w 13"/>
                      <a:gd name="T5" fmla="*/ 0 h 14"/>
                      <a:gd name="T6" fmla="*/ 0 w 13"/>
                      <a:gd name="T7" fmla="*/ 0 h 14"/>
                      <a:gd name="T8" fmla="*/ 0 w 13"/>
                      <a:gd name="T9" fmla="*/ 0 h 14"/>
                      <a:gd name="T10" fmla="*/ 0 w 13"/>
                      <a:gd name="T11" fmla="*/ 0 h 14"/>
                      <a:gd name="T12" fmla="*/ 0 w 13"/>
                      <a:gd name="T13" fmla="*/ 0 h 14"/>
                      <a:gd name="T14" fmla="*/ 0 w 13"/>
                      <a:gd name="T15" fmla="*/ 0 h 14"/>
                      <a:gd name="T16" fmla="*/ 0 w 13"/>
                      <a:gd name="T17" fmla="*/ 0 h 14"/>
                      <a:gd name="T18" fmla="*/ 0 w 13"/>
                      <a:gd name="T19" fmla="*/ 0 h 14"/>
                      <a:gd name="T20" fmla="*/ 0 w 13"/>
                      <a:gd name="T21" fmla="*/ 0 h 14"/>
                      <a:gd name="T22" fmla="*/ 0 w 13"/>
                      <a:gd name="T23" fmla="*/ 0 h 14"/>
                      <a:gd name="T24" fmla="*/ 0 w 13"/>
                      <a:gd name="T25" fmla="*/ 0 h 14"/>
                      <a:gd name="T26" fmla="*/ 0 w 13"/>
                      <a:gd name="T27" fmla="*/ 0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
                      <a:gd name="T43" fmla="*/ 0 h 14"/>
                      <a:gd name="T44" fmla="*/ 13 w 13"/>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 h="14">
                        <a:moveTo>
                          <a:pt x="13" y="14"/>
                        </a:moveTo>
                        <a:lnTo>
                          <a:pt x="8" y="11"/>
                        </a:lnTo>
                        <a:lnTo>
                          <a:pt x="5" y="8"/>
                        </a:lnTo>
                        <a:lnTo>
                          <a:pt x="1" y="4"/>
                        </a:lnTo>
                        <a:lnTo>
                          <a:pt x="0" y="3"/>
                        </a:lnTo>
                        <a:lnTo>
                          <a:pt x="2" y="2"/>
                        </a:lnTo>
                        <a:lnTo>
                          <a:pt x="6" y="1"/>
                        </a:lnTo>
                        <a:lnTo>
                          <a:pt x="9" y="0"/>
                        </a:lnTo>
                        <a:lnTo>
                          <a:pt x="13" y="0"/>
                        </a:lnTo>
                        <a:lnTo>
                          <a:pt x="13" y="2"/>
                        </a:lnTo>
                        <a:lnTo>
                          <a:pt x="13" y="7"/>
                        </a:lnTo>
                        <a:lnTo>
                          <a:pt x="13" y="10"/>
                        </a:lnTo>
                        <a:lnTo>
                          <a:pt x="13" y="1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7" name="Freeform 177"/>
                  <p:cNvSpPr/>
                  <p:nvPr/>
                </p:nvSpPr>
                <p:spPr bwMode="auto">
                  <a:xfrm>
                    <a:off x="5285" y="1942"/>
                    <a:ext cx="475" cy="36"/>
                  </a:xfrm>
                  <a:custGeom>
                    <a:avLst/>
                    <a:gdLst>
                      <a:gd name="T0" fmla="*/ 0 w 1425"/>
                      <a:gd name="T1" fmla="*/ 0 h 109"/>
                      <a:gd name="T2" fmla="*/ 0 w 1425"/>
                      <a:gd name="T3" fmla="*/ 0 h 109"/>
                      <a:gd name="T4" fmla="*/ 0 w 1425"/>
                      <a:gd name="T5" fmla="*/ 0 h 109"/>
                      <a:gd name="T6" fmla="*/ 0 w 1425"/>
                      <a:gd name="T7" fmla="*/ 0 h 109"/>
                      <a:gd name="T8" fmla="*/ 0 w 1425"/>
                      <a:gd name="T9" fmla="*/ 0 h 109"/>
                      <a:gd name="T10" fmla="*/ 0 w 1425"/>
                      <a:gd name="T11" fmla="*/ 0 h 109"/>
                      <a:gd name="T12" fmla="*/ 0 w 1425"/>
                      <a:gd name="T13" fmla="*/ 0 h 109"/>
                      <a:gd name="T14" fmla="*/ 0 w 1425"/>
                      <a:gd name="T15" fmla="*/ 0 h 109"/>
                      <a:gd name="T16" fmla="*/ 0 w 1425"/>
                      <a:gd name="T17" fmla="*/ 0 h 109"/>
                      <a:gd name="T18" fmla="*/ 0 w 1425"/>
                      <a:gd name="T19" fmla="*/ 0 h 109"/>
                      <a:gd name="T20" fmla="*/ 0 w 1425"/>
                      <a:gd name="T21" fmla="*/ 0 h 109"/>
                      <a:gd name="T22" fmla="*/ 0 w 1425"/>
                      <a:gd name="T23" fmla="*/ 0 h 109"/>
                      <a:gd name="T24" fmla="*/ 0 w 1425"/>
                      <a:gd name="T25" fmla="*/ 0 h 109"/>
                      <a:gd name="T26" fmla="*/ 0 w 1425"/>
                      <a:gd name="T27" fmla="*/ 0 h 109"/>
                      <a:gd name="T28" fmla="*/ 0 w 1425"/>
                      <a:gd name="T29" fmla="*/ 0 h 109"/>
                      <a:gd name="T30" fmla="*/ 0 w 1425"/>
                      <a:gd name="T31" fmla="*/ 0 h 109"/>
                      <a:gd name="T32" fmla="*/ 0 w 1425"/>
                      <a:gd name="T33" fmla="*/ 0 h 109"/>
                      <a:gd name="T34" fmla="*/ 0 w 1425"/>
                      <a:gd name="T35" fmla="*/ 0 h 109"/>
                      <a:gd name="T36" fmla="*/ 0 w 1425"/>
                      <a:gd name="T37" fmla="*/ 0 h 109"/>
                      <a:gd name="T38" fmla="*/ 0 w 1425"/>
                      <a:gd name="T39" fmla="*/ 0 h 109"/>
                      <a:gd name="T40" fmla="*/ 0 w 1425"/>
                      <a:gd name="T41" fmla="*/ 0 h 109"/>
                      <a:gd name="T42" fmla="*/ 0 w 1425"/>
                      <a:gd name="T43" fmla="*/ 0 h 109"/>
                      <a:gd name="T44" fmla="*/ 0 w 1425"/>
                      <a:gd name="T45" fmla="*/ 0 h 109"/>
                      <a:gd name="T46" fmla="*/ 0 w 1425"/>
                      <a:gd name="T47" fmla="*/ 0 h 109"/>
                      <a:gd name="T48" fmla="*/ 0 w 1425"/>
                      <a:gd name="T49" fmla="*/ 0 h 109"/>
                      <a:gd name="T50" fmla="*/ 0 w 1425"/>
                      <a:gd name="T51" fmla="*/ 0 h 109"/>
                      <a:gd name="T52" fmla="*/ 0 w 1425"/>
                      <a:gd name="T53" fmla="*/ 0 h 109"/>
                      <a:gd name="T54" fmla="*/ 0 w 1425"/>
                      <a:gd name="T55" fmla="*/ 0 h 109"/>
                      <a:gd name="T56" fmla="*/ 0 w 1425"/>
                      <a:gd name="T57" fmla="*/ 0 h 109"/>
                      <a:gd name="T58" fmla="*/ 0 w 1425"/>
                      <a:gd name="T59" fmla="*/ 0 h 109"/>
                      <a:gd name="T60" fmla="*/ 0 w 1425"/>
                      <a:gd name="T61" fmla="*/ 0 h 109"/>
                      <a:gd name="T62" fmla="*/ 0 w 1425"/>
                      <a:gd name="T63" fmla="*/ 0 h 109"/>
                      <a:gd name="T64" fmla="*/ 0 w 1425"/>
                      <a:gd name="T65" fmla="*/ 0 h 109"/>
                      <a:gd name="T66" fmla="*/ 0 w 1425"/>
                      <a:gd name="T67" fmla="*/ 0 h 109"/>
                      <a:gd name="T68" fmla="*/ 0 w 1425"/>
                      <a:gd name="T69" fmla="*/ 0 h 109"/>
                      <a:gd name="T70" fmla="*/ 0 w 1425"/>
                      <a:gd name="T71" fmla="*/ 0 h 109"/>
                      <a:gd name="T72" fmla="*/ 0 w 1425"/>
                      <a:gd name="T73" fmla="*/ 0 h 109"/>
                      <a:gd name="T74" fmla="*/ 0 w 1425"/>
                      <a:gd name="T75" fmla="*/ 0 h 109"/>
                      <a:gd name="T76" fmla="*/ 0 w 1425"/>
                      <a:gd name="T77" fmla="*/ 0 h 109"/>
                      <a:gd name="T78" fmla="*/ 0 w 1425"/>
                      <a:gd name="T79" fmla="*/ 0 h 109"/>
                      <a:gd name="T80" fmla="*/ 0 w 1425"/>
                      <a:gd name="T81" fmla="*/ 0 h 109"/>
                      <a:gd name="T82" fmla="*/ 0 w 1425"/>
                      <a:gd name="T83" fmla="*/ 0 h 109"/>
                      <a:gd name="T84" fmla="*/ 0 w 1425"/>
                      <a:gd name="T85" fmla="*/ 0 h 109"/>
                      <a:gd name="T86" fmla="*/ 0 w 1425"/>
                      <a:gd name="T87" fmla="*/ 0 h 109"/>
                      <a:gd name="T88" fmla="*/ 0 w 1425"/>
                      <a:gd name="T89" fmla="*/ 0 h 109"/>
                      <a:gd name="T90" fmla="*/ 0 w 1425"/>
                      <a:gd name="T91" fmla="*/ 0 h 109"/>
                      <a:gd name="T92" fmla="*/ 0 w 1425"/>
                      <a:gd name="T93" fmla="*/ 0 h 109"/>
                      <a:gd name="T94" fmla="*/ 0 w 1425"/>
                      <a:gd name="T95" fmla="*/ 0 h 109"/>
                      <a:gd name="T96" fmla="*/ 0 w 1425"/>
                      <a:gd name="T97" fmla="*/ 0 h 109"/>
                      <a:gd name="T98" fmla="*/ 0 w 1425"/>
                      <a:gd name="T99" fmla="*/ 0 h 109"/>
                      <a:gd name="T100" fmla="*/ 0 w 1425"/>
                      <a:gd name="T101" fmla="*/ 0 h 109"/>
                      <a:gd name="T102" fmla="*/ 0 w 1425"/>
                      <a:gd name="T103" fmla="*/ 0 h 109"/>
                      <a:gd name="T104" fmla="*/ 0 w 1425"/>
                      <a:gd name="T105" fmla="*/ 0 h 109"/>
                      <a:gd name="T106" fmla="*/ 0 w 1425"/>
                      <a:gd name="T107" fmla="*/ 0 h 109"/>
                      <a:gd name="T108" fmla="*/ 0 w 1425"/>
                      <a:gd name="T109" fmla="*/ 0 h 109"/>
                      <a:gd name="T110" fmla="*/ 0 w 1425"/>
                      <a:gd name="T111" fmla="*/ 0 h 109"/>
                      <a:gd name="T112" fmla="*/ 0 w 1425"/>
                      <a:gd name="T113" fmla="*/ 0 h 109"/>
                      <a:gd name="T114" fmla="*/ 0 w 1425"/>
                      <a:gd name="T115" fmla="*/ 0 h 109"/>
                      <a:gd name="T116" fmla="*/ 0 w 1425"/>
                      <a:gd name="T117" fmla="*/ 0 h 109"/>
                      <a:gd name="T118" fmla="*/ 0 w 1425"/>
                      <a:gd name="T119" fmla="*/ 0 h 109"/>
                      <a:gd name="T120" fmla="*/ 0 w 1425"/>
                      <a:gd name="T121" fmla="*/ 0 h 109"/>
                      <a:gd name="T122" fmla="*/ 0 w 1425"/>
                      <a:gd name="T123" fmla="*/ 0 h 10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25"/>
                      <a:gd name="T187" fmla="*/ 0 h 109"/>
                      <a:gd name="T188" fmla="*/ 1425 w 1425"/>
                      <a:gd name="T189" fmla="*/ 109 h 10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25" h="109">
                        <a:moveTo>
                          <a:pt x="13" y="6"/>
                        </a:moveTo>
                        <a:lnTo>
                          <a:pt x="14" y="6"/>
                        </a:lnTo>
                        <a:lnTo>
                          <a:pt x="17" y="6"/>
                        </a:lnTo>
                        <a:lnTo>
                          <a:pt x="20" y="6"/>
                        </a:lnTo>
                        <a:lnTo>
                          <a:pt x="24" y="6"/>
                        </a:lnTo>
                        <a:lnTo>
                          <a:pt x="28" y="7"/>
                        </a:lnTo>
                        <a:lnTo>
                          <a:pt x="31" y="7"/>
                        </a:lnTo>
                        <a:lnTo>
                          <a:pt x="34" y="8"/>
                        </a:lnTo>
                        <a:lnTo>
                          <a:pt x="37" y="8"/>
                        </a:lnTo>
                        <a:lnTo>
                          <a:pt x="40" y="8"/>
                        </a:lnTo>
                        <a:lnTo>
                          <a:pt x="44" y="8"/>
                        </a:lnTo>
                        <a:lnTo>
                          <a:pt x="47" y="9"/>
                        </a:lnTo>
                        <a:lnTo>
                          <a:pt x="51" y="9"/>
                        </a:lnTo>
                        <a:lnTo>
                          <a:pt x="55" y="10"/>
                        </a:lnTo>
                        <a:lnTo>
                          <a:pt x="58" y="10"/>
                        </a:lnTo>
                        <a:lnTo>
                          <a:pt x="63" y="10"/>
                        </a:lnTo>
                        <a:lnTo>
                          <a:pt x="68" y="10"/>
                        </a:lnTo>
                        <a:lnTo>
                          <a:pt x="71" y="12"/>
                        </a:lnTo>
                        <a:lnTo>
                          <a:pt x="76" y="12"/>
                        </a:lnTo>
                        <a:lnTo>
                          <a:pt x="81" y="13"/>
                        </a:lnTo>
                        <a:lnTo>
                          <a:pt x="85" y="13"/>
                        </a:lnTo>
                        <a:lnTo>
                          <a:pt x="90" y="13"/>
                        </a:lnTo>
                        <a:lnTo>
                          <a:pt x="95" y="14"/>
                        </a:lnTo>
                        <a:lnTo>
                          <a:pt x="101" y="14"/>
                        </a:lnTo>
                        <a:lnTo>
                          <a:pt x="104" y="15"/>
                        </a:lnTo>
                        <a:lnTo>
                          <a:pt x="112" y="15"/>
                        </a:lnTo>
                        <a:lnTo>
                          <a:pt x="116" y="15"/>
                        </a:lnTo>
                        <a:lnTo>
                          <a:pt x="121" y="16"/>
                        </a:lnTo>
                        <a:lnTo>
                          <a:pt x="126" y="16"/>
                        </a:lnTo>
                        <a:lnTo>
                          <a:pt x="132" y="18"/>
                        </a:lnTo>
                        <a:lnTo>
                          <a:pt x="136" y="18"/>
                        </a:lnTo>
                        <a:lnTo>
                          <a:pt x="142" y="18"/>
                        </a:lnTo>
                        <a:lnTo>
                          <a:pt x="147" y="18"/>
                        </a:lnTo>
                        <a:lnTo>
                          <a:pt x="153" y="19"/>
                        </a:lnTo>
                        <a:lnTo>
                          <a:pt x="159" y="19"/>
                        </a:lnTo>
                        <a:lnTo>
                          <a:pt x="165" y="19"/>
                        </a:lnTo>
                        <a:lnTo>
                          <a:pt x="170" y="20"/>
                        </a:lnTo>
                        <a:lnTo>
                          <a:pt x="176" y="20"/>
                        </a:lnTo>
                        <a:lnTo>
                          <a:pt x="182" y="20"/>
                        </a:lnTo>
                        <a:lnTo>
                          <a:pt x="187" y="21"/>
                        </a:lnTo>
                        <a:lnTo>
                          <a:pt x="193" y="21"/>
                        </a:lnTo>
                        <a:lnTo>
                          <a:pt x="199" y="21"/>
                        </a:lnTo>
                        <a:lnTo>
                          <a:pt x="204" y="21"/>
                        </a:lnTo>
                        <a:lnTo>
                          <a:pt x="210" y="21"/>
                        </a:lnTo>
                        <a:lnTo>
                          <a:pt x="215" y="21"/>
                        </a:lnTo>
                        <a:lnTo>
                          <a:pt x="221" y="22"/>
                        </a:lnTo>
                        <a:lnTo>
                          <a:pt x="225" y="22"/>
                        </a:lnTo>
                        <a:lnTo>
                          <a:pt x="231" y="22"/>
                        </a:lnTo>
                        <a:lnTo>
                          <a:pt x="237" y="22"/>
                        </a:lnTo>
                        <a:lnTo>
                          <a:pt x="243" y="22"/>
                        </a:lnTo>
                        <a:lnTo>
                          <a:pt x="248" y="22"/>
                        </a:lnTo>
                        <a:lnTo>
                          <a:pt x="253" y="22"/>
                        </a:lnTo>
                        <a:lnTo>
                          <a:pt x="259" y="22"/>
                        </a:lnTo>
                        <a:lnTo>
                          <a:pt x="263" y="22"/>
                        </a:lnTo>
                        <a:lnTo>
                          <a:pt x="268" y="22"/>
                        </a:lnTo>
                        <a:lnTo>
                          <a:pt x="274" y="22"/>
                        </a:lnTo>
                        <a:lnTo>
                          <a:pt x="279" y="22"/>
                        </a:lnTo>
                        <a:lnTo>
                          <a:pt x="284" y="22"/>
                        </a:lnTo>
                        <a:lnTo>
                          <a:pt x="288" y="21"/>
                        </a:lnTo>
                        <a:lnTo>
                          <a:pt x="292" y="21"/>
                        </a:lnTo>
                        <a:lnTo>
                          <a:pt x="294" y="21"/>
                        </a:lnTo>
                        <a:lnTo>
                          <a:pt x="297" y="21"/>
                        </a:lnTo>
                        <a:lnTo>
                          <a:pt x="299" y="21"/>
                        </a:lnTo>
                        <a:lnTo>
                          <a:pt x="303" y="21"/>
                        </a:lnTo>
                        <a:lnTo>
                          <a:pt x="305" y="20"/>
                        </a:lnTo>
                        <a:lnTo>
                          <a:pt x="306" y="20"/>
                        </a:lnTo>
                        <a:lnTo>
                          <a:pt x="310" y="20"/>
                        </a:lnTo>
                        <a:lnTo>
                          <a:pt x="313" y="20"/>
                        </a:lnTo>
                        <a:lnTo>
                          <a:pt x="316" y="20"/>
                        </a:lnTo>
                        <a:lnTo>
                          <a:pt x="319" y="20"/>
                        </a:lnTo>
                        <a:lnTo>
                          <a:pt x="322" y="20"/>
                        </a:lnTo>
                        <a:lnTo>
                          <a:pt x="324" y="20"/>
                        </a:lnTo>
                        <a:lnTo>
                          <a:pt x="327" y="19"/>
                        </a:lnTo>
                        <a:lnTo>
                          <a:pt x="330" y="19"/>
                        </a:lnTo>
                        <a:lnTo>
                          <a:pt x="335" y="19"/>
                        </a:lnTo>
                        <a:lnTo>
                          <a:pt x="337" y="19"/>
                        </a:lnTo>
                        <a:lnTo>
                          <a:pt x="339" y="19"/>
                        </a:lnTo>
                        <a:lnTo>
                          <a:pt x="344" y="19"/>
                        </a:lnTo>
                        <a:lnTo>
                          <a:pt x="346" y="19"/>
                        </a:lnTo>
                        <a:lnTo>
                          <a:pt x="351" y="19"/>
                        </a:lnTo>
                        <a:lnTo>
                          <a:pt x="355" y="18"/>
                        </a:lnTo>
                        <a:lnTo>
                          <a:pt x="357" y="18"/>
                        </a:lnTo>
                        <a:lnTo>
                          <a:pt x="361" y="18"/>
                        </a:lnTo>
                        <a:lnTo>
                          <a:pt x="364" y="18"/>
                        </a:lnTo>
                        <a:lnTo>
                          <a:pt x="369" y="18"/>
                        </a:lnTo>
                        <a:lnTo>
                          <a:pt x="373" y="18"/>
                        </a:lnTo>
                        <a:lnTo>
                          <a:pt x="376" y="18"/>
                        </a:lnTo>
                        <a:lnTo>
                          <a:pt x="381" y="18"/>
                        </a:lnTo>
                        <a:lnTo>
                          <a:pt x="384" y="18"/>
                        </a:lnTo>
                        <a:lnTo>
                          <a:pt x="388" y="18"/>
                        </a:lnTo>
                        <a:lnTo>
                          <a:pt x="392" y="18"/>
                        </a:lnTo>
                        <a:lnTo>
                          <a:pt x="396" y="18"/>
                        </a:lnTo>
                        <a:lnTo>
                          <a:pt x="400" y="16"/>
                        </a:lnTo>
                        <a:lnTo>
                          <a:pt x="403" y="16"/>
                        </a:lnTo>
                        <a:lnTo>
                          <a:pt x="408" y="16"/>
                        </a:lnTo>
                        <a:lnTo>
                          <a:pt x="412" y="16"/>
                        </a:lnTo>
                        <a:lnTo>
                          <a:pt x="415" y="16"/>
                        </a:lnTo>
                        <a:lnTo>
                          <a:pt x="420" y="16"/>
                        </a:lnTo>
                        <a:lnTo>
                          <a:pt x="425" y="16"/>
                        </a:lnTo>
                        <a:lnTo>
                          <a:pt x="428" y="16"/>
                        </a:lnTo>
                        <a:lnTo>
                          <a:pt x="433" y="16"/>
                        </a:lnTo>
                        <a:lnTo>
                          <a:pt x="438" y="16"/>
                        </a:lnTo>
                        <a:lnTo>
                          <a:pt x="441" y="16"/>
                        </a:lnTo>
                        <a:lnTo>
                          <a:pt x="446" y="16"/>
                        </a:lnTo>
                        <a:lnTo>
                          <a:pt x="451" y="15"/>
                        </a:lnTo>
                        <a:lnTo>
                          <a:pt x="456" y="15"/>
                        </a:lnTo>
                        <a:lnTo>
                          <a:pt x="459" y="15"/>
                        </a:lnTo>
                        <a:lnTo>
                          <a:pt x="463" y="15"/>
                        </a:lnTo>
                        <a:lnTo>
                          <a:pt x="469" y="15"/>
                        </a:lnTo>
                        <a:lnTo>
                          <a:pt x="472" y="15"/>
                        </a:lnTo>
                        <a:lnTo>
                          <a:pt x="477" y="15"/>
                        </a:lnTo>
                        <a:lnTo>
                          <a:pt x="482" y="15"/>
                        </a:lnTo>
                        <a:lnTo>
                          <a:pt x="486" y="15"/>
                        </a:lnTo>
                        <a:lnTo>
                          <a:pt x="490" y="15"/>
                        </a:lnTo>
                        <a:lnTo>
                          <a:pt x="495" y="15"/>
                        </a:lnTo>
                        <a:lnTo>
                          <a:pt x="500" y="15"/>
                        </a:lnTo>
                        <a:lnTo>
                          <a:pt x="504" y="15"/>
                        </a:lnTo>
                        <a:lnTo>
                          <a:pt x="509" y="15"/>
                        </a:lnTo>
                        <a:lnTo>
                          <a:pt x="514" y="15"/>
                        </a:lnTo>
                        <a:lnTo>
                          <a:pt x="519" y="15"/>
                        </a:lnTo>
                        <a:lnTo>
                          <a:pt x="516" y="16"/>
                        </a:lnTo>
                        <a:lnTo>
                          <a:pt x="513" y="18"/>
                        </a:lnTo>
                        <a:lnTo>
                          <a:pt x="510" y="18"/>
                        </a:lnTo>
                        <a:lnTo>
                          <a:pt x="507" y="20"/>
                        </a:lnTo>
                        <a:lnTo>
                          <a:pt x="504" y="21"/>
                        </a:lnTo>
                        <a:lnTo>
                          <a:pt x="501" y="21"/>
                        </a:lnTo>
                        <a:lnTo>
                          <a:pt x="498" y="24"/>
                        </a:lnTo>
                        <a:lnTo>
                          <a:pt x="497" y="25"/>
                        </a:lnTo>
                        <a:lnTo>
                          <a:pt x="491" y="27"/>
                        </a:lnTo>
                        <a:lnTo>
                          <a:pt x="488" y="29"/>
                        </a:lnTo>
                        <a:lnTo>
                          <a:pt x="483" y="33"/>
                        </a:lnTo>
                        <a:lnTo>
                          <a:pt x="479" y="37"/>
                        </a:lnTo>
                        <a:lnTo>
                          <a:pt x="476" y="40"/>
                        </a:lnTo>
                        <a:lnTo>
                          <a:pt x="473" y="45"/>
                        </a:lnTo>
                        <a:lnTo>
                          <a:pt x="471" y="46"/>
                        </a:lnTo>
                        <a:lnTo>
                          <a:pt x="471" y="48"/>
                        </a:lnTo>
                        <a:lnTo>
                          <a:pt x="470" y="51"/>
                        </a:lnTo>
                        <a:lnTo>
                          <a:pt x="469" y="54"/>
                        </a:lnTo>
                        <a:lnTo>
                          <a:pt x="469" y="56"/>
                        </a:lnTo>
                        <a:lnTo>
                          <a:pt x="469" y="59"/>
                        </a:lnTo>
                        <a:lnTo>
                          <a:pt x="467" y="62"/>
                        </a:lnTo>
                        <a:lnTo>
                          <a:pt x="467" y="65"/>
                        </a:lnTo>
                        <a:lnTo>
                          <a:pt x="467" y="69"/>
                        </a:lnTo>
                        <a:lnTo>
                          <a:pt x="467" y="71"/>
                        </a:lnTo>
                        <a:lnTo>
                          <a:pt x="469" y="75"/>
                        </a:lnTo>
                        <a:lnTo>
                          <a:pt x="469" y="79"/>
                        </a:lnTo>
                        <a:lnTo>
                          <a:pt x="471" y="78"/>
                        </a:lnTo>
                        <a:lnTo>
                          <a:pt x="473" y="78"/>
                        </a:lnTo>
                        <a:lnTo>
                          <a:pt x="476" y="77"/>
                        </a:lnTo>
                        <a:lnTo>
                          <a:pt x="479" y="77"/>
                        </a:lnTo>
                        <a:lnTo>
                          <a:pt x="482" y="76"/>
                        </a:lnTo>
                        <a:lnTo>
                          <a:pt x="484" y="76"/>
                        </a:lnTo>
                        <a:lnTo>
                          <a:pt x="486" y="76"/>
                        </a:lnTo>
                        <a:lnTo>
                          <a:pt x="490" y="75"/>
                        </a:lnTo>
                        <a:lnTo>
                          <a:pt x="495" y="73"/>
                        </a:lnTo>
                        <a:lnTo>
                          <a:pt x="500" y="71"/>
                        </a:lnTo>
                        <a:lnTo>
                          <a:pt x="504" y="71"/>
                        </a:lnTo>
                        <a:lnTo>
                          <a:pt x="510" y="70"/>
                        </a:lnTo>
                        <a:lnTo>
                          <a:pt x="515" y="67"/>
                        </a:lnTo>
                        <a:lnTo>
                          <a:pt x="519" y="66"/>
                        </a:lnTo>
                        <a:lnTo>
                          <a:pt x="524" y="64"/>
                        </a:lnTo>
                        <a:lnTo>
                          <a:pt x="529" y="63"/>
                        </a:lnTo>
                        <a:lnTo>
                          <a:pt x="534" y="60"/>
                        </a:lnTo>
                        <a:lnTo>
                          <a:pt x="539" y="59"/>
                        </a:lnTo>
                        <a:lnTo>
                          <a:pt x="543" y="56"/>
                        </a:lnTo>
                        <a:lnTo>
                          <a:pt x="548" y="54"/>
                        </a:lnTo>
                        <a:lnTo>
                          <a:pt x="552" y="52"/>
                        </a:lnTo>
                        <a:lnTo>
                          <a:pt x="556" y="51"/>
                        </a:lnTo>
                        <a:lnTo>
                          <a:pt x="562" y="48"/>
                        </a:lnTo>
                        <a:lnTo>
                          <a:pt x="567" y="46"/>
                        </a:lnTo>
                        <a:lnTo>
                          <a:pt x="571" y="44"/>
                        </a:lnTo>
                        <a:lnTo>
                          <a:pt x="577" y="41"/>
                        </a:lnTo>
                        <a:lnTo>
                          <a:pt x="581" y="39"/>
                        </a:lnTo>
                        <a:lnTo>
                          <a:pt x="586" y="38"/>
                        </a:lnTo>
                        <a:lnTo>
                          <a:pt x="591" y="35"/>
                        </a:lnTo>
                        <a:lnTo>
                          <a:pt x="596" y="34"/>
                        </a:lnTo>
                        <a:lnTo>
                          <a:pt x="600" y="33"/>
                        </a:lnTo>
                        <a:lnTo>
                          <a:pt x="606" y="31"/>
                        </a:lnTo>
                        <a:lnTo>
                          <a:pt x="611" y="29"/>
                        </a:lnTo>
                        <a:lnTo>
                          <a:pt x="616" y="28"/>
                        </a:lnTo>
                        <a:lnTo>
                          <a:pt x="619" y="27"/>
                        </a:lnTo>
                        <a:lnTo>
                          <a:pt x="622" y="27"/>
                        </a:lnTo>
                        <a:lnTo>
                          <a:pt x="625" y="26"/>
                        </a:lnTo>
                        <a:lnTo>
                          <a:pt x="628" y="26"/>
                        </a:lnTo>
                        <a:lnTo>
                          <a:pt x="625" y="24"/>
                        </a:lnTo>
                        <a:lnTo>
                          <a:pt x="624" y="21"/>
                        </a:lnTo>
                        <a:lnTo>
                          <a:pt x="621" y="18"/>
                        </a:lnTo>
                        <a:lnTo>
                          <a:pt x="618" y="14"/>
                        </a:lnTo>
                        <a:lnTo>
                          <a:pt x="621" y="13"/>
                        </a:lnTo>
                        <a:lnTo>
                          <a:pt x="625" y="13"/>
                        </a:lnTo>
                        <a:lnTo>
                          <a:pt x="628" y="13"/>
                        </a:lnTo>
                        <a:lnTo>
                          <a:pt x="632" y="13"/>
                        </a:lnTo>
                        <a:lnTo>
                          <a:pt x="637" y="13"/>
                        </a:lnTo>
                        <a:lnTo>
                          <a:pt x="641" y="13"/>
                        </a:lnTo>
                        <a:lnTo>
                          <a:pt x="644" y="13"/>
                        </a:lnTo>
                        <a:lnTo>
                          <a:pt x="648" y="13"/>
                        </a:lnTo>
                        <a:lnTo>
                          <a:pt x="651" y="13"/>
                        </a:lnTo>
                        <a:lnTo>
                          <a:pt x="656" y="13"/>
                        </a:lnTo>
                        <a:lnTo>
                          <a:pt x="660" y="13"/>
                        </a:lnTo>
                        <a:lnTo>
                          <a:pt x="663" y="13"/>
                        </a:lnTo>
                        <a:lnTo>
                          <a:pt x="667" y="13"/>
                        </a:lnTo>
                        <a:lnTo>
                          <a:pt x="670" y="13"/>
                        </a:lnTo>
                        <a:lnTo>
                          <a:pt x="674" y="13"/>
                        </a:lnTo>
                        <a:lnTo>
                          <a:pt x="679" y="13"/>
                        </a:lnTo>
                        <a:lnTo>
                          <a:pt x="682" y="13"/>
                        </a:lnTo>
                        <a:lnTo>
                          <a:pt x="686" y="13"/>
                        </a:lnTo>
                        <a:lnTo>
                          <a:pt x="689" y="13"/>
                        </a:lnTo>
                        <a:lnTo>
                          <a:pt x="693" y="13"/>
                        </a:lnTo>
                        <a:lnTo>
                          <a:pt x="696" y="13"/>
                        </a:lnTo>
                        <a:lnTo>
                          <a:pt x="700" y="13"/>
                        </a:lnTo>
                        <a:lnTo>
                          <a:pt x="704" y="13"/>
                        </a:lnTo>
                        <a:lnTo>
                          <a:pt x="707" y="13"/>
                        </a:lnTo>
                        <a:lnTo>
                          <a:pt x="711" y="13"/>
                        </a:lnTo>
                        <a:lnTo>
                          <a:pt x="714" y="13"/>
                        </a:lnTo>
                        <a:lnTo>
                          <a:pt x="718" y="13"/>
                        </a:lnTo>
                        <a:lnTo>
                          <a:pt x="721" y="13"/>
                        </a:lnTo>
                        <a:lnTo>
                          <a:pt x="724" y="13"/>
                        </a:lnTo>
                        <a:lnTo>
                          <a:pt x="729" y="13"/>
                        </a:lnTo>
                        <a:lnTo>
                          <a:pt x="731" y="13"/>
                        </a:lnTo>
                        <a:lnTo>
                          <a:pt x="734" y="14"/>
                        </a:lnTo>
                        <a:lnTo>
                          <a:pt x="738" y="14"/>
                        </a:lnTo>
                        <a:lnTo>
                          <a:pt x="742" y="14"/>
                        </a:lnTo>
                        <a:lnTo>
                          <a:pt x="744" y="14"/>
                        </a:lnTo>
                        <a:lnTo>
                          <a:pt x="746" y="14"/>
                        </a:lnTo>
                        <a:lnTo>
                          <a:pt x="750" y="14"/>
                        </a:lnTo>
                        <a:lnTo>
                          <a:pt x="753" y="14"/>
                        </a:lnTo>
                        <a:lnTo>
                          <a:pt x="756" y="14"/>
                        </a:lnTo>
                        <a:lnTo>
                          <a:pt x="759" y="14"/>
                        </a:lnTo>
                        <a:lnTo>
                          <a:pt x="762" y="14"/>
                        </a:lnTo>
                        <a:lnTo>
                          <a:pt x="764" y="14"/>
                        </a:lnTo>
                        <a:lnTo>
                          <a:pt x="766" y="14"/>
                        </a:lnTo>
                        <a:lnTo>
                          <a:pt x="770" y="15"/>
                        </a:lnTo>
                        <a:lnTo>
                          <a:pt x="772" y="15"/>
                        </a:lnTo>
                        <a:lnTo>
                          <a:pt x="775" y="15"/>
                        </a:lnTo>
                        <a:lnTo>
                          <a:pt x="778" y="15"/>
                        </a:lnTo>
                        <a:lnTo>
                          <a:pt x="781" y="15"/>
                        </a:lnTo>
                        <a:lnTo>
                          <a:pt x="785" y="15"/>
                        </a:lnTo>
                        <a:lnTo>
                          <a:pt x="790" y="15"/>
                        </a:lnTo>
                        <a:lnTo>
                          <a:pt x="795" y="15"/>
                        </a:lnTo>
                        <a:lnTo>
                          <a:pt x="800" y="16"/>
                        </a:lnTo>
                        <a:lnTo>
                          <a:pt x="804" y="16"/>
                        </a:lnTo>
                        <a:lnTo>
                          <a:pt x="808" y="16"/>
                        </a:lnTo>
                        <a:lnTo>
                          <a:pt x="813" y="18"/>
                        </a:lnTo>
                        <a:lnTo>
                          <a:pt x="816" y="18"/>
                        </a:lnTo>
                        <a:lnTo>
                          <a:pt x="815" y="21"/>
                        </a:lnTo>
                        <a:lnTo>
                          <a:pt x="816" y="25"/>
                        </a:lnTo>
                        <a:lnTo>
                          <a:pt x="816" y="28"/>
                        </a:lnTo>
                        <a:lnTo>
                          <a:pt x="818" y="33"/>
                        </a:lnTo>
                        <a:lnTo>
                          <a:pt x="820" y="37"/>
                        </a:lnTo>
                        <a:lnTo>
                          <a:pt x="821" y="41"/>
                        </a:lnTo>
                        <a:lnTo>
                          <a:pt x="823" y="45"/>
                        </a:lnTo>
                        <a:lnTo>
                          <a:pt x="827" y="48"/>
                        </a:lnTo>
                        <a:lnTo>
                          <a:pt x="829" y="52"/>
                        </a:lnTo>
                        <a:lnTo>
                          <a:pt x="833" y="56"/>
                        </a:lnTo>
                        <a:lnTo>
                          <a:pt x="835" y="59"/>
                        </a:lnTo>
                        <a:lnTo>
                          <a:pt x="840" y="64"/>
                        </a:lnTo>
                        <a:lnTo>
                          <a:pt x="842" y="66"/>
                        </a:lnTo>
                        <a:lnTo>
                          <a:pt x="847" y="70"/>
                        </a:lnTo>
                        <a:lnTo>
                          <a:pt x="852" y="73"/>
                        </a:lnTo>
                        <a:lnTo>
                          <a:pt x="855" y="76"/>
                        </a:lnTo>
                        <a:lnTo>
                          <a:pt x="860" y="79"/>
                        </a:lnTo>
                        <a:lnTo>
                          <a:pt x="865" y="82"/>
                        </a:lnTo>
                        <a:lnTo>
                          <a:pt x="870" y="83"/>
                        </a:lnTo>
                        <a:lnTo>
                          <a:pt x="874" y="85"/>
                        </a:lnTo>
                        <a:lnTo>
                          <a:pt x="878" y="86"/>
                        </a:lnTo>
                        <a:lnTo>
                          <a:pt x="884" y="89"/>
                        </a:lnTo>
                        <a:lnTo>
                          <a:pt x="889" y="89"/>
                        </a:lnTo>
                        <a:lnTo>
                          <a:pt x="893" y="91"/>
                        </a:lnTo>
                        <a:lnTo>
                          <a:pt x="898" y="91"/>
                        </a:lnTo>
                        <a:lnTo>
                          <a:pt x="902" y="91"/>
                        </a:lnTo>
                        <a:lnTo>
                          <a:pt x="906" y="91"/>
                        </a:lnTo>
                        <a:lnTo>
                          <a:pt x="911" y="91"/>
                        </a:lnTo>
                        <a:lnTo>
                          <a:pt x="915" y="89"/>
                        </a:lnTo>
                        <a:lnTo>
                          <a:pt x="920" y="89"/>
                        </a:lnTo>
                        <a:lnTo>
                          <a:pt x="923" y="86"/>
                        </a:lnTo>
                        <a:lnTo>
                          <a:pt x="927" y="85"/>
                        </a:lnTo>
                        <a:lnTo>
                          <a:pt x="925" y="83"/>
                        </a:lnTo>
                        <a:lnTo>
                          <a:pt x="924" y="79"/>
                        </a:lnTo>
                        <a:lnTo>
                          <a:pt x="923" y="77"/>
                        </a:lnTo>
                        <a:lnTo>
                          <a:pt x="922" y="75"/>
                        </a:lnTo>
                        <a:lnTo>
                          <a:pt x="920" y="70"/>
                        </a:lnTo>
                        <a:lnTo>
                          <a:pt x="917" y="65"/>
                        </a:lnTo>
                        <a:lnTo>
                          <a:pt x="915" y="62"/>
                        </a:lnTo>
                        <a:lnTo>
                          <a:pt x="911" y="56"/>
                        </a:lnTo>
                        <a:lnTo>
                          <a:pt x="909" y="52"/>
                        </a:lnTo>
                        <a:lnTo>
                          <a:pt x="906" y="48"/>
                        </a:lnTo>
                        <a:lnTo>
                          <a:pt x="902" y="44"/>
                        </a:lnTo>
                        <a:lnTo>
                          <a:pt x="898" y="40"/>
                        </a:lnTo>
                        <a:lnTo>
                          <a:pt x="895" y="37"/>
                        </a:lnTo>
                        <a:lnTo>
                          <a:pt x="891" y="33"/>
                        </a:lnTo>
                        <a:lnTo>
                          <a:pt x="889" y="31"/>
                        </a:lnTo>
                        <a:lnTo>
                          <a:pt x="884" y="27"/>
                        </a:lnTo>
                        <a:lnTo>
                          <a:pt x="879" y="25"/>
                        </a:lnTo>
                        <a:lnTo>
                          <a:pt x="876" y="22"/>
                        </a:lnTo>
                        <a:lnTo>
                          <a:pt x="878" y="22"/>
                        </a:lnTo>
                        <a:lnTo>
                          <a:pt x="880" y="22"/>
                        </a:lnTo>
                        <a:lnTo>
                          <a:pt x="884" y="22"/>
                        </a:lnTo>
                        <a:lnTo>
                          <a:pt x="886" y="22"/>
                        </a:lnTo>
                        <a:lnTo>
                          <a:pt x="890" y="22"/>
                        </a:lnTo>
                        <a:lnTo>
                          <a:pt x="892" y="22"/>
                        </a:lnTo>
                        <a:lnTo>
                          <a:pt x="896" y="22"/>
                        </a:lnTo>
                        <a:lnTo>
                          <a:pt x="898" y="22"/>
                        </a:lnTo>
                        <a:lnTo>
                          <a:pt x="902" y="22"/>
                        </a:lnTo>
                        <a:lnTo>
                          <a:pt x="904" y="22"/>
                        </a:lnTo>
                        <a:lnTo>
                          <a:pt x="908" y="22"/>
                        </a:lnTo>
                        <a:lnTo>
                          <a:pt x="911" y="22"/>
                        </a:lnTo>
                        <a:lnTo>
                          <a:pt x="915" y="22"/>
                        </a:lnTo>
                        <a:lnTo>
                          <a:pt x="918" y="22"/>
                        </a:lnTo>
                        <a:lnTo>
                          <a:pt x="922" y="22"/>
                        </a:lnTo>
                        <a:lnTo>
                          <a:pt x="925" y="22"/>
                        </a:lnTo>
                        <a:lnTo>
                          <a:pt x="928" y="21"/>
                        </a:lnTo>
                        <a:lnTo>
                          <a:pt x="931" y="21"/>
                        </a:lnTo>
                        <a:lnTo>
                          <a:pt x="935" y="21"/>
                        </a:lnTo>
                        <a:lnTo>
                          <a:pt x="940" y="21"/>
                        </a:lnTo>
                        <a:lnTo>
                          <a:pt x="942" y="21"/>
                        </a:lnTo>
                        <a:lnTo>
                          <a:pt x="947" y="21"/>
                        </a:lnTo>
                        <a:lnTo>
                          <a:pt x="949" y="21"/>
                        </a:lnTo>
                        <a:lnTo>
                          <a:pt x="954" y="21"/>
                        </a:lnTo>
                        <a:lnTo>
                          <a:pt x="956" y="21"/>
                        </a:lnTo>
                        <a:lnTo>
                          <a:pt x="961" y="21"/>
                        </a:lnTo>
                        <a:lnTo>
                          <a:pt x="965" y="21"/>
                        </a:lnTo>
                        <a:lnTo>
                          <a:pt x="969" y="21"/>
                        </a:lnTo>
                        <a:lnTo>
                          <a:pt x="972" y="21"/>
                        </a:lnTo>
                        <a:lnTo>
                          <a:pt x="976" y="21"/>
                        </a:lnTo>
                        <a:lnTo>
                          <a:pt x="980" y="21"/>
                        </a:lnTo>
                        <a:lnTo>
                          <a:pt x="985" y="21"/>
                        </a:lnTo>
                        <a:lnTo>
                          <a:pt x="988" y="21"/>
                        </a:lnTo>
                        <a:lnTo>
                          <a:pt x="992" y="21"/>
                        </a:lnTo>
                        <a:lnTo>
                          <a:pt x="995" y="21"/>
                        </a:lnTo>
                        <a:lnTo>
                          <a:pt x="1000" y="21"/>
                        </a:lnTo>
                        <a:lnTo>
                          <a:pt x="1004" y="20"/>
                        </a:lnTo>
                        <a:lnTo>
                          <a:pt x="1007" y="20"/>
                        </a:lnTo>
                        <a:lnTo>
                          <a:pt x="1012" y="20"/>
                        </a:lnTo>
                        <a:lnTo>
                          <a:pt x="1017" y="20"/>
                        </a:lnTo>
                        <a:lnTo>
                          <a:pt x="1020" y="20"/>
                        </a:lnTo>
                        <a:lnTo>
                          <a:pt x="1025" y="20"/>
                        </a:lnTo>
                        <a:lnTo>
                          <a:pt x="1029" y="20"/>
                        </a:lnTo>
                        <a:lnTo>
                          <a:pt x="1033" y="20"/>
                        </a:lnTo>
                        <a:lnTo>
                          <a:pt x="1038" y="20"/>
                        </a:lnTo>
                        <a:lnTo>
                          <a:pt x="1042" y="20"/>
                        </a:lnTo>
                        <a:lnTo>
                          <a:pt x="1047" y="20"/>
                        </a:lnTo>
                        <a:lnTo>
                          <a:pt x="1050" y="20"/>
                        </a:lnTo>
                        <a:lnTo>
                          <a:pt x="1055" y="19"/>
                        </a:lnTo>
                        <a:lnTo>
                          <a:pt x="1060" y="19"/>
                        </a:lnTo>
                        <a:lnTo>
                          <a:pt x="1063" y="19"/>
                        </a:lnTo>
                        <a:lnTo>
                          <a:pt x="1068" y="19"/>
                        </a:lnTo>
                        <a:lnTo>
                          <a:pt x="1073" y="19"/>
                        </a:lnTo>
                        <a:lnTo>
                          <a:pt x="1076" y="19"/>
                        </a:lnTo>
                        <a:lnTo>
                          <a:pt x="1081" y="19"/>
                        </a:lnTo>
                        <a:lnTo>
                          <a:pt x="1084" y="19"/>
                        </a:lnTo>
                        <a:lnTo>
                          <a:pt x="1089" y="18"/>
                        </a:lnTo>
                        <a:lnTo>
                          <a:pt x="1094" y="18"/>
                        </a:lnTo>
                        <a:lnTo>
                          <a:pt x="1099" y="18"/>
                        </a:lnTo>
                        <a:lnTo>
                          <a:pt x="1102" y="18"/>
                        </a:lnTo>
                        <a:lnTo>
                          <a:pt x="1107" y="18"/>
                        </a:lnTo>
                        <a:lnTo>
                          <a:pt x="1112" y="18"/>
                        </a:lnTo>
                        <a:lnTo>
                          <a:pt x="1115" y="18"/>
                        </a:lnTo>
                        <a:lnTo>
                          <a:pt x="1120" y="18"/>
                        </a:lnTo>
                        <a:lnTo>
                          <a:pt x="1118" y="21"/>
                        </a:lnTo>
                        <a:lnTo>
                          <a:pt x="1115" y="24"/>
                        </a:lnTo>
                        <a:lnTo>
                          <a:pt x="1113" y="27"/>
                        </a:lnTo>
                        <a:lnTo>
                          <a:pt x="1112" y="31"/>
                        </a:lnTo>
                        <a:lnTo>
                          <a:pt x="1108" y="34"/>
                        </a:lnTo>
                        <a:lnTo>
                          <a:pt x="1106" y="38"/>
                        </a:lnTo>
                        <a:lnTo>
                          <a:pt x="1103" y="41"/>
                        </a:lnTo>
                        <a:lnTo>
                          <a:pt x="1103" y="44"/>
                        </a:lnTo>
                        <a:lnTo>
                          <a:pt x="1107" y="44"/>
                        </a:lnTo>
                        <a:lnTo>
                          <a:pt x="1113" y="45"/>
                        </a:lnTo>
                        <a:lnTo>
                          <a:pt x="1117" y="46"/>
                        </a:lnTo>
                        <a:lnTo>
                          <a:pt x="1122" y="47"/>
                        </a:lnTo>
                        <a:lnTo>
                          <a:pt x="1127" y="48"/>
                        </a:lnTo>
                        <a:lnTo>
                          <a:pt x="1132" y="50"/>
                        </a:lnTo>
                        <a:lnTo>
                          <a:pt x="1137" y="52"/>
                        </a:lnTo>
                        <a:lnTo>
                          <a:pt x="1141" y="54"/>
                        </a:lnTo>
                        <a:lnTo>
                          <a:pt x="1146" y="56"/>
                        </a:lnTo>
                        <a:lnTo>
                          <a:pt x="1151" y="59"/>
                        </a:lnTo>
                        <a:lnTo>
                          <a:pt x="1156" y="60"/>
                        </a:lnTo>
                        <a:lnTo>
                          <a:pt x="1160" y="64"/>
                        </a:lnTo>
                        <a:lnTo>
                          <a:pt x="1164" y="66"/>
                        </a:lnTo>
                        <a:lnTo>
                          <a:pt x="1170" y="69"/>
                        </a:lnTo>
                        <a:lnTo>
                          <a:pt x="1175" y="71"/>
                        </a:lnTo>
                        <a:lnTo>
                          <a:pt x="1179" y="73"/>
                        </a:lnTo>
                        <a:lnTo>
                          <a:pt x="1184" y="75"/>
                        </a:lnTo>
                        <a:lnTo>
                          <a:pt x="1189" y="76"/>
                        </a:lnTo>
                        <a:lnTo>
                          <a:pt x="1194" y="78"/>
                        </a:lnTo>
                        <a:lnTo>
                          <a:pt x="1198" y="81"/>
                        </a:lnTo>
                        <a:lnTo>
                          <a:pt x="1202" y="82"/>
                        </a:lnTo>
                        <a:lnTo>
                          <a:pt x="1208" y="82"/>
                        </a:lnTo>
                        <a:lnTo>
                          <a:pt x="1213" y="83"/>
                        </a:lnTo>
                        <a:lnTo>
                          <a:pt x="1217" y="83"/>
                        </a:lnTo>
                        <a:lnTo>
                          <a:pt x="1221" y="83"/>
                        </a:lnTo>
                        <a:lnTo>
                          <a:pt x="1227" y="82"/>
                        </a:lnTo>
                        <a:lnTo>
                          <a:pt x="1230" y="81"/>
                        </a:lnTo>
                        <a:lnTo>
                          <a:pt x="1236" y="79"/>
                        </a:lnTo>
                        <a:lnTo>
                          <a:pt x="1241" y="76"/>
                        </a:lnTo>
                        <a:lnTo>
                          <a:pt x="1246" y="73"/>
                        </a:lnTo>
                        <a:lnTo>
                          <a:pt x="1251" y="71"/>
                        </a:lnTo>
                        <a:lnTo>
                          <a:pt x="1257" y="67"/>
                        </a:lnTo>
                        <a:lnTo>
                          <a:pt x="1251" y="64"/>
                        </a:lnTo>
                        <a:lnTo>
                          <a:pt x="1246" y="59"/>
                        </a:lnTo>
                        <a:lnTo>
                          <a:pt x="1241" y="56"/>
                        </a:lnTo>
                        <a:lnTo>
                          <a:pt x="1236" y="52"/>
                        </a:lnTo>
                        <a:lnTo>
                          <a:pt x="1232" y="48"/>
                        </a:lnTo>
                        <a:lnTo>
                          <a:pt x="1227" y="45"/>
                        </a:lnTo>
                        <a:lnTo>
                          <a:pt x="1222" y="41"/>
                        </a:lnTo>
                        <a:lnTo>
                          <a:pt x="1217" y="38"/>
                        </a:lnTo>
                        <a:lnTo>
                          <a:pt x="1213" y="34"/>
                        </a:lnTo>
                        <a:lnTo>
                          <a:pt x="1208" y="31"/>
                        </a:lnTo>
                        <a:lnTo>
                          <a:pt x="1202" y="28"/>
                        </a:lnTo>
                        <a:lnTo>
                          <a:pt x="1197" y="26"/>
                        </a:lnTo>
                        <a:lnTo>
                          <a:pt x="1192" y="22"/>
                        </a:lnTo>
                        <a:lnTo>
                          <a:pt x="1188" y="20"/>
                        </a:lnTo>
                        <a:lnTo>
                          <a:pt x="1182" y="18"/>
                        </a:lnTo>
                        <a:lnTo>
                          <a:pt x="1177" y="15"/>
                        </a:lnTo>
                        <a:lnTo>
                          <a:pt x="1182" y="15"/>
                        </a:lnTo>
                        <a:lnTo>
                          <a:pt x="1187" y="15"/>
                        </a:lnTo>
                        <a:lnTo>
                          <a:pt x="1190" y="14"/>
                        </a:lnTo>
                        <a:lnTo>
                          <a:pt x="1195" y="14"/>
                        </a:lnTo>
                        <a:lnTo>
                          <a:pt x="1200" y="14"/>
                        </a:lnTo>
                        <a:lnTo>
                          <a:pt x="1203" y="14"/>
                        </a:lnTo>
                        <a:lnTo>
                          <a:pt x="1208" y="13"/>
                        </a:lnTo>
                        <a:lnTo>
                          <a:pt x="1213" y="13"/>
                        </a:lnTo>
                        <a:lnTo>
                          <a:pt x="1217" y="13"/>
                        </a:lnTo>
                        <a:lnTo>
                          <a:pt x="1221" y="13"/>
                        </a:lnTo>
                        <a:lnTo>
                          <a:pt x="1226" y="13"/>
                        </a:lnTo>
                        <a:lnTo>
                          <a:pt x="1230" y="13"/>
                        </a:lnTo>
                        <a:lnTo>
                          <a:pt x="1234" y="12"/>
                        </a:lnTo>
                        <a:lnTo>
                          <a:pt x="1239" y="12"/>
                        </a:lnTo>
                        <a:lnTo>
                          <a:pt x="1243" y="12"/>
                        </a:lnTo>
                        <a:lnTo>
                          <a:pt x="1247" y="12"/>
                        </a:lnTo>
                        <a:lnTo>
                          <a:pt x="1251" y="12"/>
                        </a:lnTo>
                        <a:lnTo>
                          <a:pt x="1255" y="10"/>
                        </a:lnTo>
                        <a:lnTo>
                          <a:pt x="1260" y="10"/>
                        </a:lnTo>
                        <a:lnTo>
                          <a:pt x="1264" y="10"/>
                        </a:lnTo>
                        <a:lnTo>
                          <a:pt x="1268" y="10"/>
                        </a:lnTo>
                        <a:lnTo>
                          <a:pt x="1272" y="10"/>
                        </a:lnTo>
                        <a:lnTo>
                          <a:pt x="1275" y="9"/>
                        </a:lnTo>
                        <a:lnTo>
                          <a:pt x="1280" y="9"/>
                        </a:lnTo>
                        <a:lnTo>
                          <a:pt x="1284" y="9"/>
                        </a:lnTo>
                        <a:lnTo>
                          <a:pt x="1289" y="9"/>
                        </a:lnTo>
                        <a:lnTo>
                          <a:pt x="1291" y="8"/>
                        </a:lnTo>
                        <a:lnTo>
                          <a:pt x="1296" y="8"/>
                        </a:lnTo>
                        <a:lnTo>
                          <a:pt x="1300" y="8"/>
                        </a:lnTo>
                        <a:lnTo>
                          <a:pt x="1304" y="8"/>
                        </a:lnTo>
                        <a:lnTo>
                          <a:pt x="1309" y="8"/>
                        </a:lnTo>
                        <a:lnTo>
                          <a:pt x="1312" y="8"/>
                        </a:lnTo>
                        <a:lnTo>
                          <a:pt x="1316" y="8"/>
                        </a:lnTo>
                        <a:lnTo>
                          <a:pt x="1319" y="7"/>
                        </a:lnTo>
                        <a:lnTo>
                          <a:pt x="1323" y="7"/>
                        </a:lnTo>
                        <a:lnTo>
                          <a:pt x="1327" y="7"/>
                        </a:lnTo>
                        <a:lnTo>
                          <a:pt x="1330" y="6"/>
                        </a:lnTo>
                        <a:lnTo>
                          <a:pt x="1334" y="6"/>
                        </a:lnTo>
                        <a:lnTo>
                          <a:pt x="1338" y="6"/>
                        </a:lnTo>
                        <a:lnTo>
                          <a:pt x="1342" y="6"/>
                        </a:lnTo>
                        <a:lnTo>
                          <a:pt x="1346" y="6"/>
                        </a:lnTo>
                        <a:lnTo>
                          <a:pt x="1349" y="5"/>
                        </a:lnTo>
                        <a:lnTo>
                          <a:pt x="1351" y="5"/>
                        </a:lnTo>
                        <a:lnTo>
                          <a:pt x="1356" y="5"/>
                        </a:lnTo>
                        <a:lnTo>
                          <a:pt x="1359" y="5"/>
                        </a:lnTo>
                        <a:lnTo>
                          <a:pt x="1362" y="3"/>
                        </a:lnTo>
                        <a:lnTo>
                          <a:pt x="1366" y="3"/>
                        </a:lnTo>
                        <a:lnTo>
                          <a:pt x="1369" y="3"/>
                        </a:lnTo>
                        <a:lnTo>
                          <a:pt x="1372" y="3"/>
                        </a:lnTo>
                        <a:lnTo>
                          <a:pt x="1375" y="3"/>
                        </a:lnTo>
                        <a:lnTo>
                          <a:pt x="1379" y="3"/>
                        </a:lnTo>
                        <a:lnTo>
                          <a:pt x="1382" y="3"/>
                        </a:lnTo>
                        <a:lnTo>
                          <a:pt x="1385" y="2"/>
                        </a:lnTo>
                        <a:lnTo>
                          <a:pt x="1387" y="2"/>
                        </a:lnTo>
                        <a:lnTo>
                          <a:pt x="1389" y="1"/>
                        </a:lnTo>
                        <a:lnTo>
                          <a:pt x="1393" y="1"/>
                        </a:lnTo>
                        <a:lnTo>
                          <a:pt x="1395" y="1"/>
                        </a:lnTo>
                        <a:lnTo>
                          <a:pt x="1398" y="0"/>
                        </a:lnTo>
                        <a:lnTo>
                          <a:pt x="1401" y="0"/>
                        </a:lnTo>
                        <a:lnTo>
                          <a:pt x="1405" y="0"/>
                        </a:lnTo>
                        <a:lnTo>
                          <a:pt x="1407" y="0"/>
                        </a:lnTo>
                        <a:lnTo>
                          <a:pt x="1410" y="0"/>
                        </a:lnTo>
                        <a:lnTo>
                          <a:pt x="1412" y="0"/>
                        </a:lnTo>
                        <a:lnTo>
                          <a:pt x="1416" y="0"/>
                        </a:lnTo>
                        <a:lnTo>
                          <a:pt x="1425" y="84"/>
                        </a:lnTo>
                        <a:lnTo>
                          <a:pt x="1424" y="84"/>
                        </a:lnTo>
                        <a:lnTo>
                          <a:pt x="1421" y="84"/>
                        </a:lnTo>
                        <a:lnTo>
                          <a:pt x="1420" y="84"/>
                        </a:lnTo>
                        <a:lnTo>
                          <a:pt x="1416" y="84"/>
                        </a:lnTo>
                        <a:lnTo>
                          <a:pt x="1412" y="85"/>
                        </a:lnTo>
                        <a:lnTo>
                          <a:pt x="1407" y="85"/>
                        </a:lnTo>
                        <a:lnTo>
                          <a:pt x="1402" y="86"/>
                        </a:lnTo>
                        <a:lnTo>
                          <a:pt x="1400" y="86"/>
                        </a:lnTo>
                        <a:lnTo>
                          <a:pt x="1397" y="86"/>
                        </a:lnTo>
                        <a:lnTo>
                          <a:pt x="1393" y="86"/>
                        </a:lnTo>
                        <a:lnTo>
                          <a:pt x="1389" y="88"/>
                        </a:lnTo>
                        <a:lnTo>
                          <a:pt x="1387" y="88"/>
                        </a:lnTo>
                        <a:lnTo>
                          <a:pt x="1383" y="89"/>
                        </a:lnTo>
                        <a:lnTo>
                          <a:pt x="1380" y="89"/>
                        </a:lnTo>
                        <a:lnTo>
                          <a:pt x="1376" y="89"/>
                        </a:lnTo>
                        <a:lnTo>
                          <a:pt x="1372" y="89"/>
                        </a:lnTo>
                        <a:lnTo>
                          <a:pt x="1368" y="90"/>
                        </a:lnTo>
                        <a:lnTo>
                          <a:pt x="1363" y="90"/>
                        </a:lnTo>
                        <a:lnTo>
                          <a:pt x="1360" y="91"/>
                        </a:lnTo>
                        <a:lnTo>
                          <a:pt x="1354" y="91"/>
                        </a:lnTo>
                        <a:lnTo>
                          <a:pt x="1350" y="91"/>
                        </a:lnTo>
                        <a:lnTo>
                          <a:pt x="1346" y="92"/>
                        </a:lnTo>
                        <a:lnTo>
                          <a:pt x="1341" y="94"/>
                        </a:lnTo>
                        <a:lnTo>
                          <a:pt x="1335" y="94"/>
                        </a:lnTo>
                        <a:lnTo>
                          <a:pt x="1329" y="94"/>
                        </a:lnTo>
                        <a:lnTo>
                          <a:pt x="1324" y="94"/>
                        </a:lnTo>
                        <a:lnTo>
                          <a:pt x="1319" y="95"/>
                        </a:lnTo>
                        <a:lnTo>
                          <a:pt x="1312" y="96"/>
                        </a:lnTo>
                        <a:lnTo>
                          <a:pt x="1306" y="96"/>
                        </a:lnTo>
                        <a:lnTo>
                          <a:pt x="1302" y="97"/>
                        </a:lnTo>
                        <a:lnTo>
                          <a:pt x="1296" y="97"/>
                        </a:lnTo>
                        <a:lnTo>
                          <a:pt x="1289" y="97"/>
                        </a:lnTo>
                        <a:lnTo>
                          <a:pt x="1283" y="97"/>
                        </a:lnTo>
                        <a:lnTo>
                          <a:pt x="1275" y="98"/>
                        </a:lnTo>
                        <a:lnTo>
                          <a:pt x="1270" y="100"/>
                        </a:lnTo>
                        <a:lnTo>
                          <a:pt x="1262" y="100"/>
                        </a:lnTo>
                        <a:lnTo>
                          <a:pt x="1255" y="100"/>
                        </a:lnTo>
                        <a:lnTo>
                          <a:pt x="1249" y="100"/>
                        </a:lnTo>
                        <a:lnTo>
                          <a:pt x="1242" y="102"/>
                        </a:lnTo>
                        <a:lnTo>
                          <a:pt x="1235" y="102"/>
                        </a:lnTo>
                        <a:lnTo>
                          <a:pt x="1228" y="102"/>
                        </a:lnTo>
                        <a:lnTo>
                          <a:pt x="1220" y="102"/>
                        </a:lnTo>
                        <a:lnTo>
                          <a:pt x="1213" y="102"/>
                        </a:lnTo>
                        <a:lnTo>
                          <a:pt x="1205" y="103"/>
                        </a:lnTo>
                        <a:lnTo>
                          <a:pt x="1197" y="104"/>
                        </a:lnTo>
                        <a:lnTo>
                          <a:pt x="1190" y="104"/>
                        </a:lnTo>
                        <a:lnTo>
                          <a:pt x="1182" y="104"/>
                        </a:lnTo>
                        <a:lnTo>
                          <a:pt x="1173" y="104"/>
                        </a:lnTo>
                        <a:lnTo>
                          <a:pt x="1165" y="104"/>
                        </a:lnTo>
                        <a:lnTo>
                          <a:pt x="1157" y="105"/>
                        </a:lnTo>
                        <a:lnTo>
                          <a:pt x="1149" y="107"/>
                        </a:lnTo>
                        <a:lnTo>
                          <a:pt x="1140" y="107"/>
                        </a:lnTo>
                        <a:lnTo>
                          <a:pt x="1132" y="107"/>
                        </a:lnTo>
                        <a:lnTo>
                          <a:pt x="1122" y="107"/>
                        </a:lnTo>
                        <a:lnTo>
                          <a:pt x="1114" y="107"/>
                        </a:lnTo>
                        <a:lnTo>
                          <a:pt x="1112" y="103"/>
                        </a:lnTo>
                        <a:lnTo>
                          <a:pt x="1108" y="100"/>
                        </a:lnTo>
                        <a:lnTo>
                          <a:pt x="1106" y="95"/>
                        </a:lnTo>
                        <a:lnTo>
                          <a:pt x="1102" y="91"/>
                        </a:lnTo>
                        <a:lnTo>
                          <a:pt x="1099" y="89"/>
                        </a:lnTo>
                        <a:lnTo>
                          <a:pt x="1096" y="85"/>
                        </a:lnTo>
                        <a:lnTo>
                          <a:pt x="1094" y="82"/>
                        </a:lnTo>
                        <a:lnTo>
                          <a:pt x="1090" y="79"/>
                        </a:lnTo>
                        <a:lnTo>
                          <a:pt x="1086" y="76"/>
                        </a:lnTo>
                        <a:lnTo>
                          <a:pt x="1083" y="73"/>
                        </a:lnTo>
                        <a:lnTo>
                          <a:pt x="1080" y="71"/>
                        </a:lnTo>
                        <a:lnTo>
                          <a:pt x="1076" y="70"/>
                        </a:lnTo>
                        <a:lnTo>
                          <a:pt x="1074" y="67"/>
                        </a:lnTo>
                        <a:lnTo>
                          <a:pt x="1070" y="65"/>
                        </a:lnTo>
                        <a:lnTo>
                          <a:pt x="1065" y="64"/>
                        </a:lnTo>
                        <a:lnTo>
                          <a:pt x="1063" y="62"/>
                        </a:lnTo>
                        <a:lnTo>
                          <a:pt x="1060" y="60"/>
                        </a:lnTo>
                        <a:lnTo>
                          <a:pt x="1056" y="58"/>
                        </a:lnTo>
                        <a:lnTo>
                          <a:pt x="1051" y="56"/>
                        </a:lnTo>
                        <a:lnTo>
                          <a:pt x="1048" y="56"/>
                        </a:lnTo>
                        <a:lnTo>
                          <a:pt x="1044" y="53"/>
                        </a:lnTo>
                        <a:lnTo>
                          <a:pt x="1041" y="52"/>
                        </a:lnTo>
                        <a:lnTo>
                          <a:pt x="1037" y="51"/>
                        </a:lnTo>
                        <a:lnTo>
                          <a:pt x="1033" y="50"/>
                        </a:lnTo>
                        <a:lnTo>
                          <a:pt x="1030" y="48"/>
                        </a:lnTo>
                        <a:lnTo>
                          <a:pt x="1026" y="46"/>
                        </a:lnTo>
                        <a:lnTo>
                          <a:pt x="1022" y="45"/>
                        </a:lnTo>
                        <a:lnTo>
                          <a:pt x="1018" y="44"/>
                        </a:lnTo>
                        <a:lnTo>
                          <a:pt x="1014" y="43"/>
                        </a:lnTo>
                        <a:lnTo>
                          <a:pt x="1011" y="41"/>
                        </a:lnTo>
                        <a:lnTo>
                          <a:pt x="1007" y="39"/>
                        </a:lnTo>
                        <a:lnTo>
                          <a:pt x="1004" y="38"/>
                        </a:lnTo>
                        <a:lnTo>
                          <a:pt x="1001" y="38"/>
                        </a:lnTo>
                        <a:lnTo>
                          <a:pt x="1000" y="39"/>
                        </a:lnTo>
                        <a:lnTo>
                          <a:pt x="998" y="40"/>
                        </a:lnTo>
                        <a:lnTo>
                          <a:pt x="994" y="41"/>
                        </a:lnTo>
                        <a:lnTo>
                          <a:pt x="990" y="43"/>
                        </a:lnTo>
                        <a:lnTo>
                          <a:pt x="987" y="45"/>
                        </a:lnTo>
                        <a:lnTo>
                          <a:pt x="982" y="47"/>
                        </a:lnTo>
                        <a:lnTo>
                          <a:pt x="980" y="51"/>
                        </a:lnTo>
                        <a:lnTo>
                          <a:pt x="974" y="53"/>
                        </a:lnTo>
                        <a:lnTo>
                          <a:pt x="971" y="56"/>
                        </a:lnTo>
                        <a:lnTo>
                          <a:pt x="967" y="58"/>
                        </a:lnTo>
                        <a:lnTo>
                          <a:pt x="962" y="60"/>
                        </a:lnTo>
                        <a:lnTo>
                          <a:pt x="959" y="62"/>
                        </a:lnTo>
                        <a:lnTo>
                          <a:pt x="956" y="64"/>
                        </a:lnTo>
                        <a:lnTo>
                          <a:pt x="952" y="65"/>
                        </a:lnTo>
                        <a:lnTo>
                          <a:pt x="950" y="67"/>
                        </a:lnTo>
                        <a:lnTo>
                          <a:pt x="952" y="69"/>
                        </a:lnTo>
                        <a:lnTo>
                          <a:pt x="955" y="71"/>
                        </a:lnTo>
                        <a:lnTo>
                          <a:pt x="959" y="76"/>
                        </a:lnTo>
                        <a:lnTo>
                          <a:pt x="962" y="79"/>
                        </a:lnTo>
                        <a:lnTo>
                          <a:pt x="965" y="82"/>
                        </a:lnTo>
                        <a:lnTo>
                          <a:pt x="969" y="85"/>
                        </a:lnTo>
                        <a:lnTo>
                          <a:pt x="972" y="88"/>
                        </a:lnTo>
                        <a:lnTo>
                          <a:pt x="974" y="91"/>
                        </a:lnTo>
                        <a:lnTo>
                          <a:pt x="976" y="89"/>
                        </a:lnTo>
                        <a:lnTo>
                          <a:pt x="980" y="86"/>
                        </a:lnTo>
                        <a:lnTo>
                          <a:pt x="982" y="85"/>
                        </a:lnTo>
                        <a:lnTo>
                          <a:pt x="985" y="84"/>
                        </a:lnTo>
                        <a:lnTo>
                          <a:pt x="987" y="83"/>
                        </a:lnTo>
                        <a:lnTo>
                          <a:pt x="990" y="83"/>
                        </a:lnTo>
                        <a:lnTo>
                          <a:pt x="992" y="82"/>
                        </a:lnTo>
                        <a:lnTo>
                          <a:pt x="995" y="82"/>
                        </a:lnTo>
                        <a:lnTo>
                          <a:pt x="1000" y="82"/>
                        </a:lnTo>
                        <a:lnTo>
                          <a:pt x="1005" y="83"/>
                        </a:lnTo>
                        <a:lnTo>
                          <a:pt x="1010" y="84"/>
                        </a:lnTo>
                        <a:lnTo>
                          <a:pt x="1014" y="85"/>
                        </a:lnTo>
                        <a:lnTo>
                          <a:pt x="1018" y="86"/>
                        </a:lnTo>
                        <a:lnTo>
                          <a:pt x="1023" y="89"/>
                        </a:lnTo>
                        <a:lnTo>
                          <a:pt x="1026" y="91"/>
                        </a:lnTo>
                        <a:lnTo>
                          <a:pt x="1031" y="96"/>
                        </a:lnTo>
                        <a:lnTo>
                          <a:pt x="1035" y="98"/>
                        </a:lnTo>
                        <a:lnTo>
                          <a:pt x="1038" y="102"/>
                        </a:lnTo>
                        <a:lnTo>
                          <a:pt x="1043" y="104"/>
                        </a:lnTo>
                        <a:lnTo>
                          <a:pt x="1047" y="109"/>
                        </a:lnTo>
                        <a:lnTo>
                          <a:pt x="1042" y="109"/>
                        </a:lnTo>
                        <a:lnTo>
                          <a:pt x="1037" y="109"/>
                        </a:lnTo>
                        <a:lnTo>
                          <a:pt x="1032" y="109"/>
                        </a:lnTo>
                        <a:lnTo>
                          <a:pt x="1028" y="109"/>
                        </a:lnTo>
                        <a:lnTo>
                          <a:pt x="1022" y="109"/>
                        </a:lnTo>
                        <a:lnTo>
                          <a:pt x="1018" y="109"/>
                        </a:lnTo>
                        <a:lnTo>
                          <a:pt x="1012" y="109"/>
                        </a:lnTo>
                        <a:lnTo>
                          <a:pt x="1007" y="109"/>
                        </a:lnTo>
                        <a:lnTo>
                          <a:pt x="1003" y="108"/>
                        </a:lnTo>
                        <a:lnTo>
                          <a:pt x="998" y="108"/>
                        </a:lnTo>
                        <a:lnTo>
                          <a:pt x="992" y="108"/>
                        </a:lnTo>
                        <a:lnTo>
                          <a:pt x="987" y="108"/>
                        </a:lnTo>
                        <a:lnTo>
                          <a:pt x="982" y="108"/>
                        </a:lnTo>
                        <a:lnTo>
                          <a:pt x="978" y="108"/>
                        </a:lnTo>
                        <a:lnTo>
                          <a:pt x="973" y="108"/>
                        </a:lnTo>
                        <a:lnTo>
                          <a:pt x="968" y="108"/>
                        </a:lnTo>
                        <a:lnTo>
                          <a:pt x="965" y="107"/>
                        </a:lnTo>
                        <a:lnTo>
                          <a:pt x="962" y="107"/>
                        </a:lnTo>
                        <a:lnTo>
                          <a:pt x="960" y="107"/>
                        </a:lnTo>
                        <a:lnTo>
                          <a:pt x="958" y="107"/>
                        </a:lnTo>
                        <a:lnTo>
                          <a:pt x="954" y="107"/>
                        </a:lnTo>
                        <a:lnTo>
                          <a:pt x="952" y="107"/>
                        </a:lnTo>
                        <a:lnTo>
                          <a:pt x="949" y="107"/>
                        </a:lnTo>
                        <a:lnTo>
                          <a:pt x="947" y="107"/>
                        </a:lnTo>
                        <a:lnTo>
                          <a:pt x="944" y="107"/>
                        </a:lnTo>
                        <a:lnTo>
                          <a:pt x="942" y="107"/>
                        </a:lnTo>
                        <a:lnTo>
                          <a:pt x="940" y="107"/>
                        </a:lnTo>
                        <a:lnTo>
                          <a:pt x="936" y="107"/>
                        </a:lnTo>
                        <a:lnTo>
                          <a:pt x="931" y="107"/>
                        </a:lnTo>
                        <a:lnTo>
                          <a:pt x="927" y="107"/>
                        </a:lnTo>
                        <a:lnTo>
                          <a:pt x="924" y="107"/>
                        </a:lnTo>
                        <a:lnTo>
                          <a:pt x="921" y="107"/>
                        </a:lnTo>
                        <a:lnTo>
                          <a:pt x="918" y="107"/>
                        </a:lnTo>
                        <a:lnTo>
                          <a:pt x="916" y="107"/>
                        </a:lnTo>
                        <a:lnTo>
                          <a:pt x="914" y="107"/>
                        </a:lnTo>
                        <a:lnTo>
                          <a:pt x="910" y="107"/>
                        </a:lnTo>
                        <a:lnTo>
                          <a:pt x="908" y="107"/>
                        </a:lnTo>
                        <a:lnTo>
                          <a:pt x="905" y="107"/>
                        </a:lnTo>
                        <a:lnTo>
                          <a:pt x="903" y="105"/>
                        </a:lnTo>
                        <a:lnTo>
                          <a:pt x="899" y="105"/>
                        </a:lnTo>
                        <a:lnTo>
                          <a:pt x="897" y="105"/>
                        </a:lnTo>
                        <a:lnTo>
                          <a:pt x="895" y="105"/>
                        </a:lnTo>
                        <a:lnTo>
                          <a:pt x="892" y="105"/>
                        </a:lnTo>
                        <a:lnTo>
                          <a:pt x="889" y="105"/>
                        </a:lnTo>
                        <a:lnTo>
                          <a:pt x="886" y="105"/>
                        </a:lnTo>
                        <a:lnTo>
                          <a:pt x="884" y="105"/>
                        </a:lnTo>
                        <a:lnTo>
                          <a:pt x="880" y="104"/>
                        </a:lnTo>
                        <a:lnTo>
                          <a:pt x="877" y="104"/>
                        </a:lnTo>
                        <a:lnTo>
                          <a:pt x="873" y="104"/>
                        </a:lnTo>
                        <a:lnTo>
                          <a:pt x="870" y="104"/>
                        </a:lnTo>
                        <a:lnTo>
                          <a:pt x="866" y="104"/>
                        </a:lnTo>
                        <a:lnTo>
                          <a:pt x="863" y="104"/>
                        </a:lnTo>
                        <a:lnTo>
                          <a:pt x="858" y="104"/>
                        </a:lnTo>
                        <a:lnTo>
                          <a:pt x="855" y="104"/>
                        </a:lnTo>
                        <a:lnTo>
                          <a:pt x="852" y="104"/>
                        </a:lnTo>
                        <a:lnTo>
                          <a:pt x="848" y="104"/>
                        </a:lnTo>
                        <a:lnTo>
                          <a:pt x="845" y="104"/>
                        </a:lnTo>
                        <a:lnTo>
                          <a:pt x="840" y="104"/>
                        </a:lnTo>
                        <a:lnTo>
                          <a:pt x="838" y="104"/>
                        </a:lnTo>
                        <a:lnTo>
                          <a:pt x="834" y="104"/>
                        </a:lnTo>
                        <a:lnTo>
                          <a:pt x="831" y="104"/>
                        </a:lnTo>
                        <a:lnTo>
                          <a:pt x="827" y="104"/>
                        </a:lnTo>
                        <a:lnTo>
                          <a:pt x="826" y="100"/>
                        </a:lnTo>
                        <a:lnTo>
                          <a:pt x="826" y="96"/>
                        </a:lnTo>
                        <a:lnTo>
                          <a:pt x="825" y="91"/>
                        </a:lnTo>
                        <a:lnTo>
                          <a:pt x="823" y="89"/>
                        </a:lnTo>
                        <a:lnTo>
                          <a:pt x="822" y="84"/>
                        </a:lnTo>
                        <a:lnTo>
                          <a:pt x="822" y="81"/>
                        </a:lnTo>
                        <a:lnTo>
                          <a:pt x="821" y="76"/>
                        </a:lnTo>
                        <a:lnTo>
                          <a:pt x="821" y="73"/>
                        </a:lnTo>
                        <a:lnTo>
                          <a:pt x="818" y="73"/>
                        </a:lnTo>
                        <a:lnTo>
                          <a:pt x="814" y="76"/>
                        </a:lnTo>
                        <a:lnTo>
                          <a:pt x="810" y="76"/>
                        </a:lnTo>
                        <a:lnTo>
                          <a:pt x="807" y="78"/>
                        </a:lnTo>
                        <a:lnTo>
                          <a:pt x="803" y="78"/>
                        </a:lnTo>
                        <a:lnTo>
                          <a:pt x="800" y="78"/>
                        </a:lnTo>
                        <a:lnTo>
                          <a:pt x="797" y="76"/>
                        </a:lnTo>
                        <a:lnTo>
                          <a:pt x="795" y="76"/>
                        </a:lnTo>
                        <a:lnTo>
                          <a:pt x="793" y="75"/>
                        </a:lnTo>
                        <a:lnTo>
                          <a:pt x="790" y="73"/>
                        </a:lnTo>
                        <a:lnTo>
                          <a:pt x="787" y="71"/>
                        </a:lnTo>
                        <a:lnTo>
                          <a:pt x="784" y="70"/>
                        </a:lnTo>
                        <a:lnTo>
                          <a:pt x="780" y="66"/>
                        </a:lnTo>
                        <a:lnTo>
                          <a:pt x="775" y="62"/>
                        </a:lnTo>
                        <a:lnTo>
                          <a:pt x="772" y="59"/>
                        </a:lnTo>
                        <a:lnTo>
                          <a:pt x="770" y="56"/>
                        </a:lnTo>
                        <a:lnTo>
                          <a:pt x="766" y="53"/>
                        </a:lnTo>
                        <a:lnTo>
                          <a:pt x="765" y="51"/>
                        </a:lnTo>
                        <a:lnTo>
                          <a:pt x="761" y="46"/>
                        </a:lnTo>
                        <a:lnTo>
                          <a:pt x="756" y="41"/>
                        </a:lnTo>
                        <a:lnTo>
                          <a:pt x="753" y="39"/>
                        </a:lnTo>
                        <a:lnTo>
                          <a:pt x="751" y="38"/>
                        </a:lnTo>
                        <a:lnTo>
                          <a:pt x="748" y="35"/>
                        </a:lnTo>
                        <a:lnTo>
                          <a:pt x="745" y="34"/>
                        </a:lnTo>
                        <a:lnTo>
                          <a:pt x="742" y="33"/>
                        </a:lnTo>
                        <a:lnTo>
                          <a:pt x="739" y="33"/>
                        </a:lnTo>
                        <a:lnTo>
                          <a:pt x="737" y="32"/>
                        </a:lnTo>
                        <a:lnTo>
                          <a:pt x="733" y="32"/>
                        </a:lnTo>
                        <a:lnTo>
                          <a:pt x="729" y="37"/>
                        </a:lnTo>
                        <a:lnTo>
                          <a:pt x="726" y="41"/>
                        </a:lnTo>
                        <a:lnTo>
                          <a:pt x="724" y="46"/>
                        </a:lnTo>
                        <a:lnTo>
                          <a:pt x="721" y="52"/>
                        </a:lnTo>
                        <a:lnTo>
                          <a:pt x="720" y="56"/>
                        </a:lnTo>
                        <a:lnTo>
                          <a:pt x="720" y="62"/>
                        </a:lnTo>
                        <a:lnTo>
                          <a:pt x="721" y="66"/>
                        </a:lnTo>
                        <a:lnTo>
                          <a:pt x="723" y="71"/>
                        </a:lnTo>
                        <a:lnTo>
                          <a:pt x="724" y="73"/>
                        </a:lnTo>
                        <a:lnTo>
                          <a:pt x="726" y="79"/>
                        </a:lnTo>
                        <a:lnTo>
                          <a:pt x="729" y="83"/>
                        </a:lnTo>
                        <a:lnTo>
                          <a:pt x="732" y="86"/>
                        </a:lnTo>
                        <a:lnTo>
                          <a:pt x="734" y="91"/>
                        </a:lnTo>
                        <a:lnTo>
                          <a:pt x="739" y="94"/>
                        </a:lnTo>
                        <a:lnTo>
                          <a:pt x="744" y="97"/>
                        </a:lnTo>
                        <a:lnTo>
                          <a:pt x="749" y="102"/>
                        </a:lnTo>
                        <a:lnTo>
                          <a:pt x="744" y="102"/>
                        </a:lnTo>
                        <a:lnTo>
                          <a:pt x="742" y="102"/>
                        </a:lnTo>
                        <a:lnTo>
                          <a:pt x="739" y="102"/>
                        </a:lnTo>
                        <a:lnTo>
                          <a:pt x="737" y="102"/>
                        </a:lnTo>
                        <a:lnTo>
                          <a:pt x="733" y="101"/>
                        </a:lnTo>
                        <a:lnTo>
                          <a:pt x="730" y="101"/>
                        </a:lnTo>
                        <a:lnTo>
                          <a:pt x="726" y="101"/>
                        </a:lnTo>
                        <a:lnTo>
                          <a:pt x="724" y="101"/>
                        </a:lnTo>
                        <a:lnTo>
                          <a:pt x="721" y="101"/>
                        </a:lnTo>
                        <a:lnTo>
                          <a:pt x="719" y="101"/>
                        </a:lnTo>
                        <a:lnTo>
                          <a:pt x="715" y="101"/>
                        </a:lnTo>
                        <a:lnTo>
                          <a:pt x="713" y="101"/>
                        </a:lnTo>
                        <a:lnTo>
                          <a:pt x="710" y="101"/>
                        </a:lnTo>
                        <a:lnTo>
                          <a:pt x="707" y="101"/>
                        </a:lnTo>
                        <a:lnTo>
                          <a:pt x="704" y="101"/>
                        </a:lnTo>
                        <a:lnTo>
                          <a:pt x="701" y="101"/>
                        </a:lnTo>
                        <a:lnTo>
                          <a:pt x="699" y="100"/>
                        </a:lnTo>
                        <a:lnTo>
                          <a:pt x="695" y="100"/>
                        </a:lnTo>
                        <a:lnTo>
                          <a:pt x="693" y="100"/>
                        </a:lnTo>
                        <a:lnTo>
                          <a:pt x="689" y="100"/>
                        </a:lnTo>
                        <a:lnTo>
                          <a:pt x="687" y="100"/>
                        </a:lnTo>
                        <a:lnTo>
                          <a:pt x="683" y="100"/>
                        </a:lnTo>
                        <a:lnTo>
                          <a:pt x="681" y="100"/>
                        </a:lnTo>
                        <a:lnTo>
                          <a:pt x="679" y="100"/>
                        </a:lnTo>
                        <a:lnTo>
                          <a:pt x="676" y="100"/>
                        </a:lnTo>
                        <a:lnTo>
                          <a:pt x="673" y="100"/>
                        </a:lnTo>
                        <a:lnTo>
                          <a:pt x="669" y="100"/>
                        </a:lnTo>
                        <a:lnTo>
                          <a:pt x="667" y="100"/>
                        </a:lnTo>
                        <a:lnTo>
                          <a:pt x="664" y="100"/>
                        </a:lnTo>
                        <a:lnTo>
                          <a:pt x="662" y="100"/>
                        </a:lnTo>
                        <a:lnTo>
                          <a:pt x="659" y="100"/>
                        </a:lnTo>
                        <a:lnTo>
                          <a:pt x="656" y="100"/>
                        </a:lnTo>
                        <a:lnTo>
                          <a:pt x="661" y="96"/>
                        </a:lnTo>
                        <a:lnTo>
                          <a:pt x="666" y="91"/>
                        </a:lnTo>
                        <a:lnTo>
                          <a:pt x="670" y="86"/>
                        </a:lnTo>
                        <a:lnTo>
                          <a:pt x="675" y="82"/>
                        </a:lnTo>
                        <a:lnTo>
                          <a:pt x="676" y="79"/>
                        </a:lnTo>
                        <a:lnTo>
                          <a:pt x="679" y="76"/>
                        </a:lnTo>
                        <a:lnTo>
                          <a:pt x="679" y="72"/>
                        </a:lnTo>
                        <a:lnTo>
                          <a:pt x="681" y="70"/>
                        </a:lnTo>
                        <a:lnTo>
                          <a:pt x="682" y="66"/>
                        </a:lnTo>
                        <a:lnTo>
                          <a:pt x="683" y="63"/>
                        </a:lnTo>
                        <a:lnTo>
                          <a:pt x="685" y="59"/>
                        </a:lnTo>
                        <a:lnTo>
                          <a:pt x="686" y="56"/>
                        </a:lnTo>
                        <a:lnTo>
                          <a:pt x="683" y="53"/>
                        </a:lnTo>
                        <a:lnTo>
                          <a:pt x="680" y="52"/>
                        </a:lnTo>
                        <a:lnTo>
                          <a:pt x="677" y="51"/>
                        </a:lnTo>
                        <a:lnTo>
                          <a:pt x="674" y="51"/>
                        </a:lnTo>
                        <a:lnTo>
                          <a:pt x="670" y="50"/>
                        </a:lnTo>
                        <a:lnTo>
                          <a:pt x="668" y="50"/>
                        </a:lnTo>
                        <a:lnTo>
                          <a:pt x="664" y="50"/>
                        </a:lnTo>
                        <a:lnTo>
                          <a:pt x="662" y="50"/>
                        </a:lnTo>
                        <a:lnTo>
                          <a:pt x="659" y="48"/>
                        </a:lnTo>
                        <a:lnTo>
                          <a:pt x="656" y="48"/>
                        </a:lnTo>
                        <a:lnTo>
                          <a:pt x="651" y="50"/>
                        </a:lnTo>
                        <a:lnTo>
                          <a:pt x="649" y="50"/>
                        </a:lnTo>
                        <a:lnTo>
                          <a:pt x="645" y="50"/>
                        </a:lnTo>
                        <a:lnTo>
                          <a:pt x="643" y="51"/>
                        </a:lnTo>
                        <a:lnTo>
                          <a:pt x="640" y="51"/>
                        </a:lnTo>
                        <a:lnTo>
                          <a:pt x="636" y="52"/>
                        </a:lnTo>
                        <a:lnTo>
                          <a:pt x="632" y="52"/>
                        </a:lnTo>
                        <a:lnTo>
                          <a:pt x="630" y="52"/>
                        </a:lnTo>
                        <a:lnTo>
                          <a:pt x="625" y="52"/>
                        </a:lnTo>
                        <a:lnTo>
                          <a:pt x="623" y="53"/>
                        </a:lnTo>
                        <a:lnTo>
                          <a:pt x="619" y="53"/>
                        </a:lnTo>
                        <a:lnTo>
                          <a:pt x="616" y="53"/>
                        </a:lnTo>
                        <a:lnTo>
                          <a:pt x="612" y="53"/>
                        </a:lnTo>
                        <a:lnTo>
                          <a:pt x="610" y="53"/>
                        </a:lnTo>
                        <a:lnTo>
                          <a:pt x="607" y="52"/>
                        </a:lnTo>
                        <a:lnTo>
                          <a:pt x="604" y="52"/>
                        </a:lnTo>
                        <a:lnTo>
                          <a:pt x="600" y="51"/>
                        </a:lnTo>
                        <a:lnTo>
                          <a:pt x="598" y="51"/>
                        </a:lnTo>
                        <a:lnTo>
                          <a:pt x="594" y="48"/>
                        </a:lnTo>
                        <a:lnTo>
                          <a:pt x="592" y="47"/>
                        </a:lnTo>
                        <a:lnTo>
                          <a:pt x="589" y="46"/>
                        </a:lnTo>
                        <a:lnTo>
                          <a:pt x="586" y="44"/>
                        </a:lnTo>
                        <a:lnTo>
                          <a:pt x="585" y="46"/>
                        </a:lnTo>
                        <a:lnTo>
                          <a:pt x="585" y="48"/>
                        </a:lnTo>
                        <a:lnTo>
                          <a:pt x="584" y="51"/>
                        </a:lnTo>
                        <a:lnTo>
                          <a:pt x="583" y="53"/>
                        </a:lnTo>
                        <a:lnTo>
                          <a:pt x="583" y="56"/>
                        </a:lnTo>
                        <a:lnTo>
                          <a:pt x="581" y="60"/>
                        </a:lnTo>
                        <a:lnTo>
                          <a:pt x="580" y="64"/>
                        </a:lnTo>
                        <a:lnTo>
                          <a:pt x="580" y="69"/>
                        </a:lnTo>
                        <a:lnTo>
                          <a:pt x="579" y="72"/>
                        </a:lnTo>
                        <a:lnTo>
                          <a:pt x="579" y="76"/>
                        </a:lnTo>
                        <a:lnTo>
                          <a:pt x="578" y="81"/>
                        </a:lnTo>
                        <a:lnTo>
                          <a:pt x="577" y="85"/>
                        </a:lnTo>
                        <a:lnTo>
                          <a:pt x="577" y="89"/>
                        </a:lnTo>
                        <a:lnTo>
                          <a:pt x="577" y="92"/>
                        </a:lnTo>
                        <a:lnTo>
                          <a:pt x="575" y="97"/>
                        </a:lnTo>
                        <a:lnTo>
                          <a:pt x="575" y="101"/>
                        </a:lnTo>
                        <a:lnTo>
                          <a:pt x="572" y="101"/>
                        </a:lnTo>
                        <a:lnTo>
                          <a:pt x="570" y="101"/>
                        </a:lnTo>
                        <a:lnTo>
                          <a:pt x="567" y="101"/>
                        </a:lnTo>
                        <a:lnTo>
                          <a:pt x="564" y="101"/>
                        </a:lnTo>
                        <a:lnTo>
                          <a:pt x="560" y="101"/>
                        </a:lnTo>
                        <a:lnTo>
                          <a:pt x="556" y="101"/>
                        </a:lnTo>
                        <a:lnTo>
                          <a:pt x="554" y="101"/>
                        </a:lnTo>
                        <a:lnTo>
                          <a:pt x="552" y="101"/>
                        </a:lnTo>
                        <a:lnTo>
                          <a:pt x="549" y="101"/>
                        </a:lnTo>
                        <a:lnTo>
                          <a:pt x="546" y="101"/>
                        </a:lnTo>
                        <a:lnTo>
                          <a:pt x="542" y="101"/>
                        </a:lnTo>
                        <a:lnTo>
                          <a:pt x="540" y="101"/>
                        </a:lnTo>
                        <a:lnTo>
                          <a:pt x="536" y="101"/>
                        </a:lnTo>
                        <a:lnTo>
                          <a:pt x="534" y="101"/>
                        </a:lnTo>
                        <a:lnTo>
                          <a:pt x="532" y="101"/>
                        </a:lnTo>
                        <a:lnTo>
                          <a:pt x="529" y="101"/>
                        </a:lnTo>
                        <a:lnTo>
                          <a:pt x="526" y="101"/>
                        </a:lnTo>
                        <a:lnTo>
                          <a:pt x="523" y="101"/>
                        </a:lnTo>
                        <a:lnTo>
                          <a:pt x="520" y="101"/>
                        </a:lnTo>
                        <a:lnTo>
                          <a:pt x="516" y="101"/>
                        </a:lnTo>
                        <a:lnTo>
                          <a:pt x="514" y="101"/>
                        </a:lnTo>
                        <a:lnTo>
                          <a:pt x="511" y="101"/>
                        </a:lnTo>
                        <a:lnTo>
                          <a:pt x="509" y="101"/>
                        </a:lnTo>
                        <a:lnTo>
                          <a:pt x="507" y="101"/>
                        </a:lnTo>
                        <a:lnTo>
                          <a:pt x="503" y="101"/>
                        </a:lnTo>
                        <a:lnTo>
                          <a:pt x="501" y="101"/>
                        </a:lnTo>
                        <a:lnTo>
                          <a:pt x="497" y="101"/>
                        </a:lnTo>
                        <a:lnTo>
                          <a:pt x="495" y="101"/>
                        </a:lnTo>
                        <a:lnTo>
                          <a:pt x="492" y="101"/>
                        </a:lnTo>
                        <a:lnTo>
                          <a:pt x="490" y="101"/>
                        </a:lnTo>
                        <a:lnTo>
                          <a:pt x="486" y="101"/>
                        </a:lnTo>
                        <a:lnTo>
                          <a:pt x="484" y="102"/>
                        </a:lnTo>
                        <a:lnTo>
                          <a:pt x="482" y="102"/>
                        </a:lnTo>
                        <a:lnTo>
                          <a:pt x="478" y="102"/>
                        </a:lnTo>
                        <a:lnTo>
                          <a:pt x="476" y="102"/>
                        </a:lnTo>
                        <a:lnTo>
                          <a:pt x="473" y="102"/>
                        </a:lnTo>
                        <a:lnTo>
                          <a:pt x="471" y="102"/>
                        </a:lnTo>
                        <a:lnTo>
                          <a:pt x="469" y="102"/>
                        </a:lnTo>
                        <a:lnTo>
                          <a:pt x="466" y="102"/>
                        </a:lnTo>
                        <a:lnTo>
                          <a:pt x="463" y="102"/>
                        </a:lnTo>
                        <a:lnTo>
                          <a:pt x="460" y="102"/>
                        </a:lnTo>
                        <a:lnTo>
                          <a:pt x="457" y="102"/>
                        </a:lnTo>
                        <a:lnTo>
                          <a:pt x="456" y="102"/>
                        </a:lnTo>
                        <a:lnTo>
                          <a:pt x="453" y="102"/>
                        </a:lnTo>
                        <a:lnTo>
                          <a:pt x="447" y="102"/>
                        </a:lnTo>
                        <a:lnTo>
                          <a:pt x="443" y="102"/>
                        </a:lnTo>
                        <a:lnTo>
                          <a:pt x="440" y="102"/>
                        </a:lnTo>
                        <a:lnTo>
                          <a:pt x="437" y="102"/>
                        </a:lnTo>
                        <a:lnTo>
                          <a:pt x="434" y="102"/>
                        </a:lnTo>
                        <a:lnTo>
                          <a:pt x="432" y="102"/>
                        </a:lnTo>
                        <a:lnTo>
                          <a:pt x="427" y="102"/>
                        </a:lnTo>
                        <a:lnTo>
                          <a:pt x="422" y="102"/>
                        </a:lnTo>
                        <a:lnTo>
                          <a:pt x="416" y="102"/>
                        </a:lnTo>
                        <a:lnTo>
                          <a:pt x="413" y="103"/>
                        </a:lnTo>
                        <a:lnTo>
                          <a:pt x="407" y="103"/>
                        </a:lnTo>
                        <a:lnTo>
                          <a:pt x="402" y="104"/>
                        </a:lnTo>
                        <a:lnTo>
                          <a:pt x="405" y="100"/>
                        </a:lnTo>
                        <a:lnTo>
                          <a:pt x="405" y="97"/>
                        </a:lnTo>
                        <a:lnTo>
                          <a:pt x="407" y="94"/>
                        </a:lnTo>
                        <a:lnTo>
                          <a:pt x="408" y="91"/>
                        </a:lnTo>
                        <a:lnTo>
                          <a:pt x="408" y="86"/>
                        </a:lnTo>
                        <a:lnTo>
                          <a:pt x="409" y="84"/>
                        </a:lnTo>
                        <a:lnTo>
                          <a:pt x="408" y="82"/>
                        </a:lnTo>
                        <a:lnTo>
                          <a:pt x="408" y="78"/>
                        </a:lnTo>
                        <a:lnTo>
                          <a:pt x="407" y="76"/>
                        </a:lnTo>
                        <a:lnTo>
                          <a:pt x="405" y="73"/>
                        </a:lnTo>
                        <a:lnTo>
                          <a:pt x="403" y="71"/>
                        </a:lnTo>
                        <a:lnTo>
                          <a:pt x="402" y="69"/>
                        </a:lnTo>
                        <a:lnTo>
                          <a:pt x="399" y="67"/>
                        </a:lnTo>
                        <a:lnTo>
                          <a:pt x="395" y="66"/>
                        </a:lnTo>
                        <a:lnTo>
                          <a:pt x="392" y="66"/>
                        </a:lnTo>
                        <a:lnTo>
                          <a:pt x="387" y="67"/>
                        </a:lnTo>
                        <a:lnTo>
                          <a:pt x="383" y="71"/>
                        </a:lnTo>
                        <a:lnTo>
                          <a:pt x="381" y="73"/>
                        </a:lnTo>
                        <a:lnTo>
                          <a:pt x="378" y="76"/>
                        </a:lnTo>
                        <a:lnTo>
                          <a:pt x="375" y="79"/>
                        </a:lnTo>
                        <a:lnTo>
                          <a:pt x="375" y="83"/>
                        </a:lnTo>
                        <a:lnTo>
                          <a:pt x="375" y="86"/>
                        </a:lnTo>
                        <a:lnTo>
                          <a:pt x="375" y="89"/>
                        </a:lnTo>
                        <a:lnTo>
                          <a:pt x="375" y="94"/>
                        </a:lnTo>
                        <a:lnTo>
                          <a:pt x="375" y="96"/>
                        </a:lnTo>
                        <a:lnTo>
                          <a:pt x="375" y="100"/>
                        </a:lnTo>
                        <a:lnTo>
                          <a:pt x="375" y="102"/>
                        </a:lnTo>
                        <a:lnTo>
                          <a:pt x="376" y="104"/>
                        </a:lnTo>
                        <a:lnTo>
                          <a:pt x="373" y="104"/>
                        </a:lnTo>
                        <a:lnTo>
                          <a:pt x="369" y="104"/>
                        </a:lnTo>
                        <a:lnTo>
                          <a:pt x="365" y="104"/>
                        </a:lnTo>
                        <a:lnTo>
                          <a:pt x="363" y="104"/>
                        </a:lnTo>
                        <a:lnTo>
                          <a:pt x="360" y="104"/>
                        </a:lnTo>
                        <a:lnTo>
                          <a:pt x="357" y="104"/>
                        </a:lnTo>
                        <a:lnTo>
                          <a:pt x="355" y="104"/>
                        </a:lnTo>
                        <a:lnTo>
                          <a:pt x="351" y="104"/>
                        </a:lnTo>
                        <a:lnTo>
                          <a:pt x="348" y="104"/>
                        </a:lnTo>
                        <a:lnTo>
                          <a:pt x="344" y="104"/>
                        </a:lnTo>
                        <a:lnTo>
                          <a:pt x="342" y="104"/>
                        </a:lnTo>
                        <a:lnTo>
                          <a:pt x="339" y="104"/>
                        </a:lnTo>
                        <a:lnTo>
                          <a:pt x="337" y="104"/>
                        </a:lnTo>
                        <a:lnTo>
                          <a:pt x="333" y="104"/>
                        </a:lnTo>
                        <a:lnTo>
                          <a:pt x="330" y="104"/>
                        </a:lnTo>
                        <a:lnTo>
                          <a:pt x="327" y="104"/>
                        </a:lnTo>
                        <a:lnTo>
                          <a:pt x="324" y="104"/>
                        </a:lnTo>
                        <a:lnTo>
                          <a:pt x="322" y="104"/>
                        </a:lnTo>
                        <a:lnTo>
                          <a:pt x="319" y="104"/>
                        </a:lnTo>
                        <a:lnTo>
                          <a:pt x="317" y="104"/>
                        </a:lnTo>
                        <a:lnTo>
                          <a:pt x="313" y="104"/>
                        </a:lnTo>
                        <a:lnTo>
                          <a:pt x="311" y="104"/>
                        </a:lnTo>
                        <a:lnTo>
                          <a:pt x="307" y="104"/>
                        </a:lnTo>
                        <a:lnTo>
                          <a:pt x="305" y="104"/>
                        </a:lnTo>
                        <a:lnTo>
                          <a:pt x="303" y="104"/>
                        </a:lnTo>
                        <a:lnTo>
                          <a:pt x="299" y="104"/>
                        </a:lnTo>
                        <a:lnTo>
                          <a:pt x="297" y="104"/>
                        </a:lnTo>
                        <a:lnTo>
                          <a:pt x="294" y="104"/>
                        </a:lnTo>
                        <a:lnTo>
                          <a:pt x="288" y="104"/>
                        </a:lnTo>
                        <a:lnTo>
                          <a:pt x="284" y="105"/>
                        </a:lnTo>
                        <a:lnTo>
                          <a:pt x="281" y="105"/>
                        </a:lnTo>
                        <a:lnTo>
                          <a:pt x="279" y="105"/>
                        </a:lnTo>
                        <a:lnTo>
                          <a:pt x="276" y="105"/>
                        </a:lnTo>
                        <a:lnTo>
                          <a:pt x="273" y="105"/>
                        </a:lnTo>
                        <a:lnTo>
                          <a:pt x="268" y="105"/>
                        </a:lnTo>
                        <a:lnTo>
                          <a:pt x="263" y="105"/>
                        </a:lnTo>
                        <a:lnTo>
                          <a:pt x="259" y="105"/>
                        </a:lnTo>
                        <a:lnTo>
                          <a:pt x="253" y="105"/>
                        </a:lnTo>
                        <a:lnTo>
                          <a:pt x="249" y="105"/>
                        </a:lnTo>
                        <a:lnTo>
                          <a:pt x="246" y="105"/>
                        </a:lnTo>
                        <a:lnTo>
                          <a:pt x="241" y="105"/>
                        </a:lnTo>
                        <a:lnTo>
                          <a:pt x="235" y="105"/>
                        </a:lnTo>
                        <a:lnTo>
                          <a:pt x="230" y="105"/>
                        </a:lnTo>
                        <a:lnTo>
                          <a:pt x="227" y="105"/>
                        </a:lnTo>
                        <a:lnTo>
                          <a:pt x="223" y="105"/>
                        </a:lnTo>
                        <a:lnTo>
                          <a:pt x="218" y="105"/>
                        </a:lnTo>
                        <a:lnTo>
                          <a:pt x="215" y="105"/>
                        </a:lnTo>
                        <a:lnTo>
                          <a:pt x="210" y="105"/>
                        </a:lnTo>
                        <a:lnTo>
                          <a:pt x="204" y="104"/>
                        </a:lnTo>
                        <a:lnTo>
                          <a:pt x="198" y="104"/>
                        </a:lnTo>
                        <a:lnTo>
                          <a:pt x="192" y="104"/>
                        </a:lnTo>
                        <a:lnTo>
                          <a:pt x="187" y="104"/>
                        </a:lnTo>
                        <a:lnTo>
                          <a:pt x="182" y="104"/>
                        </a:lnTo>
                        <a:lnTo>
                          <a:pt x="176" y="104"/>
                        </a:lnTo>
                        <a:lnTo>
                          <a:pt x="170" y="104"/>
                        </a:lnTo>
                        <a:lnTo>
                          <a:pt x="165" y="104"/>
                        </a:lnTo>
                        <a:lnTo>
                          <a:pt x="159" y="103"/>
                        </a:lnTo>
                        <a:lnTo>
                          <a:pt x="153" y="102"/>
                        </a:lnTo>
                        <a:lnTo>
                          <a:pt x="148" y="102"/>
                        </a:lnTo>
                        <a:lnTo>
                          <a:pt x="144" y="102"/>
                        </a:lnTo>
                        <a:lnTo>
                          <a:pt x="138" y="102"/>
                        </a:lnTo>
                        <a:lnTo>
                          <a:pt x="134" y="102"/>
                        </a:lnTo>
                        <a:lnTo>
                          <a:pt x="128" y="102"/>
                        </a:lnTo>
                        <a:lnTo>
                          <a:pt x="125" y="102"/>
                        </a:lnTo>
                        <a:lnTo>
                          <a:pt x="119" y="102"/>
                        </a:lnTo>
                        <a:lnTo>
                          <a:pt x="114" y="101"/>
                        </a:lnTo>
                        <a:lnTo>
                          <a:pt x="109" y="100"/>
                        </a:lnTo>
                        <a:lnTo>
                          <a:pt x="104" y="100"/>
                        </a:lnTo>
                        <a:lnTo>
                          <a:pt x="100" y="100"/>
                        </a:lnTo>
                        <a:lnTo>
                          <a:pt x="96" y="100"/>
                        </a:lnTo>
                        <a:lnTo>
                          <a:pt x="91" y="100"/>
                        </a:lnTo>
                        <a:lnTo>
                          <a:pt x="88" y="100"/>
                        </a:lnTo>
                        <a:lnTo>
                          <a:pt x="83" y="100"/>
                        </a:lnTo>
                        <a:lnTo>
                          <a:pt x="78" y="98"/>
                        </a:lnTo>
                        <a:lnTo>
                          <a:pt x="75" y="97"/>
                        </a:lnTo>
                        <a:lnTo>
                          <a:pt x="71" y="97"/>
                        </a:lnTo>
                        <a:lnTo>
                          <a:pt x="68" y="97"/>
                        </a:lnTo>
                        <a:lnTo>
                          <a:pt x="64" y="97"/>
                        </a:lnTo>
                        <a:lnTo>
                          <a:pt x="61" y="97"/>
                        </a:lnTo>
                        <a:lnTo>
                          <a:pt x="57" y="97"/>
                        </a:lnTo>
                        <a:lnTo>
                          <a:pt x="53" y="97"/>
                        </a:lnTo>
                        <a:lnTo>
                          <a:pt x="50" y="96"/>
                        </a:lnTo>
                        <a:lnTo>
                          <a:pt x="46" y="96"/>
                        </a:lnTo>
                        <a:lnTo>
                          <a:pt x="44" y="96"/>
                        </a:lnTo>
                        <a:lnTo>
                          <a:pt x="40" y="95"/>
                        </a:lnTo>
                        <a:lnTo>
                          <a:pt x="38" y="94"/>
                        </a:lnTo>
                        <a:lnTo>
                          <a:pt x="34" y="94"/>
                        </a:lnTo>
                        <a:lnTo>
                          <a:pt x="33" y="94"/>
                        </a:lnTo>
                        <a:lnTo>
                          <a:pt x="30" y="94"/>
                        </a:lnTo>
                        <a:lnTo>
                          <a:pt x="26" y="94"/>
                        </a:lnTo>
                        <a:lnTo>
                          <a:pt x="24" y="94"/>
                        </a:lnTo>
                        <a:lnTo>
                          <a:pt x="23" y="94"/>
                        </a:lnTo>
                        <a:lnTo>
                          <a:pt x="18" y="91"/>
                        </a:lnTo>
                        <a:lnTo>
                          <a:pt x="14" y="91"/>
                        </a:lnTo>
                        <a:lnTo>
                          <a:pt x="11" y="91"/>
                        </a:lnTo>
                        <a:lnTo>
                          <a:pt x="7" y="91"/>
                        </a:lnTo>
                        <a:lnTo>
                          <a:pt x="5" y="91"/>
                        </a:lnTo>
                        <a:lnTo>
                          <a:pt x="2" y="91"/>
                        </a:lnTo>
                        <a:lnTo>
                          <a:pt x="0" y="91"/>
                        </a:lnTo>
                        <a:lnTo>
                          <a:pt x="13" y="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8" name="Freeform 178"/>
                  <p:cNvSpPr/>
                  <p:nvPr/>
                </p:nvSpPr>
                <p:spPr bwMode="auto">
                  <a:xfrm>
                    <a:off x="5420" y="1680"/>
                    <a:ext cx="12" cy="31"/>
                  </a:xfrm>
                  <a:custGeom>
                    <a:avLst/>
                    <a:gdLst>
                      <a:gd name="T0" fmla="*/ 0 w 36"/>
                      <a:gd name="T1" fmla="*/ 0 h 91"/>
                      <a:gd name="T2" fmla="*/ 0 w 36"/>
                      <a:gd name="T3" fmla="*/ 0 h 91"/>
                      <a:gd name="T4" fmla="*/ 0 w 36"/>
                      <a:gd name="T5" fmla="*/ 0 h 91"/>
                      <a:gd name="T6" fmla="*/ 0 w 36"/>
                      <a:gd name="T7" fmla="*/ 0 h 91"/>
                      <a:gd name="T8" fmla="*/ 0 w 36"/>
                      <a:gd name="T9" fmla="*/ 0 h 91"/>
                      <a:gd name="T10" fmla="*/ 0 w 36"/>
                      <a:gd name="T11" fmla="*/ 0 h 91"/>
                      <a:gd name="T12" fmla="*/ 0 w 36"/>
                      <a:gd name="T13" fmla="*/ 0 h 91"/>
                      <a:gd name="T14" fmla="*/ 0 w 36"/>
                      <a:gd name="T15" fmla="*/ 0 h 91"/>
                      <a:gd name="T16" fmla="*/ 0 w 36"/>
                      <a:gd name="T17" fmla="*/ 0 h 91"/>
                      <a:gd name="T18" fmla="*/ 0 w 36"/>
                      <a:gd name="T19" fmla="*/ 0 h 91"/>
                      <a:gd name="T20" fmla="*/ 0 w 36"/>
                      <a:gd name="T21" fmla="*/ 0 h 91"/>
                      <a:gd name="T22" fmla="*/ 0 w 36"/>
                      <a:gd name="T23" fmla="*/ 0 h 91"/>
                      <a:gd name="T24" fmla="*/ 0 w 36"/>
                      <a:gd name="T25" fmla="*/ 0 h 91"/>
                      <a:gd name="T26" fmla="*/ 0 w 36"/>
                      <a:gd name="T27" fmla="*/ 0 h 91"/>
                      <a:gd name="T28" fmla="*/ 0 w 36"/>
                      <a:gd name="T29" fmla="*/ 0 h 91"/>
                      <a:gd name="T30" fmla="*/ 0 w 36"/>
                      <a:gd name="T31" fmla="*/ 0 h 91"/>
                      <a:gd name="T32" fmla="*/ 0 w 36"/>
                      <a:gd name="T33" fmla="*/ 0 h 91"/>
                      <a:gd name="T34" fmla="*/ 0 w 36"/>
                      <a:gd name="T35" fmla="*/ 0 h 91"/>
                      <a:gd name="T36" fmla="*/ 0 w 36"/>
                      <a:gd name="T37" fmla="*/ 0 h 91"/>
                      <a:gd name="T38" fmla="*/ 0 w 36"/>
                      <a:gd name="T39" fmla="*/ 0 h 91"/>
                      <a:gd name="T40" fmla="*/ 0 w 36"/>
                      <a:gd name="T41" fmla="*/ 0 h 91"/>
                      <a:gd name="T42" fmla="*/ 0 w 36"/>
                      <a:gd name="T43" fmla="*/ 0 h 91"/>
                      <a:gd name="T44" fmla="*/ 0 w 36"/>
                      <a:gd name="T45" fmla="*/ 0 h 91"/>
                      <a:gd name="T46" fmla="*/ 0 w 36"/>
                      <a:gd name="T47" fmla="*/ 0 h 91"/>
                      <a:gd name="T48" fmla="*/ 0 w 36"/>
                      <a:gd name="T49" fmla="*/ 0 h 91"/>
                      <a:gd name="T50" fmla="*/ 0 w 36"/>
                      <a:gd name="T51" fmla="*/ 0 h 91"/>
                      <a:gd name="T52" fmla="*/ 0 w 36"/>
                      <a:gd name="T53" fmla="*/ 0 h 91"/>
                      <a:gd name="T54" fmla="*/ 0 w 36"/>
                      <a:gd name="T55" fmla="*/ 0 h 91"/>
                      <a:gd name="T56" fmla="*/ 0 w 36"/>
                      <a:gd name="T57" fmla="*/ 0 h 91"/>
                      <a:gd name="T58" fmla="*/ 0 w 36"/>
                      <a:gd name="T59" fmla="*/ 0 h 91"/>
                      <a:gd name="T60" fmla="*/ 0 w 36"/>
                      <a:gd name="T61" fmla="*/ 0 h 91"/>
                      <a:gd name="T62" fmla="*/ 0 w 36"/>
                      <a:gd name="T63" fmla="*/ 0 h 91"/>
                      <a:gd name="T64" fmla="*/ 0 w 36"/>
                      <a:gd name="T65" fmla="*/ 0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
                      <a:gd name="T100" fmla="*/ 0 h 91"/>
                      <a:gd name="T101" fmla="*/ 36 w 36"/>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 h="91">
                        <a:moveTo>
                          <a:pt x="36" y="91"/>
                        </a:moveTo>
                        <a:lnTo>
                          <a:pt x="33" y="91"/>
                        </a:lnTo>
                        <a:lnTo>
                          <a:pt x="29" y="91"/>
                        </a:lnTo>
                        <a:lnTo>
                          <a:pt x="27" y="89"/>
                        </a:lnTo>
                        <a:lnTo>
                          <a:pt x="23" y="89"/>
                        </a:lnTo>
                        <a:lnTo>
                          <a:pt x="17" y="88"/>
                        </a:lnTo>
                        <a:lnTo>
                          <a:pt x="15" y="87"/>
                        </a:lnTo>
                        <a:lnTo>
                          <a:pt x="10" y="85"/>
                        </a:lnTo>
                        <a:lnTo>
                          <a:pt x="8" y="83"/>
                        </a:lnTo>
                        <a:lnTo>
                          <a:pt x="4" y="81"/>
                        </a:lnTo>
                        <a:lnTo>
                          <a:pt x="3" y="80"/>
                        </a:lnTo>
                        <a:lnTo>
                          <a:pt x="0" y="75"/>
                        </a:lnTo>
                        <a:lnTo>
                          <a:pt x="0" y="70"/>
                        </a:lnTo>
                        <a:lnTo>
                          <a:pt x="0" y="67"/>
                        </a:lnTo>
                        <a:lnTo>
                          <a:pt x="0" y="64"/>
                        </a:lnTo>
                        <a:lnTo>
                          <a:pt x="1" y="61"/>
                        </a:lnTo>
                        <a:lnTo>
                          <a:pt x="3" y="58"/>
                        </a:lnTo>
                        <a:lnTo>
                          <a:pt x="3" y="55"/>
                        </a:lnTo>
                        <a:lnTo>
                          <a:pt x="6" y="51"/>
                        </a:lnTo>
                        <a:lnTo>
                          <a:pt x="7" y="48"/>
                        </a:lnTo>
                        <a:lnTo>
                          <a:pt x="9" y="45"/>
                        </a:lnTo>
                        <a:lnTo>
                          <a:pt x="11" y="41"/>
                        </a:lnTo>
                        <a:lnTo>
                          <a:pt x="13" y="37"/>
                        </a:lnTo>
                        <a:lnTo>
                          <a:pt x="15" y="34"/>
                        </a:lnTo>
                        <a:lnTo>
                          <a:pt x="19" y="30"/>
                        </a:lnTo>
                        <a:lnTo>
                          <a:pt x="20" y="26"/>
                        </a:lnTo>
                        <a:lnTo>
                          <a:pt x="23" y="23"/>
                        </a:lnTo>
                        <a:lnTo>
                          <a:pt x="26" y="19"/>
                        </a:lnTo>
                        <a:lnTo>
                          <a:pt x="28" y="15"/>
                        </a:lnTo>
                        <a:lnTo>
                          <a:pt x="30" y="12"/>
                        </a:lnTo>
                        <a:lnTo>
                          <a:pt x="32" y="7"/>
                        </a:lnTo>
                        <a:lnTo>
                          <a:pt x="33" y="4"/>
                        </a:lnTo>
                        <a:lnTo>
                          <a:pt x="35" y="0"/>
                        </a:lnTo>
                        <a:lnTo>
                          <a:pt x="35" y="4"/>
                        </a:lnTo>
                        <a:lnTo>
                          <a:pt x="35" y="6"/>
                        </a:lnTo>
                        <a:lnTo>
                          <a:pt x="35" y="10"/>
                        </a:lnTo>
                        <a:lnTo>
                          <a:pt x="35" y="12"/>
                        </a:lnTo>
                        <a:lnTo>
                          <a:pt x="35" y="15"/>
                        </a:lnTo>
                        <a:lnTo>
                          <a:pt x="35" y="17"/>
                        </a:lnTo>
                        <a:lnTo>
                          <a:pt x="35" y="20"/>
                        </a:lnTo>
                        <a:lnTo>
                          <a:pt x="35" y="23"/>
                        </a:lnTo>
                        <a:lnTo>
                          <a:pt x="35" y="26"/>
                        </a:lnTo>
                        <a:lnTo>
                          <a:pt x="35" y="30"/>
                        </a:lnTo>
                        <a:lnTo>
                          <a:pt x="35" y="32"/>
                        </a:lnTo>
                        <a:lnTo>
                          <a:pt x="35" y="35"/>
                        </a:lnTo>
                        <a:lnTo>
                          <a:pt x="35" y="37"/>
                        </a:lnTo>
                        <a:lnTo>
                          <a:pt x="35" y="41"/>
                        </a:lnTo>
                        <a:lnTo>
                          <a:pt x="35" y="43"/>
                        </a:lnTo>
                        <a:lnTo>
                          <a:pt x="35" y="47"/>
                        </a:lnTo>
                        <a:lnTo>
                          <a:pt x="35" y="49"/>
                        </a:lnTo>
                        <a:lnTo>
                          <a:pt x="35" y="53"/>
                        </a:lnTo>
                        <a:lnTo>
                          <a:pt x="35" y="55"/>
                        </a:lnTo>
                        <a:lnTo>
                          <a:pt x="35" y="57"/>
                        </a:lnTo>
                        <a:lnTo>
                          <a:pt x="35" y="61"/>
                        </a:lnTo>
                        <a:lnTo>
                          <a:pt x="35" y="63"/>
                        </a:lnTo>
                        <a:lnTo>
                          <a:pt x="35" y="67"/>
                        </a:lnTo>
                        <a:lnTo>
                          <a:pt x="35" y="69"/>
                        </a:lnTo>
                        <a:lnTo>
                          <a:pt x="35" y="72"/>
                        </a:lnTo>
                        <a:lnTo>
                          <a:pt x="35" y="75"/>
                        </a:lnTo>
                        <a:lnTo>
                          <a:pt x="35" y="77"/>
                        </a:lnTo>
                        <a:lnTo>
                          <a:pt x="35" y="80"/>
                        </a:lnTo>
                        <a:lnTo>
                          <a:pt x="35" y="82"/>
                        </a:lnTo>
                        <a:lnTo>
                          <a:pt x="35" y="86"/>
                        </a:lnTo>
                        <a:lnTo>
                          <a:pt x="35" y="88"/>
                        </a:lnTo>
                        <a:lnTo>
                          <a:pt x="36" y="91"/>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9" name="Freeform 179"/>
                  <p:cNvSpPr/>
                  <p:nvPr/>
                </p:nvSpPr>
                <p:spPr bwMode="auto">
                  <a:xfrm>
                    <a:off x="5402" y="1599"/>
                    <a:ext cx="223" cy="177"/>
                  </a:xfrm>
                  <a:custGeom>
                    <a:avLst/>
                    <a:gdLst>
                      <a:gd name="T0" fmla="*/ 0 w 667"/>
                      <a:gd name="T1" fmla="*/ 0 h 531"/>
                      <a:gd name="T2" fmla="*/ 0 w 667"/>
                      <a:gd name="T3" fmla="*/ 0 h 531"/>
                      <a:gd name="T4" fmla="*/ 0 w 667"/>
                      <a:gd name="T5" fmla="*/ 0 h 531"/>
                      <a:gd name="T6" fmla="*/ 0 w 667"/>
                      <a:gd name="T7" fmla="*/ 0 h 531"/>
                      <a:gd name="T8" fmla="*/ 0 w 667"/>
                      <a:gd name="T9" fmla="*/ 0 h 531"/>
                      <a:gd name="T10" fmla="*/ 0 w 667"/>
                      <a:gd name="T11" fmla="*/ 0 h 531"/>
                      <a:gd name="T12" fmla="*/ 0 w 667"/>
                      <a:gd name="T13" fmla="*/ 0 h 531"/>
                      <a:gd name="T14" fmla="*/ 0 w 667"/>
                      <a:gd name="T15" fmla="*/ 0 h 531"/>
                      <a:gd name="T16" fmla="*/ 0 w 667"/>
                      <a:gd name="T17" fmla="*/ 0 h 531"/>
                      <a:gd name="T18" fmla="*/ 0 w 667"/>
                      <a:gd name="T19" fmla="*/ 0 h 531"/>
                      <a:gd name="T20" fmla="*/ 0 w 667"/>
                      <a:gd name="T21" fmla="*/ 0 h 531"/>
                      <a:gd name="T22" fmla="*/ 0 w 667"/>
                      <a:gd name="T23" fmla="*/ 0 h 531"/>
                      <a:gd name="T24" fmla="*/ 0 w 667"/>
                      <a:gd name="T25" fmla="*/ 0 h 531"/>
                      <a:gd name="T26" fmla="*/ 0 w 667"/>
                      <a:gd name="T27" fmla="*/ 0 h 531"/>
                      <a:gd name="T28" fmla="*/ 0 w 667"/>
                      <a:gd name="T29" fmla="*/ 0 h 531"/>
                      <a:gd name="T30" fmla="*/ 0 w 667"/>
                      <a:gd name="T31" fmla="*/ 0 h 531"/>
                      <a:gd name="T32" fmla="*/ 0 w 667"/>
                      <a:gd name="T33" fmla="*/ 0 h 531"/>
                      <a:gd name="T34" fmla="*/ 0 w 667"/>
                      <a:gd name="T35" fmla="*/ 0 h 531"/>
                      <a:gd name="T36" fmla="*/ 0 w 667"/>
                      <a:gd name="T37" fmla="*/ 0 h 531"/>
                      <a:gd name="T38" fmla="*/ 0 w 667"/>
                      <a:gd name="T39" fmla="*/ 0 h 531"/>
                      <a:gd name="T40" fmla="*/ 0 w 667"/>
                      <a:gd name="T41" fmla="*/ 0 h 531"/>
                      <a:gd name="T42" fmla="*/ 0 w 667"/>
                      <a:gd name="T43" fmla="*/ 0 h 531"/>
                      <a:gd name="T44" fmla="*/ 0 w 667"/>
                      <a:gd name="T45" fmla="*/ 0 h 531"/>
                      <a:gd name="T46" fmla="*/ 0 w 667"/>
                      <a:gd name="T47" fmla="*/ 0 h 531"/>
                      <a:gd name="T48" fmla="*/ 0 w 667"/>
                      <a:gd name="T49" fmla="*/ 0 h 531"/>
                      <a:gd name="T50" fmla="*/ 0 w 667"/>
                      <a:gd name="T51" fmla="*/ 0 h 531"/>
                      <a:gd name="T52" fmla="*/ 0 w 667"/>
                      <a:gd name="T53" fmla="*/ 0 h 531"/>
                      <a:gd name="T54" fmla="*/ 0 w 667"/>
                      <a:gd name="T55" fmla="*/ 0 h 531"/>
                      <a:gd name="T56" fmla="*/ 0 w 667"/>
                      <a:gd name="T57" fmla="*/ 0 h 531"/>
                      <a:gd name="T58" fmla="*/ 0 w 667"/>
                      <a:gd name="T59" fmla="*/ 0 h 531"/>
                      <a:gd name="T60" fmla="*/ 0 w 667"/>
                      <a:gd name="T61" fmla="*/ 0 h 531"/>
                      <a:gd name="T62" fmla="*/ 0 w 667"/>
                      <a:gd name="T63" fmla="*/ 0 h 531"/>
                      <a:gd name="T64" fmla="*/ 0 w 667"/>
                      <a:gd name="T65" fmla="*/ 0 h 531"/>
                      <a:gd name="T66" fmla="*/ 0 w 667"/>
                      <a:gd name="T67" fmla="*/ 0 h 531"/>
                      <a:gd name="T68" fmla="*/ 0 w 667"/>
                      <a:gd name="T69" fmla="*/ 0 h 531"/>
                      <a:gd name="T70" fmla="*/ 0 w 667"/>
                      <a:gd name="T71" fmla="*/ 0 h 531"/>
                      <a:gd name="T72" fmla="*/ 0 w 667"/>
                      <a:gd name="T73" fmla="*/ 0 h 531"/>
                      <a:gd name="T74" fmla="*/ 0 w 667"/>
                      <a:gd name="T75" fmla="*/ 0 h 531"/>
                      <a:gd name="T76" fmla="*/ 0 w 667"/>
                      <a:gd name="T77" fmla="*/ 0 h 531"/>
                      <a:gd name="T78" fmla="*/ 0 w 667"/>
                      <a:gd name="T79" fmla="*/ 0 h 531"/>
                      <a:gd name="T80" fmla="*/ 0 w 667"/>
                      <a:gd name="T81" fmla="*/ 0 h 531"/>
                      <a:gd name="T82" fmla="*/ 0 w 667"/>
                      <a:gd name="T83" fmla="*/ 0 h 531"/>
                      <a:gd name="T84" fmla="*/ 0 w 667"/>
                      <a:gd name="T85" fmla="*/ 0 h 531"/>
                      <a:gd name="T86" fmla="*/ 0 w 667"/>
                      <a:gd name="T87" fmla="*/ 0 h 531"/>
                      <a:gd name="T88" fmla="*/ 0 w 667"/>
                      <a:gd name="T89" fmla="*/ 0 h 531"/>
                      <a:gd name="T90" fmla="*/ 0 w 667"/>
                      <a:gd name="T91" fmla="*/ 0 h 531"/>
                      <a:gd name="T92" fmla="*/ 0 w 667"/>
                      <a:gd name="T93" fmla="*/ 0 h 531"/>
                      <a:gd name="T94" fmla="*/ 0 w 667"/>
                      <a:gd name="T95" fmla="*/ 0 h 531"/>
                      <a:gd name="T96" fmla="*/ 0 w 667"/>
                      <a:gd name="T97" fmla="*/ 0 h 531"/>
                      <a:gd name="T98" fmla="*/ 0 w 667"/>
                      <a:gd name="T99" fmla="*/ 0 h 531"/>
                      <a:gd name="T100" fmla="*/ 0 w 667"/>
                      <a:gd name="T101" fmla="*/ 0 h 531"/>
                      <a:gd name="T102" fmla="*/ 0 w 667"/>
                      <a:gd name="T103" fmla="*/ 0 h 531"/>
                      <a:gd name="T104" fmla="*/ 0 w 667"/>
                      <a:gd name="T105" fmla="*/ 0 h 531"/>
                      <a:gd name="T106" fmla="*/ 0 w 667"/>
                      <a:gd name="T107" fmla="*/ 0 h 531"/>
                      <a:gd name="T108" fmla="*/ 0 w 667"/>
                      <a:gd name="T109" fmla="*/ 0 h 531"/>
                      <a:gd name="T110" fmla="*/ 0 w 667"/>
                      <a:gd name="T111" fmla="*/ 0 h 531"/>
                      <a:gd name="T112" fmla="*/ 0 w 667"/>
                      <a:gd name="T113" fmla="*/ 0 h 531"/>
                      <a:gd name="T114" fmla="*/ 0 w 667"/>
                      <a:gd name="T115" fmla="*/ 0 h 531"/>
                      <a:gd name="T116" fmla="*/ 0 w 667"/>
                      <a:gd name="T117" fmla="*/ 0 h 531"/>
                      <a:gd name="T118" fmla="*/ 0 w 667"/>
                      <a:gd name="T119" fmla="*/ 0 h 531"/>
                      <a:gd name="T120" fmla="*/ 0 w 667"/>
                      <a:gd name="T121" fmla="*/ 0 h 531"/>
                      <a:gd name="T122" fmla="*/ 0 w 667"/>
                      <a:gd name="T123" fmla="*/ 0 h 53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67"/>
                      <a:gd name="T187" fmla="*/ 0 h 531"/>
                      <a:gd name="T188" fmla="*/ 667 w 667"/>
                      <a:gd name="T189" fmla="*/ 531 h 53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67" h="531">
                        <a:moveTo>
                          <a:pt x="22" y="4"/>
                        </a:moveTo>
                        <a:lnTo>
                          <a:pt x="105" y="26"/>
                        </a:lnTo>
                        <a:lnTo>
                          <a:pt x="105" y="27"/>
                        </a:lnTo>
                        <a:lnTo>
                          <a:pt x="105" y="29"/>
                        </a:lnTo>
                        <a:lnTo>
                          <a:pt x="104" y="30"/>
                        </a:lnTo>
                        <a:lnTo>
                          <a:pt x="104" y="33"/>
                        </a:lnTo>
                        <a:lnTo>
                          <a:pt x="104" y="35"/>
                        </a:lnTo>
                        <a:lnTo>
                          <a:pt x="104" y="38"/>
                        </a:lnTo>
                        <a:lnTo>
                          <a:pt x="104" y="41"/>
                        </a:lnTo>
                        <a:lnTo>
                          <a:pt x="104" y="45"/>
                        </a:lnTo>
                        <a:lnTo>
                          <a:pt x="102" y="48"/>
                        </a:lnTo>
                        <a:lnTo>
                          <a:pt x="101" y="53"/>
                        </a:lnTo>
                        <a:lnTo>
                          <a:pt x="101" y="54"/>
                        </a:lnTo>
                        <a:lnTo>
                          <a:pt x="101" y="57"/>
                        </a:lnTo>
                        <a:lnTo>
                          <a:pt x="101" y="59"/>
                        </a:lnTo>
                        <a:lnTo>
                          <a:pt x="101" y="62"/>
                        </a:lnTo>
                        <a:lnTo>
                          <a:pt x="101" y="65"/>
                        </a:lnTo>
                        <a:lnTo>
                          <a:pt x="101" y="67"/>
                        </a:lnTo>
                        <a:lnTo>
                          <a:pt x="101" y="71"/>
                        </a:lnTo>
                        <a:lnTo>
                          <a:pt x="101" y="73"/>
                        </a:lnTo>
                        <a:lnTo>
                          <a:pt x="100" y="76"/>
                        </a:lnTo>
                        <a:lnTo>
                          <a:pt x="99" y="79"/>
                        </a:lnTo>
                        <a:lnTo>
                          <a:pt x="99" y="81"/>
                        </a:lnTo>
                        <a:lnTo>
                          <a:pt x="99" y="85"/>
                        </a:lnTo>
                        <a:lnTo>
                          <a:pt x="99" y="87"/>
                        </a:lnTo>
                        <a:lnTo>
                          <a:pt x="99" y="90"/>
                        </a:lnTo>
                        <a:lnTo>
                          <a:pt x="99" y="95"/>
                        </a:lnTo>
                        <a:lnTo>
                          <a:pt x="99" y="97"/>
                        </a:lnTo>
                        <a:lnTo>
                          <a:pt x="98" y="100"/>
                        </a:lnTo>
                        <a:lnTo>
                          <a:pt x="97" y="105"/>
                        </a:lnTo>
                        <a:lnTo>
                          <a:pt x="97" y="108"/>
                        </a:lnTo>
                        <a:lnTo>
                          <a:pt x="97" y="112"/>
                        </a:lnTo>
                        <a:lnTo>
                          <a:pt x="97" y="115"/>
                        </a:lnTo>
                        <a:lnTo>
                          <a:pt x="97" y="119"/>
                        </a:lnTo>
                        <a:lnTo>
                          <a:pt x="97" y="123"/>
                        </a:lnTo>
                        <a:lnTo>
                          <a:pt x="97" y="128"/>
                        </a:lnTo>
                        <a:lnTo>
                          <a:pt x="95" y="131"/>
                        </a:lnTo>
                        <a:lnTo>
                          <a:pt x="94" y="135"/>
                        </a:lnTo>
                        <a:lnTo>
                          <a:pt x="94" y="138"/>
                        </a:lnTo>
                        <a:lnTo>
                          <a:pt x="94" y="143"/>
                        </a:lnTo>
                        <a:lnTo>
                          <a:pt x="94" y="148"/>
                        </a:lnTo>
                        <a:lnTo>
                          <a:pt x="94" y="152"/>
                        </a:lnTo>
                        <a:lnTo>
                          <a:pt x="93" y="156"/>
                        </a:lnTo>
                        <a:lnTo>
                          <a:pt x="93" y="161"/>
                        </a:lnTo>
                        <a:lnTo>
                          <a:pt x="92" y="165"/>
                        </a:lnTo>
                        <a:lnTo>
                          <a:pt x="92" y="169"/>
                        </a:lnTo>
                        <a:lnTo>
                          <a:pt x="91" y="173"/>
                        </a:lnTo>
                        <a:lnTo>
                          <a:pt x="91" y="179"/>
                        </a:lnTo>
                        <a:lnTo>
                          <a:pt x="91" y="182"/>
                        </a:lnTo>
                        <a:lnTo>
                          <a:pt x="91" y="187"/>
                        </a:lnTo>
                        <a:lnTo>
                          <a:pt x="91" y="192"/>
                        </a:lnTo>
                        <a:lnTo>
                          <a:pt x="91" y="198"/>
                        </a:lnTo>
                        <a:lnTo>
                          <a:pt x="89" y="201"/>
                        </a:lnTo>
                        <a:lnTo>
                          <a:pt x="89" y="207"/>
                        </a:lnTo>
                        <a:lnTo>
                          <a:pt x="89" y="211"/>
                        </a:lnTo>
                        <a:lnTo>
                          <a:pt x="89" y="217"/>
                        </a:lnTo>
                        <a:lnTo>
                          <a:pt x="88" y="214"/>
                        </a:lnTo>
                        <a:lnTo>
                          <a:pt x="86" y="211"/>
                        </a:lnTo>
                        <a:lnTo>
                          <a:pt x="83" y="207"/>
                        </a:lnTo>
                        <a:lnTo>
                          <a:pt x="80" y="205"/>
                        </a:lnTo>
                        <a:lnTo>
                          <a:pt x="76" y="201"/>
                        </a:lnTo>
                        <a:lnTo>
                          <a:pt x="70" y="199"/>
                        </a:lnTo>
                        <a:lnTo>
                          <a:pt x="68" y="198"/>
                        </a:lnTo>
                        <a:lnTo>
                          <a:pt x="66" y="197"/>
                        </a:lnTo>
                        <a:lnTo>
                          <a:pt x="63" y="197"/>
                        </a:lnTo>
                        <a:lnTo>
                          <a:pt x="61" y="195"/>
                        </a:lnTo>
                        <a:lnTo>
                          <a:pt x="60" y="197"/>
                        </a:lnTo>
                        <a:lnTo>
                          <a:pt x="59" y="199"/>
                        </a:lnTo>
                        <a:lnTo>
                          <a:pt x="59" y="201"/>
                        </a:lnTo>
                        <a:lnTo>
                          <a:pt x="57" y="206"/>
                        </a:lnTo>
                        <a:lnTo>
                          <a:pt x="56" y="208"/>
                        </a:lnTo>
                        <a:lnTo>
                          <a:pt x="55" y="213"/>
                        </a:lnTo>
                        <a:lnTo>
                          <a:pt x="54" y="218"/>
                        </a:lnTo>
                        <a:lnTo>
                          <a:pt x="54" y="222"/>
                        </a:lnTo>
                        <a:lnTo>
                          <a:pt x="53" y="226"/>
                        </a:lnTo>
                        <a:lnTo>
                          <a:pt x="53" y="231"/>
                        </a:lnTo>
                        <a:lnTo>
                          <a:pt x="53" y="235"/>
                        </a:lnTo>
                        <a:lnTo>
                          <a:pt x="53" y="239"/>
                        </a:lnTo>
                        <a:lnTo>
                          <a:pt x="53" y="243"/>
                        </a:lnTo>
                        <a:lnTo>
                          <a:pt x="53" y="246"/>
                        </a:lnTo>
                        <a:lnTo>
                          <a:pt x="54" y="250"/>
                        </a:lnTo>
                        <a:lnTo>
                          <a:pt x="56" y="254"/>
                        </a:lnTo>
                        <a:lnTo>
                          <a:pt x="51" y="255"/>
                        </a:lnTo>
                        <a:lnTo>
                          <a:pt x="48" y="257"/>
                        </a:lnTo>
                        <a:lnTo>
                          <a:pt x="44" y="257"/>
                        </a:lnTo>
                        <a:lnTo>
                          <a:pt x="41" y="260"/>
                        </a:lnTo>
                        <a:lnTo>
                          <a:pt x="38" y="262"/>
                        </a:lnTo>
                        <a:lnTo>
                          <a:pt x="35" y="263"/>
                        </a:lnTo>
                        <a:lnTo>
                          <a:pt x="32" y="264"/>
                        </a:lnTo>
                        <a:lnTo>
                          <a:pt x="30" y="267"/>
                        </a:lnTo>
                        <a:lnTo>
                          <a:pt x="25" y="271"/>
                        </a:lnTo>
                        <a:lnTo>
                          <a:pt x="22" y="275"/>
                        </a:lnTo>
                        <a:lnTo>
                          <a:pt x="19" y="280"/>
                        </a:lnTo>
                        <a:lnTo>
                          <a:pt x="17" y="284"/>
                        </a:lnTo>
                        <a:lnTo>
                          <a:pt x="15" y="289"/>
                        </a:lnTo>
                        <a:lnTo>
                          <a:pt x="13" y="294"/>
                        </a:lnTo>
                        <a:lnTo>
                          <a:pt x="12" y="299"/>
                        </a:lnTo>
                        <a:lnTo>
                          <a:pt x="12" y="303"/>
                        </a:lnTo>
                        <a:lnTo>
                          <a:pt x="12" y="306"/>
                        </a:lnTo>
                        <a:lnTo>
                          <a:pt x="12" y="308"/>
                        </a:lnTo>
                        <a:lnTo>
                          <a:pt x="12" y="312"/>
                        </a:lnTo>
                        <a:lnTo>
                          <a:pt x="13" y="314"/>
                        </a:lnTo>
                        <a:lnTo>
                          <a:pt x="13" y="317"/>
                        </a:lnTo>
                        <a:lnTo>
                          <a:pt x="15" y="319"/>
                        </a:lnTo>
                        <a:lnTo>
                          <a:pt x="15" y="322"/>
                        </a:lnTo>
                        <a:lnTo>
                          <a:pt x="17" y="325"/>
                        </a:lnTo>
                        <a:lnTo>
                          <a:pt x="18" y="330"/>
                        </a:lnTo>
                        <a:lnTo>
                          <a:pt x="21" y="336"/>
                        </a:lnTo>
                        <a:lnTo>
                          <a:pt x="21" y="338"/>
                        </a:lnTo>
                        <a:lnTo>
                          <a:pt x="23" y="340"/>
                        </a:lnTo>
                        <a:lnTo>
                          <a:pt x="24" y="343"/>
                        </a:lnTo>
                        <a:lnTo>
                          <a:pt x="25" y="345"/>
                        </a:lnTo>
                        <a:lnTo>
                          <a:pt x="28" y="351"/>
                        </a:lnTo>
                        <a:lnTo>
                          <a:pt x="31" y="356"/>
                        </a:lnTo>
                        <a:lnTo>
                          <a:pt x="32" y="358"/>
                        </a:lnTo>
                        <a:lnTo>
                          <a:pt x="35" y="360"/>
                        </a:lnTo>
                        <a:lnTo>
                          <a:pt x="36" y="364"/>
                        </a:lnTo>
                        <a:lnTo>
                          <a:pt x="38" y="368"/>
                        </a:lnTo>
                        <a:lnTo>
                          <a:pt x="42" y="372"/>
                        </a:lnTo>
                        <a:lnTo>
                          <a:pt x="45" y="376"/>
                        </a:lnTo>
                        <a:lnTo>
                          <a:pt x="49" y="381"/>
                        </a:lnTo>
                        <a:lnTo>
                          <a:pt x="53" y="387"/>
                        </a:lnTo>
                        <a:lnTo>
                          <a:pt x="56" y="391"/>
                        </a:lnTo>
                        <a:lnTo>
                          <a:pt x="60" y="396"/>
                        </a:lnTo>
                        <a:lnTo>
                          <a:pt x="63" y="400"/>
                        </a:lnTo>
                        <a:lnTo>
                          <a:pt x="67" y="404"/>
                        </a:lnTo>
                        <a:lnTo>
                          <a:pt x="68" y="401"/>
                        </a:lnTo>
                        <a:lnTo>
                          <a:pt x="70" y="396"/>
                        </a:lnTo>
                        <a:lnTo>
                          <a:pt x="73" y="394"/>
                        </a:lnTo>
                        <a:lnTo>
                          <a:pt x="74" y="391"/>
                        </a:lnTo>
                        <a:lnTo>
                          <a:pt x="76" y="388"/>
                        </a:lnTo>
                        <a:lnTo>
                          <a:pt x="78" y="384"/>
                        </a:lnTo>
                        <a:lnTo>
                          <a:pt x="79" y="381"/>
                        </a:lnTo>
                        <a:lnTo>
                          <a:pt x="81" y="378"/>
                        </a:lnTo>
                        <a:lnTo>
                          <a:pt x="81" y="374"/>
                        </a:lnTo>
                        <a:lnTo>
                          <a:pt x="83" y="371"/>
                        </a:lnTo>
                        <a:lnTo>
                          <a:pt x="86" y="366"/>
                        </a:lnTo>
                        <a:lnTo>
                          <a:pt x="87" y="363"/>
                        </a:lnTo>
                        <a:lnTo>
                          <a:pt x="88" y="358"/>
                        </a:lnTo>
                        <a:lnTo>
                          <a:pt x="91" y="356"/>
                        </a:lnTo>
                        <a:lnTo>
                          <a:pt x="91" y="359"/>
                        </a:lnTo>
                        <a:lnTo>
                          <a:pt x="91" y="363"/>
                        </a:lnTo>
                        <a:lnTo>
                          <a:pt x="91" y="366"/>
                        </a:lnTo>
                        <a:lnTo>
                          <a:pt x="91" y="370"/>
                        </a:lnTo>
                        <a:lnTo>
                          <a:pt x="91" y="374"/>
                        </a:lnTo>
                        <a:lnTo>
                          <a:pt x="91" y="376"/>
                        </a:lnTo>
                        <a:lnTo>
                          <a:pt x="92" y="379"/>
                        </a:lnTo>
                        <a:lnTo>
                          <a:pt x="92" y="383"/>
                        </a:lnTo>
                        <a:lnTo>
                          <a:pt x="92" y="387"/>
                        </a:lnTo>
                        <a:lnTo>
                          <a:pt x="93" y="389"/>
                        </a:lnTo>
                        <a:lnTo>
                          <a:pt x="94" y="391"/>
                        </a:lnTo>
                        <a:lnTo>
                          <a:pt x="94" y="396"/>
                        </a:lnTo>
                        <a:lnTo>
                          <a:pt x="94" y="398"/>
                        </a:lnTo>
                        <a:lnTo>
                          <a:pt x="94" y="401"/>
                        </a:lnTo>
                        <a:lnTo>
                          <a:pt x="94" y="404"/>
                        </a:lnTo>
                        <a:lnTo>
                          <a:pt x="95" y="407"/>
                        </a:lnTo>
                        <a:lnTo>
                          <a:pt x="92" y="408"/>
                        </a:lnTo>
                        <a:lnTo>
                          <a:pt x="88" y="409"/>
                        </a:lnTo>
                        <a:lnTo>
                          <a:pt x="83" y="411"/>
                        </a:lnTo>
                        <a:lnTo>
                          <a:pt x="81" y="414"/>
                        </a:lnTo>
                        <a:lnTo>
                          <a:pt x="76" y="416"/>
                        </a:lnTo>
                        <a:lnTo>
                          <a:pt x="70" y="419"/>
                        </a:lnTo>
                        <a:lnTo>
                          <a:pt x="66" y="421"/>
                        </a:lnTo>
                        <a:lnTo>
                          <a:pt x="62" y="425"/>
                        </a:lnTo>
                        <a:lnTo>
                          <a:pt x="57" y="427"/>
                        </a:lnTo>
                        <a:lnTo>
                          <a:pt x="53" y="429"/>
                        </a:lnTo>
                        <a:lnTo>
                          <a:pt x="48" y="432"/>
                        </a:lnTo>
                        <a:lnTo>
                          <a:pt x="44" y="435"/>
                        </a:lnTo>
                        <a:lnTo>
                          <a:pt x="40" y="438"/>
                        </a:lnTo>
                        <a:lnTo>
                          <a:pt x="37" y="440"/>
                        </a:lnTo>
                        <a:lnTo>
                          <a:pt x="34" y="442"/>
                        </a:lnTo>
                        <a:lnTo>
                          <a:pt x="32" y="445"/>
                        </a:lnTo>
                        <a:lnTo>
                          <a:pt x="36" y="445"/>
                        </a:lnTo>
                        <a:lnTo>
                          <a:pt x="41" y="445"/>
                        </a:lnTo>
                        <a:lnTo>
                          <a:pt x="44" y="445"/>
                        </a:lnTo>
                        <a:lnTo>
                          <a:pt x="48" y="445"/>
                        </a:lnTo>
                        <a:lnTo>
                          <a:pt x="53" y="445"/>
                        </a:lnTo>
                        <a:lnTo>
                          <a:pt x="56" y="445"/>
                        </a:lnTo>
                        <a:lnTo>
                          <a:pt x="61" y="445"/>
                        </a:lnTo>
                        <a:lnTo>
                          <a:pt x="66" y="445"/>
                        </a:lnTo>
                        <a:lnTo>
                          <a:pt x="66" y="447"/>
                        </a:lnTo>
                        <a:lnTo>
                          <a:pt x="68" y="449"/>
                        </a:lnTo>
                        <a:lnTo>
                          <a:pt x="69" y="452"/>
                        </a:lnTo>
                        <a:lnTo>
                          <a:pt x="70" y="454"/>
                        </a:lnTo>
                        <a:lnTo>
                          <a:pt x="74" y="457"/>
                        </a:lnTo>
                        <a:lnTo>
                          <a:pt x="78" y="460"/>
                        </a:lnTo>
                        <a:lnTo>
                          <a:pt x="81" y="461"/>
                        </a:lnTo>
                        <a:lnTo>
                          <a:pt x="85" y="463"/>
                        </a:lnTo>
                        <a:lnTo>
                          <a:pt x="88" y="463"/>
                        </a:lnTo>
                        <a:lnTo>
                          <a:pt x="92" y="463"/>
                        </a:lnTo>
                        <a:lnTo>
                          <a:pt x="94" y="461"/>
                        </a:lnTo>
                        <a:lnTo>
                          <a:pt x="99" y="459"/>
                        </a:lnTo>
                        <a:lnTo>
                          <a:pt x="101" y="458"/>
                        </a:lnTo>
                        <a:lnTo>
                          <a:pt x="104" y="455"/>
                        </a:lnTo>
                        <a:lnTo>
                          <a:pt x="107" y="452"/>
                        </a:lnTo>
                        <a:lnTo>
                          <a:pt x="110" y="449"/>
                        </a:lnTo>
                        <a:lnTo>
                          <a:pt x="112" y="446"/>
                        </a:lnTo>
                        <a:lnTo>
                          <a:pt x="114" y="442"/>
                        </a:lnTo>
                        <a:lnTo>
                          <a:pt x="117" y="442"/>
                        </a:lnTo>
                        <a:lnTo>
                          <a:pt x="121" y="444"/>
                        </a:lnTo>
                        <a:lnTo>
                          <a:pt x="125" y="445"/>
                        </a:lnTo>
                        <a:lnTo>
                          <a:pt x="130" y="446"/>
                        </a:lnTo>
                        <a:lnTo>
                          <a:pt x="133" y="446"/>
                        </a:lnTo>
                        <a:lnTo>
                          <a:pt x="138" y="446"/>
                        </a:lnTo>
                        <a:lnTo>
                          <a:pt x="142" y="446"/>
                        </a:lnTo>
                        <a:lnTo>
                          <a:pt x="146" y="447"/>
                        </a:lnTo>
                        <a:lnTo>
                          <a:pt x="149" y="446"/>
                        </a:lnTo>
                        <a:lnTo>
                          <a:pt x="152" y="446"/>
                        </a:lnTo>
                        <a:lnTo>
                          <a:pt x="156" y="446"/>
                        </a:lnTo>
                        <a:lnTo>
                          <a:pt x="158" y="446"/>
                        </a:lnTo>
                        <a:lnTo>
                          <a:pt x="162" y="446"/>
                        </a:lnTo>
                        <a:lnTo>
                          <a:pt x="164" y="446"/>
                        </a:lnTo>
                        <a:lnTo>
                          <a:pt x="175" y="446"/>
                        </a:lnTo>
                        <a:lnTo>
                          <a:pt x="184" y="447"/>
                        </a:lnTo>
                        <a:lnTo>
                          <a:pt x="195" y="447"/>
                        </a:lnTo>
                        <a:lnTo>
                          <a:pt x="204" y="447"/>
                        </a:lnTo>
                        <a:lnTo>
                          <a:pt x="215" y="447"/>
                        </a:lnTo>
                        <a:lnTo>
                          <a:pt x="225" y="447"/>
                        </a:lnTo>
                        <a:lnTo>
                          <a:pt x="235" y="447"/>
                        </a:lnTo>
                        <a:lnTo>
                          <a:pt x="246" y="447"/>
                        </a:lnTo>
                        <a:lnTo>
                          <a:pt x="255" y="447"/>
                        </a:lnTo>
                        <a:lnTo>
                          <a:pt x="265" y="447"/>
                        </a:lnTo>
                        <a:lnTo>
                          <a:pt x="274" y="447"/>
                        </a:lnTo>
                        <a:lnTo>
                          <a:pt x="285" y="447"/>
                        </a:lnTo>
                        <a:lnTo>
                          <a:pt x="293" y="447"/>
                        </a:lnTo>
                        <a:lnTo>
                          <a:pt x="304" y="447"/>
                        </a:lnTo>
                        <a:lnTo>
                          <a:pt x="314" y="447"/>
                        </a:lnTo>
                        <a:lnTo>
                          <a:pt x="323" y="447"/>
                        </a:lnTo>
                        <a:lnTo>
                          <a:pt x="331" y="447"/>
                        </a:lnTo>
                        <a:lnTo>
                          <a:pt x="341" y="446"/>
                        </a:lnTo>
                        <a:lnTo>
                          <a:pt x="349" y="446"/>
                        </a:lnTo>
                        <a:lnTo>
                          <a:pt x="359" y="446"/>
                        </a:lnTo>
                        <a:lnTo>
                          <a:pt x="367" y="445"/>
                        </a:lnTo>
                        <a:lnTo>
                          <a:pt x="377" y="445"/>
                        </a:lnTo>
                        <a:lnTo>
                          <a:pt x="385" y="445"/>
                        </a:lnTo>
                        <a:lnTo>
                          <a:pt x="393" y="445"/>
                        </a:lnTo>
                        <a:lnTo>
                          <a:pt x="401" y="445"/>
                        </a:lnTo>
                        <a:lnTo>
                          <a:pt x="410" y="444"/>
                        </a:lnTo>
                        <a:lnTo>
                          <a:pt x="417" y="444"/>
                        </a:lnTo>
                        <a:lnTo>
                          <a:pt x="425" y="444"/>
                        </a:lnTo>
                        <a:lnTo>
                          <a:pt x="432" y="442"/>
                        </a:lnTo>
                        <a:lnTo>
                          <a:pt x="441" y="442"/>
                        </a:lnTo>
                        <a:lnTo>
                          <a:pt x="448" y="442"/>
                        </a:lnTo>
                        <a:lnTo>
                          <a:pt x="455" y="442"/>
                        </a:lnTo>
                        <a:lnTo>
                          <a:pt x="462" y="441"/>
                        </a:lnTo>
                        <a:lnTo>
                          <a:pt x="468" y="441"/>
                        </a:lnTo>
                        <a:lnTo>
                          <a:pt x="475" y="440"/>
                        </a:lnTo>
                        <a:lnTo>
                          <a:pt x="482" y="440"/>
                        </a:lnTo>
                        <a:lnTo>
                          <a:pt x="488" y="439"/>
                        </a:lnTo>
                        <a:lnTo>
                          <a:pt x="494" y="439"/>
                        </a:lnTo>
                        <a:lnTo>
                          <a:pt x="500" y="439"/>
                        </a:lnTo>
                        <a:lnTo>
                          <a:pt x="506" y="439"/>
                        </a:lnTo>
                        <a:lnTo>
                          <a:pt x="512" y="438"/>
                        </a:lnTo>
                        <a:lnTo>
                          <a:pt x="517" y="438"/>
                        </a:lnTo>
                        <a:lnTo>
                          <a:pt x="521" y="436"/>
                        </a:lnTo>
                        <a:lnTo>
                          <a:pt x="526" y="436"/>
                        </a:lnTo>
                        <a:lnTo>
                          <a:pt x="532" y="436"/>
                        </a:lnTo>
                        <a:lnTo>
                          <a:pt x="537" y="436"/>
                        </a:lnTo>
                        <a:lnTo>
                          <a:pt x="540" y="435"/>
                        </a:lnTo>
                        <a:lnTo>
                          <a:pt x="545" y="435"/>
                        </a:lnTo>
                        <a:lnTo>
                          <a:pt x="549" y="435"/>
                        </a:lnTo>
                        <a:lnTo>
                          <a:pt x="552" y="434"/>
                        </a:lnTo>
                        <a:lnTo>
                          <a:pt x="556" y="434"/>
                        </a:lnTo>
                        <a:lnTo>
                          <a:pt x="559" y="434"/>
                        </a:lnTo>
                        <a:lnTo>
                          <a:pt x="562" y="434"/>
                        </a:lnTo>
                        <a:lnTo>
                          <a:pt x="564" y="433"/>
                        </a:lnTo>
                        <a:lnTo>
                          <a:pt x="566" y="433"/>
                        </a:lnTo>
                        <a:lnTo>
                          <a:pt x="570" y="433"/>
                        </a:lnTo>
                        <a:lnTo>
                          <a:pt x="572" y="433"/>
                        </a:lnTo>
                        <a:lnTo>
                          <a:pt x="576" y="433"/>
                        </a:lnTo>
                        <a:lnTo>
                          <a:pt x="577" y="433"/>
                        </a:lnTo>
                        <a:lnTo>
                          <a:pt x="578" y="433"/>
                        </a:lnTo>
                        <a:lnTo>
                          <a:pt x="578" y="432"/>
                        </a:lnTo>
                        <a:lnTo>
                          <a:pt x="578" y="428"/>
                        </a:lnTo>
                        <a:lnTo>
                          <a:pt x="578" y="425"/>
                        </a:lnTo>
                        <a:lnTo>
                          <a:pt x="578" y="422"/>
                        </a:lnTo>
                        <a:lnTo>
                          <a:pt x="578" y="419"/>
                        </a:lnTo>
                        <a:lnTo>
                          <a:pt x="578" y="415"/>
                        </a:lnTo>
                        <a:lnTo>
                          <a:pt x="578" y="410"/>
                        </a:lnTo>
                        <a:lnTo>
                          <a:pt x="578" y="406"/>
                        </a:lnTo>
                        <a:lnTo>
                          <a:pt x="578" y="402"/>
                        </a:lnTo>
                        <a:lnTo>
                          <a:pt x="578" y="400"/>
                        </a:lnTo>
                        <a:lnTo>
                          <a:pt x="578" y="397"/>
                        </a:lnTo>
                        <a:lnTo>
                          <a:pt x="578" y="395"/>
                        </a:lnTo>
                        <a:lnTo>
                          <a:pt x="578" y="391"/>
                        </a:lnTo>
                        <a:lnTo>
                          <a:pt x="578" y="389"/>
                        </a:lnTo>
                        <a:lnTo>
                          <a:pt x="578" y="385"/>
                        </a:lnTo>
                        <a:lnTo>
                          <a:pt x="578" y="383"/>
                        </a:lnTo>
                        <a:lnTo>
                          <a:pt x="578" y="378"/>
                        </a:lnTo>
                        <a:lnTo>
                          <a:pt x="578" y="376"/>
                        </a:lnTo>
                        <a:lnTo>
                          <a:pt x="578" y="372"/>
                        </a:lnTo>
                        <a:lnTo>
                          <a:pt x="579" y="369"/>
                        </a:lnTo>
                        <a:lnTo>
                          <a:pt x="578" y="364"/>
                        </a:lnTo>
                        <a:lnTo>
                          <a:pt x="578" y="360"/>
                        </a:lnTo>
                        <a:lnTo>
                          <a:pt x="578" y="357"/>
                        </a:lnTo>
                        <a:lnTo>
                          <a:pt x="578" y="353"/>
                        </a:lnTo>
                        <a:lnTo>
                          <a:pt x="578" y="349"/>
                        </a:lnTo>
                        <a:lnTo>
                          <a:pt x="578" y="344"/>
                        </a:lnTo>
                        <a:lnTo>
                          <a:pt x="578" y="340"/>
                        </a:lnTo>
                        <a:lnTo>
                          <a:pt x="578" y="336"/>
                        </a:lnTo>
                        <a:lnTo>
                          <a:pt x="578" y="331"/>
                        </a:lnTo>
                        <a:lnTo>
                          <a:pt x="578" y="327"/>
                        </a:lnTo>
                        <a:lnTo>
                          <a:pt x="578" y="322"/>
                        </a:lnTo>
                        <a:lnTo>
                          <a:pt x="578" y="318"/>
                        </a:lnTo>
                        <a:lnTo>
                          <a:pt x="578" y="313"/>
                        </a:lnTo>
                        <a:lnTo>
                          <a:pt x="578" y="308"/>
                        </a:lnTo>
                        <a:lnTo>
                          <a:pt x="578" y="303"/>
                        </a:lnTo>
                        <a:lnTo>
                          <a:pt x="578" y="300"/>
                        </a:lnTo>
                        <a:lnTo>
                          <a:pt x="578" y="294"/>
                        </a:lnTo>
                        <a:lnTo>
                          <a:pt x="578" y="290"/>
                        </a:lnTo>
                        <a:lnTo>
                          <a:pt x="578" y="284"/>
                        </a:lnTo>
                        <a:lnTo>
                          <a:pt x="578" y="280"/>
                        </a:lnTo>
                        <a:lnTo>
                          <a:pt x="578" y="275"/>
                        </a:lnTo>
                        <a:lnTo>
                          <a:pt x="578" y="269"/>
                        </a:lnTo>
                        <a:lnTo>
                          <a:pt x="578" y="264"/>
                        </a:lnTo>
                        <a:lnTo>
                          <a:pt x="578" y="260"/>
                        </a:lnTo>
                        <a:lnTo>
                          <a:pt x="578" y="254"/>
                        </a:lnTo>
                        <a:lnTo>
                          <a:pt x="578" y="249"/>
                        </a:lnTo>
                        <a:lnTo>
                          <a:pt x="578" y="243"/>
                        </a:lnTo>
                        <a:lnTo>
                          <a:pt x="578" y="237"/>
                        </a:lnTo>
                        <a:lnTo>
                          <a:pt x="578" y="232"/>
                        </a:lnTo>
                        <a:lnTo>
                          <a:pt x="578" y="226"/>
                        </a:lnTo>
                        <a:lnTo>
                          <a:pt x="578" y="222"/>
                        </a:lnTo>
                        <a:lnTo>
                          <a:pt x="578" y="217"/>
                        </a:lnTo>
                        <a:lnTo>
                          <a:pt x="578" y="211"/>
                        </a:lnTo>
                        <a:lnTo>
                          <a:pt x="578" y="205"/>
                        </a:lnTo>
                        <a:lnTo>
                          <a:pt x="577" y="200"/>
                        </a:lnTo>
                        <a:lnTo>
                          <a:pt x="577" y="195"/>
                        </a:lnTo>
                        <a:lnTo>
                          <a:pt x="577" y="190"/>
                        </a:lnTo>
                        <a:lnTo>
                          <a:pt x="577" y="185"/>
                        </a:lnTo>
                        <a:lnTo>
                          <a:pt x="577" y="180"/>
                        </a:lnTo>
                        <a:lnTo>
                          <a:pt x="577" y="176"/>
                        </a:lnTo>
                        <a:lnTo>
                          <a:pt x="576" y="171"/>
                        </a:lnTo>
                        <a:lnTo>
                          <a:pt x="576" y="166"/>
                        </a:lnTo>
                        <a:lnTo>
                          <a:pt x="575" y="162"/>
                        </a:lnTo>
                        <a:lnTo>
                          <a:pt x="575" y="159"/>
                        </a:lnTo>
                        <a:lnTo>
                          <a:pt x="575" y="154"/>
                        </a:lnTo>
                        <a:lnTo>
                          <a:pt x="575" y="150"/>
                        </a:lnTo>
                        <a:lnTo>
                          <a:pt x="575" y="146"/>
                        </a:lnTo>
                        <a:lnTo>
                          <a:pt x="575" y="143"/>
                        </a:lnTo>
                        <a:lnTo>
                          <a:pt x="573" y="138"/>
                        </a:lnTo>
                        <a:lnTo>
                          <a:pt x="573" y="135"/>
                        </a:lnTo>
                        <a:lnTo>
                          <a:pt x="572" y="131"/>
                        </a:lnTo>
                        <a:lnTo>
                          <a:pt x="572" y="128"/>
                        </a:lnTo>
                        <a:lnTo>
                          <a:pt x="571" y="125"/>
                        </a:lnTo>
                        <a:lnTo>
                          <a:pt x="571" y="122"/>
                        </a:lnTo>
                        <a:lnTo>
                          <a:pt x="570" y="118"/>
                        </a:lnTo>
                        <a:lnTo>
                          <a:pt x="570" y="116"/>
                        </a:lnTo>
                        <a:lnTo>
                          <a:pt x="570" y="112"/>
                        </a:lnTo>
                        <a:lnTo>
                          <a:pt x="570" y="110"/>
                        </a:lnTo>
                        <a:lnTo>
                          <a:pt x="569" y="108"/>
                        </a:lnTo>
                        <a:lnTo>
                          <a:pt x="569" y="105"/>
                        </a:lnTo>
                        <a:lnTo>
                          <a:pt x="568" y="100"/>
                        </a:lnTo>
                        <a:lnTo>
                          <a:pt x="566" y="95"/>
                        </a:lnTo>
                        <a:lnTo>
                          <a:pt x="565" y="90"/>
                        </a:lnTo>
                        <a:lnTo>
                          <a:pt x="565" y="87"/>
                        </a:lnTo>
                        <a:lnTo>
                          <a:pt x="564" y="83"/>
                        </a:lnTo>
                        <a:lnTo>
                          <a:pt x="563" y="79"/>
                        </a:lnTo>
                        <a:lnTo>
                          <a:pt x="562" y="77"/>
                        </a:lnTo>
                        <a:lnTo>
                          <a:pt x="562" y="74"/>
                        </a:lnTo>
                        <a:lnTo>
                          <a:pt x="560" y="71"/>
                        </a:lnTo>
                        <a:lnTo>
                          <a:pt x="560" y="70"/>
                        </a:lnTo>
                        <a:lnTo>
                          <a:pt x="559" y="66"/>
                        </a:lnTo>
                        <a:lnTo>
                          <a:pt x="558" y="64"/>
                        </a:lnTo>
                        <a:lnTo>
                          <a:pt x="557" y="62"/>
                        </a:lnTo>
                        <a:lnTo>
                          <a:pt x="626" y="0"/>
                        </a:lnTo>
                        <a:lnTo>
                          <a:pt x="628" y="3"/>
                        </a:lnTo>
                        <a:lnTo>
                          <a:pt x="633" y="8"/>
                        </a:lnTo>
                        <a:lnTo>
                          <a:pt x="634" y="10"/>
                        </a:lnTo>
                        <a:lnTo>
                          <a:pt x="635" y="13"/>
                        </a:lnTo>
                        <a:lnTo>
                          <a:pt x="638" y="16"/>
                        </a:lnTo>
                        <a:lnTo>
                          <a:pt x="640" y="19"/>
                        </a:lnTo>
                        <a:lnTo>
                          <a:pt x="640" y="21"/>
                        </a:lnTo>
                        <a:lnTo>
                          <a:pt x="642" y="24"/>
                        </a:lnTo>
                        <a:lnTo>
                          <a:pt x="643" y="28"/>
                        </a:lnTo>
                        <a:lnTo>
                          <a:pt x="646" y="32"/>
                        </a:lnTo>
                        <a:lnTo>
                          <a:pt x="646" y="34"/>
                        </a:lnTo>
                        <a:lnTo>
                          <a:pt x="648" y="39"/>
                        </a:lnTo>
                        <a:lnTo>
                          <a:pt x="648" y="41"/>
                        </a:lnTo>
                        <a:lnTo>
                          <a:pt x="651" y="46"/>
                        </a:lnTo>
                        <a:lnTo>
                          <a:pt x="651" y="49"/>
                        </a:lnTo>
                        <a:lnTo>
                          <a:pt x="652" y="53"/>
                        </a:lnTo>
                        <a:lnTo>
                          <a:pt x="653" y="58"/>
                        </a:lnTo>
                        <a:lnTo>
                          <a:pt x="653" y="62"/>
                        </a:lnTo>
                        <a:lnTo>
                          <a:pt x="654" y="66"/>
                        </a:lnTo>
                        <a:lnTo>
                          <a:pt x="655" y="71"/>
                        </a:lnTo>
                        <a:lnTo>
                          <a:pt x="655" y="74"/>
                        </a:lnTo>
                        <a:lnTo>
                          <a:pt x="657" y="79"/>
                        </a:lnTo>
                        <a:lnTo>
                          <a:pt x="658" y="83"/>
                        </a:lnTo>
                        <a:lnTo>
                          <a:pt x="658" y="87"/>
                        </a:lnTo>
                        <a:lnTo>
                          <a:pt x="658" y="92"/>
                        </a:lnTo>
                        <a:lnTo>
                          <a:pt x="659" y="97"/>
                        </a:lnTo>
                        <a:lnTo>
                          <a:pt x="660" y="100"/>
                        </a:lnTo>
                        <a:lnTo>
                          <a:pt x="660" y="105"/>
                        </a:lnTo>
                        <a:lnTo>
                          <a:pt x="660" y="110"/>
                        </a:lnTo>
                        <a:lnTo>
                          <a:pt x="661" y="115"/>
                        </a:lnTo>
                        <a:lnTo>
                          <a:pt x="661" y="121"/>
                        </a:lnTo>
                        <a:lnTo>
                          <a:pt x="662" y="124"/>
                        </a:lnTo>
                        <a:lnTo>
                          <a:pt x="662" y="129"/>
                        </a:lnTo>
                        <a:lnTo>
                          <a:pt x="662" y="134"/>
                        </a:lnTo>
                        <a:lnTo>
                          <a:pt x="662" y="138"/>
                        </a:lnTo>
                        <a:lnTo>
                          <a:pt x="664" y="142"/>
                        </a:lnTo>
                        <a:lnTo>
                          <a:pt x="664" y="147"/>
                        </a:lnTo>
                        <a:lnTo>
                          <a:pt x="664" y="152"/>
                        </a:lnTo>
                        <a:lnTo>
                          <a:pt x="664" y="156"/>
                        </a:lnTo>
                        <a:lnTo>
                          <a:pt x="664" y="161"/>
                        </a:lnTo>
                        <a:lnTo>
                          <a:pt x="664" y="165"/>
                        </a:lnTo>
                        <a:lnTo>
                          <a:pt x="664" y="169"/>
                        </a:lnTo>
                        <a:lnTo>
                          <a:pt x="664" y="173"/>
                        </a:lnTo>
                        <a:lnTo>
                          <a:pt x="664" y="178"/>
                        </a:lnTo>
                        <a:lnTo>
                          <a:pt x="664" y="182"/>
                        </a:lnTo>
                        <a:lnTo>
                          <a:pt x="665" y="186"/>
                        </a:lnTo>
                        <a:lnTo>
                          <a:pt x="665" y="191"/>
                        </a:lnTo>
                        <a:lnTo>
                          <a:pt x="665" y="193"/>
                        </a:lnTo>
                        <a:lnTo>
                          <a:pt x="665" y="198"/>
                        </a:lnTo>
                        <a:lnTo>
                          <a:pt x="665" y="201"/>
                        </a:lnTo>
                        <a:lnTo>
                          <a:pt x="665" y="205"/>
                        </a:lnTo>
                        <a:lnTo>
                          <a:pt x="665" y="208"/>
                        </a:lnTo>
                        <a:lnTo>
                          <a:pt x="665" y="212"/>
                        </a:lnTo>
                        <a:lnTo>
                          <a:pt x="665" y="217"/>
                        </a:lnTo>
                        <a:lnTo>
                          <a:pt x="665" y="219"/>
                        </a:lnTo>
                        <a:lnTo>
                          <a:pt x="665" y="222"/>
                        </a:lnTo>
                        <a:lnTo>
                          <a:pt x="665" y="224"/>
                        </a:lnTo>
                        <a:lnTo>
                          <a:pt x="666" y="229"/>
                        </a:lnTo>
                        <a:lnTo>
                          <a:pt x="666" y="231"/>
                        </a:lnTo>
                        <a:lnTo>
                          <a:pt x="666" y="233"/>
                        </a:lnTo>
                        <a:lnTo>
                          <a:pt x="666" y="236"/>
                        </a:lnTo>
                        <a:lnTo>
                          <a:pt x="666" y="239"/>
                        </a:lnTo>
                        <a:lnTo>
                          <a:pt x="666" y="241"/>
                        </a:lnTo>
                        <a:lnTo>
                          <a:pt x="666" y="243"/>
                        </a:lnTo>
                        <a:lnTo>
                          <a:pt x="666" y="246"/>
                        </a:lnTo>
                        <a:lnTo>
                          <a:pt x="666" y="249"/>
                        </a:lnTo>
                        <a:lnTo>
                          <a:pt x="666" y="252"/>
                        </a:lnTo>
                        <a:lnTo>
                          <a:pt x="666" y="256"/>
                        </a:lnTo>
                        <a:lnTo>
                          <a:pt x="666" y="260"/>
                        </a:lnTo>
                        <a:lnTo>
                          <a:pt x="666" y="264"/>
                        </a:lnTo>
                        <a:lnTo>
                          <a:pt x="666" y="267"/>
                        </a:lnTo>
                        <a:lnTo>
                          <a:pt x="666" y="273"/>
                        </a:lnTo>
                        <a:lnTo>
                          <a:pt x="666" y="276"/>
                        </a:lnTo>
                        <a:lnTo>
                          <a:pt x="666" y="281"/>
                        </a:lnTo>
                        <a:lnTo>
                          <a:pt x="666" y="284"/>
                        </a:lnTo>
                        <a:lnTo>
                          <a:pt x="666" y="290"/>
                        </a:lnTo>
                        <a:lnTo>
                          <a:pt x="666" y="295"/>
                        </a:lnTo>
                        <a:lnTo>
                          <a:pt x="667" y="301"/>
                        </a:lnTo>
                        <a:lnTo>
                          <a:pt x="666" y="306"/>
                        </a:lnTo>
                        <a:lnTo>
                          <a:pt x="666" y="311"/>
                        </a:lnTo>
                        <a:lnTo>
                          <a:pt x="666" y="317"/>
                        </a:lnTo>
                        <a:lnTo>
                          <a:pt x="666" y="322"/>
                        </a:lnTo>
                        <a:lnTo>
                          <a:pt x="666" y="328"/>
                        </a:lnTo>
                        <a:lnTo>
                          <a:pt x="666" y="334"/>
                        </a:lnTo>
                        <a:lnTo>
                          <a:pt x="666" y="340"/>
                        </a:lnTo>
                        <a:lnTo>
                          <a:pt x="666" y="345"/>
                        </a:lnTo>
                        <a:lnTo>
                          <a:pt x="666" y="351"/>
                        </a:lnTo>
                        <a:lnTo>
                          <a:pt x="666" y="357"/>
                        </a:lnTo>
                        <a:lnTo>
                          <a:pt x="666" y="363"/>
                        </a:lnTo>
                        <a:lnTo>
                          <a:pt x="666" y="370"/>
                        </a:lnTo>
                        <a:lnTo>
                          <a:pt x="666" y="376"/>
                        </a:lnTo>
                        <a:lnTo>
                          <a:pt x="666" y="381"/>
                        </a:lnTo>
                        <a:lnTo>
                          <a:pt x="666" y="387"/>
                        </a:lnTo>
                        <a:lnTo>
                          <a:pt x="666" y="394"/>
                        </a:lnTo>
                        <a:lnTo>
                          <a:pt x="665" y="398"/>
                        </a:lnTo>
                        <a:lnTo>
                          <a:pt x="665" y="404"/>
                        </a:lnTo>
                        <a:lnTo>
                          <a:pt x="665" y="411"/>
                        </a:lnTo>
                        <a:lnTo>
                          <a:pt x="665" y="416"/>
                        </a:lnTo>
                        <a:lnTo>
                          <a:pt x="665" y="421"/>
                        </a:lnTo>
                        <a:lnTo>
                          <a:pt x="665" y="427"/>
                        </a:lnTo>
                        <a:lnTo>
                          <a:pt x="665" y="433"/>
                        </a:lnTo>
                        <a:lnTo>
                          <a:pt x="665" y="439"/>
                        </a:lnTo>
                        <a:lnTo>
                          <a:pt x="664" y="444"/>
                        </a:lnTo>
                        <a:lnTo>
                          <a:pt x="664" y="448"/>
                        </a:lnTo>
                        <a:lnTo>
                          <a:pt x="664" y="453"/>
                        </a:lnTo>
                        <a:lnTo>
                          <a:pt x="664" y="459"/>
                        </a:lnTo>
                        <a:lnTo>
                          <a:pt x="664" y="464"/>
                        </a:lnTo>
                        <a:lnTo>
                          <a:pt x="664" y="468"/>
                        </a:lnTo>
                        <a:lnTo>
                          <a:pt x="664" y="472"/>
                        </a:lnTo>
                        <a:lnTo>
                          <a:pt x="664" y="477"/>
                        </a:lnTo>
                        <a:lnTo>
                          <a:pt x="664" y="482"/>
                        </a:lnTo>
                        <a:lnTo>
                          <a:pt x="664" y="485"/>
                        </a:lnTo>
                        <a:lnTo>
                          <a:pt x="664" y="489"/>
                        </a:lnTo>
                        <a:lnTo>
                          <a:pt x="664" y="492"/>
                        </a:lnTo>
                        <a:lnTo>
                          <a:pt x="664" y="495"/>
                        </a:lnTo>
                        <a:lnTo>
                          <a:pt x="664" y="498"/>
                        </a:lnTo>
                        <a:lnTo>
                          <a:pt x="664" y="501"/>
                        </a:lnTo>
                        <a:lnTo>
                          <a:pt x="664" y="504"/>
                        </a:lnTo>
                        <a:lnTo>
                          <a:pt x="664" y="508"/>
                        </a:lnTo>
                        <a:lnTo>
                          <a:pt x="664" y="510"/>
                        </a:lnTo>
                        <a:lnTo>
                          <a:pt x="664" y="512"/>
                        </a:lnTo>
                        <a:lnTo>
                          <a:pt x="664" y="514"/>
                        </a:lnTo>
                        <a:lnTo>
                          <a:pt x="659" y="515"/>
                        </a:lnTo>
                        <a:lnTo>
                          <a:pt x="655" y="515"/>
                        </a:lnTo>
                        <a:lnTo>
                          <a:pt x="652" y="515"/>
                        </a:lnTo>
                        <a:lnTo>
                          <a:pt x="649" y="516"/>
                        </a:lnTo>
                        <a:lnTo>
                          <a:pt x="647" y="517"/>
                        </a:lnTo>
                        <a:lnTo>
                          <a:pt x="645" y="518"/>
                        </a:lnTo>
                        <a:lnTo>
                          <a:pt x="641" y="518"/>
                        </a:lnTo>
                        <a:lnTo>
                          <a:pt x="638" y="518"/>
                        </a:lnTo>
                        <a:lnTo>
                          <a:pt x="635" y="518"/>
                        </a:lnTo>
                        <a:lnTo>
                          <a:pt x="632" y="520"/>
                        </a:lnTo>
                        <a:lnTo>
                          <a:pt x="628" y="520"/>
                        </a:lnTo>
                        <a:lnTo>
                          <a:pt x="624" y="521"/>
                        </a:lnTo>
                        <a:lnTo>
                          <a:pt x="620" y="521"/>
                        </a:lnTo>
                        <a:lnTo>
                          <a:pt x="617" y="521"/>
                        </a:lnTo>
                        <a:lnTo>
                          <a:pt x="613" y="521"/>
                        </a:lnTo>
                        <a:lnTo>
                          <a:pt x="608" y="522"/>
                        </a:lnTo>
                        <a:lnTo>
                          <a:pt x="604" y="522"/>
                        </a:lnTo>
                        <a:lnTo>
                          <a:pt x="600" y="523"/>
                        </a:lnTo>
                        <a:lnTo>
                          <a:pt x="596" y="523"/>
                        </a:lnTo>
                        <a:lnTo>
                          <a:pt x="591" y="523"/>
                        </a:lnTo>
                        <a:lnTo>
                          <a:pt x="588" y="523"/>
                        </a:lnTo>
                        <a:lnTo>
                          <a:pt x="583" y="524"/>
                        </a:lnTo>
                        <a:lnTo>
                          <a:pt x="578" y="524"/>
                        </a:lnTo>
                        <a:lnTo>
                          <a:pt x="575" y="524"/>
                        </a:lnTo>
                        <a:lnTo>
                          <a:pt x="570" y="524"/>
                        </a:lnTo>
                        <a:lnTo>
                          <a:pt x="565" y="525"/>
                        </a:lnTo>
                        <a:lnTo>
                          <a:pt x="560" y="525"/>
                        </a:lnTo>
                        <a:lnTo>
                          <a:pt x="556" y="525"/>
                        </a:lnTo>
                        <a:lnTo>
                          <a:pt x="552" y="525"/>
                        </a:lnTo>
                        <a:lnTo>
                          <a:pt x="547" y="525"/>
                        </a:lnTo>
                        <a:lnTo>
                          <a:pt x="543" y="525"/>
                        </a:lnTo>
                        <a:lnTo>
                          <a:pt x="538" y="525"/>
                        </a:lnTo>
                        <a:lnTo>
                          <a:pt x="534" y="525"/>
                        </a:lnTo>
                        <a:lnTo>
                          <a:pt x="528" y="527"/>
                        </a:lnTo>
                        <a:lnTo>
                          <a:pt x="525" y="527"/>
                        </a:lnTo>
                        <a:lnTo>
                          <a:pt x="521" y="527"/>
                        </a:lnTo>
                        <a:lnTo>
                          <a:pt x="517" y="527"/>
                        </a:lnTo>
                        <a:lnTo>
                          <a:pt x="513" y="528"/>
                        </a:lnTo>
                        <a:lnTo>
                          <a:pt x="508" y="528"/>
                        </a:lnTo>
                        <a:lnTo>
                          <a:pt x="503" y="528"/>
                        </a:lnTo>
                        <a:lnTo>
                          <a:pt x="501" y="528"/>
                        </a:lnTo>
                        <a:lnTo>
                          <a:pt x="498" y="528"/>
                        </a:lnTo>
                        <a:lnTo>
                          <a:pt x="494" y="528"/>
                        </a:lnTo>
                        <a:lnTo>
                          <a:pt x="490" y="528"/>
                        </a:lnTo>
                        <a:lnTo>
                          <a:pt x="486" y="528"/>
                        </a:lnTo>
                        <a:lnTo>
                          <a:pt x="483" y="528"/>
                        </a:lnTo>
                        <a:lnTo>
                          <a:pt x="481" y="528"/>
                        </a:lnTo>
                        <a:lnTo>
                          <a:pt x="477" y="528"/>
                        </a:lnTo>
                        <a:lnTo>
                          <a:pt x="475" y="528"/>
                        </a:lnTo>
                        <a:lnTo>
                          <a:pt x="473" y="529"/>
                        </a:lnTo>
                        <a:lnTo>
                          <a:pt x="468" y="529"/>
                        </a:lnTo>
                        <a:lnTo>
                          <a:pt x="463" y="530"/>
                        </a:lnTo>
                        <a:lnTo>
                          <a:pt x="461" y="530"/>
                        </a:lnTo>
                        <a:lnTo>
                          <a:pt x="458" y="530"/>
                        </a:lnTo>
                        <a:lnTo>
                          <a:pt x="456" y="530"/>
                        </a:lnTo>
                        <a:lnTo>
                          <a:pt x="445" y="530"/>
                        </a:lnTo>
                        <a:lnTo>
                          <a:pt x="436" y="530"/>
                        </a:lnTo>
                        <a:lnTo>
                          <a:pt x="425" y="530"/>
                        </a:lnTo>
                        <a:lnTo>
                          <a:pt x="414" y="530"/>
                        </a:lnTo>
                        <a:lnTo>
                          <a:pt x="405" y="530"/>
                        </a:lnTo>
                        <a:lnTo>
                          <a:pt x="394" y="530"/>
                        </a:lnTo>
                        <a:lnTo>
                          <a:pt x="385" y="530"/>
                        </a:lnTo>
                        <a:lnTo>
                          <a:pt x="374" y="531"/>
                        </a:lnTo>
                        <a:lnTo>
                          <a:pt x="365" y="530"/>
                        </a:lnTo>
                        <a:lnTo>
                          <a:pt x="354" y="530"/>
                        </a:lnTo>
                        <a:lnTo>
                          <a:pt x="344" y="530"/>
                        </a:lnTo>
                        <a:lnTo>
                          <a:pt x="336" y="530"/>
                        </a:lnTo>
                        <a:lnTo>
                          <a:pt x="327" y="530"/>
                        </a:lnTo>
                        <a:lnTo>
                          <a:pt x="317" y="530"/>
                        </a:lnTo>
                        <a:lnTo>
                          <a:pt x="309" y="530"/>
                        </a:lnTo>
                        <a:lnTo>
                          <a:pt x="299" y="530"/>
                        </a:lnTo>
                        <a:lnTo>
                          <a:pt x="291" y="530"/>
                        </a:lnTo>
                        <a:lnTo>
                          <a:pt x="280" y="530"/>
                        </a:lnTo>
                        <a:lnTo>
                          <a:pt x="273" y="529"/>
                        </a:lnTo>
                        <a:lnTo>
                          <a:pt x="264" y="529"/>
                        </a:lnTo>
                        <a:lnTo>
                          <a:pt x="255" y="528"/>
                        </a:lnTo>
                        <a:lnTo>
                          <a:pt x="247" y="528"/>
                        </a:lnTo>
                        <a:lnTo>
                          <a:pt x="239" y="528"/>
                        </a:lnTo>
                        <a:lnTo>
                          <a:pt x="232" y="528"/>
                        </a:lnTo>
                        <a:lnTo>
                          <a:pt x="223" y="527"/>
                        </a:lnTo>
                        <a:lnTo>
                          <a:pt x="215" y="527"/>
                        </a:lnTo>
                        <a:lnTo>
                          <a:pt x="208" y="525"/>
                        </a:lnTo>
                        <a:lnTo>
                          <a:pt x="201" y="525"/>
                        </a:lnTo>
                        <a:lnTo>
                          <a:pt x="194" y="525"/>
                        </a:lnTo>
                        <a:lnTo>
                          <a:pt x="187" y="525"/>
                        </a:lnTo>
                        <a:lnTo>
                          <a:pt x="180" y="524"/>
                        </a:lnTo>
                        <a:lnTo>
                          <a:pt x="174" y="524"/>
                        </a:lnTo>
                        <a:lnTo>
                          <a:pt x="167" y="523"/>
                        </a:lnTo>
                        <a:lnTo>
                          <a:pt x="161" y="523"/>
                        </a:lnTo>
                        <a:lnTo>
                          <a:pt x="155" y="522"/>
                        </a:lnTo>
                        <a:lnTo>
                          <a:pt x="149" y="522"/>
                        </a:lnTo>
                        <a:lnTo>
                          <a:pt x="142" y="521"/>
                        </a:lnTo>
                        <a:lnTo>
                          <a:pt x="137" y="521"/>
                        </a:lnTo>
                        <a:lnTo>
                          <a:pt x="131" y="520"/>
                        </a:lnTo>
                        <a:lnTo>
                          <a:pt x="126" y="520"/>
                        </a:lnTo>
                        <a:lnTo>
                          <a:pt x="120" y="518"/>
                        </a:lnTo>
                        <a:lnTo>
                          <a:pt x="115" y="518"/>
                        </a:lnTo>
                        <a:lnTo>
                          <a:pt x="110" y="518"/>
                        </a:lnTo>
                        <a:lnTo>
                          <a:pt x="106" y="518"/>
                        </a:lnTo>
                        <a:lnTo>
                          <a:pt x="101" y="517"/>
                        </a:lnTo>
                        <a:lnTo>
                          <a:pt x="97" y="517"/>
                        </a:lnTo>
                        <a:lnTo>
                          <a:pt x="94" y="516"/>
                        </a:lnTo>
                        <a:lnTo>
                          <a:pt x="89" y="516"/>
                        </a:lnTo>
                        <a:lnTo>
                          <a:pt x="86" y="515"/>
                        </a:lnTo>
                        <a:lnTo>
                          <a:pt x="82" y="515"/>
                        </a:lnTo>
                        <a:lnTo>
                          <a:pt x="80" y="515"/>
                        </a:lnTo>
                        <a:lnTo>
                          <a:pt x="76" y="515"/>
                        </a:lnTo>
                        <a:lnTo>
                          <a:pt x="73" y="514"/>
                        </a:lnTo>
                        <a:lnTo>
                          <a:pt x="70" y="512"/>
                        </a:lnTo>
                        <a:lnTo>
                          <a:pt x="68" y="512"/>
                        </a:lnTo>
                        <a:lnTo>
                          <a:pt x="63" y="512"/>
                        </a:lnTo>
                        <a:lnTo>
                          <a:pt x="61" y="512"/>
                        </a:lnTo>
                        <a:lnTo>
                          <a:pt x="60" y="512"/>
                        </a:lnTo>
                        <a:lnTo>
                          <a:pt x="56" y="509"/>
                        </a:lnTo>
                        <a:lnTo>
                          <a:pt x="51" y="506"/>
                        </a:lnTo>
                        <a:lnTo>
                          <a:pt x="48" y="503"/>
                        </a:lnTo>
                        <a:lnTo>
                          <a:pt x="44" y="499"/>
                        </a:lnTo>
                        <a:lnTo>
                          <a:pt x="41" y="495"/>
                        </a:lnTo>
                        <a:lnTo>
                          <a:pt x="37" y="490"/>
                        </a:lnTo>
                        <a:lnTo>
                          <a:pt x="34" y="485"/>
                        </a:lnTo>
                        <a:lnTo>
                          <a:pt x="31" y="480"/>
                        </a:lnTo>
                        <a:lnTo>
                          <a:pt x="30" y="477"/>
                        </a:lnTo>
                        <a:lnTo>
                          <a:pt x="28" y="473"/>
                        </a:lnTo>
                        <a:lnTo>
                          <a:pt x="26" y="470"/>
                        </a:lnTo>
                        <a:lnTo>
                          <a:pt x="25" y="467"/>
                        </a:lnTo>
                        <a:lnTo>
                          <a:pt x="24" y="464"/>
                        </a:lnTo>
                        <a:lnTo>
                          <a:pt x="23" y="460"/>
                        </a:lnTo>
                        <a:lnTo>
                          <a:pt x="22" y="457"/>
                        </a:lnTo>
                        <a:lnTo>
                          <a:pt x="21" y="454"/>
                        </a:lnTo>
                        <a:lnTo>
                          <a:pt x="19" y="451"/>
                        </a:lnTo>
                        <a:lnTo>
                          <a:pt x="18" y="447"/>
                        </a:lnTo>
                        <a:lnTo>
                          <a:pt x="17" y="444"/>
                        </a:lnTo>
                        <a:lnTo>
                          <a:pt x="16" y="440"/>
                        </a:lnTo>
                        <a:lnTo>
                          <a:pt x="15" y="436"/>
                        </a:lnTo>
                        <a:lnTo>
                          <a:pt x="15" y="433"/>
                        </a:lnTo>
                        <a:lnTo>
                          <a:pt x="13" y="429"/>
                        </a:lnTo>
                        <a:lnTo>
                          <a:pt x="12" y="426"/>
                        </a:lnTo>
                        <a:lnTo>
                          <a:pt x="11" y="421"/>
                        </a:lnTo>
                        <a:lnTo>
                          <a:pt x="11" y="417"/>
                        </a:lnTo>
                        <a:lnTo>
                          <a:pt x="10" y="414"/>
                        </a:lnTo>
                        <a:lnTo>
                          <a:pt x="9" y="409"/>
                        </a:lnTo>
                        <a:lnTo>
                          <a:pt x="8" y="404"/>
                        </a:lnTo>
                        <a:lnTo>
                          <a:pt x="8" y="401"/>
                        </a:lnTo>
                        <a:lnTo>
                          <a:pt x="6" y="397"/>
                        </a:lnTo>
                        <a:lnTo>
                          <a:pt x="6" y="394"/>
                        </a:lnTo>
                        <a:lnTo>
                          <a:pt x="5" y="389"/>
                        </a:lnTo>
                        <a:lnTo>
                          <a:pt x="5" y="384"/>
                        </a:lnTo>
                        <a:lnTo>
                          <a:pt x="5" y="381"/>
                        </a:lnTo>
                        <a:lnTo>
                          <a:pt x="5" y="376"/>
                        </a:lnTo>
                        <a:lnTo>
                          <a:pt x="4" y="372"/>
                        </a:lnTo>
                        <a:lnTo>
                          <a:pt x="3" y="369"/>
                        </a:lnTo>
                        <a:lnTo>
                          <a:pt x="3" y="363"/>
                        </a:lnTo>
                        <a:lnTo>
                          <a:pt x="3" y="360"/>
                        </a:lnTo>
                        <a:lnTo>
                          <a:pt x="3" y="356"/>
                        </a:lnTo>
                        <a:lnTo>
                          <a:pt x="2" y="351"/>
                        </a:lnTo>
                        <a:lnTo>
                          <a:pt x="0" y="347"/>
                        </a:lnTo>
                        <a:lnTo>
                          <a:pt x="0" y="343"/>
                        </a:lnTo>
                        <a:lnTo>
                          <a:pt x="0" y="338"/>
                        </a:lnTo>
                        <a:lnTo>
                          <a:pt x="0" y="334"/>
                        </a:lnTo>
                        <a:lnTo>
                          <a:pt x="0" y="330"/>
                        </a:lnTo>
                        <a:lnTo>
                          <a:pt x="0" y="325"/>
                        </a:lnTo>
                        <a:lnTo>
                          <a:pt x="0" y="321"/>
                        </a:lnTo>
                        <a:lnTo>
                          <a:pt x="0" y="317"/>
                        </a:lnTo>
                        <a:lnTo>
                          <a:pt x="0" y="313"/>
                        </a:lnTo>
                        <a:lnTo>
                          <a:pt x="0" y="308"/>
                        </a:lnTo>
                        <a:lnTo>
                          <a:pt x="0" y="303"/>
                        </a:lnTo>
                        <a:lnTo>
                          <a:pt x="0" y="300"/>
                        </a:lnTo>
                        <a:lnTo>
                          <a:pt x="0" y="295"/>
                        </a:lnTo>
                        <a:lnTo>
                          <a:pt x="0" y="292"/>
                        </a:lnTo>
                        <a:lnTo>
                          <a:pt x="0" y="287"/>
                        </a:lnTo>
                        <a:lnTo>
                          <a:pt x="0" y="282"/>
                        </a:lnTo>
                        <a:lnTo>
                          <a:pt x="3" y="281"/>
                        </a:lnTo>
                        <a:lnTo>
                          <a:pt x="6" y="280"/>
                        </a:lnTo>
                        <a:lnTo>
                          <a:pt x="10" y="277"/>
                        </a:lnTo>
                        <a:lnTo>
                          <a:pt x="15" y="275"/>
                        </a:lnTo>
                        <a:lnTo>
                          <a:pt x="18" y="271"/>
                        </a:lnTo>
                        <a:lnTo>
                          <a:pt x="22" y="268"/>
                        </a:lnTo>
                        <a:lnTo>
                          <a:pt x="24" y="264"/>
                        </a:lnTo>
                        <a:lnTo>
                          <a:pt x="28" y="260"/>
                        </a:lnTo>
                        <a:lnTo>
                          <a:pt x="30" y="255"/>
                        </a:lnTo>
                        <a:lnTo>
                          <a:pt x="31" y="250"/>
                        </a:lnTo>
                        <a:lnTo>
                          <a:pt x="32" y="246"/>
                        </a:lnTo>
                        <a:lnTo>
                          <a:pt x="32" y="242"/>
                        </a:lnTo>
                        <a:lnTo>
                          <a:pt x="31" y="238"/>
                        </a:lnTo>
                        <a:lnTo>
                          <a:pt x="29" y="235"/>
                        </a:lnTo>
                        <a:lnTo>
                          <a:pt x="26" y="233"/>
                        </a:lnTo>
                        <a:lnTo>
                          <a:pt x="25" y="231"/>
                        </a:lnTo>
                        <a:lnTo>
                          <a:pt x="23" y="231"/>
                        </a:lnTo>
                        <a:lnTo>
                          <a:pt x="21" y="230"/>
                        </a:lnTo>
                        <a:lnTo>
                          <a:pt x="16" y="235"/>
                        </a:lnTo>
                        <a:lnTo>
                          <a:pt x="11" y="239"/>
                        </a:lnTo>
                        <a:lnTo>
                          <a:pt x="8" y="242"/>
                        </a:lnTo>
                        <a:lnTo>
                          <a:pt x="5" y="244"/>
                        </a:lnTo>
                        <a:lnTo>
                          <a:pt x="3" y="246"/>
                        </a:lnTo>
                        <a:lnTo>
                          <a:pt x="0" y="249"/>
                        </a:lnTo>
                        <a:lnTo>
                          <a:pt x="0" y="246"/>
                        </a:lnTo>
                        <a:lnTo>
                          <a:pt x="0" y="244"/>
                        </a:lnTo>
                        <a:lnTo>
                          <a:pt x="0" y="242"/>
                        </a:lnTo>
                        <a:lnTo>
                          <a:pt x="0" y="239"/>
                        </a:lnTo>
                        <a:lnTo>
                          <a:pt x="0" y="236"/>
                        </a:lnTo>
                        <a:lnTo>
                          <a:pt x="0" y="233"/>
                        </a:lnTo>
                        <a:lnTo>
                          <a:pt x="0" y="231"/>
                        </a:lnTo>
                        <a:lnTo>
                          <a:pt x="2" y="229"/>
                        </a:lnTo>
                        <a:lnTo>
                          <a:pt x="2" y="225"/>
                        </a:lnTo>
                        <a:lnTo>
                          <a:pt x="2" y="223"/>
                        </a:lnTo>
                        <a:lnTo>
                          <a:pt x="2" y="219"/>
                        </a:lnTo>
                        <a:lnTo>
                          <a:pt x="3" y="217"/>
                        </a:lnTo>
                        <a:lnTo>
                          <a:pt x="3" y="214"/>
                        </a:lnTo>
                        <a:lnTo>
                          <a:pt x="3" y="211"/>
                        </a:lnTo>
                        <a:lnTo>
                          <a:pt x="3" y="208"/>
                        </a:lnTo>
                        <a:lnTo>
                          <a:pt x="3" y="206"/>
                        </a:lnTo>
                        <a:lnTo>
                          <a:pt x="3" y="204"/>
                        </a:lnTo>
                        <a:lnTo>
                          <a:pt x="3" y="201"/>
                        </a:lnTo>
                        <a:lnTo>
                          <a:pt x="3" y="198"/>
                        </a:lnTo>
                        <a:lnTo>
                          <a:pt x="3" y="195"/>
                        </a:lnTo>
                        <a:lnTo>
                          <a:pt x="3" y="192"/>
                        </a:lnTo>
                        <a:lnTo>
                          <a:pt x="4" y="190"/>
                        </a:lnTo>
                        <a:lnTo>
                          <a:pt x="5" y="186"/>
                        </a:lnTo>
                        <a:lnTo>
                          <a:pt x="5" y="184"/>
                        </a:lnTo>
                        <a:lnTo>
                          <a:pt x="5" y="181"/>
                        </a:lnTo>
                        <a:lnTo>
                          <a:pt x="5" y="178"/>
                        </a:lnTo>
                        <a:lnTo>
                          <a:pt x="5" y="175"/>
                        </a:lnTo>
                        <a:lnTo>
                          <a:pt x="5" y="172"/>
                        </a:lnTo>
                        <a:lnTo>
                          <a:pt x="5" y="169"/>
                        </a:lnTo>
                        <a:lnTo>
                          <a:pt x="5" y="166"/>
                        </a:lnTo>
                        <a:lnTo>
                          <a:pt x="6" y="163"/>
                        </a:lnTo>
                        <a:lnTo>
                          <a:pt x="6" y="161"/>
                        </a:lnTo>
                        <a:lnTo>
                          <a:pt x="8" y="165"/>
                        </a:lnTo>
                        <a:lnTo>
                          <a:pt x="11" y="167"/>
                        </a:lnTo>
                        <a:lnTo>
                          <a:pt x="13" y="167"/>
                        </a:lnTo>
                        <a:lnTo>
                          <a:pt x="16" y="168"/>
                        </a:lnTo>
                        <a:lnTo>
                          <a:pt x="19" y="168"/>
                        </a:lnTo>
                        <a:lnTo>
                          <a:pt x="23" y="168"/>
                        </a:lnTo>
                        <a:lnTo>
                          <a:pt x="25" y="166"/>
                        </a:lnTo>
                        <a:lnTo>
                          <a:pt x="29" y="166"/>
                        </a:lnTo>
                        <a:lnTo>
                          <a:pt x="32" y="163"/>
                        </a:lnTo>
                        <a:lnTo>
                          <a:pt x="36" y="162"/>
                        </a:lnTo>
                        <a:lnTo>
                          <a:pt x="40" y="160"/>
                        </a:lnTo>
                        <a:lnTo>
                          <a:pt x="43" y="159"/>
                        </a:lnTo>
                        <a:lnTo>
                          <a:pt x="47" y="155"/>
                        </a:lnTo>
                        <a:lnTo>
                          <a:pt x="50" y="153"/>
                        </a:lnTo>
                        <a:lnTo>
                          <a:pt x="53" y="150"/>
                        </a:lnTo>
                        <a:lnTo>
                          <a:pt x="56" y="147"/>
                        </a:lnTo>
                        <a:lnTo>
                          <a:pt x="59" y="143"/>
                        </a:lnTo>
                        <a:lnTo>
                          <a:pt x="61" y="141"/>
                        </a:lnTo>
                        <a:lnTo>
                          <a:pt x="62" y="136"/>
                        </a:lnTo>
                        <a:lnTo>
                          <a:pt x="64" y="133"/>
                        </a:lnTo>
                        <a:lnTo>
                          <a:pt x="66" y="129"/>
                        </a:lnTo>
                        <a:lnTo>
                          <a:pt x="66" y="125"/>
                        </a:lnTo>
                        <a:lnTo>
                          <a:pt x="66" y="122"/>
                        </a:lnTo>
                        <a:lnTo>
                          <a:pt x="66" y="117"/>
                        </a:lnTo>
                        <a:lnTo>
                          <a:pt x="63" y="114"/>
                        </a:lnTo>
                        <a:lnTo>
                          <a:pt x="62" y="110"/>
                        </a:lnTo>
                        <a:lnTo>
                          <a:pt x="59" y="105"/>
                        </a:lnTo>
                        <a:lnTo>
                          <a:pt x="56" y="102"/>
                        </a:lnTo>
                        <a:lnTo>
                          <a:pt x="51" y="97"/>
                        </a:lnTo>
                        <a:lnTo>
                          <a:pt x="47" y="95"/>
                        </a:lnTo>
                        <a:lnTo>
                          <a:pt x="44" y="97"/>
                        </a:lnTo>
                        <a:lnTo>
                          <a:pt x="42" y="99"/>
                        </a:lnTo>
                        <a:lnTo>
                          <a:pt x="40" y="103"/>
                        </a:lnTo>
                        <a:lnTo>
                          <a:pt x="38" y="105"/>
                        </a:lnTo>
                        <a:lnTo>
                          <a:pt x="35" y="110"/>
                        </a:lnTo>
                        <a:lnTo>
                          <a:pt x="32" y="112"/>
                        </a:lnTo>
                        <a:lnTo>
                          <a:pt x="30" y="115"/>
                        </a:lnTo>
                        <a:lnTo>
                          <a:pt x="29" y="117"/>
                        </a:lnTo>
                        <a:lnTo>
                          <a:pt x="25" y="121"/>
                        </a:lnTo>
                        <a:lnTo>
                          <a:pt x="24" y="123"/>
                        </a:lnTo>
                        <a:lnTo>
                          <a:pt x="22" y="125"/>
                        </a:lnTo>
                        <a:lnTo>
                          <a:pt x="19" y="129"/>
                        </a:lnTo>
                        <a:lnTo>
                          <a:pt x="16" y="134"/>
                        </a:lnTo>
                        <a:lnTo>
                          <a:pt x="13" y="138"/>
                        </a:lnTo>
                        <a:lnTo>
                          <a:pt x="10" y="142"/>
                        </a:lnTo>
                        <a:lnTo>
                          <a:pt x="9" y="147"/>
                        </a:lnTo>
                        <a:lnTo>
                          <a:pt x="8" y="150"/>
                        </a:lnTo>
                        <a:lnTo>
                          <a:pt x="8" y="154"/>
                        </a:lnTo>
                        <a:lnTo>
                          <a:pt x="8" y="150"/>
                        </a:lnTo>
                        <a:lnTo>
                          <a:pt x="8" y="147"/>
                        </a:lnTo>
                        <a:lnTo>
                          <a:pt x="8" y="143"/>
                        </a:lnTo>
                        <a:lnTo>
                          <a:pt x="8" y="140"/>
                        </a:lnTo>
                        <a:lnTo>
                          <a:pt x="8" y="135"/>
                        </a:lnTo>
                        <a:lnTo>
                          <a:pt x="9" y="133"/>
                        </a:lnTo>
                        <a:lnTo>
                          <a:pt x="9" y="128"/>
                        </a:lnTo>
                        <a:lnTo>
                          <a:pt x="10" y="125"/>
                        </a:lnTo>
                        <a:lnTo>
                          <a:pt x="10" y="121"/>
                        </a:lnTo>
                        <a:lnTo>
                          <a:pt x="10" y="117"/>
                        </a:lnTo>
                        <a:lnTo>
                          <a:pt x="10" y="115"/>
                        </a:lnTo>
                        <a:lnTo>
                          <a:pt x="10" y="110"/>
                        </a:lnTo>
                        <a:lnTo>
                          <a:pt x="10" y="108"/>
                        </a:lnTo>
                        <a:lnTo>
                          <a:pt x="11" y="104"/>
                        </a:lnTo>
                        <a:lnTo>
                          <a:pt x="11" y="100"/>
                        </a:lnTo>
                        <a:lnTo>
                          <a:pt x="12" y="97"/>
                        </a:lnTo>
                        <a:lnTo>
                          <a:pt x="12" y="95"/>
                        </a:lnTo>
                        <a:lnTo>
                          <a:pt x="12" y="91"/>
                        </a:lnTo>
                        <a:lnTo>
                          <a:pt x="12" y="87"/>
                        </a:lnTo>
                        <a:lnTo>
                          <a:pt x="12" y="85"/>
                        </a:lnTo>
                        <a:lnTo>
                          <a:pt x="12" y="81"/>
                        </a:lnTo>
                        <a:lnTo>
                          <a:pt x="13" y="78"/>
                        </a:lnTo>
                        <a:lnTo>
                          <a:pt x="13" y="74"/>
                        </a:lnTo>
                        <a:lnTo>
                          <a:pt x="15" y="72"/>
                        </a:lnTo>
                        <a:lnTo>
                          <a:pt x="15" y="70"/>
                        </a:lnTo>
                        <a:lnTo>
                          <a:pt x="15" y="67"/>
                        </a:lnTo>
                        <a:lnTo>
                          <a:pt x="15" y="64"/>
                        </a:lnTo>
                        <a:lnTo>
                          <a:pt x="15" y="61"/>
                        </a:lnTo>
                        <a:lnTo>
                          <a:pt x="15" y="58"/>
                        </a:lnTo>
                        <a:lnTo>
                          <a:pt x="16" y="55"/>
                        </a:lnTo>
                        <a:lnTo>
                          <a:pt x="16" y="53"/>
                        </a:lnTo>
                        <a:lnTo>
                          <a:pt x="17" y="51"/>
                        </a:lnTo>
                        <a:lnTo>
                          <a:pt x="17" y="47"/>
                        </a:lnTo>
                        <a:lnTo>
                          <a:pt x="17" y="45"/>
                        </a:lnTo>
                        <a:lnTo>
                          <a:pt x="17" y="41"/>
                        </a:lnTo>
                        <a:lnTo>
                          <a:pt x="17" y="40"/>
                        </a:lnTo>
                        <a:lnTo>
                          <a:pt x="18" y="35"/>
                        </a:lnTo>
                        <a:lnTo>
                          <a:pt x="18" y="32"/>
                        </a:lnTo>
                        <a:lnTo>
                          <a:pt x="18" y="27"/>
                        </a:lnTo>
                        <a:lnTo>
                          <a:pt x="19" y="23"/>
                        </a:lnTo>
                        <a:lnTo>
                          <a:pt x="19" y="20"/>
                        </a:lnTo>
                        <a:lnTo>
                          <a:pt x="21" y="16"/>
                        </a:lnTo>
                        <a:lnTo>
                          <a:pt x="21" y="14"/>
                        </a:lnTo>
                        <a:lnTo>
                          <a:pt x="21" y="11"/>
                        </a:lnTo>
                        <a:lnTo>
                          <a:pt x="21" y="9"/>
                        </a:lnTo>
                        <a:lnTo>
                          <a:pt x="21" y="8"/>
                        </a:lnTo>
                        <a:lnTo>
                          <a:pt x="21" y="5"/>
                        </a:lnTo>
                        <a:lnTo>
                          <a:pt x="22" y="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80" name="Freeform 180"/>
                  <p:cNvSpPr/>
                  <p:nvPr/>
                </p:nvSpPr>
                <p:spPr bwMode="auto">
                  <a:xfrm>
                    <a:off x="5458" y="1947"/>
                    <a:ext cx="14" cy="10"/>
                  </a:xfrm>
                  <a:custGeom>
                    <a:avLst/>
                    <a:gdLst>
                      <a:gd name="T0" fmla="*/ 0 w 43"/>
                      <a:gd name="T1" fmla="*/ 0 h 31"/>
                      <a:gd name="T2" fmla="*/ 0 w 43"/>
                      <a:gd name="T3" fmla="*/ 0 h 31"/>
                      <a:gd name="T4" fmla="*/ 0 w 43"/>
                      <a:gd name="T5" fmla="*/ 0 h 31"/>
                      <a:gd name="T6" fmla="*/ 0 w 43"/>
                      <a:gd name="T7" fmla="*/ 0 h 31"/>
                      <a:gd name="T8" fmla="*/ 0 w 43"/>
                      <a:gd name="T9" fmla="*/ 0 h 31"/>
                      <a:gd name="T10" fmla="*/ 0 w 43"/>
                      <a:gd name="T11" fmla="*/ 0 h 31"/>
                      <a:gd name="T12" fmla="*/ 0 w 43"/>
                      <a:gd name="T13" fmla="*/ 0 h 31"/>
                      <a:gd name="T14" fmla="*/ 0 w 43"/>
                      <a:gd name="T15" fmla="*/ 0 h 31"/>
                      <a:gd name="T16" fmla="*/ 0 w 43"/>
                      <a:gd name="T17" fmla="*/ 0 h 31"/>
                      <a:gd name="T18" fmla="*/ 0 w 43"/>
                      <a:gd name="T19" fmla="*/ 0 h 31"/>
                      <a:gd name="T20" fmla="*/ 0 w 43"/>
                      <a:gd name="T21" fmla="*/ 0 h 31"/>
                      <a:gd name="T22" fmla="*/ 0 w 43"/>
                      <a:gd name="T23" fmla="*/ 0 h 31"/>
                      <a:gd name="T24" fmla="*/ 0 w 43"/>
                      <a:gd name="T25" fmla="*/ 0 h 31"/>
                      <a:gd name="T26" fmla="*/ 0 w 43"/>
                      <a:gd name="T27" fmla="*/ 0 h 31"/>
                      <a:gd name="T28" fmla="*/ 0 w 43"/>
                      <a:gd name="T29" fmla="*/ 0 h 31"/>
                      <a:gd name="T30" fmla="*/ 0 w 43"/>
                      <a:gd name="T31" fmla="*/ 0 h 31"/>
                      <a:gd name="T32" fmla="*/ 0 w 43"/>
                      <a:gd name="T33" fmla="*/ 0 h 31"/>
                      <a:gd name="T34" fmla="*/ 0 w 43"/>
                      <a:gd name="T35" fmla="*/ 0 h 31"/>
                      <a:gd name="T36" fmla="*/ 0 w 43"/>
                      <a:gd name="T37" fmla="*/ 0 h 31"/>
                      <a:gd name="T38" fmla="*/ 0 w 43"/>
                      <a:gd name="T39" fmla="*/ 0 h 31"/>
                      <a:gd name="T40" fmla="*/ 0 w 43"/>
                      <a:gd name="T41" fmla="*/ 0 h 31"/>
                      <a:gd name="T42" fmla="*/ 0 w 43"/>
                      <a:gd name="T43" fmla="*/ 0 h 31"/>
                      <a:gd name="T44" fmla="*/ 0 w 43"/>
                      <a:gd name="T45" fmla="*/ 0 h 31"/>
                      <a:gd name="T46" fmla="*/ 0 w 43"/>
                      <a:gd name="T47" fmla="*/ 0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
                      <a:gd name="T73" fmla="*/ 0 h 31"/>
                      <a:gd name="T74" fmla="*/ 43 w 43"/>
                      <a:gd name="T75" fmla="*/ 31 h 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 h="31">
                        <a:moveTo>
                          <a:pt x="0" y="0"/>
                        </a:moveTo>
                        <a:lnTo>
                          <a:pt x="43" y="3"/>
                        </a:lnTo>
                        <a:lnTo>
                          <a:pt x="42" y="6"/>
                        </a:lnTo>
                        <a:lnTo>
                          <a:pt x="41" y="9"/>
                        </a:lnTo>
                        <a:lnTo>
                          <a:pt x="40" y="11"/>
                        </a:lnTo>
                        <a:lnTo>
                          <a:pt x="37" y="13"/>
                        </a:lnTo>
                        <a:lnTo>
                          <a:pt x="37" y="16"/>
                        </a:lnTo>
                        <a:lnTo>
                          <a:pt x="35" y="18"/>
                        </a:lnTo>
                        <a:lnTo>
                          <a:pt x="33" y="20"/>
                        </a:lnTo>
                        <a:lnTo>
                          <a:pt x="32" y="23"/>
                        </a:lnTo>
                        <a:lnTo>
                          <a:pt x="30" y="26"/>
                        </a:lnTo>
                        <a:lnTo>
                          <a:pt x="26" y="29"/>
                        </a:lnTo>
                        <a:lnTo>
                          <a:pt x="20" y="31"/>
                        </a:lnTo>
                        <a:lnTo>
                          <a:pt x="16" y="30"/>
                        </a:lnTo>
                        <a:lnTo>
                          <a:pt x="13" y="28"/>
                        </a:lnTo>
                        <a:lnTo>
                          <a:pt x="13" y="24"/>
                        </a:lnTo>
                        <a:lnTo>
                          <a:pt x="13" y="20"/>
                        </a:lnTo>
                        <a:lnTo>
                          <a:pt x="13" y="17"/>
                        </a:lnTo>
                        <a:lnTo>
                          <a:pt x="13" y="13"/>
                        </a:lnTo>
                        <a:lnTo>
                          <a:pt x="14" y="11"/>
                        </a:lnTo>
                        <a:lnTo>
                          <a:pt x="15" y="11"/>
                        </a:lnTo>
                        <a:lnTo>
                          <a:pt x="0"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81" name="Freeform 181"/>
                  <p:cNvSpPr/>
                  <p:nvPr/>
                </p:nvSpPr>
                <p:spPr bwMode="auto">
                  <a:xfrm>
                    <a:off x="5487" y="1968"/>
                    <a:ext cx="19" cy="7"/>
                  </a:xfrm>
                  <a:custGeom>
                    <a:avLst/>
                    <a:gdLst>
                      <a:gd name="T0" fmla="*/ 0 w 57"/>
                      <a:gd name="T1" fmla="*/ 0 h 22"/>
                      <a:gd name="T2" fmla="*/ 0 w 57"/>
                      <a:gd name="T3" fmla="*/ 0 h 22"/>
                      <a:gd name="T4" fmla="*/ 0 w 57"/>
                      <a:gd name="T5" fmla="*/ 0 h 22"/>
                      <a:gd name="T6" fmla="*/ 0 w 57"/>
                      <a:gd name="T7" fmla="*/ 0 h 22"/>
                      <a:gd name="T8" fmla="*/ 0 w 57"/>
                      <a:gd name="T9" fmla="*/ 0 h 22"/>
                      <a:gd name="T10" fmla="*/ 0 w 57"/>
                      <a:gd name="T11" fmla="*/ 0 h 22"/>
                      <a:gd name="T12" fmla="*/ 0 w 57"/>
                      <a:gd name="T13" fmla="*/ 0 h 22"/>
                      <a:gd name="T14" fmla="*/ 0 w 57"/>
                      <a:gd name="T15" fmla="*/ 0 h 22"/>
                      <a:gd name="T16" fmla="*/ 0 w 57"/>
                      <a:gd name="T17" fmla="*/ 0 h 22"/>
                      <a:gd name="T18" fmla="*/ 0 w 57"/>
                      <a:gd name="T19" fmla="*/ 0 h 22"/>
                      <a:gd name="T20" fmla="*/ 0 w 57"/>
                      <a:gd name="T21" fmla="*/ 0 h 22"/>
                      <a:gd name="T22" fmla="*/ 0 w 57"/>
                      <a:gd name="T23" fmla="*/ 0 h 22"/>
                      <a:gd name="T24" fmla="*/ 0 w 57"/>
                      <a:gd name="T25" fmla="*/ 0 h 22"/>
                      <a:gd name="T26" fmla="*/ 0 w 57"/>
                      <a:gd name="T27" fmla="*/ 0 h 22"/>
                      <a:gd name="T28" fmla="*/ 0 w 57"/>
                      <a:gd name="T29" fmla="*/ 0 h 22"/>
                      <a:gd name="T30" fmla="*/ 0 w 57"/>
                      <a:gd name="T31" fmla="*/ 0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22"/>
                      <a:gd name="T50" fmla="*/ 57 w 57"/>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22">
                        <a:moveTo>
                          <a:pt x="57" y="19"/>
                        </a:moveTo>
                        <a:lnTo>
                          <a:pt x="0" y="22"/>
                        </a:lnTo>
                        <a:lnTo>
                          <a:pt x="20" y="0"/>
                        </a:lnTo>
                        <a:lnTo>
                          <a:pt x="23" y="0"/>
                        </a:lnTo>
                        <a:lnTo>
                          <a:pt x="26" y="3"/>
                        </a:lnTo>
                        <a:lnTo>
                          <a:pt x="29" y="4"/>
                        </a:lnTo>
                        <a:lnTo>
                          <a:pt x="32" y="6"/>
                        </a:lnTo>
                        <a:lnTo>
                          <a:pt x="36" y="7"/>
                        </a:lnTo>
                        <a:lnTo>
                          <a:pt x="39" y="8"/>
                        </a:lnTo>
                        <a:lnTo>
                          <a:pt x="43" y="11"/>
                        </a:lnTo>
                        <a:lnTo>
                          <a:pt x="45" y="13"/>
                        </a:lnTo>
                        <a:lnTo>
                          <a:pt x="49" y="13"/>
                        </a:lnTo>
                        <a:lnTo>
                          <a:pt x="51" y="16"/>
                        </a:lnTo>
                        <a:lnTo>
                          <a:pt x="56" y="18"/>
                        </a:lnTo>
                        <a:lnTo>
                          <a:pt x="57" y="1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grpSp>
          <p:nvGrpSpPr>
            <p:cNvPr id="359" name="Group 182"/>
            <p:cNvGrpSpPr/>
            <p:nvPr/>
          </p:nvGrpSpPr>
          <p:grpSpPr bwMode="auto">
            <a:xfrm>
              <a:off x="4752" y="1437"/>
              <a:ext cx="475" cy="442"/>
              <a:chOff x="4752" y="1437"/>
              <a:chExt cx="475" cy="442"/>
            </a:xfrm>
          </p:grpSpPr>
          <p:sp>
            <p:nvSpPr>
              <p:cNvPr id="412" name="Rectangle 183"/>
              <p:cNvSpPr>
                <a:spLocks noChangeArrowheads="1"/>
              </p:cNvSpPr>
              <p:nvPr/>
            </p:nvSpPr>
            <p:spPr bwMode="auto">
              <a:xfrm>
                <a:off x="4838" y="1459"/>
                <a:ext cx="288" cy="240"/>
              </a:xfrm>
              <a:prstGeom prst="rect">
                <a:avLst/>
              </a:prstGeom>
              <a:solidFill>
                <a:srgbClr val="B2B2B2"/>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413" name="Rectangle 184"/>
              <p:cNvSpPr>
                <a:spLocks noChangeArrowheads="1"/>
              </p:cNvSpPr>
              <p:nvPr/>
            </p:nvSpPr>
            <p:spPr bwMode="auto">
              <a:xfrm>
                <a:off x="4780" y="1761"/>
                <a:ext cx="418" cy="96"/>
              </a:xfrm>
              <a:prstGeom prst="rect">
                <a:avLst/>
              </a:prstGeom>
              <a:solidFill>
                <a:srgbClr val="B2B2B2"/>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414" name="Group 185"/>
              <p:cNvGrpSpPr/>
              <p:nvPr/>
            </p:nvGrpSpPr>
            <p:grpSpPr bwMode="auto">
              <a:xfrm>
                <a:off x="4752" y="1437"/>
                <a:ext cx="475" cy="442"/>
                <a:chOff x="4752" y="1437"/>
                <a:chExt cx="475" cy="442"/>
              </a:xfrm>
            </p:grpSpPr>
            <p:sp>
              <p:nvSpPr>
                <p:cNvPr id="415" name="Rectangle 186"/>
                <p:cNvSpPr>
                  <a:spLocks noChangeArrowheads="1"/>
                </p:cNvSpPr>
                <p:nvPr/>
              </p:nvSpPr>
              <p:spPr bwMode="auto">
                <a:xfrm>
                  <a:off x="4891" y="1513"/>
                  <a:ext cx="192" cy="144"/>
                </a:xfrm>
                <a:prstGeom prst="rect">
                  <a:avLst/>
                </a:prstGeom>
                <a:solidFill>
                  <a:srgbClr val="00CC99"/>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416" name="Group 187"/>
                <p:cNvGrpSpPr/>
                <p:nvPr/>
              </p:nvGrpSpPr>
              <p:grpSpPr bwMode="auto">
                <a:xfrm>
                  <a:off x="4752" y="1437"/>
                  <a:ext cx="475" cy="442"/>
                  <a:chOff x="5285" y="1536"/>
                  <a:chExt cx="475" cy="442"/>
                </a:xfrm>
              </p:grpSpPr>
              <p:sp>
                <p:nvSpPr>
                  <p:cNvPr id="417" name="Freeform 188"/>
                  <p:cNvSpPr/>
                  <p:nvPr/>
                </p:nvSpPr>
                <p:spPr bwMode="auto">
                  <a:xfrm>
                    <a:off x="5365" y="1943"/>
                    <a:ext cx="369" cy="35"/>
                  </a:xfrm>
                  <a:custGeom>
                    <a:avLst/>
                    <a:gdLst>
                      <a:gd name="T0" fmla="*/ 0 w 1105"/>
                      <a:gd name="T1" fmla="*/ 0 h 104"/>
                      <a:gd name="T2" fmla="*/ 0 w 1105"/>
                      <a:gd name="T3" fmla="*/ 0 h 104"/>
                      <a:gd name="T4" fmla="*/ 0 w 1105"/>
                      <a:gd name="T5" fmla="*/ 0 h 104"/>
                      <a:gd name="T6" fmla="*/ 0 w 1105"/>
                      <a:gd name="T7" fmla="*/ 0 h 104"/>
                      <a:gd name="T8" fmla="*/ 0 w 1105"/>
                      <a:gd name="T9" fmla="*/ 0 h 104"/>
                      <a:gd name="T10" fmla="*/ 0 w 1105"/>
                      <a:gd name="T11" fmla="*/ 0 h 104"/>
                      <a:gd name="T12" fmla="*/ 0 w 1105"/>
                      <a:gd name="T13" fmla="*/ 0 h 104"/>
                      <a:gd name="T14" fmla="*/ 0 w 1105"/>
                      <a:gd name="T15" fmla="*/ 0 h 104"/>
                      <a:gd name="T16" fmla="*/ 0 w 1105"/>
                      <a:gd name="T17" fmla="*/ 0 h 104"/>
                      <a:gd name="T18" fmla="*/ 0 w 1105"/>
                      <a:gd name="T19" fmla="*/ 0 h 104"/>
                      <a:gd name="T20" fmla="*/ 0 w 1105"/>
                      <a:gd name="T21" fmla="*/ 0 h 104"/>
                      <a:gd name="T22" fmla="*/ 0 w 1105"/>
                      <a:gd name="T23" fmla="*/ 0 h 104"/>
                      <a:gd name="T24" fmla="*/ 0 w 1105"/>
                      <a:gd name="T25" fmla="*/ 0 h 104"/>
                      <a:gd name="T26" fmla="*/ 0 w 1105"/>
                      <a:gd name="T27" fmla="*/ 0 h 104"/>
                      <a:gd name="T28" fmla="*/ 0 w 1105"/>
                      <a:gd name="T29" fmla="*/ 0 h 104"/>
                      <a:gd name="T30" fmla="*/ 0 w 1105"/>
                      <a:gd name="T31" fmla="*/ 0 h 104"/>
                      <a:gd name="T32" fmla="*/ 0 w 1105"/>
                      <a:gd name="T33" fmla="*/ 0 h 104"/>
                      <a:gd name="T34" fmla="*/ 0 w 1105"/>
                      <a:gd name="T35" fmla="*/ 0 h 104"/>
                      <a:gd name="T36" fmla="*/ 0 w 1105"/>
                      <a:gd name="T37" fmla="*/ 0 h 104"/>
                      <a:gd name="T38" fmla="*/ 0 w 1105"/>
                      <a:gd name="T39" fmla="*/ 0 h 104"/>
                      <a:gd name="T40" fmla="*/ 0 w 1105"/>
                      <a:gd name="T41" fmla="*/ 0 h 104"/>
                      <a:gd name="T42" fmla="*/ 0 w 1105"/>
                      <a:gd name="T43" fmla="*/ 0 h 104"/>
                      <a:gd name="T44" fmla="*/ 0 w 1105"/>
                      <a:gd name="T45" fmla="*/ 0 h 104"/>
                      <a:gd name="T46" fmla="*/ 0 w 1105"/>
                      <a:gd name="T47" fmla="*/ 0 h 104"/>
                      <a:gd name="T48" fmla="*/ 0 w 1105"/>
                      <a:gd name="T49" fmla="*/ 0 h 104"/>
                      <a:gd name="T50" fmla="*/ 0 w 1105"/>
                      <a:gd name="T51" fmla="*/ 0 h 104"/>
                      <a:gd name="T52" fmla="*/ 0 w 1105"/>
                      <a:gd name="T53" fmla="*/ 0 h 104"/>
                      <a:gd name="T54" fmla="*/ 0 w 1105"/>
                      <a:gd name="T55" fmla="*/ 0 h 104"/>
                      <a:gd name="T56" fmla="*/ 0 w 1105"/>
                      <a:gd name="T57" fmla="*/ 0 h 104"/>
                      <a:gd name="T58" fmla="*/ 0 w 1105"/>
                      <a:gd name="T59" fmla="*/ 0 h 104"/>
                      <a:gd name="T60" fmla="*/ 0 w 1105"/>
                      <a:gd name="T61" fmla="*/ 0 h 104"/>
                      <a:gd name="T62" fmla="*/ 0 w 1105"/>
                      <a:gd name="T63" fmla="*/ 0 h 104"/>
                      <a:gd name="T64" fmla="*/ 0 w 1105"/>
                      <a:gd name="T65" fmla="*/ 0 h 104"/>
                      <a:gd name="T66" fmla="*/ 0 w 1105"/>
                      <a:gd name="T67" fmla="*/ 0 h 104"/>
                      <a:gd name="T68" fmla="*/ 0 w 1105"/>
                      <a:gd name="T69" fmla="*/ 0 h 104"/>
                      <a:gd name="T70" fmla="*/ 0 w 1105"/>
                      <a:gd name="T71" fmla="*/ 0 h 104"/>
                      <a:gd name="T72" fmla="*/ 0 w 1105"/>
                      <a:gd name="T73" fmla="*/ 0 h 104"/>
                      <a:gd name="T74" fmla="*/ 0 w 1105"/>
                      <a:gd name="T75" fmla="*/ 0 h 104"/>
                      <a:gd name="T76" fmla="*/ 0 w 1105"/>
                      <a:gd name="T77" fmla="*/ 0 h 104"/>
                      <a:gd name="T78" fmla="*/ 0 w 1105"/>
                      <a:gd name="T79" fmla="*/ 0 h 104"/>
                      <a:gd name="T80" fmla="*/ 0 w 1105"/>
                      <a:gd name="T81" fmla="*/ 0 h 104"/>
                      <a:gd name="T82" fmla="*/ 0 w 1105"/>
                      <a:gd name="T83" fmla="*/ 0 h 104"/>
                      <a:gd name="T84" fmla="*/ 0 w 1105"/>
                      <a:gd name="T85" fmla="*/ 0 h 104"/>
                      <a:gd name="T86" fmla="*/ 0 w 1105"/>
                      <a:gd name="T87" fmla="*/ 0 h 104"/>
                      <a:gd name="T88" fmla="*/ 0 w 1105"/>
                      <a:gd name="T89" fmla="*/ 0 h 104"/>
                      <a:gd name="T90" fmla="*/ 0 w 1105"/>
                      <a:gd name="T91" fmla="*/ 0 h 104"/>
                      <a:gd name="T92" fmla="*/ 0 w 1105"/>
                      <a:gd name="T93" fmla="*/ 0 h 104"/>
                      <a:gd name="T94" fmla="*/ 0 w 1105"/>
                      <a:gd name="T95" fmla="*/ 0 h 104"/>
                      <a:gd name="T96" fmla="*/ 0 w 1105"/>
                      <a:gd name="T97" fmla="*/ 0 h 104"/>
                      <a:gd name="T98" fmla="*/ 0 w 1105"/>
                      <a:gd name="T99" fmla="*/ 0 h 104"/>
                      <a:gd name="T100" fmla="*/ 0 w 1105"/>
                      <a:gd name="T101" fmla="*/ 0 h 104"/>
                      <a:gd name="T102" fmla="*/ 0 w 1105"/>
                      <a:gd name="T103" fmla="*/ 0 h 104"/>
                      <a:gd name="T104" fmla="*/ 0 w 1105"/>
                      <a:gd name="T105" fmla="*/ 0 h 104"/>
                      <a:gd name="T106" fmla="*/ 0 w 1105"/>
                      <a:gd name="T107" fmla="*/ 0 h 104"/>
                      <a:gd name="T108" fmla="*/ 0 w 1105"/>
                      <a:gd name="T109" fmla="*/ 0 h 104"/>
                      <a:gd name="T110" fmla="*/ 0 w 1105"/>
                      <a:gd name="T111" fmla="*/ 0 h 104"/>
                      <a:gd name="T112" fmla="*/ 0 w 1105"/>
                      <a:gd name="T113" fmla="*/ 0 h 1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05"/>
                      <a:gd name="T172" fmla="*/ 0 h 104"/>
                      <a:gd name="T173" fmla="*/ 1105 w 1105"/>
                      <a:gd name="T174" fmla="*/ 104 h 1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05" h="104">
                        <a:moveTo>
                          <a:pt x="872" y="13"/>
                        </a:moveTo>
                        <a:lnTo>
                          <a:pt x="876" y="13"/>
                        </a:lnTo>
                        <a:lnTo>
                          <a:pt x="879" y="13"/>
                        </a:lnTo>
                        <a:lnTo>
                          <a:pt x="883" y="13"/>
                        </a:lnTo>
                        <a:lnTo>
                          <a:pt x="886" y="13"/>
                        </a:lnTo>
                        <a:lnTo>
                          <a:pt x="890" y="13"/>
                        </a:lnTo>
                        <a:lnTo>
                          <a:pt x="893" y="13"/>
                        </a:lnTo>
                        <a:lnTo>
                          <a:pt x="897" y="13"/>
                        </a:lnTo>
                        <a:lnTo>
                          <a:pt x="900" y="13"/>
                        </a:lnTo>
                        <a:lnTo>
                          <a:pt x="904" y="13"/>
                        </a:lnTo>
                        <a:lnTo>
                          <a:pt x="909" y="13"/>
                        </a:lnTo>
                        <a:lnTo>
                          <a:pt x="911" y="13"/>
                        </a:lnTo>
                        <a:lnTo>
                          <a:pt x="916" y="13"/>
                        </a:lnTo>
                        <a:lnTo>
                          <a:pt x="918" y="11"/>
                        </a:lnTo>
                        <a:lnTo>
                          <a:pt x="923" y="11"/>
                        </a:lnTo>
                        <a:lnTo>
                          <a:pt x="927" y="11"/>
                        </a:lnTo>
                        <a:lnTo>
                          <a:pt x="930" y="11"/>
                        </a:lnTo>
                        <a:lnTo>
                          <a:pt x="932" y="10"/>
                        </a:lnTo>
                        <a:lnTo>
                          <a:pt x="936" y="10"/>
                        </a:lnTo>
                        <a:lnTo>
                          <a:pt x="940" y="10"/>
                        </a:lnTo>
                        <a:lnTo>
                          <a:pt x="943" y="10"/>
                        </a:lnTo>
                        <a:lnTo>
                          <a:pt x="947" y="9"/>
                        </a:lnTo>
                        <a:lnTo>
                          <a:pt x="950" y="9"/>
                        </a:lnTo>
                        <a:lnTo>
                          <a:pt x="954" y="8"/>
                        </a:lnTo>
                        <a:lnTo>
                          <a:pt x="957" y="8"/>
                        </a:lnTo>
                        <a:lnTo>
                          <a:pt x="960" y="8"/>
                        </a:lnTo>
                        <a:lnTo>
                          <a:pt x="964" y="8"/>
                        </a:lnTo>
                        <a:lnTo>
                          <a:pt x="967" y="7"/>
                        </a:lnTo>
                        <a:lnTo>
                          <a:pt x="972" y="7"/>
                        </a:lnTo>
                        <a:lnTo>
                          <a:pt x="974" y="5"/>
                        </a:lnTo>
                        <a:lnTo>
                          <a:pt x="978" y="5"/>
                        </a:lnTo>
                        <a:lnTo>
                          <a:pt x="981" y="5"/>
                        </a:lnTo>
                        <a:lnTo>
                          <a:pt x="985" y="5"/>
                        </a:lnTo>
                        <a:lnTo>
                          <a:pt x="988" y="4"/>
                        </a:lnTo>
                        <a:lnTo>
                          <a:pt x="992" y="3"/>
                        </a:lnTo>
                        <a:lnTo>
                          <a:pt x="994" y="3"/>
                        </a:lnTo>
                        <a:lnTo>
                          <a:pt x="998" y="3"/>
                        </a:lnTo>
                        <a:lnTo>
                          <a:pt x="1001" y="3"/>
                        </a:lnTo>
                        <a:lnTo>
                          <a:pt x="1005" y="2"/>
                        </a:lnTo>
                        <a:lnTo>
                          <a:pt x="1007" y="2"/>
                        </a:lnTo>
                        <a:lnTo>
                          <a:pt x="1012" y="2"/>
                        </a:lnTo>
                        <a:lnTo>
                          <a:pt x="1014" y="1"/>
                        </a:lnTo>
                        <a:lnTo>
                          <a:pt x="1018" y="1"/>
                        </a:lnTo>
                        <a:lnTo>
                          <a:pt x="1021" y="1"/>
                        </a:lnTo>
                        <a:lnTo>
                          <a:pt x="1025" y="1"/>
                        </a:lnTo>
                        <a:lnTo>
                          <a:pt x="1029" y="1"/>
                        </a:lnTo>
                        <a:lnTo>
                          <a:pt x="1032" y="1"/>
                        </a:lnTo>
                        <a:lnTo>
                          <a:pt x="1034" y="1"/>
                        </a:lnTo>
                        <a:lnTo>
                          <a:pt x="1039" y="1"/>
                        </a:lnTo>
                        <a:lnTo>
                          <a:pt x="1042" y="0"/>
                        </a:lnTo>
                        <a:lnTo>
                          <a:pt x="1045" y="0"/>
                        </a:lnTo>
                        <a:lnTo>
                          <a:pt x="1048" y="0"/>
                        </a:lnTo>
                        <a:lnTo>
                          <a:pt x="1052" y="0"/>
                        </a:lnTo>
                        <a:lnTo>
                          <a:pt x="1055" y="0"/>
                        </a:lnTo>
                        <a:lnTo>
                          <a:pt x="1058" y="1"/>
                        </a:lnTo>
                        <a:lnTo>
                          <a:pt x="1062" y="1"/>
                        </a:lnTo>
                        <a:lnTo>
                          <a:pt x="1065" y="1"/>
                        </a:lnTo>
                        <a:lnTo>
                          <a:pt x="1068" y="1"/>
                        </a:lnTo>
                        <a:lnTo>
                          <a:pt x="1072" y="2"/>
                        </a:lnTo>
                        <a:lnTo>
                          <a:pt x="1075" y="2"/>
                        </a:lnTo>
                        <a:lnTo>
                          <a:pt x="1078" y="3"/>
                        </a:lnTo>
                        <a:lnTo>
                          <a:pt x="1082" y="3"/>
                        </a:lnTo>
                        <a:lnTo>
                          <a:pt x="1086" y="4"/>
                        </a:lnTo>
                        <a:lnTo>
                          <a:pt x="1089" y="5"/>
                        </a:lnTo>
                        <a:lnTo>
                          <a:pt x="1093" y="7"/>
                        </a:lnTo>
                        <a:lnTo>
                          <a:pt x="1093" y="9"/>
                        </a:lnTo>
                        <a:lnTo>
                          <a:pt x="1094" y="11"/>
                        </a:lnTo>
                        <a:lnTo>
                          <a:pt x="1095" y="14"/>
                        </a:lnTo>
                        <a:lnTo>
                          <a:pt x="1095" y="17"/>
                        </a:lnTo>
                        <a:lnTo>
                          <a:pt x="1096" y="20"/>
                        </a:lnTo>
                        <a:lnTo>
                          <a:pt x="1097" y="22"/>
                        </a:lnTo>
                        <a:lnTo>
                          <a:pt x="1097" y="24"/>
                        </a:lnTo>
                        <a:lnTo>
                          <a:pt x="1099" y="28"/>
                        </a:lnTo>
                        <a:lnTo>
                          <a:pt x="1099" y="30"/>
                        </a:lnTo>
                        <a:lnTo>
                          <a:pt x="1100" y="33"/>
                        </a:lnTo>
                        <a:lnTo>
                          <a:pt x="1101" y="35"/>
                        </a:lnTo>
                        <a:lnTo>
                          <a:pt x="1101" y="39"/>
                        </a:lnTo>
                        <a:lnTo>
                          <a:pt x="1102" y="41"/>
                        </a:lnTo>
                        <a:lnTo>
                          <a:pt x="1103" y="43"/>
                        </a:lnTo>
                        <a:lnTo>
                          <a:pt x="1103" y="46"/>
                        </a:lnTo>
                        <a:lnTo>
                          <a:pt x="1105" y="49"/>
                        </a:lnTo>
                        <a:lnTo>
                          <a:pt x="1099" y="53"/>
                        </a:lnTo>
                        <a:lnTo>
                          <a:pt x="1093" y="57"/>
                        </a:lnTo>
                        <a:lnTo>
                          <a:pt x="1086" y="60"/>
                        </a:lnTo>
                        <a:lnTo>
                          <a:pt x="1077" y="64"/>
                        </a:lnTo>
                        <a:lnTo>
                          <a:pt x="1068" y="66"/>
                        </a:lnTo>
                        <a:lnTo>
                          <a:pt x="1057" y="68"/>
                        </a:lnTo>
                        <a:lnTo>
                          <a:pt x="1048" y="72"/>
                        </a:lnTo>
                        <a:lnTo>
                          <a:pt x="1036" y="76"/>
                        </a:lnTo>
                        <a:lnTo>
                          <a:pt x="1024" y="78"/>
                        </a:lnTo>
                        <a:lnTo>
                          <a:pt x="1011" y="80"/>
                        </a:lnTo>
                        <a:lnTo>
                          <a:pt x="997" y="81"/>
                        </a:lnTo>
                        <a:lnTo>
                          <a:pt x="982" y="84"/>
                        </a:lnTo>
                        <a:lnTo>
                          <a:pt x="968" y="86"/>
                        </a:lnTo>
                        <a:lnTo>
                          <a:pt x="953" y="89"/>
                        </a:lnTo>
                        <a:lnTo>
                          <a:pt x="936" y="90"/>
                        </a:lnTo>
                        <a:lnTo>
                          <a:pt x="921" y="92"/>
                        </a:lnTo>
                        <a:lnTo>
                          <a:pt x="903" y="92"/>
                        </a:lnTo>
                        <a:lnTo>
                          <a:pt x="885" y="95"/>
                        </a:lnTo>
                        <a:lnTo>
                          <a:pt x="866" y="96"/>
                        </a:lnTo>
                        <a:lnTo>
                          <a:pt x="847" y="97"/>
                        </a:lnTo>
                        <a:lnTo>
                          <a:pt x="829" y="98"/>
                        </a:lnTo>
                        <a:lnTo>
                          <a:pt x="809" y="99"/>
                        </a:lnTo>
                        <a:lnTo>
                          <a:pt x="790" y="99"/>
                        </a:lnTo>
                        <a:lnTo>
                          <a:pt x="770" y="102"/>
                        </a:lnTo>
                        <a:lnTo>
                          <a:pt x="750" y="102"/>
                        </a:lnTo>
                        <a:lnTo>
                          <a:pt x="728" y="102"/>
                        </a:lnTo>
                        <a:lnTo>
                          <a:pt x="708" y="102"/>
                        </a:lnTo>
                        <a:lnTo>
                          <a:pt x="688" y="104"/>
                        </a:lnTo>
                        <a:lnTo>
                          <a:pt x="665" y="104"/>
                        </a:lnTo>
                        <a:lnTo>
                          <a:pt x="645" y="104"/>
                        </a:lnTo>
                        <a:lnTo>
                          <a:pt x="623" y="104"/>
                        </a:lnTo>
                        <a:lnTo>
                          <a:pt x="601" y="104"/>
                        </a:lnTo>
                        <a:lnTo>
                          <a:pt x="580" y="104"/>
                        </a:lnTo>
                        <a:lnTo>
                          <a:pt x="558" y="104"/>
                        </a:lnTo>
                        <a:lnTo>
                          <a:pt x="536" y="104"/>
                        </a:lnTo>
                        <a:lnTo>
                          <a:pt x="514" y="104"/>
                        </a:lnTo>
                        <a:lnTo>
                          <a:pt x="492" y="104"/>
                        </a:lnTo>
                        <a:lnTo>
                          <a:pt x="471" y="104"/>
                        </a:lnTo>
                        <a:lnTo>
                          <a:pt x="450" y="104"/>
                        </a:lnTo>
                        <a:lnTo>
                          <a:pt x="427" y="104"/>
                        </a:lnTo>
                        <a:lnTo>
                          <a:pt x="407" y="104"/>
                        </a:lnTo>
                        <a:lnTo>
                          <a:pt x="384" y="104"/>
                        </a:lnTo>
                        <a:lnTo>
                          <a:pt x="363" y="103"/>
                        </a:lnTo>
                        <a:lnTo>
                          <a:pt x="343" y="103"/>
                        </a:lnTo>
                        <a:lnTo>
                          <a:pt x="321" y="102"/>
                        </a:lnTo>
                        <a:lnTo>
                          <a:pt x="301" y="102"/>
                        </a:lnTo>
                        <a:lnTo>
                          <a:pt x="282" y="102"/>
                        </a:lnTo>
                        <a:lnTo>
                          <a:pt x="263" y="102"/>
                        </a:lnTo>
                        <a:lnTo>
                          <a:pt x="243" y="102"/>
                        </a:lnTo>
                        <a:lnTo>
                          <a:pt x="224" y="102"/>
                        </a:lnTo>
                        <a:lnTo>
                          <a:pt x="205" y="100"/>
                        </a:lnTo>
                        <a:lnTo>
                          <a:pt x="187" y="100"/>
                        </a:lnTo>
                        <a:lnTo>
                          <a:pt x="170" y="99"/>
                        </a:lnTo>
                        <a:lnTo>
                          <a:pt x="153" y="99"/>
                        </a:lnTo>
                        <a:lnTo>
                          <a:pt x="136" y="99"/>
                        </a:lnTo>
                        <a:lnTo>
                          <a:pt x="120" y="99"/>
                        </a:lnTo>
                        <a:lnTo>
                          <a:pt x="104" y="99"/>
                        </a:lnTo>
                        <a:lnTo>
                          <a:pt x="89" y="99"/>
                        </a:lnTo>
                        <a:lnTo>
                          <a:pt x="76" y="99"/>
                        </a:lnTo>
                        <a:lnTo>
                          <a:pt x="63" y="99"/>
                        </a:lnTo>
                        <a:lnTo>
                          <a:pt x="49" y="99"/>
                        </a:lnTo>
                        <a:lnTo>
                          <a:pt x="37" y="99"/>
                        </a:lnTo>
                        <a:lnTo>
                          <a:pt x="25" y="99"/>
                        </a:lnTo>
                        <a:lnTo>
                          <a:pt x="15" y="99"/>
                        </a:lnTo>
                        <a:lnTo>
                          <a:pt x="14" y="97"/>
                        </a:lnTo>
                        <a:lnTo>
                          <a:pt x="12" y="93"/>
                        </a:lnTo>
                        <a:lnTo>
                          <a:pt x="11" y="91"/>
                        </a:lnTo>
                        <a:lnTo>
                          <a:pt x="9" y="89"/>
                        </a:lnTo>
                        <a:lnTo>
                          <a:pt x="7" y="83"/>
                        </a:lnTo>
                        <a:lnTo>
                          <a:pt x="6" y="78"/>
                        </a:lnTo>
                        <a:lnTo>
                          <a:pt x="5" y="76"/>
                        </a:lnTo>
                        <a:lnTo>
                          <a:pt x="5" y="73"/>
                        </a:lnTo>
                        <a:lnTo>
                          <a:pt x="3" y="70"/>
                        </a:lnTo>
                        <a:lnTo>
                          <a:pt x="2" y="67"/>
                        </a:lnTo>
                        <a:lnTo>
                          <a:pt x="2" y="65"/>
                        </a:lnTo>
                        <a:lnTo>
                          <a:pt x="2" y="62"/>
                        </a:lnTo>
                        <a:lnTo>
                          <a:pt x="0" y="59"/>
                        </a:lnTo>
                        <a:lnTo>
                          <a:pt x="0" y="57"/>
                        </a:lnTo>
                        <a:lnTo>
                          <a:pt x="2" y="54"/>
                        </a:lnTo>
                        <a:lnTo>
                          <a:pt x="7" y="51"/>
                        </a:lnTo>
                        <a:lnTo>
                          <a:pt x="9" y="48"/>
                        </a:lnTo>
                        <a:lnTo>
                          <a:pt x="14" y="46"/>
                        </a:lnTo>
                        <a:lnTo>
                          <a:pt x="18" y="42"/>
                        </a:lnTo>
                        <a:lnTo>
                          <a:pt x="21" y="41"/>
                        </a:lnTo>
                        <a:lnTo>
                          <a:pt x="25" y="39"/>
                        </a:lnTo>
                        <a:lnTo>
                          <a:pt x="28" y="36"/>
                        </a:lnTo>
                        <a:lnTo>
                          <a:pt x="32" y="35"/>
                        </a:lnTo>
                        <a:lnTo>
                          <a:pt x="35" y="33"/>
                        </a:lnTo>
                        <a:lnTo>
                          <a:pt x="40" y="32"/>
                        </a:lnTo>
                        <a:lnTo>
                          <a:pt x="44" y="30"/>
                        </a:lnTo>
                        <a:lnTo>
                          <a:pt x="47" y="29"/>
                        </a:lnTo>
                        <a:lnTo>
                          <a:pt x="52" y="28"/>
                        </a:lnTo>
                        <a:lnTo>
                          <a:pt x="57" y="27"/>
                        </a:lnTo>
                        <a:lnTo>
                          <a:pt x="60" y="26"/>
                        </a:lnTo>
                        <a:lnTo>
                          <a:pt x="65" y="24"/>
                        </a:lnTo>
                        <a:lnTo>
                          <a:pt x="69" y="23"/>
                        </a:lnTo>
                        <a:lnTo>
                          <a:pt x="73" y="23"/>
                        </a:lnTo>
                        <a:lnTo>
                          <a:pt x="78" y="23"/>
                        </a:lnTo>
                        <a:lnTo>
                          <a:pt x="82" y="22"/>
                        </a:lnTo>
                        <a:lnTo>
                          <a:pt x="85" y="21"/>
                        </a:lnTo>
                        <a:lnTo>
                          <a:pt x="91" y="21"/>
                        </a:lnTo>
                        <a:lnTo>
                          <a:pt x="95" y="21"/>
                        </a:lnTo>
                        <a:lnTo>
                          <a:pt x="98" y="21"/>
                        </a:lnTo>
                        <a:lnTo>
                          <a:pt x="103" y="21"/>
                        </a:lnTo>
                        <a:lnTo>
                          <a:pt x="108" y="21"/>
                        </a:lnTo>
                        <a:lnTo>
                          <a:pt x="113" y="21"/>
                        </a:lnTo>
                        <a:lnTo>
                          <a:pt x="116" y="21"/>
                        </a:lnTo>
                        <a:lnTo>
                          <a:pt x="121" y="21"/>
                        </a:lnTo>
                        <a:lnTo>
                          <a:pt x="126" y="21"/>
                        </a:lnTo>
                        <a:lnTo>
                          <a:pt x="130" y="21"/>
                        </a:lnTo>
                        <a:lnTo>
                          <a:pt x="135" y="21"/>
                        </a:lnTo>
                        <a:lnTo>
                          <a:pt x="139" y="21"/>
                        </a:lnTo>
                        <a:lnTo>
                          <a:pt x="143" y="21"/>
                        </a:lnTo>
                        <a:lnTo>
                          <a:pt x="148" y="21"/>
                        </a:lnTo>
                        <a:lnTo>
                          <a:pt x="153" y="21"/>
                        </a:lnTo>
                        <a:lnTo>
                          <a:pt x="158" y="22"/>
                        </a:lnTo>
                        <a:lnTo>
                          <a:pt x="161" y="22"/>
                        </a:lnTo>
                        <a:lnTo>
                          <a:pt x="167" y="23"/>
                        </a:lnTo>
                        <a:lnTo>
                          <a:pt x="171" y="23"/>
                        </a:lnTo>
                        <a:lnTo>
                          <a:pt x="175" y="23"/>
                        </a:lnTo>
                        <a:lnTo>
                          <a:pt x="179" y="23"/>
                        </a:lnTo>
                        <a:lnTo>
                          <a:pt x="184" y="23"/>
                        </a:lnTo>
                        <a:lnTo>
                          <a:pt x="190" y="23"/>
                        </a:lnTo>
                        <a:lnTo>
                          <a:pt x="194" y="23"/>
                        </a:lnTo>
                        <a:lnTo>
                          <a:pt x="199" y="23"/>
                        </a:lnTo>
                        <a:lnTo>
                          <a:pt x="203" y="24"/>
                        </a:lnTo>
                        <a:lnTo>
                          <a:pt x="208" y="23"/>
                        </a:lnTo>
                        <a:lnTo>
                          <a:pt x="212" y="23"/>
                        </a:lnTo>
                        <a:lnTo>
                          <a:pt x="216" y="23"/>
                        </a:lnTo>
                        <a:lnTo>
                          <a:pt x="221" y="23"/>
                        </a:lnTo>
                        <a:lnTo>
                          <a:pt x="225" y="23"/>
                        </a:lnTo>
                        <a:lnTo>
                          <a:pt x="230" y="23"/>
                        </a:lnTo>
                        <a:lnTo>
                          <a:pt x="234" y="23"/>
                        </a:lnTo>
                        <a:lnTo>
                          <a:pt x="238" y="23"/>
                        </a:lnTo>
                        <a:lnTo>
                          <a:pt x="243" y="22"/>
                        </a:lnTo>
                        <a:lnTo>
                          <a:pt x="248" y="22"/>
                        </a:lnTo>
                        <a:lnTo>
                          <a:pt x="251" y="21"/>
                        </a:lnTo>
                        <a:lnTo>
                          <a:pt x="256" y="21"/>
                        </a:lnTo>
                        <a:lnTo>
                          <a:pt x="260" y="21"/>
                        </a:lnTo>
                        <a:lnTo>
                          <a:pt x="264" y="20"/>
                        </a:lnTo>
                        <a:lnTo>
                          <a:pt x="269" y="19"/>
                        </a:lnTo>
                        <a:lnTo>
                          <a:pt x="273" y="19"/>
                        </a:lnTo>
                        <a:lnTo>
                          <a:pt x="282" y="17"/>
                        </a:lnTo>
                        <a:lnTo>
                          <a:pt x="291" y="17"/>
                        </a:lnTo>
                        <a:lnTo>
                          <a:pt x="300" y="17"/>
                        </a:lnTo>
                        <a:lnTo>
                          <a:pt x="310" y="17"/>
                        </a:lnTo>
                        <a:lnTo>
                          <a:pt x="319" y="16"/>
                        </a:lnTo>
                        <a:lnTo>
                          <a:pt x="329" y="16"/>
                        </a:lnTo>
                        <a:lnTo>
                          <a:pt x="337" y="16"/>
                        </a:lnTo>
                        <a:lnTo>
                          <a:pt x="346" y="16"/>
                        </a:lnTo>
                        <a:lnTo>
                          <a:pt x="356" y="16"/>
                        </a:lnTo>
                        <a:lnTo>
                          <a:pt x="365" y="16"/>
                        </a:lnTo>
                        <a:lnTo>
                          <a:pt x="374" y="16"/>
                        </a:lnTo>
                        <a:lnTo>
                          <a:pt x="384" y="16"/>
                        </a:lnTo>
                        <a:lnTo>
                          <a:pt x="394" y="16"/>
                        </a:lnTo>
                        <a:lnTo>
                          <a:pt x="402" y="16"/>
                        </a:lnTo>
                        <a:lnTo>
                          <a:pt x="412" y="16"/>
                        </a:lnTo>
                        <a:lnTo>
                          <a:pt x="422" y="17"/>
                        </a:lnTo>
                        <a:lnTo>
                          <a:pt x="431" y="17"/>
                        </a:lnTo>
                        <a:lnTo>
                          <a:pt x="440" y="17"/>
                        </a:lnTo>
                        <a:lnTo>
                          <a:pt x="450" y="17"/>
                        </a:lnTo>
                        <a:lnTo>
                          <a:pt x="459" y="17"/>
                        </a:lnTo>
                        <a:lnTo>
                          <a:pt x="469" y="17"/>
                        </a:lnTo>
                        <a:lnTo>
                          <a:pt x="478" y="17"/>
                        </a:lnTo>
                        <a:lnTo>
                          <a:pt x="488" y="17"/>
                        </a:lnTo>
                        <a:lnTo>
                          <a:pt x="498" y="17"/>
                        </a:lnTo>
                        <a:lnTo>
                          <a:pt x="507" y="17"/>
                        </a:lnTo>
                        <a:lnTo>
                          <a:pt x="516" y="17"/>
                        </a:lnTo>
                        <a:lnTo>
                          <a:pt x="525" y="17"/>
                        </a:lnTo>
                        <a:lnTo>
                          <a:pt x="536" y="17"/>
                        </a:lnTo>
                        <a:lnTo>
                          <a:pt x="544" y="17"/>
                        </a:lnTo>
                        <a:lnTo>
                          <a:pt x="554" y="17"/>
                        </a:lnTo>
                        <a:lnTo>
                          <a:pt x="563" y="17"/>
                        </a:lnTo>
                        <a:lnTo>
                          <a:pt x="574" y="19"/>
                        </a:lnTo>
                        <a:lnTo>
                          <a:pt x="582" y="17"/>
                        </a:lnTo>
                        <a:lnTo>
                          <a:pt x="592" y="17"/>
                        </a:lnTo>
                        <a:lnTo>
                          <a:pt x="601" y="17"/>
                        </a:lnTo>
                        <a:lnTo>
                          <a:pt x="611" y="17"/>
                        </a:lnTo>
                        <a:lnTo>
                          <a:pt x="619" y="17"/>
                        </a:lnTo>
                        <a:lnTo>
                          <a:pt x="630" y="17"/>
                        </a:lnTo>
                        <a:lnTo>
                          <a:pt x="639" y="17"/>
                        </a:lnTo>
                        <a:lnTo>
                          <a:pt x="649" y="17"/>
                        </a:lnTo>
                        <a:lnTo>
                          <a:pt x="657" y="17"/>
                        </a:lnTo>
                        <a:lnTo>
                          <a:pt x="668" y="17"/>
                        </a:lnTo>
                        <a:lnTo>
                          <a:pt x="677" y="17"/>
                        </a:lnTo>
                        <a:lnTo>
                          <a:pt x="687" y="17"/>
                        </a:lnTo>
                        <a:lnTo>
                          <a:pt x="695" y="17"/>
                        </a:lnTo>
                        <a:lnTo>
                          <a:pt x="706" y="17"/>
                        </a:lnTo>
                        <a:lnTo>
                          <a:pt x="715" y="17"/>
                        </a:lnTo>
                        <a:lnTo>
                          <a:pt x="724" y="17"/>
                        </a:lnTo>
                        <a:lnTo>
                          <a:pt x="733" y="16"/>
                        </a:lnTo>
                        <a:lnTo>
                          <a:pt x="743" y="16"/>
                        </a:lnTo>
                        <a:lnTo>
                          <a:pt x="751" y="16"/>
                        </a:lnTo>
                        <a:lnTo>
                          <a:pt x="762" y="16"/>
                        </a:lnTo>
                        <a:lnTo>
                          <a:pt x="770" y="16"/>
                        </a:lnTo>
                        <a:lnTo>
                          <a:pt x="779" y="16"/>
                        </a:lnTo>
                        <a:lnTo>
                          <a:pt x="789" y="15"/>
                        </a:lnTo>
                        <a:lnTo>
                          <a:pt x="798" y="15"/>
                        </a:lnTo>
                        <a:lnTo>
                          <a:pt x="807" y="15"/>
                        </a:lnTo>
                        <a:lnTo>
                          <a:pt x="817" y="14"/>
                        </a:lnTo>
                        <a:lnTo>
                          <a:pt x="824" y="14"/>
                        </a:lnTo>
                        <a:lnTo>
                          <a:pt x="835" y="14"/>
                        </a:lnTo>
                        <a:lnTo>
                          <a:pt x="843" y="13"/>
                        </a:lnTo>
                        <a:lnTo>
                          <a:pt x="853" y="13"/>
                        </a:lnTo>
                        <a:lnTo>
                          <a:pt x="862" y="13"/>
                        </a:lnTo>
                        <a:lnTo>
                          <a:pt x="872" y="13"/>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18" name="Freeform 189"/>
                  <p:cNvSpPr/>
                  <p:nvPr/>
                </p:nvSpPr>
                <p:spPr bwMode="auto">
                  <a:xfrm>
                    <a:off x="5365" y="1536"/>
                    <a:ext cx="315" cy="39"/>
                  </a:xfrm>
                  <a:custGeom>
                    <a:avLst/>
                    <a:gdLst>
                      <a:gd name="T0" fmla="*/ 0 w 943"/>
                      <a:gd name="T1" fmla="*/ 0 h 116"/>
                      <a:gd name="T2" fmla="*/ 0 w 943"/>
                      <a:gd name="T3" fmla="*/ 0 h 116"/>
                      <a:gd name="T4" fmla="*/ 0 w 943"/>
                      <a:gd name="T5" fmla="*/ 0 h 116"/>
                      <a:gd name="T6" fmla="*/ 0 w 943"/>
                      <a:gd name="T7" fmla="*/ 0 h 116"/>
                      <a:gd name="T8" fmla="*/ 0 w 943"/>
                      <a:gd name="T9" fmla="*/ 0 h 116"/>
                      <a:gd name="T10" fmla="*/ 0 w 943"/>
                      <a:gd name="T11" fmla="*/ 0 h 116"/>
                      <a:gd name="T12" fmla="*/ 0 w 943"/>
                      <a:gd name="T13" fmla="*/ 0 h 116"/>
                      <a:gd name="T14" fmla="*/ 0 w 943"/>
                      <a:gd name="T15" fmla="*/ 0 h 116"/>
                      <a:gd name="T16" fmla="*/ 0 w 943"/>
                      <a:gd name="T17" fmla="*/ 0 h 116"/>
                      <a:gd name="T18" fmla="*/ 0 w 943"/>
                      <a:gd name="T19" fmla="*/ 0 h 116"/>
                      <a:gd name="T20" fmla="*/ 0 w 943"/>
                      <a:gd name="T21" fmla="*/ 0 h 116"/>
                      <a:gd name="T22" fmla="*/ 0 w 943"/>
                      <a:gd name="T23" fmla="*/ 0 h 116"/>
                      <a:gd name="T24" fmla="*/ 0 w 943"/>
                      <a:gd name="T25" fmla="*/ 0 h 116"/>
                      <a:gd name="T26" fmla="*/ 0 w 943"/>
                      <a:gd name="T27" fmla="*/ 0 h 116"/>
                      <a:gd name="T28" fmla="*/ 0 w 943"/>
                      <a:gd name="T29" fmla="*/ 0 h 116"/>
                      <a:gd name="T30" fmla="*/ 0 w 943"/>
                      <a:gd name="T31" fmla="*/ 0 h 116"/>
                      <a:gd name="T32" fmla="*/ 0 w 943"/>
                      <a:gd name="T33" fmla="*/ 0 h 116"/>
                      <a:gd name="T34" fmla="*/ 0 w 943"/>
                      <a:gd name="T35" fmla="*/ 0 h 116"/>
                      <a:gd name="T36" fmla="*/ 0 w 943"/>
                      <a:gd name="T37" fmla="*/ 0 h 116"/>
                      <a:gd name="T38" fmla="*/ 0 w 943"/>
                      <a:gd name="T39" fmla="*/ 0 h 116"/>
                      <a:gd name="T40" fmla="*/ 0 w 943"/>
                      <a:gd name="T41" fmla="*/ 0 h 116"/>
                      <a:gd name="T42" fmla="*/ 0 w 943"/>
                      <a:gd name="T43" fmla="*/ 0 h 116"/>
                      <a:gd name="T44" fmla="*/ 0 w 943"/>
                      <a:gd name="T45" fmla="*/ 0 h 116"/>
                      <a:gd name="T46" fmla="*/ 0 w 943"/>
                      <a:gd name="T47" fmla="*/ 0 h 116"/>
                      <a:gd name="T48" fmla="*/ 0 w 943"/>
                      <a:gd name="T49" fmla="*/ 0 h 116"/>
                      <a:gd name="T50" fmla="*/ 0 w 943"/>
                      <a:gd name="T51" fmla="*/ 0 h 116"/>
                      <a:gd name="T52" fmla="*/ 0 w 943"/>
                      <a:gd name="T53" fmla="*/ 0 h 116"/>
                      <a:gd name="T54" fmla="*/ 0 w 943"/>
                      <a:gd name="T55" fmla="*/ 0 h 116"/>
                      <a:gd name="T56" fmla="*/ 0 w 943"/>
                      <a:gd name="T57" fmla="*/ 0 h 116"/>
                      <a:gd name="T58" fmla="*/ 0 w 943"/>
                      <a:gd name="T59" fmla="*/ 0 h 116"/>
                      <a:gd name="T60" fmla="*/ 0 w 943"/>
                      <a:gd name="T61" fmla="*/ 0 h 116"/>
                      <a:gd name="T62" fmla="*/ 0 w 943"/>
                      <a:gd name="T63" fmla="*/ 0 h 116"/>
                      <a:gd name="T64" fmla="*/ 0 w 943"/>
                      <a:gd name="T65" fmla="*/ 0 h 116"/>
                      <a:gd name="T66" fmla="*/ 0 w 943"/>
                      <a:gd name="T67" fmla="*/ 0 h 116"/>
                      <a:gd name="T68" fmla="*/ 0 w 943"/>
                      <a:gd name="T69" fmla="*/ 0 h 116"/>
                      <a:gd name="T70" fmla="*/ 0 w 943"/>
                      <a:gd name="T71" fmla="*/ 0 h 116"/>
                      <a:gd name="T72" fmla="*/ 0 w 943"/>
                      <a:gd name="T73" fmla="*/ 0 h 116"/>
                      <a:gd name="T74" fmla="*/ 0 w 943"/>
                      <a:gd name="T75" fmla="*/ 0 h 116"/>
                      <a:gd name="T76" fmla="*/ 0 w 943"/>
                      <a:gd name="T77" fmla="*/ 0 h 116"/>
                      <a:gd name="T78" fmla="*/ 0 w 943"/>
                      <a:gd name="T79" fmla="*/ 0 h 116"/>
                      <a:gd name="T80" fmla="*/ 0 w 943"/>
                      <a:gd name="T81" fmla="*/ 0 h 116"/>
                      <a:gd name="T82" fmla="*/ 0 w 943"/>
                      <a:gd name="T83" fmla="*/ 0 h 116"/>
                      <a:gd name="T84" fmla="*/ 0 w 943"/>
                      <a:gd name="T85" fmla="*/ 0 h 116"/>
                      <a:gd name="T86" fmla="*/ 0 w 943"/>
                      <a:gd name="T87" fmla="*/ 0 h 116"/>
                      <a:gd name="T88" fmla="*/ 0 w 943"/>
                      <a:gd name="T89" fmla="*/ 0 h 116"/>
                      <a:gd name="T90" fmla="*/ 0 w 943"/>
                      <a:gd name="T91" fmla="*/ 0 h 116"/>
                      <a:gd name="T92" fmla="*/ 0 w 943"/>
                      <a:gd name="T93" fmla="*/ 0 h 116"/>
                      <a:gd name="T94" fmla="*/ 0 w 943"/>
                      <a:gd name="T95" fmla="*/ 0 h 116"/>
                      <a:gd name="T96" fmla="*/ 0 w 943"/>
                      <a:gd name="T97" fmla="*/ 0 h 116"/>
                      <a:gd name="T98" fmla="*/ 0 w 943"/>
                      <a:gd name="T99" fmla="*/ 0 h 116"/>
                      <a:gd name="T100" fmla="*/ 0 w 943"/>
                      <a:gd name="T101" fmla="*/ 0 h 116"/>
                      <a:gd name="T102" fmla="*/ 0 w 943"/>
                      <a:gd name="T103" fmla="*/ 0 h 116"/>
                      <a:gd name="T104" fmla="*/ 0 w 943"/>
                      <a:gd name="T105" fmla="*/ 0 h 116"/>
                      <a:gd name="T106" fmla="*/ 0 w 943"/>
                      <a:gd name="T107" fmla="*/ 0 h 116"/>
                      <a:gd name="T108" fmla="*/ 0 w 943"/>
                      <a:gd name="T109" fmla="*/ 0 h 116"/>
                      <a:gd name="T110" fmla="*/ 0 w 943"/>
                      <a:gd name="T111" fmla="*/ 0 h 1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43"/>
                      <a:gd name="T169" fmla="*/ 0 h 116"/>
                      <a:gd name="T170" fmla="*/ 943 w 943"/>
                      <a:gd name="T171" fmla="*/ 116 h 1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43" h="116">
                        <a:moveTo>
                          <a:pt x="435" y="0"/>
                        </a:moveTo>
                        <a:lnTo>
                          <a:pt x="442" y="0"/>
                        </a:lnTo>
                        <a:lnTo>
                          <a:pt x="450" y="1"/>
                        </a:lnTo>
                        <a:lnTo>
                          <a:pt x="458" y="1"/>
                        </a:lnTo>
                        <a:lnTo>
                          <a:pt x="465" y="1"/>
                        </a:lnTo>
                        <a:lnTo>
                          <a:pt x="472" y="1"/>
                        </a:lnTo>
                        <a:lnTo>
                          <a:pt x="480" y="1"/>
                        </a:lnTo>
                        <a:lnTo>
                          <a:pt x="488" y="1"/>
                        </a:lnTo>
                        <a:lnTo>
                          <a:pt x="496" y="2"/>
                        </a:lnTo>
                        <a:lnTo>
                          <a:pt x="503" y="2"/>
                        </a:lnTo>
                        <a:lnTo>
                          <a:pt x="510" y="2"/>
                        </a:lnTo>
                        <a:lnTo>
                          <a:pt x="518" y="2"/>
                        </a:lnTo>
                        <a:lnTo>
                          <a:pt x="525" y="4"/>
                        </a:lnTo>
                        <a:lnTo>
                          <a:pt x="533" y="4"/>
                        </a:lnTo>
                        <a:lnTo>
                          <a:pt x="540" y="5"/>
                        </a:lnTo>
                        <a:lnTo>
                          <a:pt x="548" y="5"/>
                        </a:lnTo>
                        <a:lnTo>
                          <a:pt x="555" y="5"/>
                        </a:lnTo>
                        <a:lnTo>
                          <a:pt x="562" y="5"/>
                        </a:lnTo>
                        <a:lnTo>
                          <a:pt x="571" y="5"/>
                        </a:lnTo>
                        <a:lnTo>
                          <a:pt x="578" y="5"/>
                        </a:lnTo>
                        <a:lnTo>
                          <a:pt x="586" y="5"/>
                        </a:lnTo>
                        <a:lnTo>
                          <a:pt x="593" y="5"/>
                        </a:lnTo>
                        <a:lnTo>
                          <a:pt x="600" y="6"/>
                        </a:lnTo>
                        <a:lnTo>
                          <a:pt x="609" y="6"/>
                        </a:lnTo>
                        <a:lnTo>
                          <a:pt x="616" y="7"/>
                        </a:lnTo>
                        <a:lnTo>
                          <a:pt x="623" y="7"/>
                        </a:lnTo>
                        <a:lnTo>
                          <a:pt x="630" y="7"/>
                        </a:lnTo>
                        <a:lnTo>
                          <a:pt x="638" y="7"/>
                        </a:lnTo>
                        <a:lnTo>
                          <a:pt x="645" y="7"/>
                        </a:lnTo>
                        <a:lnTo>
                          <a:pt x="652" y="7"/>
                        </a:lnTo>
                        <a:lnTo>
                          <a:pt x="661" y="8"/>
                        </a:lnTo>
                        <a:lnTo>
                          <a:pt x="668" y="9"/>
                        </a:lnTo>
                        <a:lnTo>
                          <a:pt x="676" y="9"/>
                        </a:lnTo>
                        <a:lnTo>
                          <a:pt x="683" y="9"/>
                        </a:lnTo>
                        <a:lnTo>
                          <a:pt x="690" y="9"/>
                        </a:lnTo>
                        <a:lnTo>
                          <a:pt x="699" y="9"/>
                        </a:lnTo>
                        <a:lnTo>
                          <a:pt x="706" y="11"/>
                        </a:lnTo>
                        <a:lnTo>
                          <a:pt x="713" y="11"/>
                        </a:lnTo>
                        <a:lnTo>
                          <a:pt x="720" y="12"/>
                        </a:lnTo>
                        <a:lnTo>
                          <a:pt x="728" y="12"/>
                        </a:lnTo>
                        <a:lnTo>
                          <a:pt x="735" y="12"/>
                        </a:lnTo>
                        <a:lnTo>
                          <a:pt x="743" y="12"/>
                        </a:lnTo>
                        <a:lnTo>
                          <a:pt x="750" y="13"/>
                        </a:lnTo>
                        <a:lnTo>
                          <a:pt x="757" y="14"/>
                        </a:lnTo>
                        <a:lnTo>
                          <a:pt x="765" y="14"/>
                        </a:lnTo>
                        <a:lnTo>
                          <a:pt x="772" y="15"/>
                        </a:lnTo>
                        <a:lnTo>
                          <a:pt x="779" y="17"/>
                        </a:lnTo>
                        <a:lnTo>
                          <a:pt x="787" y="17"/>
                        </a:lnTo>
                        <a:lnTo>
                          <a:pt x="795" y="18"/>
                        </a:lnTo>
                        <a:lnTo>
                          <a:pt x="802" y="18"/>
                        </a:lnTo>
                        <a:lnTo>
                          <a:pt x="809" y="19"/>
                        </a:lnTo>
                        <a:lnTo>
                          <a:pt x="816" y="19"/>
                        </a:lnTo>
                        <a:lnTo>
                          <a:pt x="824" y="20"/>
                        </a:lnTo>
                        <a:lnTo>
                          <a:pt x="832" y="23"/>
                        </a:lnTo>
                        <a:lnTo>
                          <a:pt x="839" y="23"/>
                        </a:lnTo>
                        <a:lnTo>
                          <a:pt x="846" y="24"/>
                        </a:lnTo>
                        <a:lnTo>
                          <a:pt x="853" y="25"/>
                        </a:lnTo>
                        <a:lnTo>
                          <a:pt x="860" y="26"/>
                        </a:lnTo>
                        <a:lnTo>
                          <a:pt x="867" y="27"/>
                        </a:lnTo>
                        <a:lnTo>
                          <a:pt x="876" y="28"/>
                        </a:lnTo>
                        <a:lnTo>
                          <a:pt x="883" y="30"/>
                        </a:lnTo>
                        <a:lnTo>
                          <a:pt x="890" y="31"/>
                        </a:lnTo>
                        <a:lnTo>
                          <a:pt x="897" y="32"/>
                        </a:lnTo>
                        <a:lnTo>
                          <a:pt x="904" y="34"/>
                        </a:lnTo>
                        <a:lnTo>
                          <a:pt x="912" y="36"/>
                        </a:lnTo>
                        <a:lnTo>
                          <a:pt x="916" y="39"/>
                        </a:lnTo>
                        <a:lnTo>
                          <a:pt x="919" y="44"/>
                        </a:lnTo>
                        <a:lnTo>
                          <a:pt x="923" y="49"/>
                        </a:lnTo>
                        <a:lnTo>
                          <a:pt x="928" y="52"/>
                        </a:lnTo>
                        <a:lnTo>
                          <a:pt x="931" y="57"/>
                        </a:lnTo>
                        <a:lnTo>
                          <a:pt x="934" y="62"/>
                        </a:lnTo>
                        <a:lnTo>
                          <a:pt x="938" y="65"/>
                        </a:lnTo>
                        <a:lnTo>
                          <a:pt x="943" y="70"/>
                        </a:lnTo>
                        <a:lnTo>
                          <a:pt x="940" y="75"/>
                        </a:lnTo>
                        <a:lnTo>
                          <a:pt x="936" y="78"/>
                        </a:lnTo>
                        <a:lnTo>
                          <a:pt x="934" y="83"/>
                        </a:lnTo>
                        <a:lnTo>
                          <a:pt x="931" y="88"/>
                        </a:lnTo>
                        <a:lnTo>
                          <a:pt x="929" y="91"/>
                        </a:lnTo>
                        <a:lnTo>
                          <a:pt x="927" y="95"/>
                        </a:lnTo>
                        <a:lnTo>
                          <a:pt x="925" y="101"/>
                        </a:lnTo>
                        <a:lnTo>
                          <a:pt x="923" y="106"/>
                        </a:lnTo>
                        <a:lnTo>
                          <a:pt x="918" y="106"/>
                        </a:lnTo>
                        <a:lnTo>
                          <a:pt x="915" y="106"/>
                        </a:lnTo>
                        <a:lnTo>
                          <a:pt x="911" y="106"/>
                        </a:lnTo>
                        <a:lnTo>
                          <a:pt x="906" y="106"/>
                        </a:lnTo>
                        <a:lnTo>
                          <a:pt x="902" y="106"/>
                        </a:lnTo>
                        <a:lnTo>
                          <a:pt x="898" y="106"/>
                        </a:lnTo>
                        <a:lnTo>
                          <a:pt x="893" y="106"/>
                        </a:lnTo>
                        <a:lnTo>
                          <a:pt x="889" y="106"/>
                        </a:lnTo>
                        <a:lnTo>
                          <a:pt x="885" y="106"/>
                        </a:lnTo>
                        <a:lnTo>
                          <a:pt x="880" y="106"/>
                        </a:lnTo>
                        <a:lnTo>
                          <a:pt x="876" y="106"/>
                        </a:lnTo>
                        <a:lnTo>
                          <a:pt x="872" y="106"/>
                        </a:lnTo>
                        <a:lnTo>
                          <a:pt x="867" y="106"/>
                        </a:lnTo>
                        <a:lnTo>
                          <a:pt x="864" y="106"/>
                        </a:lnTo>
                        <a:lnTo>
                          <a:pt x="859" y="106"/>
                        </a:lnTo>
                        <a:lnTo>
                          <a:pt x="855" y="106"/>
                        </a:lnTo>
                        <a:lnTo>
                          <a:pt x="851" y="104"/>
                        </a:lnTo>
                        <a:lnTo>
                          <a:pt x="847" y="104"/>
                        </a:lnTo>
                        <a:lnTo>
                          <a:pt x="842" y="103"/>
                        </a:lnTo>
                        <a:lnTo>
                          <a:pt x="838" y="103"/>
                        </a:lnTo>
                        <a:lnTo>
                          <a:pt x="834" y="103"/>
                        </a:lnTo>
                        <a:lnTo>
                          <a:pt x="829" y="102"/>
                        </a:lnTo>
                        <a:lnTo>
                          <a:pt x="826" y="102"/>
                        </a:lnTo>
                        <a:lnTo>
                          <a:pt x="822" y="102"/>
                        </a:lnTo>
                        <a:lnTo>
                          <a:pt x="817" y="101"/>
                        </a:lnTo>
                        <a:lnTo>
                          <a:pt x="814" y="101"/>
                        </a:lnTo>
                        <a:lnTo>
                          <a:pt x="809" y="100"/>
                        </a:lnTo>
                        <a:lnTo>
                          <a:pt x="806" y="100"/>
                        </a:lnTo>
                        <a:lnTo>
                          <a:pt x="801" y="100"/>
                        </a:lnTo>
                        <a:lnTo>
                          <a:pt x="797" y="99"/>
                        </a:lnTo>
                        <a:lnTo>
                          <a:pt x="792" y="99"/>
                        </a:lnTo>
                        <a:lnTo>
                          <a:pt x="789" y="99"/>
                        </a:lnTo>
                        <a:lnTo>
                          <a:pt x="784" y="97"/>
                        </a:lnTo>
                        <a:lnTo>
                          <a:pt x="781" y="97"/>
                        </a:lnTo>
                        <a:lnTo>
                          <a:pt x="776" y="96"/>
                        </a:lnTo>
                        <a:lnTo>
                          <a:pt x="772" y="95"/>
                        </a:lnTo>
                        <a:lnTo>
                          <a:pt x="768" y="95"/>
                        </a:lnTo>
                        <a:lnTo>
                          <a:pt x="764" y="95"/>
                        </a:lnTo>
                        <a:lnTo>
                          <a:pt x="759" y="94"/>
                        </a:lnTo>
                        <a:lnTo>
                          <a:pt x="756" y="94"/>
                        </a:lnTo>
                        <a:lnTo>
                          <a:pt x="751" y="93"/>
                        </a:lnTo>
                        <a:lnTo>
                          <a:pt x="746" y="93"/>
                        </a:lnTo>
                        <a:lnTo>
                          <a:pt x="743" y="93"/>
                        </a:lnTo>
                        <a:lnTo>
                          <a:pt x="739" y="93"/>
                        </a:lnTo>
                        <a:lnTo>
                          <a:pt x="734" y="91"/>
                        </a:lnTo>
                        <a:lnTo>
                          <a:pt x="731" y="91"/>
                        </a:lnTo>
                        <a:lnTo>
                          <a:pt x="726" y="91"/>
                        </a:lnTo>
                        <a:lnTo>
                          <a:pt x="722" y="91"/>
                        </a:lnTo>
                        <a:lnTo>
                          <a:pt x="719" y="90"/>
                        </a:lnTo>
                        <a:lnTo>
                          <a:pt x="713" y="90"/>
                        </a:lnTo>
                        <a:lnTo>
                          <a:pt x="709" y="90"/>
                        </a:lnTo>
                        <a:lnTo>
                          <a:pt x="706" y="90"/>
                        </a:lnTo>
                        <a:lnTo>
                          <a:pt x="701" y="89"/>
                        </a:lnTo>
                        <a:lnTo>
                          <a:pt x="696" y="89"/>
                        </a:lnTo>
                        <a:lnTo>
                          <a:pt x="693" y="89"/>
                        </a:lnTo>
                        <a:lnTo>
                          <a:pt x="688" y="89"/>
                        </a:lnTo>
                        <a:lnTo>
                          <a:pt x="684" y="89"/>
                        </a:lnTo>
                        <a:lnTo>
                          <a:pt x="680" y="89"/>
                        </a:lnTo>
                        <a:lnTo>
                          <a:pt x="675" y="89"/>
                        </a:lnTo>
                        <a:lnTo>
                          <a:pt x="671" y="89"/>
                        </a:lnTo>
                        <a:lnTo>
                          <a:pt x="667" y="89"/>
                        </a:lnTo>
                        <a:lnTo>
                          <a:pt x="663" y="89"/>
                        </a:lnTo>
                        <a:lnTo>
                          <a:pt x="658" y="89"/>
                        </a:lnTo>
                        <a:lnTo>
                          <a:pt x="655" y="90"/>
                        </a:lnTo>
                        <a:lnTo>
                          <a:pt x="650" y="89"/>
                        </a:lnTo>
                        <a:lnTo>
                          <a:pt x="645" y="88"/>
                        </a:lnTo>
                        <a:lnTo>
                          <a:pt x="641" y="88"/>
                        </a:lnTo>
                        <a:lnTo>
                          <a:pt x="636" y="88"/>
                        </a:lnTo>
                        <a:lnTo>
                          <a:pt x="632" y="87"/>
                        </a:lnTo>
                        <a:lnTo>
                          <a:pt x="628" y="87"/>
                        </a:lnTo>
                        <a:lnTo>
                          <a:pt x="623" y="85"/>
                        </a:lnTo>
                        <a:lnTo>
                          <a:pt x="619" y="85"/>
                        </a:lnTo>
                        <a:lnTo>
                          <a:pt x="614" y="85"/>
                        </a:lnTo>
                        <a:lnTo>
                          <a:pt x="610" y="84"/>
                        </a:lnTo>
                        <a:lnTo>
                          <a:pt x="605" y="84"/>
                        </a:lnTo>
                        <a:lnTo>
                          <a:pt x="600" y="84"/>
                        </a:lnTo>
                        <a:lnTo>
                          <a:pt x="595" y="83"/>
                        </a:lnTo>
                        <a:lnTo>
                          <a:pt x="592" y="83"/>
                        </a:lnTo>
                        <a:lnTo>
                          <a:pt x="587" y="83"/>
                        </a:lnTo>
                        <a:lnTo>
                          <a:pt x="582" y="83"/>
                        </a:lnTo>
                        <a:lnTo>
                          <a:pt x="578" y="82"/>
                        </a:lnTo>
                        <a:lnTo>
                          <a:pt x="573" y="82"/>
                        </a:lnTo>
                        <a:lnTo>
                          <a:pt x="568" y="81"/>
                        </a:lnTo>
                        <a:lnTo>
                          <a:pt x="563" y="81"/>
                        </a:lnTo>
                        <a:lnTo>
                          <a:pt x="559" y="81"/>
                        </a:lnTo>
                        <a:lnTo>
                          <a:pt x="554" y="81"/>
                        </a:lnTo>
                        <a:lnTo>
                          <a:pt x="549" y="81"/>
                        </a:lnTo>
                        <a:lnTo>
                          <a:pt x="544" y="81"/>
                        </a:lnTo>
                        <a:lnTo>
                          <a:pt x="540" y="81"/>
                        </a:lnTo>
                        <a:lnTo>
                          <a:pt x="536" y="81"/>
                        </a:lnTo>
                        <a:lnTo>
                          <a:pt x="531" y="81"/>
                        </a:lnTo>
                        <a:lnTo>
                          <a:pt x="525" y="81"/>
                        </a:lnTo>
                        <a:lnTo>
                          <a:pt x="521" y="81"/>
                        </a:lnTo>
                        <a:lnTo>
                          <a:pt x="516" y="81"/>
                        </a:lnTo>
                        <a:lnTo>
                          <a:pt x="512" y="81"/>
                        </a:lnTo>
                        <a:lnTo>
                          <a:pt x="508" y="82"/>
                        </a:lnTo>
                        <a:lnTo>
                          <a:pt x="501" y="81"/>
                        </a:lnTo>
                        <a:lnTo>
                          <a:pt x="493" y="81"/>
                        </a:lnTo>
                        <a:lnTo>
                          <a:pt x="485" y="81"/>
                        </a:lnTo>
                        <a:lnTo>
                          <a:pt x="479" y="81"/>
                        </a:lnTo>
                        <a:lnTo>
                          <a:pt x="472" y="80"/>
                        </a:lnTo>
                        <a:lnTo>
                          <a:pt x="465" y="80"/>
                        </a:lnTo>
                        <a:lnTo>
                          <a:pt x="458" y="80"/>
                        </a:lnTo>
                        <a:lnTo>
                          <a:pt x="451" y="80"/>
                        </a:lnTo>
                        <a:lnTo>
                          <a:pt x="444" y="78"/>
                        </a:lnTo>
                        <a:lnTo>
                          <a:pt x="438" y="78"/>
                        </a:lnTo>
                        <a:lnTo>
                          <a:pt x="429" y="78"/>
                        </a:lnTo>
                        <a:lnTo>
                          <a:pt x="422" y="78"/>
                        </a:lnTo>
                        <a:lnTo>
                          <a:pt x="415" y="78"/>
                        </a:lnTo>
                        <a:lnTo>
                          <a:pt x="409" y="78"/>
                        </a:lnTo>
                        <a:lnTo>
                          <a:pt x="402" y="78"/>
                        </a:lnTo>
                        <a:lnTo>
                          <a:pt x="395" y="78"/>
                        </a:lnTo>
                        <a:lnTo>
                          <a:pt x="387" y="78"/>
                        </a:lnTo>
                        <a:lnTo>
                          <a:pt x="381" y="78"/>
                        </a:lnTo>
                        <a:lnTo>
                          <a:pt x="374" y="78"/>
                        </a:lnTo>
                        <a:lnTo>
                          <a:pt x="366" y="78"/>
                        </a:lnTo>
                        <a:lnTo>
                          <a:pt x="359" y="78"/>
                        </a:lnTo>
                        <a:lnTo>
                          <a:pt x="352" y="78"/>
                        </a:lnTo>
                        <a:lnTo>
                          <a:pt x="345" y="80"/>
                        </a:lnTo>
                        <a:lnTo>
                          <a:pt x="339" y="80"/>
                        </a:lnTo>
                        <a:lnTo>
                          <a:pt x="331" y="80"/>
                        </a:lnTo>
                        <a:lnTo>
                          <a:pt x="325" y="80"/>
                        </a:lnTo>
                        <a:lnTo>
                          <a:pt x="318" y="81"/>
                        </a:lnTo>
                        <a:lnTo>
                          <a:pt x="311" y="81"/>
                        </a:lnTo>
                        <a:lnTo>
                          <a:pt x="304" y="81"/>
                        </a:lnTo>
                        <a:lnTo>
                          <a:pt x="298" y="82"/>
                        </a:lnTo>
                        <a:lnTo>
                          <a:pt x="291" y="82"/>
                        </a:lnTo>
                        <a:lnTo>
                          <a:pt x="283" y="83"/>
                        </a:lnTo>
                        <a:lnTo>
                          <a:pt x="276" y="83"/>
                        </a:lnTo>
                        <a:lnTo>
                          <a:pt x="269" y="83"/>
                        </a:lnTo>
                        <a:lnTo>
                          <a:pt x="263" y="84"/>
                        </a:lnTo>
                        <a:lnTo>
                          <a:pt x="256" y="84"/>
                        </a:lnTo>
                        <a:lnTo>
                          <a:pt x="249" y="85"/>
                        </a:lnTo>
                        <a:lnTo>
                          <a:pt x="242" y="85"/>
                        </a:lnTo>
                        <a:lnTo>
                          <a:pt x="235" y="87"/>
                        </a:lnTo>
                        <a:lnTo>
                          <a:pt x="229" y="88"/>
                        </a:lnTo>
                        <a:lnTo>
                          <a:pt x="222" y="88"/>
                        </a:lnTo>
                        <a:lnTo>
                          <a:pt x="215" y="89"/>
                        </a:lnTo>
                        <a:lnTo>
                          <a:pt x="208" y="90"/>
                        </a:lnTo>
                        <a:lnTo>
                          <a:pt x="202" y="90"/>
                        </a:lnTo>
                        <a:lnTo>
                          <a:pt x="194" y="91"/>
                        </a:lnTo>
                        <a:lnTo>
                          <a:pt x="187" y="93"/>
                        </a:lnTo>
                        <a:lnTo>
                          <a:pt x="181" y="94"/>
                        </a:lnTo>
                        <a:lnTo>
                          <a:pt x="174" y="95"/>
                        </a:lnTo>
                        <a:lnTo>
                          <a:pt x="167" y="95"/>
                        </a:lnTo>
                        <a:lnTo>
                          <a:pt x="161" y="96"/>
                        </a:lnTo>
                        <a:lnTo>
                          <a:pt x="154" y="97"/>
                        </a:lnTo>
                        <a:lnTo>
                          <a:pt x="147" y="99"/>
                        </a:lnTo>
                        <a:lnTo>
                          <a:pt x="141" y="100"/>
                        </a:lnTo>
                        <a:lnTo>
                          <a:pt x="134" y="101"/>
                        </a:lnTo>
                        <a:lnTo>
                          <a:pt x="127" y="103"/>
                        </a:lnTo>
                        <a:lnTo>
                          <a:pt x="121" y="104"/>
                        </a:lnTo>
                        <a:lnTo>
                          <a:pt x="114" y="106"/>
                        </a:lnTo>
                        <a:lnTo>
                          <a:pt x="108" y="107"/>
                        </a:lnTo>
                        <a:lnTo>
                          <a:pt x="101" y="108"/>
                        </a:lnTo>
                        <a:lnTo>
                          <a:pt x="95" y="110"/>
                        </a:lnTo>
                        <a:lnTo>
                          <a:pt x="88" y="112"/>
                        </a:lnTo>
                        <a:lnTo>
                          <a:pt x="82" y="113"/>
                        </a:lnTo>
                        <a:lnTo>
                          <a:pt x="76" y="115"/>
                        </a:lnTo>
                        <a:lnTo>
                          <a:pt x="69" y="116"/>
                        </a:lnTo>
                        <a:lnTo>
                          <a:pt x="65" y="115"/>
                        </a:lnTo>
                        <a:lnTo>
                          <a:pt x="62" y="115"/>
                        </a:lnTo>
                        <a:lnTo>
                          <a:pt x="58" y="114"/>
                        </a:lnTo>
                        <a:lnTo>
                          <a:pt x="56" y="114"/>
                        </a:lnTo>
                        <a:lnTo>
                          <a:pt x="52" y="113"/>
                        </a:lnTo>
                        <a:lnTo>
                          <a:pt x="49" y="113"/>
                        </a:lnTo>
                        <a:lnTo>
                          <a:pt x="45" y="113"/>
                        </a:lnTo>
                        <a:lnTo>
                          <a:pt x="43" y="113"/>
                        </a:lnTo>
                        <a:lnTo>
                          <a:pt x="39" y="113"/>
                        </a:lnTo>
                        <a:lnTo>
                          <a:pt x="37" y="113"/>
                        </a:lnTo>
                        <a:lnTo>
                          <a:pt x="33" y="113"/>
                        </a:lnTo>
                        <a:lnTo>
                          <a:pt x="31" y="113"/>
                        </a:lnTo>
                        <a:lnTo>
                          <a:pt x="27" y="113"/>
                        </a:lnTo>
                        <a:lnTo>
                          <a:pt x="25" y="113"/>
                        </a:lnTo>
                        <a:lnTo>
                          <a:pt x="22" y="113"/>
                        </a:lnTo>
                        <a:lnTo>
                          <a:pt x="19" y="113"/>
                        </a:lnTo>
                        <a:lnTo>
                          <a:pt x="18" y="109"/>
                        </a:lnTo>
                        <a:lnTo>
                          <a:pt x="16" y="107"/>
                        </a:lnTo>
                        <a:lnTo>
                          <a:pt x="15" y="103"/>
                        </a:lnTo>
                        <a:lnTo>
                          <a:pt x="14" y="101"/>
                        </a:lnTo>
                        <a:lnTo>
                          <a:pt x="12" y="95"/>
                        </a:lnTo>
                        <a:lnTo>
                          <a:pt x="9" y="91"/>
                        </a:lnTo>
                        <a:lnTo>
                          <a:pt x="7" y="87"/>
                        </a:lnTo>
                        <a:lnTo>
                          <a:pt x="5" y="83"/>
                        </a:lnTo>
                        <a:lnTo>
                          <a:pt x="2" y="78"/>
                        </a:lnTo>
                        <a:lnTo>
                          <a:pt x="0" y="75"/>
                        </a:lnTo>
                        <a:lnTo>
                          <a:pt x="2" y="70"/>
                        </a:lnTo>
                        <a:lnTo>
                          <a:pt x="6" y="68"/>
                        </a:lnTo>
                        <a:lnTo>
                          <a:pt x="8" y="64"/>
                        </a:lnTo>
                        <a:lnTo>
                          <a:pt x="12" y="61"/>
                        </a:lnTo>
                        <a:lnTo>
                          <a:pt x="14" y="58"/>
                        </a:lnTo>
                        <a:lnTo>
                          <a:pt x="18" y="55"/>
                        </a:lnTo>
                        <a:lnTo>
                          <a:pt x="21" y="52"/>
                        </a:lnTo>
                        <a:lnTo>
                          <a:pt x="25" y="51"/>
                        </a:lnTo>
                        <a:lnTo>
                          <a:pt x="27" y="49"/>
                        </a:lnTo>
                        <a:lnTo>
                          <a:pt x="31" y="46"/>
                        </a:lnTo>
                        <a:lnTo>
                          <a:pt x="34" y="44"/>
                        </a:lnTo>
                        <a:lnTo>
                          <a:pt x="38" y="43"/>
                        </a:lnTo>
                        <a:lnTo>
                          <a:pt x="41" y="40"/>
                        </a:lnTo>
                        <a:lnTo>
                          <a:pt x="45" y="39"/>
                        </a:lnTo>
                        <a:lnTo>
                          <a:pt x="49" y="38"/>
                        </a:lnTo>
                        <a:lnTo>
                          <a:pt x="53" y="37"/>
                        </a:lnTo>
                        <a:lnTo>
                          <a:pt x="56" y="34"/>
                        </a:lnTo>
                        <a:lnTo>
                          <a:pt x="60" y="33"/>
                        </a:lnTo>
                        <a:lnTo>
                          <a:pt x="64" y="32"/>
                        </a:lnTo>
                        <a:lnTo>
                          <a:pt x="67" y="31"/>
                        </a:lnTo>
                        <a:lnTo>
                          <a:pt x="71" y="30"/>
                        </a:lnTo>
                        <a:lnTo>
                          <a:pt x="76" y="30"/>
                        </a:lnTo>
                        <a:lnTo>
                          <a:pt x="79" y="28"/>
                        </a:lnTo>
                        <a:lnTo>
                          <a:pt x="83" y="27"/>
                        </a:lnTo>
                        <a:lnTo>
                          <a:pt x="88" y="27"/>
                        </a:lnTo>
                        <a:lnTo>
                          <a:pt x="91" y="26"/>
                        </a:lnTo>
                        <a:lnTo>
                          <a:pt x="95" y="25"/>
                        </a:lnTo>
                        <a:lnTo>
                          <a:pt x="98" y="25"/>
                        </a:lnTo>
                        <a:lnTo>
                          <a:pt x="103" y="25"/>
                        </a:lnTo>
                        <a:lnTo>
                          <a:pt x="107" y="25"/>
                        </a:lnTo>
                        <a:lnTo>
                          <a:pt x="111" y="24"/>
                        </a:lnTo>
                        <a:lnTo>
                          <a:pt x="116" y="24"/>
                        </a:lnTo>
                        <a:lnTo>
                          <a:pt x="120" y="23"/>
                        </a:lnTo>
                        <a:lnTo>
                          <a:pt x="123" y="23"/>
                        </a:lnTo>
                        <a:lnTo>
                          <a:pt x="127" y="23"/>
                        </a:lnTo>
                        <a:lnTo>
                          <a:pt x="132" y="23"/>
                        </a:lnTo>
                        <a:lnTo>
                          <a:pt x="135" y="23"/>
                        </a:lnTo>
                        <a:lnTo>
                          <a:pt x="140" y="21"/>
                        </a:lnTo>
                        <a:lnTo>
                          <a:pt x="143" y="21"/>
                        </a:lnTo>
                        <a:lnTo>
                          <a:pt x="148" y="21"/>
                        </a:lnTo>
                        <a:lnTo>
                          <a:pt x="152" y="20"/>
                        </a:lnTo>
                        <a:lnTo>
                          <a:pt x="156" y="20"/>
                        </a:lnTo>
                        <a:lnTo>
                          <a:pt x="161" y="20"/>
                        </a:lnTo>
                        <a:lnTo>
                          <a:pt x="165" y="20"/>
                        </a:lnTo>
                        <a:lnTo>
                          <a:pt x="170" y="19"/>
                        </a:lnTo>
                        <a:lnTo>
                          <a:pt x="173" y="19"/>
                        </a:lnTo>
                        <a:lnTo>
                          <a:pt x="177" y="19"/>
                        </a:lnTo>
                        <a:lnTo>
                          <a:pt x="181" y="19"/>
                        </a:lnTo>
                        <a:lnTo>
                          <a:pt x="186" y="19"/>
                        </a:lnTo>
                        <a:lnTo>
                          <a:pt x="190" y="19"/>
                        </a:lnTo>
                        <a:lnTo>
                          <a:pt x="194" y="18"/>
                        </a:lnTo>
                        <a:lnTo>
                          <a:pt x="198" y="18"/>
                        </a:lnTo>
                        <a:lnTo>
                          <a:pt x="202" y="17"/>
                        </a:lnTo>
                        <a:lnTo>
                          <a:pt x="206" y="17"/>
                        </a:lnTo>
                        <a:lnTo>
                          <a:pt x="210" y="15"/>
                        </a:lnTo>
                        <a:lnTo>
                          <a:pt x="215" y="15"/>
                        </a:lnTo>
                        <a:lnTo>
                          <a:pt x="218" y="14"/>
                        </a:lnTo>
                        <a:lnTo>
                          <a:pt x="222" y="14"/>
                        </a:lnTo>
                        <a:lnTo>
                          <a:pt x="225" y="13"/>
                        </a:lnTo>
                        <a:lnTo>
                          <a:pt x="230" y="12"/>
                        </a:lnTo>
                        <a:lnTo>
                          <a:pt x="234" y="12"/>
                        </a:lnTo>
                        <a:lnTo>
                          <a:pt x="237" y="11"/>
                        </a:lnTo>
                        <a:lnTo>
                          <a:pt x="242" y="9"/>
                        </a:lnTo>
                        <a:lnTo>
                          <a:pt x="245" y="9"/>
                        </a:lnTo>
                        <a:lnTo>
                          <a:pt x="249" y="7"/>
                        </a:lnTo>
                        <a:lnTo>
                          <a:pt x="251" y="7"/>
                        </a:lnTo>
                        <a:lnTo>
                          <a:pt x="255" y="7"/>
                        </a:lnTo>
                        <a:lnTo>
                          <a:pt x="257" y="7"/>
                        </a:lnTo>
                        <a:lnTo>
                          <a:pt x="260" y="7"/>
                        </a:lnTo>
                        <a:lnTo>
                          <a:pt x="263" y="6"/>
                        </a:lnTo>
                        <a:lnTo>
                          <a:pt x="266" y="6"/>
                        </a:lnTo>
                        <a:lnTo>
                          <a:pt x="269" y="6"/>
                        </a:lnTo>
                        <a:lnTo>
                          <a:pt x="272" y="5"/>
                        </a:lnTo>
                        <a:lnTo>
                          <a:pt x="275" y="5"/>
                        </a:lnTo>
                        <a:lnTo>
                          <a:pt x="278" y="5"/>
                        </a:lnTo>
                        <a:lnTo>
                          <a:pt x="281" y="5"/>
                        </a:lnTo>
                        <a:lnTo>
                          <a:pt x="283" y="5"/>
                        </a:lnTo>
                        <a:lnTo>
                          <a:pt x="287" y="5"/>
                        </a:lnTo>
                        <a:lnTo>
                          <a:pt x="289" y="5"/>
                        </a:lnTo>
                        <a:lnTo>
                          <a:pt x="293" y="5"/>
                        </a:lnTo>
                        <a:lnTo>
                          <a:pt x="295" y="5"/>
                        </a:lnTo>
                        <a:lnTo>
                          <a:pt x="298" y="5"/>
                        </a:lnTo>
                        <a:lnTo>
                          <a:pt x="301" y="5"/>
                        </a:lnTo>
                        <a:lnTo>
                          <a:pt x="304" y="5"/>
                        </a:lnTo>
                        <a:lnTo>
                          <a:pt x="307" y="5"/>
                        </a:lnTo>
                        <a:lnTo>
                          <a:pt x="311" y="5"/>
                        </a:lnTo>
                        <a:lnTo>
                          <a:pt x="313" y="5"/>
                        </a:lnTo>
                        <a:lnTo>
                          <a:pt x="315" y="5"/>
                        </a:lnTo>
                        <a:lnTo>
                          <a:pt x="319" y="5"/>
                        </a:lnTo>
                        <a:lnTo>
                          <a:pt x="321" y="5"/>
                        </a:lnTo>
                        <a:lnTo>
                          <a:pt x="325" y="5"/>
                        </a:lnTo>
                        <a:lnTo>
                          <a:pt x="329" y="5"/>
                        </a:lnTo>
                        <a:lnTo>
                          <a:pt x="331" y="5"/>
                        </a:lnTo>
                        <a:lnTo>
                          <a:pt x="333" y="5"/>
                        </a:lnTo>
                        <a:lnTo>
                          <a:pt x="337" y="5"/>
                        </a:lnTo>
                        <a:lnTo>
                          <a:pt x="340" y="6"/>
                        </a:lnTo>
                        <a:lnTo>
                          <a:pt x="343" y="5"/>
                        </a:lnTo>
                        <a:lnTo>
                          <a:pt x="346" y="5"/>
                        </a:lnTo>
                        <a:lnTo>
                          <a:pt x="349" y="5"/>
                        </a:lnTo>
                        <a:lnTo>
                          <a:pt x="351" y="5"/>
                        </a:lnTo>
                        <a:lnTo>
                          <a:pt x="355" y="5"/>
                        </a:lnTo>
                        <a:lnTo>
                          <a:pt x="357" y="5"/>
                        </a:lnTo>
                        <a:lnTo>
                          <a:pt x="361" y="5"/>
                        </a:lnTo>
                        <a:lnTo>
                          <a:pt x="364" y="5"/>
                        </a:lnTo>
                        <a:lnTo>
                          <a:pt x="366" y="5"/>
                        </a:lnTo>
                        <a:lnTo>
                          <a:pt x="369" y="5"/>
                        </a:lnTo>
                        <a:lnTo>
                          <a:pt x="371" y="5"/>
                        </a:lnTo>
                        <a:lnTo>
                          <a:pt x="376" y="5"/>
                        </a:lnTo>
                        <a:lnTo>
                          <a:pt x="378" y="5"/>
                        </a:lnTo>
                        <a:lnTo>
                          <a:pt x="382" y="5"/>
                        </a:lnTo>
                        <a:lnTo>
                          <a:pt x="384" y="5"/>
                        </a:lnTo>
                        <a:lnTo>
                          <a:pt x="387" y="5"/>
                        </a:lnTo>
                        <a:lnTo>
                          <a:pt x="390" y="5"/>
                        </a:lnTo>
                        <a:lnTo>
                          <a:pt x="394" y="5"/>
                        </a:lnTo>
                        <a:lnTo>
                          <a:pt x="396" y="5"/>
                        </a:lnTo>
                        <a:lnTo>
                          <a:pt x="400" y="5"/>
                        </a:lnTo>
                        <a:lnTo>
                          <a:pt x="402" y="5"/>
                        </a:lnTo>
                        <a:lnTo>
                          <a:pt x="404" y="5"/>
                        </a:lnTo>
                        <a:lnTo>
                          <a:pt x="407" y="4"/>
                        </a:lnTo>
                        <a:lnTo>
                          <a:pt x="410" y="4"/>
                        </a:lnTo>
                        <a:lnTo>
                          <a:pt x="414" y="2"/>
                        </a:lnTo>
                        <a:lnTo>
                          <a:pt x="418" y="2"/>
                        </a:lnTo>
                        <a:lnTo>
                          <a:pt x="420" y="1"/>
                        </a:lnTo>
                        <a:lnTo>
                          <a:pt x="422" y="1"/>
                        </a:lnTo>
                        <a:lnTo>
                          <a:pt x="426" y="1"/>
                        </a:lnTo>
                        <a:lnTo>
                          <a:pt x="428" y="1"/>
                        </a:lnTo>
                        <a:lnTo>
                          <a:pt x="432" y="0"/>
                        </a:lnTo>
                        <a:lnTo>
                          <a:pt x="435"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19" name="Freeform 190"/>
                  <p:cNvSpPr/>
                  <p:nvPr/>
                </p:nvSpPr>
                <p:spPr bwMode="auto">
                  <a:xfrm>
                    <a:off x="5406" y="1602"/>
                    <a:ext cx="36" cy="166"/>
                  </a:xfrm>
                  <a:custGeom>
                    <a:avLst/>
                    <a:gdLst>
                      <a:gd name="T0" fmla="*/ 0 w 107"/>
                      <a:gd name="T1" fmla="*/ 0 h 499"/>
                      <a:gd name="T2" fmla="*/ 0 w 107"/>
                      <a:gd name="T3" fmla="*/ 0 h 499"/>
                      <a:gd name="T4" fmla="*/ 0 w 107"/>
                      <a:gd name="T5" fmla="*/ 0 h 499"/>
                      <a:gd name="T6" fmla="*/ 0 w 107"/>
                      <a:gd name="T7" fmla="*/ 0 h 499"/>
                      <a:gd name="T8" fmla="*/ 0 w 107"/>
                      <a:gd name="T9" fmla="*/ 0 h 499"/>
                      <a:gd name="T10" fmla="*/ 0 w 107"/>
                      <a:gd name="T11" fmla="*/ 0 h 499"/>
                      <a:gd name="T12" fmla="*/ 0 w 107"/>
                      <a:gd name="T13" fmla="*/ 0 h 499"/>
                      <a:gd name="T14" fmla="*/ 0 w 107"/>
                      <a:gd name="T15" fmla="*/ 0 h 499"/>
                      <a:gd name="T16" fmla="*/ 0 w 107"/>
                      <a:gd name="T17" fmla="*/ 0 h 499"/>
                      <a:gd name="T18" fmla="*/ 0 w 107"/>
                      <a:gd name="T19" fmla="*/ 0 h 499"/>
                      <a:gd name="T20" fmla="*/ 0 w 107"/>
                      <a:gd name="T21" fmla="*/ 0 h 499"/>
                      <a:gd name="T22" fmla="*/ 0 w 107"/>
                      <a:gd name="T23" fmla="*/ 0 h 499"/>
                      <a:gd name="T24" fmla="*/ 0 w 107"/>
                      <a:gd name="T25" fmla="*/ 0 h 499"/>
                      <a:gd name="T26" fmla="*/ 0 w 107"/>
                      <a:gd name="T27" fmla="*/ 0 h 499"/>
                      <a:gd name="T28" fmla="*/ 0 w 107"/>
                      <a:gd name="T29" fmla="*/ 0 h 499"/>
                      <a:gd name="T30" fmla="*/ 0 w 107"/>
                      <a:gd name="T31" fmla="*/ 0 h 499"/>
                      <a:gd name="T32" fmla="*/ 0 w 107"/>
                      <a:gd name="T33" fmla="*/ 0 h 499"/>
                      <a:gd name="T34" fmla="*/ 0 w 107"/>
                      <a:gd name="T35" fmla="*/ 0 h 499"/>
                      <a:gd name="T36" fmla="*/ 0 w 107"/>
                      <a:gd name="T37" fmla="*/ 0 h 499"/>
                      <a:gd name="T38" fmla="*/ 0 w 107"/>
                      <a:gd name="T39" fmla="*/ 0 h 499"/>
                      <a:gd name="T40" fmla="*/ 0 w 107"/>
                      <a:gd name="T41" fmla="*/ 0 h 499"/>
                      <a:gd name="T42" fmla="*/ 0 w 107"/>
                      <a:gd name="T43" fmla="*/ 0 h 499"/>
                      <a:gd name="T44" fmla="*/ 0 w 107"/>
                      <a:gd name="T45" fmla="*/ 0 h 499"/>
                      <a:gd name="T46" fmla="*/ 0 w 107"/>
                      <a:gd name="T47" fmla="*/ 0 h 499"/>
                      <a:gd name="T48" fmla="*/ 0 w 107"/>
                      <a:gd name="T49" fmla="*/ 0 h 499"/>
                      <a:gd name="T50" fmla="*/ 0 w 107"/>
                      <a:gd name="T51" fmla="*/ 0 h 499"/>
                      <a:gd name="T52" fmla="*/ 0 w 107"/>
                      <a:gd name="T53" fmla="*/ 0 h 499"/>
                      <a:gd name="T54" fmla="*/ 0 w 107"/>
                      <a:gd name="T55" fmla="*/ 0 h 499"/>
                      <a:gd name="T56" fmla="*/ 0 w 107"/>
                      <a:gd name="T57" fmla="*/ 0 h 499"/>
                      <a:gd name="T58" fmla="*/ 0 w 107"/>
                      <a:gd name="T59" fmla="*/ 0 h 499"/>
                      <a:gd name="T60" fmla="*/ 0 w 107"/>
                      <a:gd name="T61" fmla="*/ 0 h 499"/>
                      <a:gd name="T62" fmla="*/ 0 w 107"/>
                      <a:gd name="T63" fmla="*/ 0 h 499"/>
                      <a:gd name="T64" fmla="*/ 0 w 107"/>
                      <a:gd name="T65" fmla="*/ 0 h 499"/>
                      <a:gd name="T66" fmla="*/ 0 w 107"/>
                      <a:gd name="T67" fmla="*/ 0 h 499"/>
                      <a:gd name="T68" fmla="*/ 0 w 107"/>
                      <a:gd name="T69" fmla="*/ 0 h 499"/>
                      <a:gd name="T70" fmla="*/ 0 w 107"/>
                      <a:gd name="T71" fmla="*/ 0 h 499"/>
                      <a:gd name="T72" fmla="*/ 0 w 107"/>
                      <a:gd name="T73" fmla="*/ 0 h 499"/>
                      <a:gd name="T74" fmla="*/ 0 w 107"/>
                      <a:gd name="T75" fmla="*/ 0 h 499"/>
                      <a:gd name="T76" fmla="*/ 0 w 107"/>
                      <a:gd name="T77" fmla="*/ 0 h 499"/>
                      <a:gd name="T78" fmla="*/ 0 w 107"/>
                      <a:gd name="T79" fmla="*/ 0 h 499"/>
                      <a:gd name="T80" fmla="*/ 0 w 107"/>
                      <a:gd name="T81" fmla="*/ 0 h 499"/>
                      <a:gd name="T82" fmla="*/ 0 w 107"/>
                      <a:gd name="T83" fmla="*/ 0 h 499"/>
                      <a:gd name="T84" fmla="*/ 0 w 107"/>
                      <a:gd name="T85" fmla="*/ 0 h 499"/>
                      <a:gd name="T86" fmla="*/ 0 w 107"/>
                      <a:gd name="T87" fmla="*/ 0 h 499"/>
                      <a:gd name="T88" fmla="*/ 0 w 107"/>
                      <a:gd name="T89" fmla="*/ 0 h 499"/>
                      <a:gd name="T90" fmla="*/ 0 w 107"/>
                      <a:gd name="T91" fmla="*/ 0 h 499"/>
                      <a:gd name="T92" fmla="*/ 0 w 107"/>
                      <a:gd name="T93" fmla="*/ 0 h 499"/>
                      <a:gd name="T94" fmla="*/ 0 w 107"/>
                      <a:gd name="T95" fmla="*/ 0 h 499"/>
                      <a:gd name="T96" fmla="*/ 0 w 107"/>
                      <a:gd name="T97" fmla="*/ 0 h 499"/>
                      <a:gd name="T98" fmla="*/ 0 w 107"/>
                      <a:gd name="T99" fmla="*/ 0 h 499"/>
                      <a:gd name="T100" fmla="*/ 0 w 107"/>
                      <a:gd name="T101" fmla="*/ 0 h 499"/>
                      <a:gd name="T102" fmla="*/ 0 w 107"/>
                      <a:gd name="T103" fmla="*/ 0 h 49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7"/>
                      <a:gd name="T157" fmla="*/ 0 h 499"/>
                      <a:gd name="T158" fmla="*/ 107 w 107"/>
                      <a:gd name="T159" fmla="*/ 499 h 49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7" h="499">
                        <a:moveTo>
                          <a:pt x="54" y="0"/>
                        </a:moveTo>
                        <a:lnTo>
                          <a:pt x="57" y="2"/>
                        </a:lnTo>
                        <a:lnTo>
                          <a:pt x="61" y="4"/>
                        </a:lnTo>
                        <a:lnTo>
                          <a:pt x="64" y="5"/>
                        </a:lnTo>
                        <a:lnTo>
                          <a:pt x="69" y="7"/>
                        </a:lnTo>
                        <a:lnTo>
                          <a:pt x="71" y="8"/>
                        </a:lnTo>
                        <a:lnTo>
                          <a:pt x="74" y="11"/>
                        </a:lnTo>
                        <a:lnTo>
                          <a:pt x="76" y="12"/>
                        </a:lnTo>
                        <a:lnTo>
                          <a:pt x="80" y="15"/>
                        </a:lnTo>
                        <a:lnTo>
                          <a:pt x="85" y="19"/>
                        </a:lnTo>
                        <a:lnTo>
                          <a:pt x="88" y="24"/>
                        </a:lnTo>
                        <a:lnTo>
                          <a:pt x="89" y="26"/>
                        </a:lnTo>
                        <a:lnTo>
                          <a:pt x="92" y="30"/>
                        </a:lnTo>
                        <a:lnTo>
                          <a:pt x="92" y="32"/>
                        </a:lnTo>
                        <a:lnTo>
                          <a:pt x="94" y="36"/>
                        </a:lnTo>
                        <a:lnTo>
                          <a:pt x="94" y="38"/>
                        </a:lnTo>
                        <a:lnTo>
                          <a:pt x="95" y="40"/>
                        </a:lnTo>
                        <a:lnTo>
                          <a:pt x="95" y="44"/>
                        </a:lnTo>
                        <a:lnTo>
                          <a:pt x="96" y="46"/>
                        </a:lnTo>
                        <a:lnTo>
                          <a:pt x="96" y="50"/>
                        </a:lnTo>
                        <a:lnTo>
                          <a:pt x="96" y="53"/>
                        </a:lnTo>
                        <a:lnTo>
                          <a:pt x="96" y="56"/>
                        </a:lnTo>
                        <a:lnTo>
                          <a:pt x="98" y="59"/>
                        </a:lnTo>
                        <a:lnTo>
                          <a:pt x="96" y="63"/>
                        </a:lnTo>
                        <a:lnTo>
                          <a:pt x="96" y="65"/>
                        </a:lnTo>
                        <a:lnTo>
                          <a:pt x="96" y="69"/>
                        </a:lnTo>
                        <a:lnTo>
                          <a:pt x="96" y="74"/>
                        </a:lnTo>
                        <a:lnTo>
                          <a:pt x="95" y="76"/>
                        </a:lnTo>
                        <a:lnTo>
                          <a:pt x="95" y="81"/>
                        </a:lnTo>
                        <a:lnTo>
                          <a:pt x="94" y="83"/>
                        </a:lnTo>
                        <a:lnTo>
                          <a:pt x="94" y="88"/>
                        </a:lnTo>
                        <a:lnTo>
                          <a:pt x="93" y="90"/>
                        </a:lnTo>
                        <a:lnTo>
                          <a:pt x="92" y="94"/>
                        </a:lnTo>
                        <a:lnTo>
                          <a:pt x="92" y="97"/>
                        </a:lnTo>
                        <a:lnTo>
                          <a:pt x="90" y="101"/>
                        </a:lnTo>
                        <a:lnTo>
                          <a:pt x="89" y="105"/>
                        </a:lnTo>
                        <a:lnTo>
                          <a:pt x="89" y="108"/>
                        </a:lnTo>
                        <a:lnTo>
                          <a:pt x="87" y="112"/>
                        </a:lnTo>
                        <a:lnTo>
                          <a:pt x="87" y="116"/>
                        </a:lnTo>
                        <a:lnTo>
                          <a:pt x="86" y="119"/>
                        </a:lnTo>
                        <a:lnTo>
                          <a:pt x="85" y="122"/>
                        </a:lnTo>
                        <a:lnTo>
                          <a:pt x="85" y="126"/>
                        </a:lnTo>
                        <a:lnTo>
                          <a:pt x="83" y="129"/>
                        </a:lnTo>
                        <a:lnTo>
                          <a:pt x="82" y="133"/>
                        </a:lnTo>
                        <a:lnTo>
                          <a:pt x="82" y="137"/>
                        </a:lnTo>
                        <a:lnTo>
                          <a:pt x="80" y="140"/>
                        </a:lnTo>
                        <a:lnTo>
                          <a:pt x="80" y="144"/>
                        </a:lnTo>
                        <a:lnTo>
                          <a:pt x="79" y="147"/>
                        </a:lnTo>
                        <a:lnTo>
                          <a:pt x="77" y="151"/>
                        </a:lnTo>
                        <a:lnTo>
                          <a:pt x="76" y="154"/>
                        </a:lnTo>
                        <a:lnTo>
                          <a:pt x="76" y="158"/>
                        </a:lnTo>
                        <a:lnTo>
                          <a:pt x="76" y="162"/>
                        </a:lnTo>
                        <a:lnTo>
                          <a:pt x="76" y="165"/>
                        </a:lnTo>
                        <a:lnTo>
                          <a:pt x="75" y="169"/>
                        </a:lnTo>
                        <a:lnTo>
                          <a:pt x="75" y="172"/>
                        </a:lnTo>
                        <a:lnTo>
                          <a:pt x="74" y="175"/>
                        </a:lnTo>
                        <a:lnTo>
                          <a:pt x="74" y="178"/>
                        </a:lnTo>
                        <a:lnTo>
                          <a:pt x="74" y="182"/>
                        </a:lnTo>
                        <a:lnTo>
                          <a:pt x="75" y="184"/>
                        </a:lnTo>
                        <a:lnTo>
                          <a:pt x="75" y="188"/>
                        </a:lnTo>
                        <a:lnTo>
                          <a:pt x="76" y="191"/>
                        </a:lnTo>
                        <a:lnTo>
                          <a:pt x="76" y="195"/>
                        </a:lnTo>
                        <a:lnTo>
                          <a:pt x="77" y="197"/>
                        </a:lnTo>
                        <a:lnTo>
                          <a:pt x="76" y="202"/>
                        </a:lnTo>
                        <a:lnTo>
                          <a:pt x="76" y="207"/>
                        </a:lnTo>
                        <a:lnTo>
                          <a:pt x="76" y="210"/>
                        </a:lnTo>
                        <a:lnTo>
                          <a:pt x="76" y="215"/>
                        </a:lnTo>
                        <a:lnTo>
                          <a:pt x="75" y="220"/>
                        </a:lnTo>
                        <a:lnTo>
                          <a:pt x="74" y="224"/>
                        </a:lnTo>
                        <a:lnTo>
                          <a:pt x="74" y="228"/>
                        </a:lnTo>
                        <a:lnTo>
                          <a:pt x="74" y="233"/>
                        </a:lnTo>
                        <a:lnTo>
                          <a:pt x="74" y="237"/>
                        </a:lnTo>
                        <a:lnTo>
                          <a:pt x="74" y="241"/>
                        </a:lnTo>
                        <a:lnTo>
                          <a:pt x="74" y="246"/>
                        </a:lnTo>
                        <a:lnTo>
                          <a:pt x="74" y="251"/>
                        </a:lnTo>
                        <a:lnTo>
                          <a:pt x="74" y="255"/>
                        </a:lnTo>
                        <a:lnTo>
                          <a:pt x="74" y="259"/>
                        </a:lnTo>
                        <a:lnTo>
                          <a:pt x="74" y="264"/>
                        </a:lnTo>
                        <a:lnTo>
                          <a:pt x="74" y="268"/>
                        </a:lnTo>
                        <a:lnTo>
                          <a:pt x="74" y="272"/>
                        </a:lnTo>
                        <a:lnTo>
                          <a:pt x="74" y="277"/>
                        </a:lnTo>
                        <a:lnTo>
                          <a:pt x="74" y="281"/>
                        </a:lnTo>
                        <a:lnTo>
                          <a:pt x="74" y="285"/>
                        </a:lnTo>
                        <a:lnTo>
                          <a:pt x="74" y="290"/>
                        </a:lnTo>
                        <a:lnTo>
                          <a:pt x="75" y="293"/>
                        </a:lnTo>
                        <a:lnTo>
                          <a:pt x="76" y="298"/>
                        </a:lnTo>
                        <a:lnTo>
                          <a:pt x="76" y="303"/>
                        </a:lnTo>
                        <a:lnTo>
                          <a:pt x="76" y="306"/>
                        </a:lnTo>
                        <a:lnTo>
                          <a:pt x="76" y="311"/>
                        </a:lnTo>
                        <a:lnTo>
                          <a:pt x="76" y="316"/>
                        </a:lnTo>
                        <a:lnTo>
                          <a:pt x="76" y="319"/>
                        </a:lnTo>
                        <a:lnTo>
                          <a:pt x="77" y="324"/>
                        </a:lnTo>
                        <a:lnTo>
                          <a:pt x="77" y="329"/>
                        </a:lnTo>
                        <a:lnTo>
                          <a:pt x="79" y="332"/>
                        </a:lnTo>
                        <a:lnTo>
                          <a:pt x="79" y="336"/>
                        </a:lnTo>
                        <a:lnTo>
                          <a:pt x="79" y="341"/>
                        </a:lnTo>
                        <a:lnTo>
                          <a:pt x="80" y="346"/>
                        </a:lnTo>
                        <a:lnTo>
                          <a:pt x="80" y="349"/>
                        </a:lnTo>
                        <a:lnTo>
                          <a:pt x="81" y="354"/>
                        </a:lnTo>
                        <a:lnTo>
                          <a:pt x="82" y="357"/>
                        </a:lnTo>
                        <a:lnTo>
                          <a:pt x="82" y="362"/>
                        </a:lnTo>
                        <a:lnTo>
                          <a:pt x="82" y="366"/>
                        </a:lnTo>
                        <a:lnTo>
                          <a:pt x="85" y="369"/>
                        </a:lnTo>
                        <a:lnTo>
                          <a:pt x="85" y="374"/>
                        </a:lnTo>
                        <a:lnTo>
                          <a:pt x="85" y="378"/>
                        </a:lnTo>
                        <a:lnTo>
                          <a:pt x="86" y="382"/>
                        </a:lnTo>
                        <a:lnTo>
                          <a:pt x="87" y="387"/>
                        </a:lnTo>
                        <a:lnTo>
                          <a:pt x="87" y="391"/>
                        </a:lnTo>
                        <a:lnTo>
                          <a:pt x="89" y="395"/>
                        </a:lnTo>
                        <a:lnTo>
                          <a:pt x="89" y="400"/>
                        </a:lnTo>
                        <a:lnTo>
                          <a:pt x="90" y="404"/>
                        </a:lnTo>
                        <a:lnTo>
                          <a:pt x="92" y="407"/>
                        </a:lnTo>
                        <a:lnTo>
                          <a:pt x="92" y="412"/>
                        </a:lnTo>
                        <a:lnTo>
                          <a:pt x="93" y="416"/>
                        </a:lnTo>
                        <a:lnTo>
                          <a:pt x="94" y="420"/>
                        </a:lnTo>
                        <a:lnTo>
                          <a:pt x="94" y="424"/>
                        </a:lnTo>
                        <a:lnTo>
                          <a:pt x="95" y="429"/>
                        </a:lnTo>
                        <a:lnTo>
                          <a:pt x="96" y="433"/>
                        </a:lnTo>
                        <a:lnTo>
                          <a:pt x="98" y="437"/>
                        </a:lnTo>
                        <a:lnTo>
                          <a:pt x="99" y="440"/>
                        </a:lnTo>
                        <a:lnTo>
                          <a:pt x="100" y="445"/>
                        </a:lnTo>
                        <a:lnTo>
                          <a:pt x="101" y="449"/>
                        </a:lnTo>
                        <a:lnTo>
                          <a:pt x="102" y="454"/>
                        </a:lnTo>
                        <a:lnTo>
                          <a:pt x="103" y="458"/>
                        </a:lnTo>
                        <a:lnTo>
                          <a:pt x="105" y="462"/>
                        </a:lnTo>
                        <a:lnTo>
                          <a:pt x="106" y="467"/>
                        </a:lnTo>
                        <a:lnTo>
                          <a:pt x="107" y="471"/>
                        </a:lnTo>
                        <a:lnTo>
                          <a:pt x="103" y="474"/>
                        </a:lnTo>
                        <a:lnTo>
                          <a:pt x="99" y="477"/>
                        </a:lnTo>
                        <a:lnTo>
                          <a:pt x="94" y="481"/>
                        </a:lnTo>
                        <a:lnTo>
                          <a:pt x="90" y="484"/>
                        </a:lnTo>
                        <a:lnTo>
                          <a:pt x="87" y="488"/>
                        </a:lnTo>
                        <a:lnTo>
                          <a:pt x="82" y="492"/>
                        </a:lnTo>
                        <a:lnTo>
                          <a:pt x="77" y="494"/>
                        </a:lnTo>
                        <a:lnTo>
                          <a:pt x="74" y="499"/>
                        </a:lnTo>
                        <a:lnTo>
                          <a:pt x="68" y="495"/>
                        </a:lnTo>
                        <a:lnTo>
                          <a:pt x="64" y="493"/>
                        </a:lnTo>
                        <a:lnTo>
                          <a:pt x="58" y="489"/>
                        </a:lnTo>
                        <a:lnTo>
                          <a:pt x="55" y="487"/>
                        </a:lnTo>
                        <a:lnTo>
                          <a:pt x="51" y="483"/>
                        </a:lnTo>
                        <a:lnTo>
                          <a:pt x="48" y="481"/>
                        </a:lnTo>
                        <a:lnTo>
                          <a:pt x="44" y="477"/>
                        </a:lnTo>
                        <a:lnTo>
                          <a:pt x="41" y="475"/>
                        </a:lnTo>
                        <a:lnTo>
                          <a:pt x="37" y="471"/>
                        </a:lnTo>
                        <a:lnTo>
                          <a:pt x="33" y="467"/>
                        </a:lnTo>
                        <a:lnTo>
                          <a:pt x="31" y="463"/>
                        </a:lnTo>
                        <a:lnTo>
                          <a:pt x="29" y="459"/>
                        </a:lnTo>
                        <a:lnTo>
                          <a:pt x="26" y="456"/>
                        </a:lnTo>
                        <a:lnTo>
                          <a:pt x="23" y="451"/>
                        </a:lnTo>
                        <a:lnTo>
                          <a:pt x="20" y="448"/>
                        </a:lnTo>
                        <a:lnTo>
                          <a:pt x="19" y="444"/>
                        </a:lnTo>
                        <a:lnTo>
                          <a:pt x="17" y="439"/>
                        </a:lnTo>
                        <a:lnTo>
                          <a:pt x="16" y="435"/>
                        </a:lnTo>
                        <a:lnTo>
                          <a:pt x="13" y="430"/>
                        </a:lnTo>
                        <a:lnTo>
                          <a:pt x="12" y="426"/>
                        </a:lnTo>
                        <a:lnTo>
                          <a:pt x="11" y="421"/>
                        </a:lnTo>
                        <a:lnTo>
                          <a:pt x="9" y="417"/>
                        </a:lnTo>
                        <a:lnTo>
                          <a:pt x="9" y="412"/>
                        </a:lnTo>
                        <a:lnTo>
                          <a:pt x="7" y="407"/>
                        </a:lnTo>
                        <a:lnTo>
                          <a:pt x="6" y="402"/>
                        </a:lnTo>
                        <a:lnTo>
                          <a:pt x="5" y="398"/>
                        </a:lnTo>
                        <a:lnTo>
                          <a:pt x="4" y="392"/>
                        </a:lnTo>
                        <a:lnTo>
                          <a:pt x="4" y="387"/>
                        </a:lnTo>
                        <a:lnTo>
                          <a:pt x="3" y="382"/>
                        </a:lnTo>
                        <a:lnTo>
                          <a:pt x="3" y="378"/>
                        </a:lnTo>
                        <a:lnTo>
                          <a:pt x="1" y="372"/>
                        </a:lnTo>
                        <a:lnTo>
                          <a:pt x="1" y="367"/>
                        </a:lnTo>
                        <a:lnTo>
                          <a:pt x="1" y="362"/>
                        </a:lnTo>
                        <a:lnTo>
                          <a:pt x="0" y="357"/>
                        </a:lnTo>
                        <a:lnTo>
                          <a:pt x="0" y="351"/>
                        </a:lnTo>
                        <a:lnTo>
                          <a:pt x="0" y="347"/>
                        </a:lnTo>
                        <a:lnTo>
                          <a:pt x="0" y="341"/>
                        </a:lnTo>
                        <a:lnTo>
                          <a:pt x="0" y="336"/>
                        </a:lnTo>
                        <a:lnTo>
                          <a:pt x="0" y="330"/>
                        </a:lnTo>
                        <a:lnTo>
                          <a:pt x="0" y="325"/>
                        </a:lnTo>
                        <a:lnTo>
                          <a:pt x="0" y="319"/>
                        </a:lnTo>
                        <a:lnTo>
                          <a:pt x="0" y="313"/>
                        </a:lnTo>
                        <a:lnTo>
                          <a:pt x="0" y="309"/>
                        </a:lnTo>
                        <a:lnTo>
                          <a:pt x="0" y="304"/>
                        </a:lnTo>
                        <a:lnTo>
                          <a:pt x="0" y="298"/>
                        </a:lnTo>
                        <a:lnTo>
                          <a:pt x="0" y="292"/>
                        </a:lnTo>
                        <a:lnTo>
                          <a:pt x="0" y="287"/>
                        </a:lnTo>
                        <a:lnTo>
                          <a:pt x="1" y="281"/>
                        </a:lnTo>
                        <a:lnTo>
                          <a:pt x="1" y="275"/>
                        </a:lnTo>
                        <a:lnTo>
                          <a:pt x="1" y="271"/>
                        </a:lnTo>
                        <a:lnTo>
                          <a:pt x="1" y="266"/>
                        </a:lnTo>
                        <a:lnTo>
                          <a:pt x="1" y="260"/>
                        </a:lnTo>
                        <a:lnTo>
                          <a:pt x="1" y="255"/>
                        </a:lnTo>
                        <a:lnTo>
                          <a:pt x="1" y="251"/>
                        </a:lnTo>
                        <a:lnTo>
                          <a:pt x="1" y="245"/>
                        </a:lnTo>
                        <a:lnTo>
                          <a:pt x="1" y="240"/>
                        </a:lnTo>
                        <a:lnTo>
                          <a:pt x="1" y="235"/>
                        </a:lnTo>
                        <a:lnTo>
                          <a:pt x="1" y="230"/>
                        </a:lnTo>
                        <a:lnTo>
                          <a:pt x="1" y="224"/>
                        </a:lnTo>
                        <a:lnTo>
                          <a:pt x="1" y="220"/>
                        </a:lnTo>
                        <a:lnTo>
                          <a:pt x="0" y="215"/>
                        </a:lnTo>
                        <a:lnTo>
                          <a:pt x="0" y="210"/>
                        </a:lnTo>
                        <a:lnTo>
                          <a:pt x="0" y="205"/>
                        </a:lnTo>
                        <a:lnTo>
                          <a:pt x="0" y="201"/>
                        </a:lnTo>
                        <a:lnTo>
                          <a:pt x="0" y="197"/>
                        </a:lnTo>
                        <a:lnTo>
                          <a:pt x="0" y="194"/>
                        </a:lnTo>
                        <a:lnTo>
                          <a:pt x="0" y="190"/>
                        </a:lnTo>
                        <a:lnTo>
                          <a:pt x="0" y="188"/>
                        </a:lnTo>
                        <a:lnTo>
                          <a:pt x="0" y="183"/>
                        </a:lnTo>
                        <a:lnTo>
                          <a:pt x="1" y="181"/>
                        </a:lnTo>
                        <a:lnTo>
                          <a:pt x="1" y="177"/>
                        </a:lnTo>
                        <a:lnTo>
                          <a:pt x="1" y="173"/>
                        </a:lnTo>
                        <a:lnTo>
                          <a:pt x="1" y="170"/>
                        </a:lnTo>
                        <a:lnTo>
                          <a:pt x="1" y="166"/>
                        </a:lnTo>
                        <a:lnTo>
                          <a:pt x="1" y="163"/>
                        </a:lnTo>
                        <a:lnTo>
                          <a:pt x="3" y="159"/>
                        </a:lnTo>
                        <a:lnTo>
                          <a:pt x="3" y="156"/>
                        </a:lnTo>
                        <a:lnTo>
                          <a:pt x="3" y="153"/>
                        </a:lnTo>
                        <a:lnTo>
                          <a:pt x="3" y="150"/>
                        </a:lnTo>
                        <a:lnTo>
                          <a:pt x="3" y="146"/>
                        </a:lnTo>
                        <a:lnTo>
                          <a:pt x="3" y="143"/>
                        </a:lnTo>
                        <a:lnTo>
                          <a:pt x="3" y="139"/>
                        </a:lnTo>
                        <a:lnTo>
                          <a:pt x="3" y="135"/>
                        </a:lnTo>
                        <a:lnTo>
                          <a:pt x="4" y="132"/>
                        </a:lnTo>
                        <a:lnTo>
                          <a:pt x="4" y="129"/>
                        </a:lnTo>
                        <a:lnTo>
                          <a:pt x="4" y="126"/>
                        </a:lnTo>
                        <a:lnTo>
                          <a:pt x="4" y="121"/>
                        </a:lnTo>
                        <a:lnTo>
                          <a:pt x="5" y="119"/>
                        </a:lnTo>
                        <a:lnTo>
                          <a:pt x="5" y="115"/>
                        </a:lnTo>
                        <a:lnTo>
                          <a:pt x="5" y="112"/>
                        </a:lnTo>
                        <a:lnTo>
                          <a:pt x="6" y="108"/>
                        </a:lnTo>
                        <a:lnTo>
                          <a:pt x="6" y="106"/>
                        </a:lnTo>
                        <a:lnTo>
                          <a:pt x="6" y="101"/>
                        </a:lnTo>
                        <a:lnTo>
                          <a:pt x="6" y="99"/>
                        </a:lnTo>
                        <a:lnTo>
                          <a:pt x="7" y="95"/>
                        </a:lnTo>
                        <a:lnTo>
                          <a:pt x="9" y="91"/>
                        </a:lnTo>
                        <a:lnTo>
                          <a:pt x="9" y="88"/>
                        </a:lnTo>
                        <a:lnTo>
                          <a:pt x="9" y="86"/>
                        </a:lnTo>
                        <a:lnTo>
                          <a:pt x="9" y="81"/>
                        </a:lnTo>
                        <a:lnTo>
                          <a:pt x="10" y="78"/>
                        </a:lnTo>
                        <a:lnTo>
                          <a:pt x="11" y="75"/>
                        </a:lnTo>
                        <a:lnTo>
                          <a:pt x="11" y="71"/>
                        </a:lnTo>
                        <a:lnTo>
                          <a:pt x="12" y="68"/>
                        </a:lnTo>
                        <a:lnTo>
                          <a:pt x="13" y="65"/>
                        </a:lnTo>
                        <a:lnTo>
                          <a:pt x="13" y="62"/>
                        </a:lnTo>
                        <a:lnTo>
                          <a:pt x="14" y="59"/>
                        </a:lnTo>
                        <a:lnTo>
                          <a:pt x="16" y="56"/>
                        </a:lnTo>
                        <a:lnTo>
                          <a:pt x="17" y="53"/>
                        </a:lnTo>
                        <a:lnTo>
                          <a:pt x="18" y="50"/>
                        </a:lnTo>
                        <a:lnTo>
                          <a:pt x="19" y="48"/>
                        </a:lnTo>
                        <a:lnTo>
                          <a:pt x="20" y="44"/>
                        </a:lnTo>
                        <a:lnTo>
                          <a:pt x="22" y="42"/>
                        </a:lnTo>
                        <a:lnTo>
                          <a:pt x="23" y="38"/>
                        </a:lnTo>
                        <a:lnTo>
                          <a:pt x="24" y="36"/>
                        </a:lnTo>
                        <a:lnTo>
                          <a:pt x="26" y="32"/>
                        </a:lnTo>
                        <a:lnTo>
                          <a:pt x="28" y="30"/>
                        </a:lnTo>
                        <a:lnTo>
                          <a:pt x="29" y="27"/>
                        </a:lnTo>
                        <a:lnTo>
                          <a:pt x="31" y="24"/>
                        </a:lnTo>
                        <a:lnTo>
                          <a:pt x="32" y="21"/>
                        </a:lnTo>
                        <a:lnTo>
                          <a:pt x="35" y="19"/>
                        </a:lnTo>
                        <a:lnTo>
                          <a:pt x="38" y="14"/>
                        </a:lnTo>
                        <a:lnTo>
                          <a:pt x="44" y="10"/>
                        </a:lnTo>
                        <a:lnTo>
                          <a:pt x="45" y="7"/>
                        </a:lnTo>
                        <a:lnTo>
                          <a:pt x="48" y="5"/>
                        </a:lnTo>
                        <a:lnTo>
                          <a:pt x="51" y="2"/>
                        </a:lnTo>
                        <a:lnTo>
                          <a:pt x="5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0" name="Freeform 191"/>
                  <p:cNvSpPr/>
                  <p:nvPr/>
                </p:nvSpPr>
                <p:spPr bwMode="auto">
                  <a:xfrm>
                    <a:off x="5636" y="1551"/>
                    <a:ext cx="53" cy="264"/>
                  </a:xfrm>
                  <a:custGeom>
                    <a:avLst/>
                    <a:gdLst>
                      <a:gd name="T0" fmla="*/ 0 w 159"/>
                      <a:gd name="T1" fmla="*/ 0 h 792"/>
                      <a:gd name="T2" fmla="*/ 0 w 159"/>
                      <a:gd name="T3" fmla="*/ 0 h 792"/>
                      <a:gd name="T4" fmla="*/ 0 w 159"/>
                      <a:gd name="T5" fmla="*/ 0 h 792"/>
                      <a:gd name="T6" fmla="*/ 0 w 159"/>
                      <a:gd name="T7" fmla="*/ 0 h 792"/>
                      <a:gd name="T8" fmla="*/ 0 w 159"/>
                      <a:gd name="T9" fmla="*/ 0 h 792"/>
                      <a:gd name="T10" fmla="*/ 0 w 159"/>
                      <a:gd name="T11" fmla="*/ 0 h 792"/>
                      <a:gd name="T12" fmla="*/ 0 w 159"/>
                      <a:gd name="T13" fmla="*/ 0 h 792"/>
                      <a:gd name="T14" fmla="*/ 0 w 159"/>
                      <a:gd name="T15" fmla="*/ 0 h 792"/>
                      <a:gd name="T16" fmla="*/ 0 w 159"/>
                      <a:gd name="T17" fmla="*/ 0 h 792"/>
                      <a:gd name="T18" fmla="*/ 0 w 159"/>
                      <a:gd name="T19" fmla="*/ 0 h 792"/>
                      <a:gd name="T20" fmla="*/ 0 w 159"/>
                      <a:gd name="T21" fmla="*/ 0 h 792"/>
                      <a:gd name="T22" fmla="*/ 0 w 159"/>
                      <a:gd name="T23" fmla="*/ 0 h 792"/>
                      <a:gd name="T24" fmla="*/ 0 w 159"/>
                      <a:gd name="T25" fmla="*/ 0 h 792"/>
                      <a:gd name="T26" fmla="*/ 0 w 159"/>
                      <a:gd name="T27" fmla="*/ 0 h 792"/>
                      <a:gd name="T28" fmla="*/ 0 w 159"/>
                      <a:gd name="T29" fmla="*/ 0 h 792"/>
                      <a:gd name="T30" fmla="*/ 0 w 159"/>
                      <a:gd name="T31" fmla="*/ 0 h 792"/>
                      <a:gd name="T32" fmla="*/ 0 w 159"/>
                      <a:gd name="T33" fmla="*/ 0 h 792"/>
                      <a:gd name="T34" fmla="*/ 0 w 159"/>
                      <a:gd name="T35" fmla="*/ 0 h 792"/>
                      <a:gd name="T36" fmla="*/ 0 w 159"/>
                      <a:gd name="T37" fmla="*/ 0 h 792"/>
                      <a:gd name="T38" fmla="*/ 0 w 159"/>
                      <a:gd name="T39" fmla="*/ 0 h 792"/>
                      <a:gd name="T40" fmla="*/ 0 w 159"/>
                      <a:gd name="T41" fmla="*/ 0 h 792"/>
                      <a:gd name="T42" fmla="*/ 0 w 159"/>
                      <a:gd name="T43" fmla="*/ 0 h 792"/>
                      <a:gd name="T44" fmla="*/ 0 w 159"/>
                      <a:gd name="T45" fmla="*/ 0 h 792"/>
                      <a:gd name="T46" fmla="*/ 0 w 159"/>
                      <a:gd name="T47" fmla="*/ 0 h 792"/>
                      <a:gd name="T48" fmla="*/ 0 w 159"/>
                      <a:gd name="T49" fmla="*/ 0 h 792"/>
                      <a:gd name="T50" fmla="*/ 0 w 159"/>
                      <a:gd name="T51" fmla="*/ 0 h 792"/>
                      <a:gd name="T52" fmla="*/ 0 w 159"/>
                      <a:gd name="T53" fmla="*/ 0 h 792"/>
                      <a:gd name="T54" fmla="*/ 0 w 159"/>
                      <a:gd name="T55" fmla="*/ 0 h 792"/>
                      <a:gd name="T56" fmla="*/ 0 w 159"/>
                      <a:gd name="T57" fmla="*/ 0 h 792"/>
                      <a:gd name="T58" fmla="*/ 0 w 159"/>
                      <a:gd name="T59" fmla="*/ 0 h 792"/>
                      <a:gd name="T60" fmla="*/ 0 w 159"/>
                      <a:gd name="T61" fmla="*/ 0 h 792"/>
                      <a:gd name="T62" fmla="*/ 0 w 159"/>
                      <a:gd name="T63" fmla="*/ 0 h 792"/>
                      <a:gd name="T64" fmla="*/ 0 w 159"/>
                      <a:gd name="T65" fmla="*/ 0 h 792"/>
                      <a:gd name="T66" fmla="*/ 0 w 159"/>
                      <a:gd name="T67" fmla="*/ 0 h 792"/>
                      <a:gd name="T68" fmla="*/ 0 w 159"/>
                      <a:gd name="T69" fmla="*/ 0 h 792"/>
                      <a:gd name="T70" fmla="*/ 0 w 159"/>
                      <a:gd name="T71" fmla="*/ 0 h 792"/>
                      <a:gd name="T72" fmla="*/ 0 w 159"/>
                      <a:gd name="T73" fmla="*/ 0 h 792"/>
                      <a:gd name="T74" fmla="*/ 0 w 159"/>
                      <a:gd name="T75" fmla="*/ 0 h 792"/>
                      <a:gd name="T76" fmla="*/ 0 w 159"/>
                      <a:gd name="T77" fmla="*/ 0 h 792"/>
                      <a:gd name="T78" fmla="*/ 0 w 159"/>
                      <a:gd name="T79" fmla="*/ 0 h 792"/>
                      <a:gd name="T80" fmla="*/ 0 w 159"/>
                      <a:gd name="T81" fmla="*/ 0 h 792"/>
                      <a:gd name="T82" fmla="*/ 0 w 159"/>
                      <a:gd name="T83" fmla="*/ 0 h 792"/>
                      <a:gd name="T84" fmla="*/ 0 w 159"/>
                      <a:gd name="T85" fmla="*/ 0 h 792"/>
                      <a:gd name="T86" fmla="*/ 0 w 159"/>
                      <a:gd name="T87" fmla="*/ 0 h 79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59"/>
                      <a:gd name="T133" fmla="*/ 0 h 792"/>
                      <a:gd name="T134" fmla="*/ 159 w 159"/>
                      <a:gd name="T135" fmla="*/ 792 h 79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59" h="792">
                        <a:moveTo>
                          <a:pt x="144" y="0"/>
                        </a:moveTo>
                        <a:lnTo>
                          <a:pt x="58" y="8"/>
                        </a:lnTo>
                        <a:lnTo>
                          <a:pt x="60" y="23"/>
                        </a:lnTo>
                        <a:lnTo>
                          <a:pt x="60" y="38"/>
                        </a:lnTo>
                        <a:lnTo>
                          <a:pt x="63" y="52"/>
                        </a:lnTo>
                        <a:lnTo>
                          <a:pt x="64" y="67"/>
                        </a:lnTo>
                        <a:lnTo>
                          <a:pt x="65" y="81"/>
                        </a:lnTo>
                        <a:lnTo>
                          <a:pt x="65" y="95"/>
                        </a:lnTo>
                        <a:lnTo>
                          <a:pt x="66" y="109"/>
                        </a:lnTo>
                        <a:lnTo>
                          <a:pt x="67" y="124"/>
                        </a:lnTo>
                        <a:lnTo>
                          <a:pt x="68" y="137"/>
                        </a:lnTo>
                        <a:lnTo>
                          <a:pt x="70" y="151"/>
                        </a:lnTo>
                        <a:lnTo>
                          <a:pt x="70" y="165"/>
                        </a:lnTo>
                        <a:lnTo>
                          <a:pt x="71" y="179"/>
                        </a:lnTo>
                        <a:lnTo>
                          <a:pt x="71" y="192"/>
                        </a:lnTo>
                        <a:lnTo>
                          <a:pt x="72" y="205"/>
                        </a:lnTo>
                        <a:lnTo>
                          <a:pt x="72" y="219"/>
                        </a:lnTo>
                        <a:lnTo>
                          <a:pt x="73" y="233"/>
                        </a:lnTo>
                        <a:lnTo>
                          <a:pt x="73" y="246"/>
                        </a:lnTo>
                        <a:lnTo>
                          <a:pt x="73" y="258"/>
                        </a:lnTo>
                        <a:lnTo>
                          <a:pt x="73" y="271"/>
                        </a:lnTo>
                        <a:lnTo>
                          <a:pt x="73" y="284"/>
                        </a:lnTo>
                        <a:lnTo>
                          <a:pt x="73" y="297"/>
                        </a:lnTo>
                        <a:lnTo>
                          <a:pt x="73" y="310"/>
                        </a:lnTo>
                        <a:lnTo>
                          <a:pt x="73" y="322"/>
                        </a:lnTo>
                        <a:lnTo>
                          <a:pt x="73" y="335"/>
                        </a:lnTo>
                        <a:lnTo>
                          <a:pt x="72" y="347"/>
                        </a:lnTo>
                        <a:lnTo>
                          <a:pt x="72" y="360"/>
                        </a:lnTo>
                        <a:lnTo>
                          <a:pt x="71" y="372"/>
                        </a:lnTo>
                        <a:lnTo>
                          <a:pt x="71" y="385"/>
                        </a:lnTo>
                        <a:lnTo>
                          <a:pt x="70" y="395"/>
                        </a:lnTo>
                        <a:lnTo>
                          <a:pt x="70" y="407"/>
                        </a:lnTo>
                        <a:lnTo>
                          <a:pt x="68" y="420"/>
                        </a:lnTo>
                        <a:lnTo>
                          <a:pt x="68" y="432"/>
                        </a:lnTo>
                        <a:lnTo>
                          <a:pt x="67" y="443"/>
                        </a:lnTo>
                        <a:lnTo>
                          <a:pt x="66" y="455"/>
                        </a:lnTo>
                        <a:lnTo>
                          <a:pt x="65" y="467"/>
                        </a:lnTo>
                        <a:lnTo>
                          <a:pt x="64" y="479"/>
                        </a:lnTo>
                        <a:lnTo>
                          <a:pt x="63" y="488"/>
                        </a:lnTo>
                        <a:lnTo>
                          <a:pt x="61" y="500"/>
                        </a:lnTo>
                        <a:lnTo>
                          <a:pt x="60" y="512"/>
                        </a:lnTo>
                        <a:lnTo>
                          <a:pt x="58" y="522"/>
                        </a:lnTo>
                        <a:lnTo>
                          <a:pt x="57" y="533"/>
                        </a:lnTo>
                        <a:lnTo>
                          <a:pt x="54" y="544"/>
                        </a:lnTo>
                        <a:lnTo>
                          <a:pt x="53" y="554"/>
                        </a:lnTo>
                        <a:lnTo>
                          <a:pt x="52" y="565"/>
                        </a:lnTo>
                        <a:lnTo>
                          <a:pt x="49" y="576"/>
                        </a:lnTo>
                        <a:lnTo>
                          <a:pt x="47" y="587"/>
                        </a:lnTo>
                        <a:lnTo>
                          <a:pt x="46" y="597"/>
                        </a:lnTo>
                        <a:lnTo>
                          <a:pt x="45" y="608"/>
                        </a:lnTo>
                        <a:lnTo>
                          <a:pt x="42" y="617"/>
                        </a:lnTo>
                        <a:lnTo>
                          <a:pt x="40" y="628"/>
                        </a:lnTo>
                        <a:lnTo>
                          <a:pt x="38" y="638"/>
                        </a:lnTo>
                        <a:lnTo>
                          <a:pt x="34" y="648"/>
                        </a:lnTo>
                        <a:lnTo>
                          <a:pt x="32" y="658"/>
                        </a:lnTo>
                        <a:lnTo>
                          <a:pt x="29" y="667"/>
                        </a:lnTo>
                        <a:lnTo>
                          <a:pt x="27" y="677"/>
                        </a:lnTo>
                        <a:lnTo>
                          <a:pt x="25" y="686"/>
                        </a:lnTo>
                        <a:lnTo>
                          <a:pt x="21" y="696"/>
                        </a:lnTo>
                        <a:lnTo>
                          <a:pt x="19" y="706"/>
                        </a:lnTo>
                        <a:lnTo>
                          <a:pt x="15" y="715"/>
                        </a:lnTo>
                        <a:lnTo>
                          <a:pt x="11" y="724"/>
                        </a:lnTo>
                        <a:lnTo>
                          <a:pt x="9" y="734"/>
                        </a:lnTo>
                        <a:lnTo>
                          <a:pt x="6" y="743"/>
                        </a:lnTo>
                        <a:lnTo>
                          <a:pt x="2" y="752"/>
                        </a:lnTo>
                        <a:lnTo>
                          <a:pt x="0" y="762"/>
                        </a:lnTo>
                        <a:lnTo>
                          <a:pt x="80" y="792"/>
                        </a:lnTo>
                        <a:lnTo>
                          <a:pt x="83" y="782"/>
                        </a:lnTo>
                        <a:lnTo>
                          <a:pt x="86" y="773"/>
                        </a:lnTo>
                        <a:lnTo>
                          <a:pt x="90" y="763"/>
                        </a:lnTo>
                        <a:lnTo>
                          <a:pt x="93" y="754"/>
                        </a:lnTo>
                        <a:lnTo>
                          <a:pt x="96" y="743"/>
                        </a:lnTo>
                        <a:lnTo>
                          <a:pt x="99" y="734"/>
                        </a:lnTo>
                        <a:lnTo>
                          <a:pt x="103" y="723"/>
                        </a:lnTo>
                        <a:lnTo>
                          <a:pt x="105" y="714"/>
                        </a:lnTo>
                        <a:lnTo>
                          <a:pt x="108" y="703"/>
                        </a:lnTo>
                        <a:lnTo>
                          <a:pt x="111" y="692"/>
                        </a:lnTo>
                        <a:lnTo>
                          <a:pt x="115" y="682"/>
                        </a:lnTo>
                        <a:lnTo>
                          <a:pt x="117" y="671"/>
                        </a:lnTo>
                        <a:lnTo>
                          <a:pt x="119" y="661"/>
                        </a:lnTo>
                        <a:lnTo>
                          <a:pt x="122" y="651"/>
                        </a:lnTo>
                        <a:lnTo>
                          <a:pt x="124" y="640"/>
                        </a:lnTo>
                        <a:lnTo>
                          <a:pt x="128" y="629"/>
                        </a:lnTo>
                        <a:lnTo>
                          <a:pt x="129" y="617"/>
                        </a:lnTo>
                        <a:lnTo>
                          <a:pt x="131" y="607"/>
                        </a:lnTo>
                        <a:lnTo>
                          <a:pt x="134" y="595"/>
                        </a:lnTo>
                        <a:lnTo>
                          <a:pt x="136" y="584"/>
                        </a:lnTo>
                        <a:lnTo>
                          <a:pt x="137" y="572"/>
                        </a:lnTo>
                        <a:lnTo>
                          <a:pt x="138" y="562"/>
                        </a:lnTo>
                        <a:lnTo>
                          <a:pt x="141" y="550"/>
                        </a:lnTo>
                        <a:lnTo>
                          <a:pt x="143" y="539"/>
                        </a:lnTo>
                        <a:lnTo>
                          <a:pt x="144" y="526"/>
                        </a:lnTo>
                        <a:lnTo>
                          <a:pt x="146" y="515"/>
                        </a:lnTo>
                        <a:lnTo>
                          <a:pt x="147" y="503"/>
                        </a:lnTo>
                        <a:lnTo>
                          <a:pt x="149" y="492"/>
                        </a:lnTo>
                        <a:lnTo>
                          <a:pt x="150" y="480"/>
                        </a:lnTo>
                        <a:lnTo>
                          <a:pt x="151" y="468"/>
                        </a:lnTo>
                        <a:lnTo>
                          <a:pt x="153" y="456"/>
                        </a:lnTo>
                        <a:lnTo>
                          <a:pt x="154" y="443"/>
                        </a:lnTo>
                        <a:lnTo>
                          <a:pt x="154" y="430"/>
                        </a:lnTo>
                        <a:lnTo>
                          <a:pt x="156" y="418"/>
                        </a:lnTo>
                        <a:lnTo>
                          <a:pt x="156" y="405"/>
                        </a:lnTo>
                        <a:lnTo>
                          <a:pt x="156" y="393"/>
                        </a:lnTo>
                        <a:lnTo>
                          <a:pt x="157" y="380"/>
                        </a:lnTo>
                        <a:lnTo>
                          <a:pt x="157" y="367"/>
                        </a:lnTo>
                        <a:lnTo>
                          <a:pt x="159" y="354"/>
                        </a:lnTo>
                        <a:lnTo>
                          <a:pt x="159" y="342"/>
                        </a:lnTo>
                        <a:lnTo>
                          <a:pt x="159" y="328"/>
                        </a:lnTo>
                        <a:lnTo>
                          <a:pt x="159" y="315"/>
                        </a:lnTo>
                        <a:lnTo>
                          <a:pt x="159" y="302"/>
                        </a:lnTo>
                        <a:lnTo>
                          <a:pt x="159" y="289"/>
                        </a:lnTo>
                        <a:lnTo>
                          <a:pt x="159" y="274"/>
                        </a:lnTo>
                        <a:lnTo>
                          <a:pt x="159" y="260"/>
                        </a:lnTo>
                        <a:lnTo>
                          <a:pt x="159" y="248"/>
                        </a:lnTo>
                        <a:lnTo>
                          <a:pt x="159" y="234"/>
                        </a:lnTo>
                        <a:lnTo>
                          <a:pt x="159" y="220"/>
                        </a:lnTo>
                        <a:lnTo>
                          <a:pt x="159" y="205"/>
                        </a:lnTo>
                        <a:lnTo>
                          <a:pt x="157" y="191"/>
                        </a:lnTo>
                        <a:lnTo>
                          <a:pt x="157" y="177"/>
                        </a:lnTo>
                        <a:lnTo>
                          <a:pt x="156" y="163"/>
                        </a:lnTo>
                        <a:lnTo>
                          <a:pt x="156" y="148"/>
                        </a:lnTo>
                        <a:lnTo>
                          <a:pt x="154" y="134"/>
                        </a:lnTo>
                        <a:lnTo>
                          <a:pt x="154" y="120"/>
                        </a:lnTo>
                        <a:lnTo>
                          <a:pt x="153" y="105"/>
                        </a:lnTo>
                        <a:lnTo>
                          <a:pt x="151" y="90"/>
                        </a:lnTo>
                        <a:lnTo>
                          <a:pt x="151" y="76"/>
                        </a:lnTo>
                        <a:lnTo>
                          <a:pt x="149" y="61"/>
                        </a:lnTo>
                        <a:lnTo>
                          <a:pt x="148" y="45"/>
                        </a:lnTo>
                        <a:lnTo>
                          <a:pt x="147" y="30"/>
                        </a:lnTo>
                        <a:lnTo>
                          <a:pt x="146" y="16"/>
                        </a:lnTo>
                        <a:lnTo>
                          <a:pt x="14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1" name="Freeform 192"/>
                  <p:cNvSpPr/>
                  <p:nvPr/>
                </p:nvSpPr>
                <p:spPr bwMode="auto">
                  <a:xfrm>
                    <a:off x="5345" y="1557"/>
                    <a:ext cx="318" cy="269"/>
                  </a:xfrm>
                  <a:custGeom>
                    <a:avLst/>
                    <a:gdLst>
                      <a:gd name="T0" fmla="*/ 0 w 954"/>
                      <a:gd name="T1" fmla="*/ 0 h 808"/>
                      <a:gd name="T2" fmla="*/ 0 w 954"/>
                      <a:gd name="T3" fmla="*/ 0 h 808"/>
                      <a:gd name="T4" fmla="*/ 0 w 954"/>
                      <a:gd name="T5" fmla="*/ 0 h 808"/>
                      <a:gd name="T6" fmla="*/ 0 w 954"/>
                      <a:gd name="T7" fmla="*/ 0 h 808"/>
                      <a:gd name="T8" fmla="*/ 0 w 954"/>
                      <a:gd name="T9" fmla="*/ 0 h 808"/>
                      <a:gd name="T10" fmla="*/ 0 w 954"/>
                      <a:gd name="T11" fmla="*/ 0 h 808"/>
                      <a:gd name="T12" fmla="*/ 0 w 954"/>
                      <a:gd name="T13" fmla="*/ 0 h 808"/>
                      <a:gd name="T14" fmla="*/ 0 w 954"/>
                      <a:gd name="T15" fmla="*/ 0 h 808"/>
                      <a:gd name="T16" fmla="*/ 0 w 954"/>
                      <a:gd name="T17" fmla="*/ 0 h 808"/>
                      <a:gd name="T18" fmla="*/ 0 w 954"/>
                      <a:gd name="T19" fmla="*/ 0 h 808"/>
                      <a:gd name="T20" fmla="*/ 0 w 954"/>
                      <a:gd name="T21" fmla="*/ 0 h 808"/>
                      <a:gd name="T22" fmla="*/ 0 w 954"/>
                      <a:gd name="T23" fmla="*/ 0 h 808"/>
                      <a:gd name="T24" fmla="*/ 0 w 954"/>
                      <a:gd name="T25" fmla="*/ 0 h 808"/>
                      <a:gd name="T26" fmla="*/ 0 w 954"/>
                      <a:gd name="T27" fmla="*/ 0 h 808"/>
                      <a:gd name="T28" fmla="*/ 0 w 954"/>
                      <a:gd name="T29" fmla="*/ 0 h 808"/>
                      <a:gd name="T30" fmla="*/ 0 w 954"/>
                      <a:gd name="T31" fmla="*/ 0 h 808"/>
                      <a:gd name="T32" fmla="*/ 0 w 954"/>
                      <a:gd name="T33" fmla="*/ 0 h 808"/>
                      <a:gd name="T34" fmla="*/ 0 w 954"/>
                      <a:gd name="T35" fmla="*/ 0 h 808"/>
                      <a:gd name="T36" fmla="*/ 0 w 954"/>
                      <a:gd name="T37" fmla="*/ 0 h 808"/>
                      <a:gd name="T38" fmla="*/ 0 w 954"/>
                      <a:gd name="T39" fmla="*/ 0 h 808"/>
                      <a:gd name="T40" fmla="*/ 0 w 954"/>
                      <a:gd name="T41" fmla="*/ 0 h 808"/>
                      <a:gd name="T42" fmla="*/ 0 w 954"/>
                      <a:gd name="T43" fmla="*/ 0 h 808"/>
                      <a:gd name="T44" fmla="*/ 0 w 954"/>
                      <a:gd name="T45" fmla="*/ 0 h 808"/>
                      <a:gd name="T46" fmla="*/ 0 w 954"/>
                      <a:gd name="T47" fmla="*/ 0 h 808"/>
                      <a:gd name="T48" fmla="*/ 0 w 954"/>
                      <a:gd name="T49" fmla="*/ 0 h 808"/>
                      <a:gd name="T50" fmla="*/ 0 w 954"/>
                      <a:gd name="T51" fmla="*/ 0 h 808"/>
                      <a:gd name="T52" fmla="*/ 0 w 954"/>
                      <a:gd name="T53" fmla="*/ 0 h 808"/>
                      <a:gd name="T54" fmla="*/ 0 w 954"/>
                      <a:gd name="T55" fmla="*/ 0 h 808"/>
                      <a:gd name="T56" fmla="*/ 0 w 954"/>
                      <a:gd name="T57" fmla="*/ 0 h 808"/>
                      <a:gd name="T58" fmla="*/ 0 w 954"/>
                      <a:gd name="T59" fmla="*/ 0 h 808"/>
                      <a:gd name="T60" fmla="*/ 0 w 954"/>
                      <a:gd name="T61" fmla="*/ 0 h 808"/>
                      <a:gd name="T62" fmla="*/ 0 w 954"/>
                      <a:gd name="T63" fmla="*/ 0 h 808"/>
                      <a:gd name="T64" fmla="*/ 0 w 954"/>
                      <a:gd name="T65" fmla="*/ 0 h 808"/>
                      <a:gd name="T66" fmla="*/ 0 w 954"/>
                      <a:gd name="T67" fmla="*/ 0 h 808"/>
                      <a:gd name="T68" fmla="*/ 0 w 954"/>
                      <a:gd name="T69" fmla="*/ 0 h 808"/>
                      <a:gd name="T70" fmla="*/ 0 w 954"/>
                      <a:gd name="T71" fmla="*/ 0 h 808"/>
                      <a:gd name="T72" fmla="*/ 0 w 954"/>
                      <a:gd name="T73" fmla="*/ 0 h 808"/>
                      <a:gd name="T74" fmla="*/ 0 w 954"/>
                      <a:gd name="T75" fmla="*/ 0 h 808"/>
                      <a:gd name="T76" fmla="*/ 0 w 954"/>
                      <a:gd name="T77" fmla="*/ 0 h 808"/>
                      <a:gd name="T78" fmla="*/ 0 w 954"/>
                      <a:gd name="T79" fmla="*/ 0 h 808"/>
                      <a:gd name="T80" fmla="*/ 0 w 954"/>
                      <a:gd name="T81" fmla="*/ 0 h 808"/>
                      <a:gd name="T82" fmla="*/ 0 w 954"/>
                      <a:gd name="T83" fmla="*/ 0 h 808"/>
                      <a:gd name="T84" fmla="*/ 0 w 954"/>
                      <a:gd name="T85" fmla="*/ 0 h 808"/>
                      <a:gd name="T86" fmla="*/ 0 w 954"/>
                      <a:gd name="T87" fmla="*/ 0 h 808"/>
                      <a:gd name="T88" fmla="*/ 0 w 954"/>
                      <a:gd name="T89" fmla="*/ 0 h 808"/>
                      <a:gd name="T90" fmla="*/ 0 w 954"/>
                      <a:gd name="T91" fmla="*/ 0 h 808"/>
                      <a:gd name="T92" fmla="*/ 0 w 954"/>
                      <a:gd name="T93" fmla="*/ 0 h 808"/>
                      <a:gd name="T94" fmla="*/ 0 w 954"/>
                      <a:gd name="T95" fmla="*/ 0 h 808"/>
                      <a:gd name="T96" fmla="*/ 0 w 954"/>
                      <a:gd name="T97" fmla="*/ 0 h 808"/>
                      <a:gd name="T98" fmla="*/ 0 w 954"/>
                      <a:gd name="T99" fmla="*/ 0 h 808"/>
                      <a:gd name="T100" fmla="*/ 0 w 954"/>
                      <a:gd name="T101" fmla="*/ 0 h 808"/>
                      <a:gd name="T102" fmla="*/ 0 w 954"/>
                      <a:gd name="T103" fmla="*/ 0 h 808"/>
                      <a:gd name="T104" fmla="*/ 0 w 954"/>
                      <a:gd name="T105" fmla="*/ 0 h 808"/>
                      <a:gd name="T106" fmla="*/ 0 w 954"/>
                      <a:gd name="T107" fmla="*/ 0 h 808"/>
                      <a:gd name="T108" fmla="*/ 0 w 954"/>
                      <a:gd name="T109" fmla="*/ 0 h 808"/>
                      <a:gd name="T110" fmla="*/ 0 w 954"/>
                      <a:gd name="T111" fmla="*/ 0 h 808"/>
                      <a:gd name="T112" fmla="*/ 0 w 954"/>
                      <a:gd name="T113" fmla="*/ 0 h 808"/>
                      <a:gd name="T114" fmla="*/ 0 w 954"/>
                      <a:gd name="T115" fmla="*/ 0 h 8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54"/>
                      <a:gd name="T175" fmla="*/ 0 h 808"/>
                      <a:gd name="T176" fmla="*/ 954 w 954"/>
                      <a:gd name="T177" fmla="*/ 808 h 80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54" h="808">
                        <a:moveTo>
                          <a:pt x="932" y="710"/>
                        </a:moveTo>
                        <a:lnTo>
                          <a:pt x="916" y="711"/>
                        </a:lnTo>
                        <a:lnTo>
                          <a:pt x="899" y="711"/>
                        </a:lnTo>
                        <a:lnTo>
                          <a:pt x="882" y="712"/>
                        </a:lnTo>
                        <a:lnTo>
                          <a:pt x="865" y="712"/>
                        </a:lnTo>
                        <a:lnTo>
                          <a:pt x="849" y="713"/>
                        </a:lnTo>
                        <a:lnTo>
                          <a:pt x="832" y="714"/>
                        </a:lnTo>
                        <a:lnTo>
                          <a:pt x="814" y="714"/>
                        </a:lnTo>
                        <a:lnTo>
                          <a:pt x="799" y="716"/>
                        </a:lnTo>
                        <a:lnTo>
                          <a:pt x="782" y="716"/>
                        </a:lnTo>
                        <a:lnTo>
                          <a:pt x="764" y="717"/>
                        </a:lnTo>
                        <a:lnTo>
                          <a:pt x="748" y="717"/>
                        </a:lnTo>
                        <a:lnTo>
                          <a:pt x="731" y="717"/>
                        </a:lnTo>
                        <a:lnTo>
                          <a:pt x="715" y="717"/>
                        </a:lnTo>
                        <a:lnTo>
                          <a:pt x="698" y="718"/>
                        </a:lnTo>
                        <a:lnTo>
                          <a:pt x="681" y="718"/>
                        </a:lnTo>
                        <a:lnTo>
                          <a:pt x="666" y="719"/>
                        </a:lnTo>
                        <a:lnTo>
                          <a:pt x="648" y="719"/>
                        </a:lnTo>
                        <a:lnTo>
                          <a:pt x="633" y="720"/>
                        </a:lnTo>
                        <a:lnTo>
                          <a:pt x="615" y="720"/>
                        </a:lnTo>
                        <a:lnTo>
                          <a:pt x="600" y="720"/>
                        </a:lnTo>
                        <a:lnTo>
                          <a:pt x="583" y="720"/>
                        </a:lnTo>
                        <a:lnTo>
                          <a:pt x="566" y="720"/>
                        </a:lnTo>
                        <a:lnTo>
                          <a:pt x="552" y="720"/>
                        </a:lnTo>
                        <a:lnTo>
                          <a:pt x="535" y="721"/>
                        </a:lnTo>
                        <a:lnTo>
                          <a:pt x="520" y="721"/>
                        </a:lnTo>
                        <a:lnTo>
                          <a:pt x="503" y="721"/>
                        </a:lnTo>
                        <a:lnTo>
                          <a:pt x="488" y="721"/>
                        </a:lnTo>
                        <a:lnTo>
                          <a:pt x="474" y="721"/>
                        </a:lnTo>
                        <a:lnTo>
                          <a:pt x="458" y="721"/>
                        </a:lnTo>
                        <a:lnTo>
                          <a:pt x="444" y="721"/>
                        </a:lnTo>
                        <a:lnTo>
                          <a:pt x="430" y="721"/>
                        </a:lnTo>
                        <a:lnTo>
                          <a:pt x="414" y="721"/>
                        </a:lnTo>
                        <a:lnTo>
                          <a:pt x="400" y="721"/>
                        </a:lnTo>
                        <a:lnTo>
                          <a:pt x="387" y="720"/>
                        </a:lnTo>
                        <a:lnTo>
                          <a:pt x="372" y="720"/>
                        </a:lnTo>
                        <a:lnTo>
                          <a:pt x="359" y="720"/>
                        </a:lnTo>
                        <a:lnTo>
                          <a:pt x="346" y="720"/>
                        </a:lnTo>
                        <a:lnTo>
                          <a:pt x="333" y="719"/>
                        </a:lnTo>
                        <a:lnTo>
                          <a:pt x="320" y="719"/>
                        </a:lnTo>
                        <a:lnTo>
                          <a:pt x="308" y="719"/>
                        </a:lnTo>
                        <a:lnTo>
                          <a:pt x="295" y="718"/>
                        </a:lnTo>
                        <a:lnTo>
                          <a:pt x="283" y="717"/>
                        </a:lnTo>
                        <a:lnTo>
                          <a:pt x="271" y="717"/>
                        </a:lnTo>
                        <a:lnTo>
                          <a:pt x="260" y="717"/>
                        </a:lnTo>
                        <a:lnTo>
                          <a:pt x="248" y="716"/>
                        </a:lnTo>
                        <a:lnTo>
                          <a:pt x="238" y="714"/>
                        </a:lnTo>
                        <a:lnTo>
                          <a:pt x="228" y="714"/>
                        </a:lnTo>
                        <a:lnTo>
                          <a:pt x="219" y="714"/>
                        </a:lnTo>
                        <a:lnTo>
                          <a:pt x="208" y="713"/>
                        </a:lnTo>
                        <a:lnTo>
                          <a:pt x="200" y="712"/>
                        </a:lnTo>
                        <a:lnTo>
                          <a:pt x="190" y="711"/>
                        </a:lnTo>
                        <a:lnTo>
                          <a:pt x="182" y="711"/>
                        </a:lnTo>
                        <a:lnTo>
                          <a:pt x="174" y="710"/>
                        </a:lnTo>
                        <a:lnTo>
                          <a:pt x="166" y="708"/>
                        </a:lnTo>
                        <a:lnTo>
                          <a:pt x="159" y="707"/>
                        </a:lnTo>
                        <a:lnTo>
                          <a:pt x="152" y="707"/>
                        </a:lnTo>
                        <a:lnTo>
                          <a:pt x="145" y="705"/>
                        </a:lnTo>
                        <a:lnTo>
                          <a:pt x="139" y="705"/>
                        </a:lnTo>
                        <a:lnTo>
                          <a:pt x="134" y="702"/>
                        </a:lnTo>
                        <a:lnTo>
                          <a:pt x="128" y="702"/>
                        </a:lnTo>
                        <a:lnTo>
                          <a:pt x="125" y="700"/>
                        </a:lnTo>
                        <a:lnTo>
                          <a:pt x="120" y="699"/>
                        </a:lnTo>
                        <a:lnTo>
                          <a:pt x="117" y="698"/>
                        </a:lnTo>
                        <a:lnTo>
                          <a:pt x="114" y="697"/>
                        </a:lnTo>
                        <a:lnTo>
                          <a:pt x="113" y="693"/>
                        </a:lnTo>
                        <a:lnTo>
                          <a:pt x="111" y="689"/>
                        </a:lnTo>
                        <a:lnTo>
                          <a:pt x="110" y="687"/>
                        </a:lnTo>
                        <a:lnTo>
                          <a:pt x="108" y="682"/>
                        </a:lnTo>
                        <a:lnTo>
                          <a:pt x="107" y="678"/>
                        </a:lnTo>
                        <a:lnTo>
                          <a:pt x="106" y="674"/>
                        </a:lnTo>
                        <a:lnTo>
                          <a:pt x="105" y="668"/>
                        </a:lnTo>
                        <a:lnTo>
                          <a:pt x="104" y="663"/>
                        </a:lnTo>
                        <a:lnTo>
                          <a:pt x="102" y="656"/>
                        </a:lnTo>
                        <a:lnTo>
                          <a:pt x="101" y="650"/>
                        </a:lnTo>
                        <a:lnTo>
                          <a:pt x="101" y="644"/>
                        </a:lnTo>
                        <a:lnTo>
                          <a:pt x="100" y="636"/>
                        </a:lnTo>
                        <a:lnTo>
                          <a:pt x="99" y="629"/>
                        </a:lnTo>
                        <a:lnTo>
                          <a:pt x="99" y="622"/>
                        </a:lnTo>
                        <a:lnTo>
                          <a:pt x="98" y="613"/>
                        </a:lnTo>
                        <a:lnTo>
                          <a:pt x="96" y="606"/>
                        </a:lnTo>
                        <a:lnTo>
                          <a:pt x="95" y="597"/>
                        </a:lnTo>
                        <a:lnTo>
                          <a:pt x="95" y="589"/>
                        </a:lnTo>
                        <a:lnTo>
                          <a:pt x="94" y="578"/>
                        </a:lnTo>
                        <a:lnTo>
                          <a:pt x="93" y="570"/>
                        </a:lnTo>
                        <a:lnTo>
                          <a:pt x="93" y="559"/>
                        </a:lnTo>
                        <a:lnTo>
                          <a:pt x="92" y="549"/>
                        </a:lnTo>
                        <a:lnTo>
                          <a:pt x="91" y="540"/>
                        </a:lnTo>
                        <a:lnTo>
                          <a:pt x="91" y="529"/>
                        </a:lnTo>
                        <a:lnTo>
                          <a:pt x="91" y="517"/>
                        </a:lnTo>
                        <a:lnTo>
                          <a:pt x="89" y="507"/>
                        </a:lnTo>
                        <a:lnTo>
                          <a:pt x="89" y="496"/>
                        </a:lnTo>
                        <a:lnTo>
                          <a:pt x="89" y="484"/>
                        </a:lnTo>
                        <a:lnTo>
                          <a:pt x="88" y="473"/>
                        </a:lnTo>
                        <a:lnTo>
                          <a:pt x="88" y="462"/>
                        </a:lnTo>
                        <a:lnTo>
                          <a:pt x="88" y="450"/>
                        </a:lnTo>
                        <a:lnTo>
                          <a:pt x="88" y="438"/>
                        </a:lnTo>
                        <a:lnTo>
                          <a:pt x="87" y="425"/>
                        </a:lnTo>
                        <a:lnTo>
                          <a:pt x="87" y="413"/>
                        </a:lnTo>
                        <a:lnTo>
                          <a:pt x="86" y="400"/>
                        </a:lnTo>
                        <a:lnTo>
                          <a:pt x="86" y="388"/>
                        </a:lnTo>
                        <a:lnTo>
                          <a:pt x="86" y="374"/>
                        </a:lnTo>
                        <a:lnTo>
                          <a:pt x="86" y="361"/>
                        </a:lnTo>
                        <a:lnTo>
                          <a:pt x="86" y="348"/>
                        </a:lnTo>
                        <a:lnTo>
                          <a:pt x="86" y="334"/>
                        </a:lnTo>
                        <a:lnTo>
                          <a:pt x="85" y="320"/>
                        </a:lnTo>
                        <a:lnTo>
                          <a:pt x="85" y="307"/>
                        </a:lnTo>
                        <a:lnTo>
                          <a:pt x="85" y="294"/>
                        </a:lnTo>
                        <a:lnTo>
                          <a:pt x="85" y="280"/>
                        </a:lnTo>
                        <a:lnTo>
                          <a:pt x="85" y="267"/>
                        </a:lnTo>
                        <a:lnTo>
                          <a:pt x="85" y="253"/>
                        </a:lnTo>
                        <a:lnTo>
                          <a:pt x="85" y="238"/>
                        </a:lnTo>
                        <a:lnTo>
                          <a:pt x="86" y="226"/>
                        </a:lnTo>
                        <a:lnTo>
                          <a:pt x="86" y="211"/>
                        </a:lnTo>
                        <a:lnTo>
                          <a:pt x="86" y="198"/>
                        </a:lnTo>
                        <a:lnTo>
                          <a:pt x="86" y="184"/>
                        </a:lnTo>
                        <a:lnTo>
                          <a:pt x="86" y="169"/>
                        </a:lnTo>
                        <a:lnTo>
                          <a:pt x="86" y="155"/>
                        </a:lnTo>
                        <a:lnTo>
                          <a:pt x="86" y="141"/>
                        </a:lnTo>
                        <a:lnTo>
                          <a:pt x="86" y="127"/>
                        </a:lnTo>
                        <a:lnTo>
                          <a:pt x="87" y="114"/>
                        </a:lnTo>
                        <a:lnTo>
                          <a:pt x="87" y="99"/>
                        </a:lnTo>
                        <a:lnTo>
                          <a:pt x="87" y="85"/>
                        </a:lnTo>
                        <a:lnTo>
                          <a:pt x="87" y="71"/>
                        </a:lnTo>
                        <a:lnTo>
                          <a:pt x="88" y="58"/>
                        </a:lnTo>
                        <a:lnTo>
                          <a:pt x="88" y="44"/>
                        </a:lnTo>
                        <a:lnTo>
                          <a:pt x="88" y="31"/>
                        </a:lnTo>
                        <a:lnTo>
                          <a:pt x="89" y="18"/>
                        </a:lnTo>
                        <a:lnTo>
                          <a:pt x="91" y="4"/>
                        </a:lnTo>
                        <a:lnTo>
                          <a:pt x="88" y="2"/>
                        </a:lnTo>
                        <a:lnTo>
                          <a:pt x="86" y="1"/>
                        </a:lnTo>
                        <a:lnTo>
                          <a:pt x="83" y="1"/>
                        </a:lnTo>
                        <a:lnTo>
                          <a:pt x="81" y="1"/>
                        </a:lnTo>
                        <a:lnTo>
                          <a:pt x="79" y="1"/>
                        </a:lnTo>
                        <a:lnTo>
                          <a:pt x="76" y="1"/>
                        </a:lnTo>
                        <a:lnTo>
                          <a:pt x="73" y="0"/>
                        </a:lnTo>
                        <a:lnTo>
                          <a:pt x="69" y="0"/>
                        </a:lnTo>
                        <a:lnTo>
                          <a:pt x="66" y="0"/>
                        </a:lnTo>
                        <a:lnTo>
                          <a:pt x="63" y="0"/>
                        </a:lnTo>
                        <a:lnTo>
                          <a:pt x="58" y="0"/>
                        </a:lnTo>
                        <a:lnTo>
                          <a:pt x="55" y="1"/>
                        </a:lnTo>
                        <a:lnTo>
                          <a:pt x="50" y="1"/>
                        </a:lnTo>
                        <a:lnTo>
                          <a:pt x="48" y="1"/>
                        </a:lnTo>
                        <a:lnTo>
                          <a:pt x="43" y="1"/>
                        </a:lnTo>
                        <a:lnTo>
                          <a:pt x="38" y="1"/>
                        </a:lnTo>
                        <a:lnTo>
                          <a:pt x="35" y="2"/>
                        </a:lnTo>
                        <a:lnTo>
                          <a:pt x="30" y="2"/>
                        </a:lnTo>
                        <a:lnTo>
                          <a:pt x="28" y="2"/>
                        </a:lnTo>
                        <a:lnTo>
                          <a:pt x="24" y="3"/>
                        </a:lnTo>
                        <a:lnTo>
                          <a:pt x="21" y="3"/>
                        </a:lnTo>
                        <a:lnTo>
                          <a:pt x="17" y="4"/>
                        </a:lnTo>
                        <a:lnTo>
                          <a:pt x="15" y="4"/>
                        </a:lnTo>
                        <a:lnTo>
                          <a:pt x="12" y="6"/>
                        </a:lnTo>
                        <a:lnTo>
                          <a:pt x="9" y="6"/>
                        </a:lnTo>
                        <a:lnTo>
                          <a:pt x="7" y="6"/>
                        </a:lnTo>
                        <a:lnTo>
                          <a:pt x="5" y="7"/>
                        </a:lnTo>
                        <a:lnTo>
                          <a:pt x="4" y="8"/>
                        </a:lnTo>
                        <a:lnTo>
                          <a:pt x="4" y="10"/>
                        </a:lnTo>
                        <a:lnTo>
                          <a:pt x="4" y="13"/>
                        </a:lnTo>
                        <a:lnTo>
                          <a:pt x="4" y="16"/>
                        </a:lnTo>
                        <a:lnTo>
                          <a:pt x="3" y="20"/>
                        </a:lnTo>
                        <a:lnTo>
                          <a:pt x="3" y="26"/>
                        </a:lnTo>
                        <a:lnTo>
                          <a:pt x="3" y="28"/>
                        </a:lnTo>
                        <a:lnTo>
                          <a:pt x="3" y="31"/>
                        </a:lnTo>
                        <a:lnTo>
                          <a:pt x="3" y="34"/>
                        </a:lnTo>
                        <a:lnTo>
                          <a:pt x="3" y="39"/>
                        </a:lnTo>
                        <a:lnTo>
                          <a:pt x="3" y="41"/>
                        </a:lnTo>
                        <a:lnTo>
                          <a:pt x="3" y="46"/>
                        </a:lnTo>
                        <a:lnTo>
                          <a:pt x="3" y="50"/>
                        </a:lnTo>
                        <a:lnTo>
                          <a:pt x="3" y="53"/>
                        </a:lnTo>
                        <a:lnTo>
                          <a:pt x="3" y="58"/>
                        </a:lnTo>
                        <a:lnTo>
                          <a:pt x="3" y="61"/>
                        </a:lnTo>
                        <a:lnTo>
                          <a:pt x="3" y="66"/>
                        </a:lnTo>
                        <a:lnTo>
                          <a:pt x="3" y="72"/>
                        </a:lnTo>
                        <a:lnTo>
                          <a:pt x="2" y="77"/>
                        </a:lnTo>
                        <a:lnTo>
                          <a:pt x="2" y="82"/>
                        </a:lnTo>
                        <a:lnTo>
                          <a:pt x="2" y="86"/>
                        </a:lnTo>
                        <a:lnTo>
                          <a:pt x="2" y="92"/>
                        </a:lnTo>
                        <a:lnTo>
                          <a:pt x="2" y="98"/>
                        </a:lnTo>
                        <a:lnTo>
                          <a:pt x="2" y="104"/>
                        </a:lnTo>
                        <a:lnTo>
                          <a:pt x="2" y="110"/>
                        </a:lnTo>
                        <a:lnTo>
                          <a:pt x="2" y="117"/>
                        </a:lnTo>
                        <a:lnTo>
                          <a:pt x="0" y="122"/>
                        </a:lnTo>
                        <a:lnTo>
                          <a:pt x="0" y="128"/>
                        </a:lnTo>
                        <a:lnTo>
                          <a:pt x="0" y="134"/>
                        </a:lnTo>
                        <a:lnTo>
                          <a:pt x="0" y="141"/>
                        </a:lnTo>
                        <a:lnTo>
                          <a:pt x="0" y="147"/>
                        </a:lnTo>
                        <a:lnTo>
                          <a:pt x="0" y="154"/>
                        </a:lnTo>
                        <a:lnTo>
                          <a:pt x="0" y="160"/>
                        </a:lnTo>
                        <a:lnTo>
                          <a:pt x="0" y="167"/>
                        </a:lnTo>
                        <a:lnTo>
                          <a:pt x="0" y="174"/>
                        </a:lnTo>
                        <a:lnTo>
                          <a:pt x="0" y="181"/>
                        </a:lnTo>
                        <a:lnTo>
                          <a:pt x="0" y="188"/>
                        </a:lnTo>
                        <a:lnTo>
                          <a:pt x="0" y="196"/>
                        </a:lnTo>
                        <a:lnTo>
                          <a:pt x="0" y="203"/>
                        </a:lnTo>
                        <a:lnTo>
                          <a:pt x="0" y="210"/>
                        </a:lnTo>
                        <a:lnTo>
                          <a:pt x="0" y="218"/>
                        </a:lnTo>
                        <a:lnTo>
                          <a:pt x="0" y="225"/>
                        </a:lnTo>
                        <a:lnTo>
                          <a:pt x="0" y="232"/>
                        </a:lnTo>
                        <a:lnTo>
                          <a:pt x="0" y="240"/>
                        </a:lnTo>
                        <a:lnTo>
                          <a:pt x="0" y="247"/>
                        </a:lnTo>
                        <a:lnTo>
                          <a:pt x="0" y="255"/>
                        </a:lnTo>
                        <a:lnTo>
                          <a:pt x="0" y="262"/>
                        </a:lnTo>
                        <a:lnTo>
                          <a:pt x="0" y="269"/>
                        </a:lnTo>
                        <a:lnTo>
                          <a:pt x="0" y="278"/>
                        </a:lnTo>
                        <a:lnTo>
                          <a:pt x="0" y="286"/>
                        </a:lnTo>
                        <a:lnTo>
                          <a:pt x="0" y="293"/>
                        </a:lnTo>
                        <a:lnTo>
                          <a:pt x="0" y="301"/>
                        </a:lnTo>
                        <a:lnTo>
                          <a:pt x="0" y="308"/>
                        </a:lnTo>
                        <a:lnTo>
                          <a:pt x="0" y="317"/>
                        </a:lnTo>
                        <a:lnTo>
                          <a:pt x="0" y="325"/>
                        </a:lnTo>
                        <a:lnTo>
                          <a:pt x="0" y="332"/>
                        </a:lnTo>
                        <a:lnTo>
                          <a:pt x="0" y="340"/>
                        </a:lnTo>
                        <a:lnTo>
                          <a:pt x="0" y="349"/>
                        </a:lnTo>
                        <a:lnTo>
                          <a:pt x="0" y="364"/>
                        </a:lnTo>
                        <a:lnTo>
                          <a:pt x="0" y="381"/>
                        </a:lnTo>
                        <a:lnTo>
                          <a:pt x="0" y="395"/>
                        </a:lnTo>
                        <a:lnTo>
                          <a:pt x="0" y="410"/>
                        </a:lnTo>
                        <a:lnTo>
                          <a:pt x="0" y="424"/>
                        </a:lnTo>
                        <a:lnTo>
                          <a:pt x="2" y="439"/>
                        </a:lnTo>
                        <a:lnTo>
                          <a:pt x="2" y="452"/>
                        </a:lnTo>
                        <a:lnTo>
                          <a:pt x="3" y="465"/>
                        </a:lnTo>
                        <a:lnTo>
                          <a:pt x="3" y="478"/>
                        </a:lnTo>
                        <a:lnTo>
                          <a:pt x="3" y="490"/>
                        </a:lnTo>
                        <a:lnTo>
                          <a:pt x="3" y="502"/>
                        </a:lnTo>
                        <a:lnTo>
                          <a:pt x="4" y="514"/>
                        </a:lnTo>
                        <a:lnTo>
                          <a:pt x="4" y="524"/>
                        </a:lnTo>
                        <a:lnTo>
                          <a:pt x="5" y="535"/>
                        </a:lnTo>
                        <a:lnTo>
                          <a:pt x="5" y="546"/>
                        </a:lnTo>
                        <a:lnTo>
                          <a:pt x="6" y="556"/>
                        </a:lnTo>
                        <a:lnTo>
                          <a:pt x="6" y="565"/>
                        </a:lnTo>
                        <a:lnTo>
                          <a:pt x="7" y="575"/>
                        </a:lnTo>
                        <a:lnTo>
                          <a:pt x="7" y="584"/>
                        </a:lnTo>
                        <a:lnTo>
                          <a:pt x="9" y="593"/>
                        </a:lnTo>
                        <a:lnTo>
                          <a:pt x="10" y="600"/>
                        </a:lnTo>
                        <a:lnTo>
                          <a:pt x="10" y="609"/>
                        </a:lnTo>
                        <a:lnTo>
                          <a:pt x="11" y="617"/>
                        </a:lnTo>
                        <a:lnTo>
                          <a:pt x="12" y="625"/>
                        </a:lnTo>
                        <a:lnTo>
                          <a:pt x="12" y="631"/>
                        </a:lnTo>
                        <a:lnTo>
                          <a:pt x="13" y="638"/>
                        </a:lnTo>
                        <a:lnTo>
                          <a:pt x="15" y="646"/>
                        </a:lnTo>
                        <a:lnTo>
                          <a:pt x="15" y="651"/>
                        </a:lnTo>
                        <a:lnTo>
                          <a:pt x="16" y="657"/>
                        </a:lnTo>
                        <a:lnTo>
                          <a:pt x="17" y="663"/>
                        </a:lnTo>
                        <a:lnTo>
                          <a:pt x="17" y="669"/>
                        </a:lnTo>
                        <a:lnTo>
                          <a:pt x="19" y="674"/>
                        </a:lnTo>
                        <a:lnTo>
                          <a:pt x="21" y="679"/>
                        </a:lnTo>
                        <a:lnTo>
                          <a:pt x="21" y="685"/>
                        </a:lnTo>
                        <a:lnTo>
                          <a:pt x="22" y="689"/>
                        </a:lnTo>
                        <a:lnTo>
                          <a:pt x="23" y="693"/>
                        </a:lnTo>
                        <a:lnTo>
                          <a:pt x="23" y="697"/>
                        </a:lnTo>
                        <a:lnTo>
                          <a:pt x="25" y="701"/>
                        </a:lnTo>
                        <a:lnTo>
                          <a:pt x="25" y="705"/>
                        </a:lnTo>
                        <a:lnTo>
                          <a:pt x="26" y="708"/>
                        </a:lnTo>
                        <a:lnTo>
                          <a:pt x="28" y="712"/>
                        </a:lnTo>
                        <a:lnTo>
                          <a:pt x="28" y="714"/>
                        </a:lnTo>
                        <a:lnTo>
                          <a:pt x="29" y="718"/>
                        </a:lnTo>
                        <a:lnTo>
                          <a:pt x="30" y="720"/>
                        </a:lnTo>
                        <a:lnTo>
                          <a:pt x="30" y="723"/>
                        </a:lnTo>
                        <a:lnTo>
                          <a:pt x="32" y="726"/>
                        </a:lnTo>
                        <a:lnTo>
                          <a:pt x="32" y="729"/>
                        </a:lnTo>
                        <a:lnTo>
                          <a:pt x="34" y="731"/>
                        </a:lnTo>
                        <a:lnTo>
                          <a:pt x="35" y="735"/>
                        </a:lnTo>
                        <a:lnTo>
                          <a:pt x="37" y="738"/>
                        </a:lnTo>
                        <a:lnTo>
                          <a:pt x="38" y="740"/>
                        </a:lnTo>
                        <a:lnTo>
                          <a:pt x="41" y="744"/>
                        </a:lnTo>
                        <a:lnTo>
                          <a:pt x="43" y="749"/>
                        </a:lnTo>
                        <a:lnTo>
                          <a:pt x="48" y="752"/>
                        </a:lnTo>
                        <a:lnTo>
                          <a:pt x="50" y="757"/>
                        </a:lnTo>
                        <a:lnTo>
                          <a:pt x="55" y="762"/>
                        </a:lnTo>
                        <a:lnTo>
                          <a:pt x="56" y="763"/>
                        </a:lnTo>
                        <a:lnTo>
                          <a:pt x="61" y="765"/>
                        </a:lnTo>
                        <a:lnTo>
                          <a:pt x="63" y="768"/>
                        </a:lnTo>
                        <a:lnTo>
                          <a:pt x="68" y="771"/>
                        </a:lnTo>
                        <a:lnTo>
                          <a:pt x="70" y="773"/>
                        </a:lnTo>
                        <a:lnTo>
                          <a:pt x="73" y="774"/>
                        </a:lnTo>
                        <a:lnTo>
                          <a:pt x="75" y="775"/>
                        </a:lnTo>
                        <a:lnTo>
                          <a:pt x="79" y="775"/>
                        </a:lnTo>
                        <a:lnTo>
                          <a:pt x="81" y="777"/>
                        </a:lnTo>
                        <a:lnTo>
                          <a:pt x="85" y="778"/>
                        </a:lnTo>
                        <a:lnTo>
                          <a:pt x="88" y="780"/>
                        </a:lnTo>
                        <a:lnTo>
                          <a:pt x="92" y="781"/>
                        </a:lnTo>
                        <a:lnTo>
                          <a:pt x="96" y="782"/>
                        </a:lnTo>
                        <a:lnTo>
                          <a:pt x="100" y="783"/>
                        </a:lnTo>
                        <a:lnTo>
                          <a:pt x="105" y="784"/>
                        </a:lnTo>
                        <a:lnTo>
                          <a:pt x="110" y="786"/>
                        </a:lnTo>
                        <a:lnTo>
                          <a:pt x="114" y="786"/>
                        </a:lnTo>
                        <a:lnTo>
                          <a:pt x="119" y="788"/>
                        </a:lnTo>
                        <a:lnTo>
                          <a:pt x="125" y="788"/>
                        </a:lnTo>
                        <a:lnTo>
                          <a:pt x="131" y="790"/>
                        </a:lnTo>
                        <a:lnTo>
                          <a:pt x="137" y="790"/>
                        </a:lnTo>
                        <a:lnTo>
                          <a:pt x="144" y="793"/>
                        </a:lnTo>
                        <a:lnTo>
                          <a:pt x="150" y="793"/>
                        </a:lnTo>
                        <a:lnTo>
                          <a:pt x="157" y="794"/>
                        </a:lnTo>
                        <a:lnTo>
                          <a:pt x="164" y="795"/>
                        </a:lnTo>
                        <a:lnTo>
                          <a:pt x="172" y="796"/>
                        </a:lnTo>
                        <a:lnTo>
                          <a:pt x="181" y="796"/>
                        </a:lnTo>
                        <a:lnTo>
                          <a:pt x="190" y="799"/>
                        </a:lnTo>
                        <a:lnTo>
                          <a:pt x="198" y="799"/>
                        </a:lnTo>
                        <a:lnTo>
                          <a:pt x="208" y="800"/>
                        </a:lnTo>
                        <a:lnTo>
                          <a:pt x="217" y="800"/>
                        </a:lnTo>
                        <a:lnTo>
                          <a:pt x="228" y="801"/>
                        </a:lnTo>
                        <a:lnTo>
                          <a:pt x="238" y="801"/>
                        </a:lnTo>
                        <a:lnTo>
                          <a:pt x="250" y="802"/>
                        </a:lnTo>
                        <a:lnTo>
                          <a:pt x="260" y="803"/>
                        </a:lnTo>
                        <a:lnTo>
                          <a:pt x="273" y="803"/>
                        </a:lnTo>
                        <a:lnTo>
                          <a:pt x="284" y="803"/>
                        </a:lnTo>
                        <a:lnTo>
                          <a:pt x="297" y="805"/>
                        </a:lnTo>
                        <a:lnTo>
                          <a:pt x="310" y="806"/>
                        </a:lnTo>
                        <a:lnTo>
                          <a:pt x="324" y="806"/>
                        </a:lnTo>
                        <a:lnTo>
                          <a:pt x="339" y="806"/>
                        </a:lnTo>
                        <a:lnTo>
                          <a:pt x="352" y="806"/>
                        </a:lnTo>
                        <a:lnTo>
                          <a:pt x="367" y="807"/>
                        </a:lnTo>
                        <a:lnTo>
                          <a:pt x="384" y="808"/>
                        </a:lnTo>
                        <a:lnTo>
                          <a:pt x="399" y="808"/>
                        </a:lnTo>
                        <a:lnTo>
                          <a:pt x="416" y="808"/>
                        </a:lnTo>
                        <a:lnTo>
                          <a:pt x="432" y="808"/>
                        </a:lnTo>
                        <a:lnTo>
                          <a:pt x="451" y="808"/>
                        </a:lnTo>
                        <a:lnTo>
                          <a:pt x="470" y="808"/>
                        </a:lnTo>
                        <a:lnTo>
                          <a:pt x="488" y="808"/>
                        </a:lnTo>
                        <a:lnTo>
                          <a:pt x="508" y="808"/>
                        </a:lnTo>
                        <a:lnTo>
                          <a:pt x="528" y="808"/>
                        </a:lnTo>
                        <a:lnTo>
                          <a:pt x="538" y="808"/>
                        </a:lnTo>
                        <a:lnTo>
                          <a:pt x="546" y="808"/>
                        </a:lnTo>
                        <a:lnTo>
                          <a:pt x="557" y="807"/>
                        </a:lnTo>
                        <a:lnTo>
                          <a:pt x="566" y="807"/>
                        </a:lnTo>
                        <a:lnTo>
                          <a:pt x="575" y="806"/>
                        </a:lnTo>
                        <a:lnTo>
                          <a:pt x="585" y="806"/>
                        </a:lnTo>
                        <a:lnTo>
                          <a:pt x="595" y="806"/>
                        </a:lnTo>
                        <a:lnTo>
                          <a:pt x="604" y="806"/>
                        </a:lnTo>
                        <a:lnTo>
                          <a:pt x="614" y="806"/>
                        </a:lnTo>
                        <a:lnTo>
                          <a:pt x="622" y="806"/>
                        </a:lnTo>
                        <a:lnTo>
                          <a:pt x="632" y="806"/>
                        </a:lnTo>
                        <a:lnTo>
                          <a:pt x="641" y="806"/>
                        </a:lnTo>
                        <a:lnTo>
                          <a:pt x="651" y="806"/>
                        </a:lnTo>
                        <a:lnTo>
                          <a:pt x="660" y="806"/>
                        </a:lnTo>
                        <a:lnTo>
                          <a:pt x="668" y="806"/>
                        </a:lnTo>
                        <a:lnTo>
                          <a:pt x="678" y="806"/>
                        </a:lnTo>
                        <a:lnTo>
                          <a:pt x="686" y="805"/>
                        </a:lnTo>
                        <a:lnTo>
                          <a:pt x="696" y="803"/>
                        </a:lnTo>
                        <a:lnTo>
                          <a:pt x="704" y="803"/>
                        </a:lnTo>
                        <a:lnTo>
                          <a:pt x="713" y="803"/>
                        </a:lnTo>
                        <a:lnTo>
                          <a:pt x="722" y="803"/>
                        </a:lnTo>
                        <a:lnTo>
                          <a:pt x="730" y="803"/>
                        </a:lnTo>
                        <a:lnTo>
                          <a:pt x="738" y="803"/>
                        </a:lnTo>
                        <a:lnTo>
                          <a:pt x="747" y="803"/>
                        </a:lnTo>
                        <a:lnTo>
                          <a:pt x="755" y="802"/>
                        </a:lnTo>
                        <a:lnTo>
                          <a:pt x="763" y="801"/>
                        </a:lnTo>
                        <a:lnTo>
                          <a:pt x="772" y="801"/>
                        </a:lnTo>
                        <a:lnTo>
                          <a:pt x="780" y="801"/>
                        </a:lnTo>
                        <a:lnTo>
                          <a:pt x="787" y="801"/>
                        </a:lnTo>
                        <a:lnTo>
                          <a:pt x="794" y="801"/>
                        </a:lnTo>
                        <a:lnTo>
                          <a:pt x="802" y="801"/>
                        </a:lnTo>
                        <a:lnTo>
                          <a:pt x="810" y="801"/>
                        </a:lnTo>
                        <a:lnTo>
                          <a:pt x="817" y="801"/>
                        </a:lnTo>
                        <a:lnTo>
                          <a:pt x="824" y="800"/>
                        </a:lnTo>
                        <a:lnTo>
                          <a:pt x="830" y="800"/>
                        </a:lnTo>
                        <a:lnTo>
                          <a:pt x="838" y="800"/>
                        </a:lnTo>
                        <a:lnTo>
                          <a:pt x="844" y="799"/>
                        </a:lnTo>
                        <a:lnTo>
                          <a:pt x="850" y="799"/>
                        </a:lnTo>
                        <a:lnTo>
                          <a:pt x="856" y="799"/>
                        </a:lnTo>
                        <a:lnTo>
                          <a:pt x="863" y="799"/>
                        </a:lnTo>
                        <a:lnTo>
                          <a:pt x="868" y="797"/>
                        </a:lnTo>
                        <a:lnTo>
                          <a:pt x="875" y="797"/>
                        </a:lnTo>
                        <a:lnTo>
                          <a:pt x="881" y="797"/>
                        </a:lnTo>
                        <a:lnTo>
                          <a:pt x="885" y="797"/>
                        </a:lnTo>
                        <a:lnTo>
                          <a:pt x="890" y="796"/>
                        </a:lnTo>
                        <a:lnTo>
                          <a:pt x="896" y="796"/>
                        </a:lnTo>
                        <a:lnTo>
                          <a:pt x="901" y="796"/>
                        </a:lnTo>
                        <a:lnTo>
                          <a:pt x="906" y="796"/>
                        </a:lnTo>
                        <a:lnTo>
                          <a:pt x="909" y="796"/>
                        </a:lnTo>
                        <a:lnTo>
                          <a:pt x="914" y="795"/>
                        </a:lnTo>
                        <a:lnTo>
                          <a:pt x="919" y="795"/>
                        </a:lnTo>
                        <a:lnTo>
                          <a:pt x="921" y="795"/>
                        </a:lnTo>
                        <a:lnTo>
                          <a:pt x="925" y="794"/>
                        </a:lnTo>
                        <a:lnTo>
                          <a:pt x="928" y="794"/>
                        </a:lnTo>
                        <a:lnTo>
                          <a:pt x="932" y="794"/>
                        </a:lnTo>
                        <a:lnTo>
                          <a:pt x="935" y="794"/>
                        </a:lnTo>
                        <a:lnTo>
                          <a:pt x="940" y="794"/>
                        </a:lnTo>
                        <a:lnTo>
                          <a:pt x="944" y="794"/>
                        </a:lnTo>
                        <a:lnTo>
                          <a:pt x="947" y="794"/>
                        </a:lnTo>
                        <a:lnTo>
                          <a:pt x="950" y="794"/>
                        </a:lnTo>
                        <a:lnTo>
                          <a:pt x="952" y="793"/>
                        </a:lnTo>
                        <a:lnTo>
                          <a:pt x="954" y="790"/>
                        </a:lnTo>
                        <a:lnTo>
                          <a:pt x="954" y="788"/>
                        </a:lnTo>
                        <a:lnTo>
                          <a:pt x="954" y="786"/>
                        </a:lnTo>
                        <a:lnTo>
                          <a:pt x="954" y="783"/>
                        </a:lnTo>
                        <a:lnTo>
                          <a:pt x="954" y="781"/>
                        </a:lnTo>
                        <a:lnTo>
                          <a:pt x="954" y="777"/>
                        </a:lnTo>
                        <a:lnTo>
                          <a:pt x="953" y="774"/>
                        </a:lnTo>
                        <a:lnTo>
                          <a:pt x="952" y="770"/>
                        </a:lnTo>
                        <a:lnTo>
                          <a:pt x="952" y="767"/>
                        </a:lnTo>
                        <a:lnTo>
                          <a:pt x="951" y="763"/>
                        </a:lnTo>
                        <a:lnTo>
                          <a:pt x="950" y="759"/>
                        </a:lnTo>
                        <a:lnTo>
                          <a:pt x="950" y="755"/>
                        </a:lnTo>
                        <a:lnTo>
                          <a:pt x="948" y="751"/>
                        </a:lnTo>
                        <a:lnTo>
                          <a:pt x="946" y="748"/>
                        </a:lnTo>
                        <a:lnTo>
                          <a:pt x="945" y="743"/>
                        </a:lnTo>
                        <a:lnTo>
                          <a:pt x="944" y="739"/>
                        </a:lnTo>
                        <a:lnTo>
                          <a:pt x="942" y="736"/>
                        </a:lnTo>
                        <a:lnTo>
                          <a:pt x="941" y="732"/>
                        </a:lnTo>
                        <a:lnTo>
                          <a:pt x="939" y="729"/>
                        </a:lnTo>
                        <a:lnTo>
                          <a:pt x="939" y="725"/>
                        </a:lnTo>
                        <a:lnTo>
                          <a:pt x="938" y="723"/>
                        </a:lnTo>
                        <a:lnTo>
                          <a:pt x="937" y="720"/>
                        </a:lnTo>
                        <a:lnTo>
                          <a:pt x="934" y="717"/>
                        </a:lnTo>
                        <a:lnTo>
                          <a:pt x="934" y="714"/>
                        </a:lnTo>
                        <a:lnTo>
                          <a:pt x="934" y="713"/>
                        </a:lnTo>
                        <a:lnTo>
                          <a:pt x="932" y="711"/>
                        </a:lnTo>
                        <a:lnTo>
                          <a:pt x="932" y="71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2" name="Freeform 193"/>
                  <p:cNvSpPr/>
                  <p:nvPr/>
                </p:nvSpPr>
                <p:spPr bwMode="auto">
                  <a:xfrm>
                    <a:off x="5409" y="1590"/>
                    <a:ext cx="202" cy="39"/>
                  </a:xfrm>
                  <a:custGeom>
                    <a:avLst/>
                    <a:gdLst>
                      <a:gd name="T0" fmla="*/ 0 w 605"/>
                      <a:gd name="T1" fmla="*/ 0 h 119"/>
                      <a:gd name="T2" fmla="*/ 0 w 605"/>
                      <a:gd name="T3" fmla="*/ 0 h 119"/>
                      <a:gd name="T4" fmla="*/ 0 w 605"/>
                      <a:gd name="T5" fmla="*/ 0 h 119"/>
                      <a:gd name="T6" fmla="*/ 0 w 605"/>
                      <a:gd name="T7" fmla="*/ 0 h 119"/>
                      <a:gd name="T8" fmla="*/ 0 w 605"/>
                      <a:gd name="T9" fmla="*/ 0 h 119"/>
                      <a:gd name="T10" fmla="*/ 0 w 605"/>
                      <a:gd name="T11" fmla="*/ 0 h 119"/>
                      <a:gd name="T12" fmla="*/ 0 w 605"/>
                      <a:gd name="T13" fmla="*/ 0 h 119"/>
                      <a:gd name="T14" fmla="*/ 0 w 605"/>
                      <a:gd name="T15" fmla="*/ 0 h 119"/>
                      <a:gd name="T16" fmla="*/ 0 w 605"/>
                      <a:gd name="T17" fmla="*/ 0 h 119"/>
                      <a:gd name="T18" fmla="*/ 0 w 605"/>
                      <a:gd name="T19" fmla="*/ 0 h 119"/>
                      <a:gd name="T20" fmla="*/ 0 w 605"/>
                      <a:gd name="T21" fmla="*/ 0 h 119"/>
                      <a:gd name="T22" fmla="*/ 0 w 605"/>
                      <a:gd name="T23" fmla="*/ 0 h 119"/>
                      <a:gd name="T24" fmla="*/ 0 w 605"/>
                      <a:gd name="T25" fmla="*/ 0 h 119"/>
                      <a:gd name="T26" fmla="*/ 0 w 605"/>
                      <a:gd name="T27" fmla="*/ 0 h 119"/>
                      <a:gd name="T28" fmla="*/ 0 w 605"/>
                      <a:gd name="T29" fmla="*/ 0 h 119"/>
                      <a:gd name="T30" fmla="*/ 0 w 605"/>
                      <a:gd name="T31" fmla="*/ 0 h 119"/>
                      <a:gd name="T32" fmla="*/ 0 w 605"/>
                      <a:gd name="T33" fmla="*/ 0 h 119"/>
                      <a:gd name="T34" fmla="*/ 0 w 605"/>
                      <a:gd name="T35" fmla="*/ 0 h 119"/>
                      <a:gd name="T36" fmla="*/ 0 w 605"/>
                      <a:gd name="T37" fmla="*/ 0 h 119"/>
                      <a:gd name="T38" fmla="*/ 0 w 605"/>
                      <a:gd name="T39" fmla="*/ 0 h 119"/>
                      <a:gd name="T40" fmla="*/ 0 w 605"/>
                      <a:gd name="T41" fmla="*/ 0 h 119"/>
                      <a:gd name="T42" fmla="*/ 0 w 605"/>
                      <a:gd name="T43" fmla="*/ 0 h 119"/>
                      <a:gd name="T44" fmla="*/ 0 w 605"/>
                      <a:gd name="T45" fmla="*/ 0 h 119"/>
                      <a:gd name="T46" fmla="*/ 0 w 605"/>
                      <a:gd name="T47" fmla="*/ 0 h 119"/>
                      <a:gd name="T48" fmla="*/ 0 w 605"/>
                      <a:gd name="T49" fmla="*/ 0 h 119"/>
                      <a:gd name="T50" fmla="*/ 0 w 605"/>
                      <a:gd name="T51" fmla="*/ 0 h 119"/>
                      <a:gd name="T52" fmla="*/ 0 w 605"/>
                      <a:gd name="T53" fmla="*/ 0 h 119"/>
                      <a:gd name="T54" fmla="*/ 0 w 605"/>
                      <a:gd name="T55" fmla="*/ 0 h 119"/>
                      <a:gd name="T56" fmla="*/ 0 w 605"/>
                      <a:gd name="T57" fmla="*/ 0 h 119"/>
                      <a:gd name="T58" fmla="*/ 0 w 605"/>
                      <a:gd name="T59" fmla="*/ 0 h 119"/>
                      <a:gd name="T60" fmla="*/ 0 w 605"/>
                      <a:gd name="T61" fmla="*/ 0 h 119"/>
                      <a:gd name="T62" fmla="*/ 0 w 605"/>
                      <a:gd name="T63" fmla="*/ 0 h 119"/>
                      <a:gd name="T64" fmla="*/ 0 w 605"/>
                      <a:gd name="T65" fmla="*/ 0 h 119"/>
                      <a:gd name="T66" fmla="*/ 0 w 605"/>
                      <a:gd name="T67" fmla="*/ 0 h 119"/>
                      <a:gd name="T68" fmla="*/ 0 w 605"/>
                      <a:gd name="T69" fmla="*/ 0 h 119"/>
                      <a:gd name="T70" fmla="*/ 0 w 605"/>
                      <a:gd name="T71" fmla="*/ 0 h 119"/>
                      <a:gd name="T72" fmla="*/ 0 w 605"/>
                      <a:gd name="T73" fmla="*/ 0 h 119"/>
                      <a:gd name="T74" fmla="*/ 0 w 605"/>
                      <a:gd name="T75" fmla="*/ 0 h 119"/>
                      <a:gd name="T76" fmla="*/ 0 w 605"/>
                      <a:gd name="T77" fmla="*/ 0 h 119"/>
                      <a:gd name="T78" fmla="*/ 0 w 605"/>
                      <a:gd name="T79" fmla="*/ 0 h 119"/>
                      <a:gd name="T80" fmla="*/ 0 w 605"/>
                      <a:gd name="T81" fmla="*/ 0 h 119"/>
                      <a:gd name="T82" fmla="*/ 0 w 605"/>
                      <a:gd name="T83" fmla="*/ 0 h 119"/>
                      <a:gd name="T84" fmla="*/ 0 w 605"/>
                      <a:gd name="T85" fmla="*/ 0 h 119"/>
                      <a:gd name="T86" fmla="*/ 0 w 605"/>
                      <a:gd name="T87" fmla="*/ 0 h 11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05"/>
                      <a:gd name="T133" fmla="*/ 0 h 119"/>
                      <a:gd name="T134" fmla="*/ 605 w 605"/>
                      <a:gd name="T135" fmla="*/ 119 h 11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05" h="119">
                        <a:moveTo>
                          <a:pt x="0" y="34"/>
                        </a:moveTo>
                        <a:lnTo>
                          <a:pt x="14" y="119"/>
                        </a:lnTo>
                        <a:lnTo>
                          <a:pt x="23" y="117"/>
                        </a:lnTo>
                        <a:lnTo>
                          <a:pt x="34" y="114"/>
                        </a:lnTo>
                        <a:lnTo>
                          <a:pt x="42" y="112"/>
                        </a:lnTo>
                        <a:lnTo>
                          <a:pt x="52" y="111"/>
                        </a:lnTo>
                        <a:lnTo>
                          <a:pt x="62" y="110"/>
                        </a:lnTo>
                        <a:lnTo>
                          <a:pt x="72" y="108"/>
                        </a:lnTo>
                        <a:lnTo>
                          <a:pt x="80" y="106"/>
                        </a:lnTo>
                        <a:lnTo>
                          <a:pt x="91" y="105"/>
                        </a:lnTo>
                        <a:lnTo>
                          <a:pt x="100" y="104"/>
                        </a:lnTo>
                        <a:lnTo>
                          <a:pt x="110" y="101"/>
                        </a:lnTo>
                        <a:lnTo>
                          <a:pt x="119" y="101"/>
                        </a:lnTo>
                        <a:lnTo>
                          <a:pt x="129" y="99"/>
                        </a:lnTo>
                        <a:lnTo>
                          <a:pt x="138" y="98"/>
                        </a:lnTo>
                        <a:lnTo>
                          <a:pt x="148" y="97"/>
                        </a:lnTo>
                        <a:lnTo>
                          <a:pt x="156" y="97"/>
                        </a:lnTo>
                        <a:lnTo>
                          <a:pt x="166" y="95"/>
                        </a:lnTo>
                        <a:lnTo>
                          <a:pt x="176" y="94"/>
                        </a:lnTo>
                        <a:lnTo>
                          <a:pt x="185" y="94"/>
                        </a:lnTo>
                        <a:lnTo>
                          <a:pt x="194" y="93"/>
                        </a:lnTo>
                        <a:lnTo>
                          <a:pt x="204" y="92"/>
                        </a:lnTo>
                        <a:lnTo>
                          <a:pt x="212" y="92"/>
                        </a:lnTo>
                        <a:lnTo>
                          <a:pt x="221" y="91"/>
                        </a:lnTo>
                        <a:lnTo>
                          <a:pt x="231" y="89"/>
                        </a:lnTo>
                        <a:lnTo>
                          <a:pt x="239" y="89"/>
                        </a:lnTo>
                        <a:lnTo>
                          <a:pt x="249" y="89"/>
                        </a:lnTo>
                        <a:lnTo>
                          <a:pt x="257" y="88"/>
                        </a:lnTo>
                        <a:lnTo>
                          <a:pt x="268" y="88"/>
                        </a:lnTo>
                        <a:lnTo>
                          <a:pt x="276" y="88"/>
                        </a:lnTo>
                        <a:lnTo>
                          <a:pt x="286" y="87"/>
                        </a:lnTo>
                        <a:lnTo>
                          <a:pt x="294" y="87"/>
                        </a:lnTo>
                        <a:lnTo>
                          <a:pt x="303" y="87"/>
                        </a:lnTo>
                        <a:lnTo>
                          <a:pt x="313" y="87"/>
                        </a:lnTo>
                        <a:lnTo>
                          <a:pt x="321" y="86"/>
                        </a:lnTo>
                        <a:lnTo>
                          <a:pt x="329" y="86"/>
                        </a:lnTo>
                        <a:lnTo>
                          <a:pt x="339" y="86"/>
                        </a:lnTo>
                        <a:lnTo>
                          <a:pt x="347" y="86"/>
                        </a:lnTo>
                        <a:lnTo>
                          <a:pt x="356" y="86"/>
                        </a:lnTo>
                        <a:lnTo>
                          <a:pt x="365" y="86"/>
                        </a:lnTo>
                        <a:lnTo>
                          <a:pt x="373" y="86"/>
                        </a:lnTo>
                        <a:lnTo>
                          <a:pt x="383" y="87"/>
                        </a:lnTo>
                        <a:lnTo>
                          <a:pt x="391" y="87"/>
                        </a:lnTo>
                        <a:lnTo>
                          <a:pt x="399" y="88"/>
                        </a:lnTo>
                        <a:lnTo>
                          <a:pt x="409" y="88"/>
                        </a:lnTo>
                        <a:lnTo>
                          <a:pt x="417" y="89"/>
                        </a:lnTo>
                        <a:lnTo>
                          <a:pt x="427" y="89"/>
                        </a:lnTo>
                        <a:lnTo>
                          <a:pt x="435" y="91"/>
                        </a:lnTo>
                        <a:lnTo>
                          <a:pt x="443" y="91"/>
                        </a:lnTo>
                        <a:lnTo>
                          <a:pt x="453" y="92"/>
                        </a:lnTo>
                        <a:lnTo>
                          <a:pt x="461" y="92"/>
                        </a:lnTo>
                        <a:lnTo>
                          <a:pt x="469" y="93"/>
                        </a:lnTo>
                        <a:lnTo>
                          <a:pt x="478" y="94"/>
                        </a:lnTo>
                        <a:lnTo>
                          <a:pt x="487" y="95"/>
                        </a:lnTo>
                        <a:lnTo>
                          <a:pt x="496" y="97"/>
                        </a:lnTo>
                        <a:lnTo>
                          <a:pt x="503" y="97"/>
                        </a:lnTo>
                        <a:lnTo>
                          <a:pt x="512" y="98"/>
                        </a:lnTo>
                        <a:lnTo>
                          <a:pt x="520" y="99"/>
                        </a:lnTo>
                        <a:lnTo>
                          <a:pt x="529" y="100"/>
                        </a:lnTo>
                        <a:lnTo>
                          <a:pt x="537" y="101"/>
                        </a:lnTo>
                        <a:lnTo>
                          <a:pt x="545" y="104"/>
                        </a:lnTo>
                        <a:lnTo>
                          <a:pt x="555" y="104"/>
                        </a:lnTo>
                        <a:lnTo>
                          <a:pt x="563" y="106"/>
                        </a:lnTo>
                        <a:lnTo>
                          <a:pt x="571" y="107"/>
                        </a:lnTo>
                        <a:lnTo>
                          <a:pt x="580" y="110"/>
                        </a:lnTo>
                        <a:lnTo>
                          <a:pt x="589" y="111"/>
                        </a:lnTo>
                        <a:lnTo>
                          <a:pt x="605" y="25"/>
                        </a:lnTo>
                        <a:lnTo>
                          <a:pt x="594" y="23"/>
                        </a:lnTo>
                        <a:lnTo>
                          <a:pt x="586" y="22"/>
                        </a:lnTo>
                        <a:lnTo>
                          <a:pt x="576" y="21"/>
                        </a:lnTo>
                        <a:lnTo>
                          <a:pt x="568" y="18"/>
                        </a:lnTo>
                        <a:lnTo>
                          <a:pt x="558" y="18"/>
                        </a:lnTo>
                        <a:lnTo>
                          <a:pt x="550" y="16"/>
                        </a:lnTo>
                        <a:lnTo>
                          <a:pt x="541" y="15"/>
                        </a:lnTo>
                        <a:lnTo>
                          <a:pt x="532" y="14"/>
                        </a:lnTo>
                        <a:lnTo>
                          <a:pt x="523" y="12"/>
                        </a:lnTo>
                        <a:lnTo>
                          <a:pt x="513" y="11"/>
                        </a:lnTo>
                        <a:lnTo>
                          <a:pt x="505" y="10"/>
                        </a:lnTo>
                        <a:lnTo>
                          <a:pt x="496" y="9"/>
                        </a:lnTo>
                        <a:lnTo>
                          <a:pt x="487" y="8"/>
                        </a:lnTo>
                        <a:lnTo>
                          <a:pt x="478" y="8"/>
                        </a:lnTo>
                        <a:lnTo>
                          <a:pt x="468" y="6"/>
                        </a:lnTo>
                        <a:lnTo>
                          <a:pt x="460" y="5"/>
                        </a:lnTo>
                        <a:lnTo>
                          <a:pt x="450" y="4"/>
                        </a:lnTo>
                        <a:lnTo>
                          <a:pt x="441" y="4"/>
                        </a:lnTo>
                        <a:lnTo>
                          <a:pt x="431" y="3"/>
                        </a:lnTo>
                        <a:lnTo>
                          <a:pt x="423" y="3"/>
                        </a:lnTo>
                        <a:lnTo>
                          <a:pt x="414" y="2"/>
                        </a:lnTo>
                        <a:lnTo>
                          <a:pt x="404" y="2"/>
                        </a:lnTo>
                        <a:lnTo>
                          <a:pt x="395" y="0"/>
                        </a:lnTo>
                        <a:lnTo>
                          <a:pt x="386" y="0"/>
                        </a:lnTo>
                        <a:lnTo>
                          <a:pt x="377" y="0"/>
                        </a:lnTo>
                        <a:lnTo>
                          <a:pt x="369" y="0"/>
                        </a:lnTo>
                        <a:lnTo>
                          <a:pt x="359" y="0"/>
                        </a:lnTo>
                        <a:lnTo>
                          <a:pt x="350" y="0"/>
                        </a:lnTo>
                        <a:lnTo>
                          <a:pt x="340" y="0"/>
                        </a:lnTo>
                        <a:lnTo>
                          <a:pt x="331" y="0"/>
                        </a:lnTo>
                        <a:lnTo>
                          <a:pt x="321" y="0"/>
                        </a:lnTo>
                        <a:lnTo>
                          <a:pt x="312" y="0"/>
                        </a:lnTo>
                        <a:lnTo>
                          <a:pt x="302" y="0"/>
                        </a:lnTo>
                        <a:lnTo>
                          <a:pt x="293" y="0"/>
                        </a:lnTo>
                        <a:lnTo>
                          <a:pt x="283" y="0"/>
                        </a:lnTo>
                        <a:lnTo>
                          <a:pt x="274" y="0"/>
                        </a:lnTo>
                        <a:lnTo>
                          <a:pt x="264" y="0"/>
                        </a:lnTo>
                        <a:lnTo>
                          <a:pt x="255" y="2"/>
                        </a:lnTo>
                        <a:lnTo>
                          <a:pt x="245" y="2"/>
                        </a:lnTo>
                        <a:lnTo>
                          <a:pt x="236" y="3"/>
                        </a:lnTo>
                        <a:lnTo>
                          <a:pt x="226" y="3"/>
                        </a:lnTo>
                        <a:lnTo>
                          <a:pt x="217" y="4"/>
                        </a:lnTo>
                        <a:lnTo>
                          <a:pt x="207" y="5"/>
                        </a:lnTo>
                        <a:lnTo>
                          <a:pt x="197" y="5"/>
                        </a:lnTo>
                        <a:lnTo>
                          <a:pt x="187" y="6"/>
                        </a:lnTo>
                        <a:lnTo>
                          <a:pt x="178" y="8"/>
                        </a:lnTo>
                        <a:lnTo>
                          <a:pt x="168" y="8"/>
                        </a:lnTo>
                        <a:lnTo>
                          <a:pt x="159" y="10"/>
                        </a:lnTo>
                        <a:lnTo>
                          <a:pt x="149" y="10"/>
                        </a:lnTo>
                        <a:lnTo>
                          <a:pt x="138" y="11"/>
                        </a:lnTo>
                        <a:lnTo>
                          <a:pt x="128" y="14"/>
                        </a:lnTo>
                        <a:lnTo>
                          <a:pt x="118" y="14"/>
                        </a:lnTo>
                        <a:lnTo>
                          <a:pt x="109" y="16"/>
                        </a:lnTo>
                        <a:lnTo>
                          <a:pt x="99" y="17"/>
                        </a:lnTo>
                        <a:lnTo>
                          <a:pt x="89" y="18"/>
                        </a:lnTo>
                        <a:lnTo>
                          <a:pt x="80" y="19"/>
                        </a:lnTo>
                        <a:lnTo>
                          <a:pt x="70" y="21"/>
                        </a:lnTo>
                        <a:lnTo>
                          <a:pt x="60" y="23"/>
                        </a:lnTo>
                        <a:lnTo>
                          <a:pt x="49" y="24"/>
                        </a:lnTo>
                        <a:lnTo>
                          <a:pt x="40" y="25"/>
                        </a:lnTo>
                        <a:lnTo>
                          <a:pt x="29" y="28"/>
                        </a:lnTo>
                        <a:lnTo>
                          <a:pt x="20" y="29"/>
                        </a:lnTo>
                        <a:lnTo>
                          <a:pt x="9" y="31"/>
                        </a:lnTo>
                        <a:lnTo>
                          <a:pt x="0" y="3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3" name="Freeform 194"/>
                  <p:cNvSpPr/>
                  <p:nvPr/>
                </p:nvSpPr>
                <p:spPr bwMode="auto">
                  <a:xfrm>
                    <a:off x="5338" y="1833"/>
                    <a:ext cx="380" cy="33"/>
                  </a:xfrm>
                  <a:custGeom>
                    <a:avLst/>
                    <a:gdLst>
                      <a:gd name="T0" fmla="*/ 0 w 1140"/>
                      <a:gd name="T1" fmla="*/ 0 h 99"/>
                      <a:gd name="T2" fmla="*/ 0 w 1140"/>
                      <a:gd name="T3" fmla="*/ 0 h 99"/>
                      <a:gd name="T4" fmla="*/ 0 w 1140"/>
                      <a:gd name="T5" fmla="*/ 0 h 99"/>
                      <a:gd name="T6" fmla="*/ 0 w 1140"/>
                      <a:gd name="T7" fmla="*/ 0 h 99"/>
                      <a:gd name="T8" fmla="*/ 0 w 1140"/>
                      <a:gd name="T9" fmla="*/ 0 h 99"/>
                      <a:gd name="T10" fmla="*/ 0 w 1140"/>
                      <a:gd name="T11" fmla="*/ 0 h 99"/>
                      <a:gd name="T12" fmla="*/ 0 w 1140"/>
                      <a:gd name="T13" fmla="*/ 0 h 99"/>
                      <a:gd name="T14" fmla="*/ 0 w 1140"/>
                      <a:gd name="T15" fmla="*/ 0 h 99"/>
                      <a:gd name="T16" fmla="*/ 0 w 1140"/>
                      <a:gd name="T17" fmla="*/ 0 h 99"/>
                      <a:gd name="T18" fmla="*/ 0 w 1140"/>
                      <a:gd name="T19" fmla="*/ 0 h 99"/>
                      <a:gd name="T20" fmla="*/ 0 w 1140"/>
                      <a:gd name="T21" fmla="*/ 0 h 99"/>
                      <a:gd name="T22" fmla="*/ 0 w 1140"/>
                      <a:gd name="T23" fmla="*/ 0 h 99"/>
                      <a:gd name="T24" fmla="*/ 0 w 1140"/>
                      <a:gd name="T25" fmla="*/ 0 h 99"/>
                      <a:gd name="T26" fmla="*/ 0 w 1140"/>
                      <a:gd name="T27" fmla="*/ 0 h 99"/>
                      <a:gd name="T28" fmla="*/ 0 w 1140"/>
                      <a:gd name="T29" fmla="*/ 0 h 99"/>
                      <a:gd name="T30" fmla="*/ 0 w 1140"/>
                      <a:gd name="T31" fmla="*/ 0 h 99"/>
                      <a:gd name="T32" fmla="*/ 0 w 1140"/>
                      <a:gd name="T33" fmla="*/ 0 h 99"/>
                      <a:gd name="T34" fmla="*/ 0 w 1140"/>
                      <a:gd name="T35" fmla="*/ 0 h 99"/>
                      <a:gd name="T36" fmla="*/ 0 w 1140"/>
                      <a:gd name="T37" fmla="*/ 0 h 99"/>
                      <a:gd name="T38" fmla="*/ 0 w 1140"/>
                      <a:gd name="T39" fmla="*/ 0 h 99"/>
                      <a:gd name="T40" fmla="*/ 0 w 1140"/>
                      <a:gd name="T41" fmla="*/ 0 h 99"/>
                      <a:gd name="T42" fmla="*/ 0 w 1140"/>
                      <a:gd name="T43" fmla="*/ 0 h 99"/>
                      <a:gd name="T44" fmla="*/ 0 w 1140"/>
                      <a:gd name="T45" fmla="*/ 0 h 99"/>
                      <a:gd name="T46" fmla="*/ 0 w 1140"/>
                      <a:gd name="T47" fmla="*/ 0 h 99"/>
                      <a:gd name="T48" fmla="*/ 0 w 1140"/>
                      <a:gd name="T49" fmla="*/ 0 h 99"/>
                      <a:gd name="T50" fmla="*/ 0 w 1140"/>
                      <a:gd name="T51" fmla="*/ 0 h 99"/>
                      <a:gd name="T52" fmla="*/ 0 w 1140"/>
                      <a:gd name="T53" fmla="*/ 0 h 99"/>
                      <a:gd name="T54" fmla="*/ 0 w 1140"/>
                      <a:gd name="T55" fmla="*/ 0 h 99"/>
                      <a:gd name="T56" fmla="*/ 0 w 1140"/>
                      <a:gd name="T57" fmla="*/ 0 h 99"/>
                      <a:gd name="T58" fmla="*/ 0 w 1140"/>
                      <a:gd name="T59" fmla="*/ 0 h 99"/>
                      <a:gd name="T60" fmla="*/ 0 w 1140"/>
                      <a:gd name="T61" fmla="*/ 0 h 99"/>
                      <a:gd name="T62" fmla="*/ 0 w 1140"/>
                      <a:gd name="T63" fmla="*/ 0 h 99"/>
                      <a:gd name="T64" fmla="*/ 0 w 1140"/>
                      <a:gd name="T65" fmla="*/ 0 h 99"/>
                      <a:gd name="T66" fmla="*/ 0 w 1140"/>
                      <a:gd name="T67" fmla="*/ 0 h 99"/>
                      <a:gd name="T68" fmla="*/ 0 w 1140"/>
                      <a:gd name="T69" fmla="*/ 0 h 99"/>
                      <a:gd name="T70" fmla="*/ 0 w 1140"/>
                      <a:gd name="T71" fmla="*/ 0 h 99"/>
                      <a:gd name="T72" fmla="*/ 0 w 1140"/>
                      <a:gd name="T73" fmla="*/ 0 h 99"/>
                      <a:gd name="T74" fmla="*/ 0 w 1140"/>
                      <a:gd name="T75" fmla="*/ 0 h 99"/>
                      <a:gd name="T76" fmla="*/ 0 w 1140"/>
                      <a:gd name="T77" fmla="*/ 0 h 99"/>
                      <a:gd name="T78" fmla="*/ 0 w 1140"/>
                      <a:gd name="T79" fmla="*/ 0 h 99"/>
                      <a:gd name="T80" fmla="*/ 0 w 1140"/>
                      <a:gd name="T81" fmla="*/ 0 h 99"/>
                      <a:gd name="T82" fmla="*/ 0 w 1140"/>
                      <a:gd name="T83" fmla="*/ 0 h 99"/>
                      <a:gd name="T84" fmla="*/ 0 w 1140"/>
                      <a:gd name="T85" fmla="*/ 0 h 99"/>
                      <a:gd name="T86" fmla="*/ 0 w 1140"/>
                      <a:gd name="T87" fmla="*/ 0 h 9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40"/>
                      <a:gd name="T133" fmla="*/ 0 h 99"/>
                      <a:gd name="T134" fmla="*/ 1140 w 1140"/>
                      <a:gd name="T135" fmla="*/ 99 h 9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40" h="99">
                        <a:moveTo>
                          <a:pt x="0" y="13"/>
                        </a:moveTo>
                        <a:lnTo>
                          <a:pt x="3" y="99"/>
                        </a:lnTo>
                        <a:lnTo>
                          <a:pt x="19" y="97"/>
                        </a:lnTo>
                        <a:lnTo>
                          <a:pt x="35" y="97"/>
                        </a:lnTo>
                        <a:lnTo>
                          <a:pt x="52" y="97"/>
                        </a:lnTo>
                        <a:lnTo>
                          <a:pt x="69" y="96"/>
                        </a:lnTo>
                        <a:lnTo>
                          <a:pt x="86" y="94"/>
                        </a:lnTo>
                        <a:lnTo>
                          <a:pt x="102" y="94"/>
                        </a:lnTo>
                        <a:lnTo>
                          <a:pt x="120" y="94"/>
                        </a:lnTo>
                        <a:lnTo>
                          <a:pt x="137" y="94"/>
                        </a:lnTo>
                        <a:lnTo>
                          <a:pt x="154" y="93"/>
                        </a:lnTo>
                        <a:lnTo>
                          <a:pt x="171" y="92"/>
                        </a:lnTo>
                        <a:lnTo>
                          <a:pt x="188" y="92"/>
                        </a:lnTo>
                        <a:lnTo>
                          <a:pt x="204" y="92"/>
                        </a:lnTo>
                        <a:lnTo>
                          <a:pt x="222" y="92"/>
                        </a:lnTo>
                        <a:lnTo>
                          <a:pt x="240" y="91"/>
                        </a:lnTo>
                        <a:lnTo>
                          <a:pt x="256" y="91"/>
                        </a:lnTo>
                        <a:lnTo>
                          <a:pt x="274" y="91"/>
                        </a:lnTo>
                        <a:lnTo>
                          <a:pt x="291" y="90"/>
                        </a:lnTo>
                        <a:lnTo>
                          <a:pt x="309" y="90"/>
                        </a:lnTo>
                        <a:lnTo>
                          <a:pt x="326" y="90"/>
                        </a:lnTo>
                        <a:lnTo>
                          <a:pt x="343" y="90"/>
                        </a:lnTo>
                        <a:lnTo>
                          <a:pt x="361" y="89"/>
                        </a:lnTo>
                        <a:lnTo>
                          <a:pt x="379" y="89"/>
                        </a:lnTo>
                        <a:lnTo>
                          <a:pt x="395" y="87"/>
                        </a:lnTo>
                        <a:lnTo>
                          <a:pt x="413" y="87"/>
                        </a:lnTo>
                        <a:lnTo>
                          <a:pt x="430" y="87"/>
                        </a:lnTo>
                        <a:lnTo>
                          <a:pt x="447" y="87"/>
                        </a:lnTo>
                        <a:lnTo>
                          <a:pt x="465" y="87"/>
                        </a:lnTo>
                        <a:lnTo>
                          <a:pt x="483" y="87"/>
                        </a:lnTo>
                        <a:lnTo>
                          <a:pt x="501" y="87"/>
                        </a:lnTo>
                        <a:lnTo>
                          <a:pt x="519" y="87"/>
                        </a:lnTo>
                        <a:lnTo>
                          <a:pt x="536" y="87"/>
                        </a:lnTo>
                        <a:lnTo>
                          <a:pt x="554" y="87"/>
                        </a:lnTo>
                        <a:lnTo>
                          <a:pt x="572" y="86"/>
                        </a:lnTo>
                        <a:lnTo>
                          <a:pt x="590" y="86"/>
                        </a:lnTo>
                        <a:lnTo>
                          <a:pt x="606" y="86"/>
                        </a:lnTo>
                        <a:lnTo>
                          <a:pt x="625" y="86"/>
                        </a:lnTo>
                        <a:lnTo>
                          <a:pt x="643" y="86"/>
                        </a:lnTo>
                        <a:lnTo>
                          <a:pt x="661" y="86"/>
                        </a:lnTo>
                        <a:lnTo>
                          <a:pt x="679" y="86"/>
                        </a:lnTo>
                        <a:lnTo>
                          <a:pt x="698" y="87"/>
                        </a:lnTo>
                        <a:lnTo>
                          <a:pt x="714" y="87"/>
                        </a:lnTo>
                        <a:lnTo>
                          <a:pt x="733" y="87"/>
                        </a:lnTo>
                        <a:lnTo>
                          <a:pt x="751" y="87"/>
                        </a:lnTo>
                        <a:lnTo>
                          <a:pt x="769" y="87"/>
                        </a:lnTo>
                        <a:lnTo>
                          <a:pt x="787" y="87"/>
                        </a:lnTo>
                        <a:lnTo>
                          <a:pt x="805" y="87"/>
                        </a:lnTo>
                        <a:lnTo>
                          <a:pt x="824" y="87"/>
                        </a:lnTo>
                        <a:lnTo>
                          <a:pt x="843" y="89"/>
                        </a:lnTo>
                        <a:lnTo>
                          <a:pt x="860" y="89"/>
                        </a:lnTo>
                        <a:lnTo>
                          <a:pt x="878" y="89"/>
                        </a:lnTo>
                        <a:lnTo>
                          <a:pt x="896" y="90"/>
                        </a:lnTo>
                        <a:lnTo>
                          <a:pt x="915" y="90"/>
                        </a:lnTo>
                        <a:lnTo>
                          <a:pt x="934" y="90"/>
                        </a:lnTo>
                        <a:lnTo>
                          <a:pt x="952" y="91"/>
                        </a:lnTo>
                        <a:lnTo>
                          <a:pt x="970" y="91"/>
                        </a:lnTo>
                        <a:lnTo>
                          <a:pt x="989" y="92"/>
                        </a:lnTo>
                        <a:lnTo>
                          <a:pt x="1006" y="92"/>
                        </a:lnTo>
                        <a:lnTo>
                          <a:pt x="1024" y="93"/>
                        </a:lnTo>
                        <a:lnTo>
                          <a:pt x="1043" y="94"/>
                        </a:lnTo>
                        <a:lnTo>
                          <a:pt x="1062" y="94"/>
                        </a:lnTo>
                        <a:lnTo>
                          <a:pt x="1080" y="96"/>
                        </a:lnTo>
                        <a:lnTo>
                          <a:pt x="1099" y="97"/>
                        </a:lnTo>
                        <a:lnTo>
                          <a:pt x="1118" y="97"/>
                        </a:lnTo>
                        <a:lnTo>
                          <a:pt x="1136" y="99"/>
                        </a:lnTo>
                        <a:lnTo>
                          <a:pt x="1140" y="13"/>
                        </a:lnTo>
                        <a:lnTo>
                          <a:pt x="1121" y="11"/>
                        </a:lnTo>
                        <a:lnTo>
                          <a:pt x="1102" y="10"/>
                        </a:lnTo>
                        <a:lnTo>
                          <a:pt x="1083" y="9"/>
                        </a:lnTo>
                        <a:lnTo>
                          <a:pt x="1066" y="9"/>
                        </a:lnTo>
                        <a:lnTo>
                          <a:pt x="1047" y="8"/>
                        </a:lnTo>
                        <a:lnTo>
                          <a:pt x="1028" y="7"/>
                        </a:lnTo>
                        <a:lnTo>
                          <a:pt x="1010" y="7"/>
                        </a:lnTo>
                        <a:lnTo>
                          <a:pt x="991" y="7"/>
                        </a:lnTo>
                        <a:lnTo>
                          <a:pt x="972" y="4"/>
                        </a:lnTo>
                        <a:lnTo>
                          <a:pt x="954" y="4"/>
                        </a:lnTo>
                        <a:lnTo>
                          <a:pt x="936" y="4"/>
                        </a:lnTo>
                        <a:lnTo>
                          <a:pt x="917" y="4"/>
                        </a:lnTo>
                        <a:lnTo>
                          <a:pt x="898" y="3"/>
                        </a:lnTo>
                        <a:lnTo>
                          <a:pt x="881" y="2"/>
                        </a:lnTo>
                        <a:lnTo>
                          <a:pt x="863" y="2"/>
                        </a:lnTo>
                        <a:lnTo>
                          <a:pt x="844" y="2"/>
                        </a:lnTo>
                        <a:lnTo>
                          <a:pt x="825" y="1"/>
                        </a:lnTo>
                        <a:lnTo>
                          <a:pt x="807" y="1"/>
                        </a:lnTo>
                        <a:lnTo>
                          <a:pt x="789" y="1"/>
                        </a:lnTo>
                        <a:lnTo>
                          <a:pt x="771" y="1"/>
                        </a:lnTo>
                        <a:lnTo>
                          <a:pt x="752" y="1"/>
                        </a:lnTo>
                        <a:lnTo>
                          <a:pt x="733" y="1"/>
                        </a:lnTo>
                        <a:lnTo>
                          <a:pt x="716" y="1"/>
                        </a:lnTo>
                        <a:lnTo>
                          <a:pt x="698" y="1"/>
                        </a:lnTo>
                        <a:lnTo>
                          <a:pt x="680" y="0"/>
                        </a:lnTo>
                        <a:lnTo>
                          <a:pt x="662" y="0"/>
                        </a:lnTo>
                        <a:lnTo>
                          <a:pt x="643" y="0"/>
                        </a:lnTo>
                        <a:lnTo>
                          <a:pt x="625" y="0"/>
                        </a:lnTo>
                        <a:lnTo>
                          <a:pt x="608" y="0"/>
                        </a:lnTo>
                        <a:lnTo>
                          <a:pt x="590" y="0"/>
                        </a:lnTo>
                        <a:lnTo>
                          <a:pt x="572" y="0"/>
                        </a:lnTo>
                        <a:lnTo>
                          <a:pt x="554" y="1"/>
                        </a:lnTo>
                        <a:lnTo>
                          <a:pt x="536" y="1"/>
                        </a:lnTo>
                        <a:lnTo>
                          <a:pt x="519" y="1"/>
                        </a:lnTo>
                        <a:lnTo>
                          <a:pt x="501" y="1"/>
                        </a:lnTo>
                        <a:lnTo>
                          <a:pt x="483" y="1"/>
                        </a:lnTo>
                        <a:lnTo>
                          <a:pt x="465" y="1"/>
                        </a:lnTo>
                        <a:lnTo>
                          <a:pt x="447" y="1"/>
                        </a:lnTo>
                        <a:lnTo>
                          <a:pt x="430" y="1"/>
                        </a:lnTo>
                        <a:lnTo>
                          <a:pt x="412" y="1"/>
                        </a:lnTo>
                        <a:lnTo>
                          <a:pt x="394" y="1"/>
                        </a:lnTo>
                        <a:lnTo>
                          <a:pt x="376" y="2"/>
                        </a:lnTo>
                        <a:lnTo>
                          <a:pt x="359" y="2"/>
                        </a:lnTo>
                        <a:lnTo>
                          <a:pt x="342" y="3"/>
                        </a:lnTo>
                        <a:lnTo>
                          <a:pt x="324" y="3"/>
                        </a:lnTo>
                        <a:lnTo>
                          <a:pt x="307" y="4"/>
                        </a:lnTo>
                        <a:lnTo>
                          <a:pt x="291" y="4"/>
                        </a:lnTo>
                        <a:lnTo>
                          <a:pt x="273" y="4"/>
                        </a:lnTo>
                        <a:lnTo>
                          <a:pt x="255" y="4"/>
                        </a:lnTo>
                        <a:lnTo>
                          <a:pt x="237" y="4"/>
                        </a:lnTo>
                        <a:lnTo>
                          <a:pt x="221" y="5"/>
                        </a:lnTo>
                        <a:lnTo>
                          <a:pt x="203" y="7"/>
                        </a:lnTo>
                        <a:lnTo>
                          <a:pt x="186" y="7"/>
                        </a:lnTo>
                        <a:lnTo>
                          <a:pt x="169" y="7"/>
                        </a:lnTo>
                        <a:lnTo>
                          <a:pt x="151" y="7"/>
                        </a:lnTo>
                        <a:lnTo>
                          <a:pt x="135" y="8"/>
                        </a:lnTo>
                        <a:lnTo>
                          <a:pt x="118" y="8"/>
                        </a:lnTo>
                        <a:lnTo>
                          <a:pt x="101" y="9"/>
                        </a:lnTo>
                        <a:lnTo>
                          <a:pt x="83" y="9"/>
                        </a:lnTo>
                        <a:lnTo>
                          <a:pt x="68" y="9"/>
                        </a:lnTo>
                        <a:lnTo>
                          <a:pt x="50" y="10"/>
                        </a:lnTo>
                        <a:lnTo>
                          <a:pt x="33" y="11"/>
                        </a:lnTo>
                        <a:lnTo>
                          <a:pt x="17" y="11"/>
                        </a:lnTo>
                        <a:lnTo>
                          <a:pt x="0" y="13"/>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4" name="Freeform 195"/>
                  <p:cNvSpPr/>
                  <p:nvPr/>
                </p:nvSpPr>
                <p:spPr bwMode="auto">
                  <a:xfrm>
                    <a:off x="5285" y="1836"/>
                    <a:ext cx="67" cy="128"/>
                  </a:xfrm>
                  <a:custGeom>
                    <a:avLst/>
                    <a:gdLst>
                      <a:gd name="T0" fmla="*/ 0 w 202"/>
                      <a:gd name="T1" fmla="*/ 0 h 383"/>
                      <a:gd name="T2" fmla="*/ 0 w 202"/>
                      <a:gd name="T3" fmla="*/ 0 h 383"/>
                      <a:gd name="T4" fmla="*/ 0 w 202"/>
                      <a:gd name="T5" fmla="*/ 0 h 383"/>
                      <a:gd name="T6" fmla="*/ 0 w 202"/>
                      <a:gd name="T7" fmla="*/ 0 h 383"/>
                      <a:gd name="T8" fmla="*/ 0 w 202"/>
                      <a:gd name="T9" fmla="*/ 0 h 383"/>
                      <a:gd name="T10" fmla="*/ 0 w 202"/>
                      <a:gd name="T11" fmla="*/ 0 h 383"/>
                      <a:gd name="T12" fmla="*/ 0 w 202"/>
                      <a:gd name="T13" fmla="*/ 0 h 383"/>
                      <a:gd name="T14" fmla="*/ 0 w 202"/>
                      <a:gd name="T15" fmla="*/ 0 h 383"/>
                      <a:gd name="T16" fmla="*/ 0 w 202"/>
                      <a:gd name="T17" fmla="*/ 0 h 383"/>
                      <a:gd name="T18" fmla="*/ 0 w 202"/>
                      <a:gd name="T19" fmla="*/ 0 h 383"/>
                      <a:gd name="T20" fmla="*/ 0 w 202"/>
                      <a:gd name="T21" fmla="*/ 0 h 383"/>
                      <a:gd name="T22" fmla="*/ 0 w 202"/>
                      <a:gd name="T23" fmla="*/ 0 h 383"/>
                      <a:gd name="T24" fmla="*/ 0 w 202"/>
                      <a:gd name="T25" fmla="*/ 0 h 383"/>
                      <a:gd name="T26" fmla="*/ 0 w 202"/>
                      <a:gd name="T27" fmla="*/ 0 h 383"/>
                      <a:gd name="T28" fmla="*/ 0 w 202"/>
                      <a:gd name="T29" fmla="*/ 0 h 383"/>
                      <a:gd name="T30" fmla="*/ 0 w 202"/>
                      <a:gd name="T31" fmla="*/ 0 h 383"/>
                      <a:gd name="T32" fmla="*/ 0 w 202"/>
                      <a:gd name="T33" fmla="*/ 0 h 383"/>
                      <a:gd name="T34" fmla="*/ 0 w 202"/>
                      <a:gd name="T35" fmla="*/ 0 h 383"/>
                      <a:gd name="T36" fmla="*/ 0 w 202"/>
                      <a:gd name="T37" fmla="*/ 0 h 383"/>
                      <a:gd name="T38" fmla="*/ 0 w 202"/>
                      <a:gd name="T39" fmla="*/ 0 h 383"/>
                      <a:gd name="T40" fmla="*/ 0 w 202"/>
                      <a:gd name="T41" fmla="*/ 0 h 383"/>
                      <a:gd name="T42" fmla="*/ 0 w 202"/>
                      <a:gd name="T43" fmla="*/ 0 h 383"/>
                      <a:gd name="T44" fmla="*/ 0 w 202"/>
                      <a:gd name="T45" fmla="*/ 0 h 383"/>
                      <a:gd name="T46" fmla="*/ 0 w 202"/>
                      <a:gd name="T47" fmla="*/ 0 h 383"/>
                      <a:gd name="T48" fmla="*/ 0 w 202"/>
                      <a:gd name="T49" fmla="*/ 0 h 383"/>
                      <a:gd name="T50" fmla="*/ 0 w 202"/>
                      <a:gd name="T51" fmla="*/ 0 h 383"/>
                      <a:gd name="T52" fmla="*/ 0 w 202"/>
                      <a:gd name="T53" fmla="*/ 0 h 383"/>
                      <a:gd name="T54" fmla="*/ 0 w 202"/>
                      <a:gd name="T55" fmla="*/ 0 h 383"/>
                      <a:gd name="T56" fmla="*/ 0 w 202"/>
                      <a:gd name="T57" fmla="*/ 0 h 383"/>
                      <a:gd name="T58" fmla="*/ 0 w 202"/>
                      <a:gd name="T59" fmla="*/ 0 h 383"/>
                      <a:gd name="T60" fmla="*/ 0 w 202"/>
                      <a:gd name="T61" fmla="*/ 0 h 383"/>
                      <a:gd name="T62" fmla="*/ 0 w 202"/>
                      <a:gd name="T63" fmla="*/ 0 h 383"/>
                      <a:gd name="T64" fmla="*/ 0 w 202"/>
                      <a:gd name="T65" fmla="*/ 0 h 383"/>
                      <a:gd name="T66" fmla="*/ 0 w 202"/>
                      <a:gd name="T67" fmla="*/ 0 h 383"/>
                      <a:gd name="T68" fmla="*/ 0 w 202"/>
                      <a:gd name="T69" fmla="*/ 0 h 383"/>
                      <a:gd name="T70" fmla="*/ 0 w 202"/>
                      <a:gd name="T71" fmla="*/ 0 h 383"/>
                      <a:gd name="T72" fmla="*/ 0 w 202"/>
                      <a:gd name="T73" fmla="*/ 0 h 383"/>
                      <a:gd name="T74" fmla="*/ 0 w 202"/>
                      <a:gd name="T75" fmla="*/ 0 h 383"/>
                      <a:gd name="T76" fmla="*/ 0 w 202"/>
                      <a:gd name="T77" fmla="*/ 0 h 383"/>
                      <a:gd name="T78" fmla="*/ 0 w 202"/>
                      <a:gd name="T79" fmla="*/ 0 h 383"/>
                      <a:gd name="T80" fmla="*/ 0 w 202"/>
                      <a:gd name="T81" fmla="*/ 0 h 383"/>
                      <a:gd name="T82" fmla="*/ 0 w 202"/>
                      <a:gd name="T83" fmla="*/ 0 h 383"/>
                      <a:gd name="T84" fmla="*/ 0 w 202"/>
                      <a:gd name="T85" fmla="*/ 0 h 383"/>
                      <a:gd name="T86" fmla="*/ 0 w 202"/>
                      <a:gd name="T87" fmla="*/ 0 h 38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2"/>
                      <a:gd name="T133" fmla="*/ 0 h 383"/>
                      <a:gd name="T134" fmla="*/ 202 w 202"/>
                      <a:gd name="T135" fmla="*/ 383 h 38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2" h="383">
                        <a:moveTo>
                          <a:pt x="109" y="6"/>
                        </a:moveTo>
                        <a:lnTo>
                          <a:pt x="104" y="13"/>
                        </a:lnTo>
                        <a:lnTo>
                          <a:pt x="101" y="20"/>
                        </a:lnTo>
                        <a:lnTo>
                          <a:pt x="98" y="27"/>
                        </a:lnTo>
                        <a:lnTo>
                          <a:pt x="96" y="34"/>
                        </a:lnTo>
                        <a:lnTo>
                          <a:pt x="94" y="42"/>
                        </a:lnTo>
                        <a:lnTo>
                          <a:pt x="90" y="49"/>
                        </a:lnTo>
                        <a:lnTo>
                          <a:pt x="88" y="56"/>
                        </a:lnTo>
                        <a:lnTo>
                          <a:pt x="85" y="63"/>
                        </a:lnTo>
                        <a:lnTo>
                          <a:pt x="82" y="69"/>
                        </a:lnTo>
                        <a:lnTo>
                          <a:pt x="79" y="76"/>
                        </a:lnTo>
                        <a:lnTo>
                          <a:pt x="77" y="82"/>
                        </a:lnTo>
                        <a:lnTo>
                          <a:pt x="75" y="88"/>
                        </a:lnTo>
                        <a:lnTo>
                          <a:pt x="72" y="95"/>
                        </a:lnTo>
                        <a:lnTo>
                          <a:pt x="70" y="101"/>
                        </a:lnTo>
                        <a:lnTo>
                          <a:pt x="68" y="108"/>
                        </a:lnTo>
                        <a:lnTo>
                          <a:pt x="65" y="114"/>
                        </a:lnTo>
                        <a:lnTo>
                          <a:pt x="63" y="121"/>
                        </a:lnTo>
                        <a:lnTo>
                          <a:pt x="61" y="126"/>
                        </a:lnTo>
                        <a:lnTo>
                          <a:pt x="58" y="133"/>
                        </a:lnTo>
                        <a:lnTo>
                          <a:pt x="56" y="139"/>
                        </a:lnTo>
                        <a:lnTo>
                          <a:pt x="53" y="145"/>
                        </a:lnTo>
                        <a:lnTo>
                          <a:pt x="52" y="152"/>
                        </a:lnTo>
                        <a:lnTo>
                          <a:pt x="50" y="157"/>
                        </a:lnTo>
                        <a:lnTo>
                          <a:pt x="49" y="164"/>
                        </a:lnTo>
                        <a:lnTo>
                          <a:pt x="46" y="170"/>
                        </a:lnTo>
                        <a:lnTo>
                          <a:pt x="45" y="175"/>
                        </a:lnTo>
                        <a:lnTo>
                          <a:pt x="43" y="180"/>
                        </a:lnTo>
                        <a:lnTo>
                          <a:pt x="42" y="186"/>
                        </a:lnTo>
                        <a:lnTo>
                          <a:pt x="39" y="192"/>
                        </a:lnTo>
                        <a:lnTo>
                          <a:pt x="38" y="198"/>
                        </a:lnTo>
                        <a:lnTo>
                          <a:pt x="37" y="204"/>
                        </a:lnTo>
                        <a:lnTo>
                          <a:pt x="36" y="210"/>
                        </a:lnTo>
                        <a:lnTo>
                          <a:pt x="33" y="215"/>
                        </a:lnTo>
                        <a:lnTo>
                          <a:pt x="32" y="221"/>
                        </a:lnTo>
                        <a:lnTo>
                          <a:pt x="31" y="226"/>
                        </a:lnTo>
                        <a:lnTo>
                          <a:pt x="28" y="232"/>
                        </a:lnTo>
                        <a:lnTo>
                          <a:pt x="28" y="237"/>
                        </a:lnTo>
                        <a:lnTo>
                          <a:pt x="26" y="243"/>
                        </a:lnTo>
                        <a:lnTo>
                          <a:pt x="25" y="248"/>
                        </a:lnTo>
                        <a:lnTo>
                          <a:pt x="23" y="253"/>
                        </a:lnTo>
                        <a:lnTo>
                          <a:pt x="21" y="259"/>
                        </a:lnTo>
                        <a:lnTo>
                          <a:pt x="20" y="264"/>
                        </a:lnTo>
                        <a:lnTo>
                          <a:pt x="20" y="269"/>
                        </a:lnTo>
                        <a:lnTo>
                          <a:pt x="18" y="275"/>
                        </a:lnTo>
                        <a:lnTo>
                          <a:pt x="18" y="281"/>
                        </a:lnTo>
                        <a:lnTo>
                          <a:pt x="15" y="286"/>
                        </a:lnTo>
                        <a:lnTo>
                          <a:pt x="15" y="291"/>
                        </a:lnTo>
                        <a:lnTo>
                          <a:pt x="14" y="297"/>
                        </a:lnTo>
                        <a:lnTo>
                          <a:pt x="13" y="302"/>
                        </a:lnTo>
                        <a:lnTo>
                          <a:pt x="12" y="307"/>
                        </a:lnTo>
                        <a:lnTo>
                          <a:pt x="11" y="312"/>
                        </a:lnTo>
                        <a:lnTo>
                          <a:pt x="11" y="319"/>
                        </a:lnTo>
                        <a:lnTo>
                          <a:pt x="8" y="324"/>
                        </a:lnTo>
                        <a:lnTo>
                          <a:pt x="7" y="329"/>
                        </a:lnTo>
                        <a:lnTo>
                          <a:pt x="7" y="334"/>
                        </a:lnTo>
                        <a:lnTo>
                          <a:pt x="7" y="340"/>
                        </a:lnTo>
                        <a:lnTo>
                          <a:pt x="5" y="345"/>
                        </a:lnTo>
                        <a:lnTo>
                          <a:pt x="5" y="350"/>
                        </a:lnTo>
                        <a:lnTo>
                          <a:pt x="5" y="356"/>
                        </a:lnTo>
                        <a:lnTo>
                          <a:pt x="4" y="362"/>
                        </a:lnTo>
                        <a:lnTo>
                          <a:pt x="2" y="367"/>
                        </a:lnTo>
                        <a:lnTo>
                          <a:pt x="2" y="372"/>
                        </a:lnTo>
                        <a:lnTo>
                          <a:pt x="1" y="378"/>
                        </a:lnTo>
                        <a:lnTo>
                          <a:pt x="0" y="383"/>
                        </a:lnTo>
                        <a:lnTo>
                          <a:pt x="93" y="383"/>
                        </a:lnTo>
                        <a:lnTo>
                          <a:pt x="93" y="378"/>
                        </a:lnTo>
                        <a:lnTo>
                          <a:pt x="94" y="372"/>
                        </a:lnTo>
                        <a:lnTo>
                          <a:pt x="94" y="367"/>
                        </a:lnTo>
                        <a:lnTo>
                          <a:pt x="95" y="362"/>
                        </a:lnTo>
                        <a:lnTo>
                          <a:pt x="96" y="357"/>
                        </a:lnTo>
                        <a:lnTo>
                          <a:pt x="96" y="351"/>
                        </a:lnTo>
                        <a:lnTo>
                          <a:pt x="98" y="347"/>
                        </a:lnTo>
                        <a:lnTo>
                          <a:pt x="98" y="342"/>
                        </a:lnTo>
                        <a:lnTo>
                          <a:pt x="100" y="336"/>
                        </a:lnTo>
                        <a:lnTo>
                          <a:pt x="101" y="331"/>
                        </a:lnTo>
                        <a:lnTo>
                          <a:pt x="101" y="325"/>
                        </a:lnTo>
                        <a:lnTo>
                          <a:pt x="103" y="321"/>
                        </a:lnTo>
                        <a:lnTo>
                          <a:pt x="104" y="315"/>
                        </a:lnTo>
                        <a:lnTo>
                          <a:pt x="107" y="310"/>
                        </a:lnTo>
                        <a:lnTo>
                          <a:pt x="107" y="304"/>
                        </a:lnTo>
                        <a:lnTo>
                          <a:pt x="109" y="299"/>
                        </a:lnTo>
                        <a:lnTo>
                          <a:pt x="109" y="293"/>
                        </a:lnTo>
                        <a:lnTo>
                          <a:pt x="112" y="288"/>
                        </a:lnTo>
                        <a:lnTo>
                          <a:pt x="113" y="284"/>
                        </a:lnTo>
                        <a:lnTo>
                          <a:pt x="114" y="278"/>
                        </a:lnTo>
                        <a:lnTo>
                          <a:pt x="116" y="272"/>
                        </a:lnTo>
                        <a:lnTo>
                          <a:pt x="117" y="266"/>
                        </a:lnTo>
                        <a:lnTo>
                          <a:pt x="119" y="261"/>
                        </a:lnTo>
                        <a:lnTo>
                          <a:pt x="121" y="255"/>
                        </a:lnTo>
                        <a:lnTo>
                          <a:pt x="122" y="249"/>
                        </a:lnTo>
                        <a:lnTo>
                          <a:pt x="125" y="243"/>
                        </a:lnTo>
                        <a:lnTo>
                          <a:pt x="126" y="237"/>
                        </a:lnTo>
                        <a:lnTo>
                          <a:pt x="127" y="233"/>
                        </a:lnTo>
                        <a:lnTo>
                          <a:pt x="129" y="227"/>
                        </a:lnTo>
                        <a:lnTo>
                          <a:pt x="132" y="221"/>
                        </a:lnTo>
                        <a:lnTo>
                          <a:pt x="133" y="215"/>
                        </a:lnTo>
                        <a:lnTo>
                          <a:pt x="134" y="209"/>
                        </a:lnTo>
                        <a:lnTo>
                          <a:pt x="136" y="203"/>
                        </a:lnTo>
                        <a:lnTo>
                          <a:pt x="138" y="197"/>
                        </a:lnTo>
                        <a:lnTo>
                          <a:pt x="140" y="190"/>
                        </a:lnTo>
                        <a:lnTo>
                          <a:pt x="142" y="185"/>
                        </a:lnTo>
                        <a:lnTo>
                          <a:pt x="144" y="178"/>
                        </a:lnTo>
                        <a:lnTo>
                          <a:pt x="145" y="172"/>
                        </a:lnTo>
                        <a:lnTo>
                          <a:pt x="147" y="166"/>
                        </a:lnTo>
                        <a:lnTo>
                          <a:pt x="150" y="160"/>
                        </a:lnTo>
                        <a:lnTo>
                          <a:pt x="152" y="154"/>
                        </a:lnTo>
                        <a:lnTo>
                          <a:pt x="153" y="147"/>
                        </a:lnTo>
                        <a:lnTo>
                          <a:pt x="155" y="141"/>
                        </a:lnTo>
                        <a:lnTo>
                          <a:pt x="158" y="134"/>
                        </a:lnTo>
                        <a:lnTo>
                          <a:pt x="159" y="128"/>
                        </a:lnTo>
                        <a:lnTo>
                          <a:pt x="163" y="121"/>
                        </a:lnTo>
                        <a:lnTo>
                          <a:pt x="164" y="116"/>
                        </a:lnTo>
                        <a:lnTo>
                          <a:pt x="166" y="109"/>
                        </a:lnTo>
                        <a:lnTo>
                          <a:pt x="168" y="103"/>
                        </a:lnTo>
                        <a:lnTo>
                          <a:pt x="171" y="96"/>
                        </a:lnTo>
                        <a:lnTo>
                          <a:pt x="172" y="89"/>
                        </a:lnTo>
                        <a:lnTo>
                          <a:pt x="174" y="83"/>
                        </a:lnTo>
                        <a:lnTo>
                          <a:pt x="177" y="76"/>
                        </a:lnTo>
                        <a:lnTo>
                          <a:pt x="179" y="70"/>
                        </a:lnTo>
                        <a:lnTo>
                          <a:pt x="182" y="63"/>
                        </a:lnTo>
                        <a:lnTo>
                          <a:pt x="184" y="56"/>
                        </a:lnTo>
                        <a:lnTo>
                          <a:pt x="185" y="49"/>
                        </a:lnTo>
                        <a:lnTo>
                          <a:pt x="187" y="43"/>
                        </a:lnTo>
                        <a:lnTo>
                          <a:pt x="190" y="36"/>
                        </a:lnTo>
                        <a:lnTo>
                          <a:pt x="192" y="29"/>
                        </a:lnTo>
                        <a:lnTo>
                          <a:pt x="195" y="21"/>
                        </a:lnTo>
                        <a:lnTo>
                          <a:pt x="197" y="15"/>
                        </a:lnTo>
                        <a:lnTo>
                          <a:pt x="198" y="7"/>
                        </a:lnTo>
                        <a:lnTo>
                          <a:pt x="202" y="0"/>
                        </a:lnTo>
                        <a:lnTo>
                          <a:pt x="109" y="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5" name="Freeform 196"/>
                  <p:cNvSpPr/>
                  <p:nvPr/>
                </p:nvSpPr>
                <p:spPr bwMode="auto">
                  <a:xfrm>
                    <a:off x="5695" y="1837"/>
                    <a:ext cx="64" cy="124"/>
                  </a:xfrm>
                  <a:custGeom>
                    <a:avLst/>
                    <a:gdLst>
                      <a:gd name="T0" fmla="*/ 0 w 193"/>
                      <a:gd name="T1" fmla="*/ 0 h 372"/>
                      <a:gd name="T2" fmla="*/ 0 w 193"/>
                      <a:gd name="T3" fmla="*/ 0 h 372"/>
                      <a:gd name="T4" fmla="*/ 0 w 193"/>
                      <a:gd name="T5" fmla="*/ 0 h 372"/>
                      <a:gd name="T6" fmla="*/ 0 w 193"/>
                      <a:gd name="T7" fmla="*/ 0 h 372"/>
                      <a:gd name="T8" fmla="*/ 0 w 193"/>
                      <a:gd name="T9" fmla="*/ 0 h 372"/>
                      <a:gd name="T10" fmla="*/ 0 w 193"/>
                      <a:gd name="T11" fmla="*/ 0 h 372"/>
                      <a:gd name="T12" fmla="*/ 0 w 193"/>
                      <a:gd name="T13" fmla="*/ 0 h 372"/>
                      <a:gd name="T14" fmla="*/ 0 w 193"/>
                      <a:gd name="T15" fmla="*/ 0 h 372"/>
                      <a:gd name="T16" fmla="*/ 0 w 193"/>
                      <a:gd name="T17" fmla="*/ 0 h 372"/>
                      <a:gd name="T18" fmla="*/ 0 w 193"/>
                      <a:gd name="T19" fmla="*/ 0 h 372"/>
                      <a:gd name="T20" fmla="*/ 0 w 193"/>
                      <a:gd name="T21" fmla="*/ 0 h 372"/>
                      <a:gd name="T22" fmla="*/ 0 w 193"/>
                      <a:gd name="T23" fmla="*/ 0 h 372"/>
                      <a:gd name="T24" fmla="*/ 0 w 193"/>
                      <a:gd name="T25" fmla="*/ 0 h 372"/>
                      <a:gd name="T26" fmla="*/ 0 w 193"/>
                      <a:gd name="T27" fmla="*/ 0 h 372"/>
                      <a:gd name="T28" fmla="*/ 0 w 193"/>
                      <a:gd name="T29" fmla="*/ 0 h 372"/>
                      <a:gd name="T30" fmla="*/ 0 w 193"/>
                      <a:gd name="T31" fmla="*/ 0 h 372"/>
                      <a:gd name="T32" fmla="*/ 0 w 193"/>
                      <a:gd name="T33" fmla="*/ 0 h 372"/>
                      <a:gd name="T34" fmla="*/ 0 w 193"/>
                      <a:gd name="T35" fmla="*/ 0 h 372"/>
                      <a:gd name="T36" fmla="*/ 0 w 193"/>
                      <a:gd name="T37" fmla="*/ 0 h 372"/>
                      <a:gd name="T38" fmla="*/ 0 w 193"/>
                      <a:gd name="T39" fmla="*/ 0 h 372"/>
                      <a:gd name="T40" fmla="*/ 0 w 193"/>
                      <a:gd name="T41" fmla="*/ 0 h 372"/>
                      <a:gd name="T42" fmla="*/ 0 w 193"/>
                      <a:gd name="T43" fmla="*/ 0 h 372"/>
                      <a:gd name="T44" fmla="*/ 0 w 193"/>
                      <a:gd name="T45" fmla="*/ 0 h 372"/>
                      <a:gd name="T46" fmla="*/ 0 w 193"/>
                      <a:gd name="T47" fmla="*/ 0 h 372"/>
                      <a:gd name="T48" fmla="*/ 0 w 193"/>
                      <a:gd name="T49" fmla="*/ 0 h 372"/>
                      <a:gd name="T50" fmla="*/ 0 w 193"/>
                      <a:gd name="T51" fmla="*/ 0 h 372"/>
                      <a:gd name="T52" fmla="*/ 0 w 193"/>
                      <a:gd name="T53" fmla="*/ 0 h 372"/>
                      <a:gd name="T54" fmla="*/ 0 w 193"/>
                      <a:gd name="T55" fmla="*/ 0 h 372"/>
                      <a:gd name="T56" fmla="*/ 0 w 193"/>
                      <a:gd name="T57" fmla="*/ 0 h 372"/>
                      <a:gd name="T58" fmla="*/ 0 w 193"/>
                      <a:gd name="T59" fmla="*/ 0 h 372"/>
                      <a:gd name="T60" fmla="*/ 0 w 193"/>
                      <a:gd name="T61" fmla="*/ 0 h 372"/>
                      <a:gd name="T62" fmla="*/ 0 w 193"/>
                      <a:gd name="T63" fmla="*/ 0 h 372"/>
                      <a:gd name="T64" fmla="*/ 0 w 193"/>
                      <a:gd name="T65" fmla="*/ 0 h 372"/>
                      <a:gd name="T66" fmla="*/ 0 w 193"/>
                      <a:gd name="T67" fmla="*/ 0 h 372"/>
                      <a:gd name="T68" fmla="*/ 0 w 193"/>
                      <a:gd name="T69" fmla="*/ 0 h 372"/>
                      <a:gd name="T70" fmla="*/ 0 w 193"/>
                      <a:gd name="T71" fmla="*/ 0 h 372"/>
                      <a:gd name="T72" fmla="*/ 0 w 193"/>
                      <a:gd name="T73" fmla="*/ 0 h 372"/>
                      <a:gd name="T74" fmla="*/ 0 w 193"/>
                      <a:gd name="T75" fmla="*/ 0 h 372"/>
                      <a:gd name="T76" fmla="*/ 0 w 193"/>
                      <a:gd name="T77" fmla="*/ 0 h 372"/>
                      <a:gd name="T78" fmla="*/ 0 w 193"/>
                      <a:gd name="T79" fmla="*/ 0 h 372"/>
                      <a:gd name="T80" fmla="*/ 0 w 193"/>
                      <a:gd name="T81" fmla="*/ 0 h 372"/>
                      <a:gd name="T82" fmla="*/ 0 w 193"/>
                      <a:gd name="T83" fmla="*/ 0 h 372"/>
                      <a:gd name="T84" fmla="*/ 0 w 193"/>
                      <a:gd name="T85" fmla="*/ 0 h 372"/>
                      <a:gd name="T86" fmla="*/ 0 w 193"/>
                      <a:gd name="T87" fmla="*/ 0 h 3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
                      <a:gd name="T133" fmla="*/ 0 h 372"/>
                      <a:gd name="T134" fmla="*/ 193 w 193"/>
                      <a:gd name="T135" fmla="*/ 372 h 3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 h="372">
                        <a:moveTo>
                          <a:pt x="74" y="0"/>
                        </a:moveTo>
                        <a:lnTo>
                          <a:pt x="0" y="49"/>
                        </a:lnTo>
                        <a:lnTo>
                          <a:pt x="3" y="54"/>
                        </a:lnTo>
                        <a:lnTo>
                          <a:pt x="5" y="60"/>
                        </a:lnTo>
                        <a:lnTo>
                          <a:pt x="9" y="66"/>
                        </a:lnTo>
                        <a:lnTo>
                          <a:pt x="11" y="72"/>
                        </a:lnTo>
                        <a:lnTo>
                          <a:pt x="15" y="76"/>
                        </a:lnTo>
                        <a:lnTo>
                          <a:pt x="17" y="82"/>
                        </a:lnTo>
                        <a:lnTo>
                          <a:pt x="21" y="88"/>
                        </a:lnTo>
                        <a:lnTo>
                          <a:pt x="23" y="94"/>
                        </a:lnTo>
                        <a:lnTo>
                          <a:pt x="25" y="99"/>
                        </a:lnTo>
                        <a:lnTo>
                          <a:pt x="28" y="104"/>
                        </a:lnTo>
                        <a:lnTo>
                          <a:pt x="30" y="110"/>
                        </a:lnTo>
                        <a:lnTo>
                          <a:pt x="34" y="114"/>
                        </a:lnTo>
                        <a:lnTo>
                          <a:pt x="36" y="120"/>
                        </a:lnTo>
                        <a:lnTo>
                          <a:pt x="38" y="126"/>
                        </a:lnTo>
                        <a:lnTo>
                          <a:pt x="41" y="131"/>
                        </a:lnTo>
                        <a:lnTo>
                          <a:pt x="43" y="137"/>
                        </a:lnTo>
                        <a:lnTo>
                          <a:pt x="45" y="142"/>
                        </a:lnTo>
                        <a:lnTo>
                          <a:pt x="48" y="148"/>
                        </a:lnTo>
                        <a:lnTo>
                          <a:pt x="50" y="152"/>
                        </a:lnTo>
                        <a:lnTo>
                          <a:pt x="53" y="157"/>
                        </a:lnTo>
                        <a:lnTo>
                          <a:pt x="54" y="162"/>
                        </a:lnTo>
                        <a:lnTo>
                          <a:pt x="56" y="168"/>
                        </a:lnTo>
                        <a:lnTo>
                          <a:pt x="59" y="173"/>
                        </a:lnTo>
                        <a:lnTo>
                          <a:pt x="61" y="178"/>
                        </a:lnTo>
                        <a:lnTo>
                          <a:pt x="63" y="183"/>
                        </a:lnTo>
                        <a:lnTo>
                          <a:pt x="64" y="188"/>
                        </a:lnTo>
                        <a:lnTo>
                          <a:pt x="66" y="194"/>
                        </a:lnTo>
                        <a:lnTo>
                          <a:pt x="68" y="199"/>
                        </a:lnTo>
                        <a:lnTo>
                          <a:pt x="70" y="203"/>
                        </a:lnTo>
                        <a:lnTo>
                          <a:pt x="72" y="209"/>
                        </a:lnTo>
                        <a:lnTo>
                          <a:pt x="74" y="214"/>
                        </a:lnTo>
                        <a:lnTo>
                          <a:pt x="76" y="220"/>
                        </a:lnTo>
                        <a:lnTo>
                          <a:pt x="78" y="225"/>
                        </a:lnTo>
                        <a:lnTo>
                          <a:pt x="79" y="230"/>
                        </a:lnTo>
                        <a:lnTo>
                          <a:pt x="80" y="234"/>
                        </a:lnTo>
                        <a:lnTo>
                          <a:pt x="81" y="239"/>
                        </a:lnTo>
                        <a:lnTo>
                          <a:pt x="83" y="244"/>
                        </a:lnTo>
                        <a:lnTo>
                          <a:pt x="85" y="248"/>
                        </a:lnTo>
                        <a:lnTo>
                          <a:pt x="86" y="253"/>
                        </a:lnTo>
                        <a:lnTo>
                          <a:pt x="87" y="259"/>
                        </a:lnTo>
                        <a:lnTo>
                          <a:pt x="89" y="264"/>
                        </a:lnTo>
                        <a:lnTo>
                          <a:pt x="89" y="269"/>
                        </a:lnTo>
                        <a:lnTo>
                          <a:pt x="92" y="273"/>
                        </a:lnTo>
                        <a:lnTo>
                          <a:pt x="92" y="278"/>
                        </a:lnTo>
                        <a:lnTo>
                          <a:pt x="93" y="283"/>
                        </a:lnTo>
                        <a:lnTo>
                          <a:pt x="94" y="288"/>
                        </a:lnTo>
                        <a:lnTo>
                          <a:pt x="95" y="292"/>
                        </a:lnTo>
                        <a:lnTo>
                          <a:pt x="97" y="297"/>
                        </a:lnTo>
                        <a:lnTo>
                          <a:pt x="97" y="302"/>
                        </a:lnTo>
                        <a:lnTo>
                          <a:pt x="98" y="307"/>
                        </a:lnTo>
                        <a:lnTo>
                          <a:pt x="99" y="311"/>
                        </a:lnTo>
                        <a:lnTo>
                          <a:pt x="99" y="316"/>
                        </a:lnTo>
                        <a:lnTo>
                          <a:pt x="100" y="320"/>
                        </a:lnTo>
                        <a:lnTo>
                          <a:pt x="101" y="324"/>
                        </a:lnTo>
                        <a:lnTo>
                          <a:pt x="101" y="329"/>
                        </a:lnTo>
                        <a:lnTo>
                          <a:pt x="102" y="335"/>
                        </a:lnTo>
                        <a:lnTo>
                          <a:pt x="102" y="339"/>
                        </a:lnTo>
                        <a:lnTo>
                          <a:pt x="104" y="343"/>
                        </a:lnTo>
                        <a:lnTo>
                          <a:pt x="104" y="348"/>
                        </a:lnTo>
                        <a:lnTo>
                          <a:pt x="104" y="353"/>
                        </a:lnTo>
                        <a:lnTo>
                          <a:pt x="105" y="358"/>
                        </a:lnTo>
                        <a:lnTo>
                          <a:pt x="105" y="362"/>
                        </a:lnTo>
                        <a:lnTo>
                          <a:pt x="106" y="367"/>
                        </a:lnTo>
                        <a:lnTo>
                          <a:pt x="106" y="372"/>
                        </a:lnTo>
                        <a:lnTo>
                          <a:pt x="193" y="366"/>
                        </a:lnTo>
                        <a:lnTo>
                          <a:pt x="191" y="360"/>
                        </a:lnTo>
                        <a:lnTo>
                          <a:pt x="191" y="355"/>
                        </a:lnTo>
                        <a:lnTo>
                          <a:pt x="190" y="349"/>
                        </a:lnTo>
                        <a:lnTo>
                          <a:pt x="190" y="345"/>
                        </a:lnTo>
                        <a:lnTo>
                          <a:pt x="190" y="340"/>
                        </a:lnTo>
                        <a:lnTo>
                          <a:pt x="189" y="334"/>
                        </a:lnTo>
                        <a:lnTo>
                          <a:pt x="188" y="329"/>
                        </a:lnTo>
                        <a:lnTo>
                          <a:pt x="188" y="323"/>
                        </a:lnTo>
                        <a:lnTo>
                          <a:pt x="188" y="317"/>
                        </a:lnTo>
                        <a:lnTo>
                          <a:pt x="186" y="313"/>
                        </a:lnTo>
                        <a:lnTo>
                          <a:pt x="186" y="307"/>
                        </a:lnTo>
                        <a:lnTo>
                          <a:pt x="186" y="302"/>
                        </a:lnTo>
                        <a:lnTo>
                          <a:pt x="183" y="297"/>
                        </a:lnTo>
                        <a:lnTo>
                          <a:pt x="182" y="291"/>
                        </a:lnTo>
                        <a:lnTo>
                          <a:pt x="182" y="286"/>
                        </a:lnTo>
                        <a:lnTo>
                          <a:pt x="182" y="282"/>
                        </a:lnTo>
                        <a:lnTo>
                          <a:pt x="180" y="276"/>
                        </a:lnTo>
                        <a:lnTo>
                          <a:pt x="180" y="269"/>
                        </a:lnTo>
                        <a:lnTo>
                          <a:pt x="177" y="264"/>
                        </a:lnTo>
                        <a:lnTo>
                          <a:pt x="177" y="259"/>
                        </a:lnTo>
                        <a:lnTo>
                          <a:pt x="175" y="253"/>
                        </a:lnTo>
                        <a:lnTo>
                          <a:pt x="174" y="247"/>
                        </a:lnTo>
                        <a:lnTo>
                          <a:pt x="172" y="241"/>
                        </a:lnTo>
                        <a:lnTo>
                          <a:pt x="171" y="235"/>
                        </a:lnTo>
                        <a:lnTo>
                          <a:pt x="170" y="231"/>
                        </a:lnTo>
                        <a:lnTo>
                          <a:pt x="168" y="225"/>
                        </a:lnTo>
                        <a:lnTo>
                          <a:pt x="167" y="219"/>
                        </a:lnTo>
                        <a:lnTo>
                          <a:pt x="165" y="214"/>
                        </a:lnTo>
                        <a:lnTo>
                          <a:pt x="163" y="208"/>
                        </a:lnTo>
                        <a:lnTo>
                          <a:pt x="162" y="203"/>
                        </a:lnTo>
                        <a:lnTo>
                          <a:pt x="159" y="197"/>
                        </a:lnTo>
                        <a:lnTo>
                          <a:pt x="158" y="192"/>
                        </a:lnTo>
                        <a:lnTo>
                          <a:pt x="156" y="186"/>
                        </a:lnTo>
                        <a:lnTo>
                          <a:pt x="155" y="180"/>
                        </a:lnTo>
                        <a:lnTo>
                          <a:pt x="152" y="175"/>
                        </a:lnTo>
                        <a:lnTo>
                          <a:pt x="150" y="169"/>
                        </a:lnTo>
                        <a:lnTo>
                          <a:pt x="148" y="163"/>
                        </a:lnTo>
                        <a:lnTo>
                          <a:pt x="146" y="157"/>
                        </a:lnTo>
                        <a:lnTo>
                          <a:pt x="144" y="152"/>
                        </a:lnTo>
                        <a:lnTo>
                          <a:pt x="142" y="145"/>
                        </a:lnTo>
                        <a:lnTo>
                          <a:pt x="139" y="139"/>
                        </a:lnTo>
                        <a:lnTo>
                          <a:pt x="137" y="135"/>
                        </a:lnTo>
                        <a:lnTo>
                          <a:pt x="134" y="127"/>
                        </a:lnTo>
                        <a:lnTo>
                          <a:pt x="132" y="121"/>
                        </a:lnTo>
                        <a:lnTo>
                          <a:pt x="130" y="116"/>
                        </a:lnTo>
                        <a:lnTo>
                          <a:pt x="127" y="110"/>
                        </a:lnTo>
                        <a:lnTo>
                          <a:pt x="125" y="104"/>
                        </a:lnTo>
                        <a:lnTo>
                          <a:pt x="123" y="99"/>
                        </a:lnTo>
                        <a:lnTo>
                          <a:pt x="119" y="92"/>
                        </a:lnTo>
                        <a:lnTo>
                          <a:pt x="117" y="86"/>
                        </a:lnTo>
                        <a:lnTo>
                          <a:pt x="114" y="80"/>
                        </a:lnTo>
                        <a:lnTo>
                          <a:pt x="111" y="74"/>
                        </a:lnTo>
                        <a:lnTo>
                          <a:pt x="108" y="68"/>
                        </a:lnTo>
                        <a:lnTo>
                          <a:pt x="105" y="62"/>
                        </a:lnTo>
                        <a:lnTo>
                          <a:pt x="102" y="56"/>
                        </a:lnTo>
                        <a:lnTo>
                          <a:pt x="99" y="50"/>
                        </a:lnTo>
                        <a:lnTo>
                          <a:pt x="97" y="43"/>
                        </a:lnTo>
                        <a:lnTo>
                          <a:pt x="93" y="37"/>
                        </a:lnTo>
                        <a:lnTo>
                          <a:pt x="89" y="31"/>
                        </a:lnTo>
                        <a:lnTo>
                          <a:pt x="86" y="25"/>
                        </a:lnTo>
                        <a:lnTo>
                          <a:pt x="83" y="18"/>
                        </a:lnTo>
                        <a:lnTo>
                          <a:pt x="80" y="12"/>
                        </a:lnTo>
                        <a:lnTo>
                          <a:pt x="76" y="5"/>
                        </a:lnTo>
                        <a:lnTo>
                          <a:pt x="7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6" name="Freeform 197"/>
                  <p:cNvSpPr/>
                  <p:nvPr/>
                </p:nvSpPr>
                <p:spPr bwMode="auto">
                  <a:xfrm>
                    <a:off x="5361" y="1875"/>
                    <a:ext cx="25" cy="26"/>
                  </a:xfrm>
                  <a:custGeom>
                    <a:avLst/>
                    <a:gdLst>
                      <a:gd name="T0" fmla="*/ 0 w 77"/>
                      <a:gd name="T1" fmla="*/ 0 h 79"/>
                      <a:gd name="T2" fmla="*/ 0 w 77"/>
                      <a:gd name="T3" fmla="*/ 0 h 79"/>
                      <a:gd name="T4" fmla="*/ 0 w 77"/>
                      <a:gd name="T5" fmla="*/ 0 h 79"/>
                      <a:gd name="T6" fmla="*/ 0 w 77"/>
                      <a:gd name="T7" fmla="*/ 0 h 79"/>
                      <a:gd name="T8" fmla="*/ 0 w 77"/>
                      <a:gd name="T9" fmla="*/ 0 h 79"/>
                      <a:gd name="T10" fmla="*/ 0 w 77"/>
                      <a:gd name="T11" fmla="*/ 0 h 79"/>
                      <a:gd name="T12" fmla="*/ 0 w 77"/>
                      <a:gd name="T13" fmla="*/ 0 h 79"/>
                      <a:gd name="T14" fmla="*/ 0 w 77"/>
                      <a:gd name="T15" fmla="*/ 0 h 79"/>
                      <a:gd name="T16" fmla="*/ 0 w 77"/>
                      <a:gd name="T17" fmla="*/ 0 h 79"/>
                      <a:gd name="T18" fmla="*/ 0 w 77"/>
                      <a:gd name="T19" fmla="*/ 0 h 79"/>
                      <a:gd name="T20" fmla="*/ 0 w 77"/>
                      <a:gd name="T21" fmla="*/ 0 h 79"/>
                      <a:gd name="T22" fmla="*/ 0 w 77"/>
                      <a:gd name="T23" fmla="*/ 0 h 79"/>
                      <a:gd name="T24" fmla="*/ 0 w 77"/>
                      <a:gd name="T25" fmla="*/ 0 h 79"/>
                      <a:gd name="T26" fmla="*/ 0 w 77"/>
                      <a:gd name="T27" fmla="*/ 0 h 79"/>
                      <a:gd name="T28" fmla="*/ 0 w 77"/>
                      <a:gd name="T29" fmla="*/ 0 h 79"/>
                      <a:gd name="T30" fmla="*/ 0 w 77"/>
                      <a:gd name="T31" fmla="*/ 0 h 79"/>
                      <a:gd name="T32" fmla="*/ 0 w 77"/>
                      <a:gd name="T33" fmla="*/ 0 h 79"/>
                      <a:gd name="T34" fmla="*/ 0 w 77"/>
                      <a:gd name="T35" fmla="*/ 0 h 79"/>
                      <a:gd name="T36" fmla="*/ 0 w 77"/>
                      <a:gd name="T37" fmla="*/ 0 h 79"/>
                      <a:gd name="T38" fmla="*/ 0 w 77"/>
                      <a:gd name="T39" fmla="*/ 0 h 79"/>
                      <a:gd name="T40" fmla="*/ 0 w 77"/>
                      <a:gd name="T41" fmla="*/ 0 h 79"/>
                      <a:gd name="T42" fmla="*/ 0 w 77"/>
                      <a:gd name="T43" fmla="*/ 0 h 79"/>
                      <a:gd name="T44" fmla="*/ 0 w 77"/>
                      <a:gd name="T45" fmla="*/ 0 h 79"/>
                      <a:gd name="T46" fmla="*/ 0 w 77"/>
                      <a:gd name="T47" fmla="*/ 0 h 79"/>
                      <a:gd name="T48" fmla="*/ 0 w 77"/>
                      <a:gd name="T49" fmla="*/ 0 h 79"/>
                      <a:gd name="T50" fmla="*/ 0 w 77"/>
                      <a:gd name="T51" fmla="*/ 0 h 79"/>
                      <a:gd name="T52" fmla="*/ 0 w 77"/>
                      <a:gd name="T53" fmla="*/ 0 h 79"/>
                      <a:gd name="T54" fmla="*/ 0 w 77"/>
                      <a:gd name="T55" fmla="*/ 0 h 79"/>
                      <a:gd name="T56" fmla="*/ 0 w 77"/>
                      <a:gd name="T57" fmla="*/ 0 h 79"/>
                      <a:gd name="T58" fmla="*/ 0 w 77"/>
                      <a:gd name="T59" fmla="*/ 0 h 79"/>
                      <a:gd name="T60" fmla="*/ 0 w 77"/>
                      <a:gd name="T61" fmla="*/ 0 h 79"/>
                      <a:gd name="T62" fmla="*/ 0 w 77"/>
                      <a:gd name="T63" fmla="*/ 0 h 79"/>
                      <a:gd name="T64" fmla="*/ 0 w 77"/>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9"/>
                      <a:gd name="T101" fmla="*/ 77 w 77"/>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9">
                        <a:moveTo>
                          <a:pt x="38" y="79"/>
                        </a:moveTo>
                        <a:lnTo>
                          <a:pt x="41" y="78"/>
                        </a:lnTo>
                        <a:lnTo>
                          <a:pt x="45" y="78"/>
                        </a:lnTo>
                        <a:lnTo>
                          <a:pt x="49" y="76"/>
                        </a:lnTo>
                        <a:lnTo>
                          <a:pt x="53" y="75"/>
                        </a:lnTo>
                        <a:lnTo>
                          <a:pt x="57" y="73"/>
                        </a:lnTo>
                        <a:lnTo>
                          <a:pt x="59" y="72"/>
                        </a:lnTo>
                        <a:lnTo>
                          <a:pt x="63" y="69"/>
                        </a:lnTo>
                        <a:lnTo>
                          <a:pt x="65" y="67"/>
                        </a:lnTo>
                        <a:lnTo>
                          <a:pt x="67" y="63"/>
                        </a:lnTo>
                        <a:lnTo>
                          <a:pt x="70" y="61"/>
                        </a:lnTo>
                        <a:lnTo>
                          <a:pt x="72" y="57"/>
                        </a:lnTo>
                        <a:lnTo>
                          <a:pt x="74" y="55"/>
                        </a:lnTo>
                        <a:lnTo>
                          <a:pt x="74" y="51"/>
                        </a:lnTo>
                        <a:lnTo>
                          <a:pt x="77" y="47"/>
                        </a:lnTo>
                        <a:lnTo>
                          <a:pt x="77" y="43"/>
                        </a:lnTo>
                        <a:lnTo>
                          <a:pt x="77" y="40"/>
                        </a:lnTo>
                        <a:lnTo>
                          <a:pt x="77" y="36"/>
                        </a:lnTo>
                        <a:lnTo>
                          <a:pt x="77" y="31"/>
                        </a:lnTo>
                        <a:lnTo>
                          <a:pt x="74" y="28"/>
                        </a:lnTo>
                        <a:lnTo>
                          <a:pt x="74" y="24"/>
                        </a:lnTo>
                        <a:lnTo>
                          <a:pt x="72" y="21"/>
                        </a:lnTo>
                        <a:lnTo>
                          <a:pt x="70" y="18"/>
                        </a:lnTo>
                        <a:lnTo>
                          <a:pt x="67" y="15"/>
                        </a:lnTo>
                        <a:lnTo>
                          <a:pt x="65" y="12"/>
                        </a:lnTo>
                        <a:lnTo>
                          <a:pt x="63" y="10"/>
                        </a:lnTo>
                        <a:lnTo>
                          <a:pt x="59" y="7"/>
                        </a:lnTo>
                        <a:lnTo>
                          <a:pt x="57" y="5"/>
                        </a:lnTo>
                        <a:lnTo>
                          <a:pt x="53" y="3"/>
                        </a:lnTo>
                        <a:lnTo>
                          <a:pt x="49" y="3"/>
                        </a:lnTo>
                        <a:lnTo>
                          <a:pt x="45" y="0"/>
                        </a:lnTo>
                        <a:lnTo>
                          <a:pt x="41" y="0"/>
                        </a:lnTo>
                        <a:lnTo>
                          <a:pt x="38" y="0"/>
                        </a:lnTo>
                        <a:lnTo>
                          <a:pt x="34" y="0"/>
                        </a:lnTo>
                        <a:lnTo>
                          <a:pt x="29" y="0"/>
                        </a:lnTo>
                        <a:lnTo>
                          <a:pt x="26" y="3"/>
                        </a:lnTo>
                        <a:lnTo>
                          <a:pt x="22" y="3"/>
                        </a:lnTo>
                        <a:lnTo>
                          <a:pt x="19" y="5"/>
                        </a:lnTo>
                        <a:lnTo>
                          <a:pt x="16" y="7"/>
                        </a:lnTo>
                        <a:lnTo>
                          <a:pt x="14" y="10"/>
                        </a:lnTo>
                        <a:lnTo>
                          <a:pt x="11" y="12"/>
                        </a:lnTo>
                        <a:lnTo>
                          <a:pt x="8" y="15"/>
                        </a:lnTo>
                        <a:lnTo>
                          <a:pt x="6" y="18"/>
                        </a:lnTo>
                        <a:lnTo>
                          <a:pt x="3" y="21"/>
                        </a:lnTo>
                        <a:lnTo>
                          <a:pt x="3" y="24"/>
                        </a:lnTo>
                        <a:lnTo>
                          <a:pt x="1" y="28"/>
                        </a:lnTo>
                        <a:lnTo>
                          <a:pt x="1" y="31"/>
                        </a:lnTo>
                        <a:lnTo>
                          <a:pt x="0" y="36"/>
                        </a:lnTo>
                        <a:lnTo>
                          <a:pt x="0" y="40"/>
                        </a:lnTo>
                        <a:lnTo>
                          <a:pt x="0" y="43"/>
                        </a:lnTo>
                        <a:lnTo>
                          <a:pt x="1" y="47"/>
                        </a:lnTo>
                        <a:lnTo>
                          <a:pt x="1" y="51"/>
                        </a:lnTo>
                        <a:lnTo>
                          <a:pt x="3" y="55"/>
                        </a:lnTo>
                        <a:lnTo>
                          <a:pt x="3" y="57"/>
                        </a:lnTo>
                        <a:lnTo>
                          <a:pt x="6" y="61"/>
                        </a:lnTo>
                        <a:lnTo>
                          <a:pt x="8" y="63"/>
                        </a:lnTo>
                        <a:lnTo>
                          <a:pt x="11" y="67"/>
                        </a:lnTo>
                        <a:lnTo>
                          <a:pt x="14" y="69"/>
                        </a:lnTo>
                        <a:lnTo>
                          <a:pt x="16" y="72"/>
                        </a:lnTo>
                        <a:lnTo>
                          <a:pt x="19" y="73"/>
                        </a:lnTo>
                        <a:lnTo>
                          <a:pt x="22" y="75"/>
                        </a:lnTo>
                        <a:lnTo>
                          <a:pt x="26" y="76"/>
                        </a:lnTo>
                        <a:lnTo>
                          <a:pt x="29" y="78"/>
                        </a:lnTo>
                        <a:lnTo>
                          <a:pt x="34" y="78"/>
                        </a:lnTo>
                        <a:lnTo>
                          <a:pt x="38" y="7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7" name="Freeform 198"/>
                  <p:cNvSpPr/>
                  <p:nvPr/>
                </p:nvSpPr>
                <p:spPr bwMode="auto">
                  <a:xfrm>
                    <a:off x="5412" y="1877"/>
                    <a:ext cx="26"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3" y="76"/>
                        </a:lnTo>
                        <a:lnTo>
                          <a:pt x="46" y="76"/>
                        </a:lnTo>
                        <a:lnTo>
                          <a:pt x="50" y="75"/>
                        </a:lnTo>
                        <a:lnTo>
                          <a:pt x="53" y="74"/>
                        </a:lnTo>
                        <a:lnTo>
                          <a:pt x="56" y="71"/>
                        </a:lnTo>
                        <a:lnTo>
                          <a:pt x="59" y="70"/>
                        </a:lnTo>
                        <a:lnTo>
                          <a:pt x="63" y="68"/>
                        </a:lnTo>
                        <a:lnTo>
                          <a:pt x="67" y="65"/>
                        </a:lnTo>
                        <a:lnTo>
                          <a:pt x="69" y="62"/>
                        </a:lnTo>
                        <a:lnTo>
                          <a:pt x="71" y="59"/>
                        </a:lnTo>
                        <a:lnTo>
                          <a:pt x="72" y="56"/>
                        </a:lnTo>
                        <a:lnTo>
                          <a:pt x="74" y="54"/>
                        </a:lnTo>
                        <a:lnTo>
                          <a:pt x="75" y="49"/>
                        </a:lnTo>
                        <a:lnTo>
                          <a:pt x="76" y="46"/>
                        </a:lnTo>
                        <a:lnTo>
                          <a:pt x="77" y="42"/>
                        </a:lnTo>
                        <a:lnTo>
                          <a:pt x="77" y="38"/>
                        </a:lnTo>
                        <a:lnTo>
                          <a:pt x="77" y="33"/>
                        </a:lnTo>
                        <a:lnTo>
                          <a:pt x="76" y="31"/>
                        </a:lnTo>
                        <a:lnTo>
                          <a:pt x="75" y="26"/>
                        </a:lnTo>
                        <a:lnTo>
                          <a:pt x="74" y="23"/>
                        </a:lnTo>
                        <a:lnTo>
                          <a:pt x="72" y="19"/>
                        </a:lnTo>
                        <a:lnTo>
                          <a:pt x="71" y="16"/>
                        </a:lnTo>
                        <a:lnTo>
                          <a:pt x="69" y="13"/>
                        </a:lnTo>
                        <a:lnTo>
                          <a:pt x="67" y="11"/>
                        </a:lnTo>
                        <a:lnTo>
                          <a:pt x="63" y="8"/>
                        </a:lnTo>
                        <a:lnTo>
                          <a:pt x="59" y="6"/>
                        </a:lnTo>
                        <a:lnTo>
                          <a:pt x="56" y="5"/>
                        </a:lnTo>
                        <a:lnTo>
                          <a:pt x="53" y="2"/>
                        </a:lnTo>
                        <a:lnTo>
                          <a:pt x="50" y="1"/>
                        </a:lnTo>
                        <a:lnTo>
                          <a:pt x="46" y="0"/>
                        </a:lnTo>
                        <a:lnTo>
                          <a:pt x="43" y="0"/>
                        </a:lnTo>
                        <a:lnTo>
                          <a:pt x="38" y="0"/>
                        </a:lnTo>
                        <a:lnTo>
                          <a:pt x="34" y="0"/>
                        </a:lnTo>
                        <a:lnTo>
                          <a:pt x="31" y="0"/>
                        </a:lnTo>
                        <a:lnTo>
                          <a:pt x="26" y="1"/>
                        </a:lnTo>
                        <a:lnTo>
                          <a:pt x="23" y="2"/>
                        </a:lnTo>
                        <a:lnTo>
                          <a:pt x="20" y="5"/>
                        </a:lnTo>
                        <a:lnTo>
                          <a:pt x="17" y="6"/>
                        </a:lnTo>
                        <a:lnTo>
                          <a:pt x="13" y="8"/>
                        </a:lnTo>
                        <a:lnTo>
                          <a:pt x="11" y="11"/>
                        </a:lnTo>
                        <a:lnTo>
                          <a:pt x="8" y="13"/>
                        </a:lnTo>
                        <a:lnTo>
                          <a:pt x="6" y="16"/>
                        </a:lnTo>
                        <a:lnTo>
                          <a:pt x="5" y="19"/>
                        </a:lnTo>
                        <a:lnTo>
                          <a:pt x="2" y="23"/>
                        </a:lnTo>
                        <a:lnTo>
                          <a:pt x="1" y="26"/>
                        </a:lnTo>
                        <a:lnTo>
                          <a:pt x="0" y="31"/>
                        </a:lnTo>
                        <a:lnTo>
                          <a:pt x="0" y="33"/>
                        </a:lnTo>
                        <a:lnTo>
                          <a:pt x="0" y="38"/>
                        </a:lnTo>
                        <a:lnTo>
                          <a:pt x="0" y="42"/>
                        </a:lnTo>
                        <a:lnTo>
                          <a:pt x="0" y="46"/>
                        </a:lnTo>
                        <a:lnTo>
                          <a:pt x="1" y="49"/>
                        </a:lnTo>
                        <a:lnTo>
                          <a:pt x="2" y="54"/>
                        </a:lnTo>
                        <a:lnTo>
                          <a:pt x="5" y="56"/>
                        </a:lnTo>
                        <a:lnTo>
                          <a:pt x="6" y="59"/>
                        </a:lnTo>
                        <a:lnTo>
                          <a:pt x="8" y="62"/>
                        </a:lnTo>
                        <a:lnTo>
                          <a:pt x="11" y="65"/>
                        </a:lnTo>
                        <a:lnTo>
                          <a:pt x="13" y="68"/>
                        </a:lnTo>
                        <a:lnTo>
                          <a:pt x="17" y="70"/>
                        </a:lnTo>
                        <a:lnTo>
                          <a:pt x="20" y="71"/>
                        </a:lnTo>
                        <a:lnTo>
                          <a:pt x="23" y="74"/>
                        </a:lnTo>
                        <a:lnTo>
                          <a:pt x="26" y="75"/>
                        </a:lnTo>
                        <a:lnTo>
                          <a:pt x="31" y="76"/>
                        </a:lnTo>
                        <a:lnTo>
                          <a:pt x="34" y="76"/>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8" name="Freeform 199"/>
                  <p:cNvSpPr/>
                  <p:nvPr/>
                </p:nvSpPr>
                <p:spPr bwMode="auto">
                  <a:xfrm>
                    <a:off x="5461" y="187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41" y="77"/>
                        </a:moveTo>
                        <a:lnTo>
                          <a:pt x="43" y="76"/>
                        </a:lnTo>
                        <a:lnTo>
                          <a:pt x="48" y="76"/>
                        </a:lnTo>
                        <a:lnTo>
                          <a:pt x="51" y="75"/>
                        </a:lnTo>
                        <a:lnTo>
                          <a:pt x="55" y="73"/>
                        </a:lnTo>
                        <a:lnTo>
                          <a:pt x="57" y="71"/>
                        </a:lnTo>
                        <a:lnTo>
                          <a:pt x="61" y="70"/>
                        </a:lnTo>
                        <a:lnTo>
                          <a:pt x="63" y="67"/>
                        </a:lnTo>
                        <a:lnTo>
                          <a:pt x="67" y="65"/>
                        </a:lnTo>
                        <a:lnTo>
                          <a:pt x="69" y="61"/>
                        </a:lnTo>
                        <a:lnTo>
                          <a:pt x="71" y="59"/>
                        </a:lnTo>
                        <a:lnTo>
                          <a:pt x="74" y="56"/>
                        </a:lnTo>
                        <a:lnTo>
                          <a:pt x="75" y="53"/>
                        </a:lnTo>
                        <a:lnTo>
                          <a:pt x="76" y="48"/>
                        </a:lnTo>
                        <a:lnTo>
                          <a:pt x="77" y="45"/>
                        </a:lnTo>
                        <a:lnTo>
                          <a:pt x="78" y="41"/>
                        </a:lnTo>
                        <a:lnTo>
                          <a:pt x="78" y="38"/>
                        </a:lnTo>
                        <a:lnTo>
                          <a:pt x="78" y="34"/>
                        </a:lnTo>
                        <a:lnTo>
                          <a:pt x="77" y="31"/>
                        </a:lnTo>
                        <a:lnTo>
                          <a:pt x="76" y="26"/>
                        </a:lnTo>
                        <a:lnTo>
                          <a:pt x="75" y="22"/>
                        </a:lnTo>
                        <a:lnTo>
                          <a:pt x="74" y="19"/>
                        </a:lnTo>
                        <a:lnTo>
                          <a:pt x="71" y="15"/>
                        </a:lnTo>
                        <a:lnTo>
                          <a:pt x="69" y="13"/>
                        </a:lnTo>
                        <a:lnTo>
                          <a:pt x="67" y="10"/>
                        </a:lnTo>
                        <a:lnTo>
                          <a:pt x="63" y="7"/>
                        </a:lnTo>
                        <a:lnTo>
                          <a:pt x="61" y="4"/>
                        </a:lnTo>
                        <a:lnTo>
                          <a:pt x="57" y="3"/>
                        </a:lnTo>
                        <a:lnTo>
                          <a:pt x="55" y="2"/>
                        </a:lnTo>
                        <a:lnTo>
                          <a:pt x="51" y="0"/>
                        </a:lnTo>
                        <a:lnTo>
                          <a:pt x="48" y="0"/>
                        </a:lnTo>
                        <a:lnTo>
                          <a:pt x="43" y="0"/>
                        </a:lnTo>
                        <a:lnTo>
                          <a:pt x="41" y="0"/>
                        </a:lnTo>
                        <a:lnTo>
                          <a:pt x="36" y="0"/>
                        </a:lnTo>
                        <a:lnTo>
                          <a:pt x="31" y="0"/>
                        </a:lnTo>
                        <a:lnTo>
                          <a:pt x="27" y="0"/>
                        </a:lnTo>
                        <a:lnTo>
                          <a:pt x="25" y="2"/>
                        </a:lnTo>
                        <a:lnTo>
                          <a:pt x="20" y="3"/>
                        </a:lnTo>
                        <a:lnTo>
                          <a:pt x="18" y="4"/>
                        </a:lnTo>
                        <a:lnTo>
                          <a:pt x="16" y="7"/>
                        </a:lnTo>
                        <a:lnTo>
                          <a:pt x="13" y="10"/>
                        </a:lnTo>
                        <a:lnTo>
                          <a:pt x="10" y="13"/>
                        </a:lnTo>
                        <a:lnTo>
                          <a:pt x="7" y="15"/>
                        </a:lnTo>
                        <a:lnTo>
                          <a:pt x="5" y="19"/>
                        </a:lnTo>
                        <a:lnTo>
                          <a:pt x="4" y="22"/>
                        </a:lnTo>
                        <a:lnTo>
                          <a:pt x="3" y="26"/>
                        </a:lnTo>
                        <a:lnTo>
                          <a:pt x="1" y="31"/>
                        </a:lnTo>
                        <a:lnTo>
                          <a:pt x="0" y="34"/>
                        </a:lnTo>
                        <a:lnTo>
                          <a:pt x="0" y="38"/>
                        </a:lnTo>
                        <a:lnTo>
                          <a:pt x="0" y="41"/>
                        </a:lnTo>
                        <a:lnTo>
                          <a:pt x="1" y="45"/>
                        </a:lnTo>
                        <a:lnTo>
                          <a:pt x="3" y="48"/>
                        </a:lnTo>
                        <a:lnTo>
                          <a:pt x="4" y="53"/>
                        </a:lnTo>
                        <a:lnTo>
                          <a:pt x="5" y="56"/>
                        </a:lnTo>
                        <a:lnTo>
                          <a:pt x="7" y="59"/>
                        </a:lnTo>
                        <a:lnTo>
                          <a:pt x="10" y="61"/>
                        </a:lnTo>
                        <a:lnTo>
                          <a:pt x="13" y="65"/>
                        </a:lnTo>
                        <a:lnTo>
                          <a:pt x="16" y="67"/>
                        </a:lnTo>
                        <a:lnTo>
                          <a:pt x="18" y="70"/>
                        </a:lnTo>
                        <a:lnTo>
                          <a:pt x="20" y="71"/>
                        </a:lnTo>
                        <a:lnTo>
                          <a:pt x="25" y="73"/>
                        </a:lnTo>
                        <a:lnTo>
                          <a:pt x="27" y="75"/>
                        </a:lnTo>
                        <a:lnTo>
                          <a:pt x="31" y="76"/>
                        </a:lnTo>
                        <a:lnTo>
                          <a:pt x="36" y="76"/>
                        </a:lnTo>
                        <a:lnTo>
                          <a:pt x="41"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9" name="Freeform 200"/>
                  <p:cNvSpPr/>
                  <p:nvPr/>
                </p:nvSpPr>
                <p:spPr bwMode="auto">
                  <a:xfrm>
                    <a:off x="5511" y="1877"/>
                    <a:ext cx="26" cy="26"/>
                  </a:xfrm>
                  <a:custGeom>
                    <a:avLst/>
                    <a:gdLst>
                      <a:gd name="T0" fmla="*/ 0 w 76"/>
                      <a:gd name="T1" fmla="*/ 0 h 78"/>
                      <a:gd name="T2" fmla="*/ 0 w 76"/>
                      <a:gd name="T3" fmla="*/ 0 h 78"/>
                      <a:gd name="T4" fmla="*/ 0 w 76"/>
                      <a:gd name="T5" fmla="*/ 0 h 78"/>
                      <a:gd name="T6" fmla="*/ 0 w 76"/>
                      <a:gd name="T7" fmla="*/ 0 h 78"/>
                      <a:gd name="T8" fmla="*/ 0 w 76"/>
                      <a:gd name="T9" fmla="*/ 0 h 78"/>
                      <a:gd name="T10" fmla="*/ 0 w 76"/>
                      <a:gd name="T11" fmla="*/ 0 h 78"/>
                      <a:gd name="T12" fmla="*/ 0 w 76"/>
                      <a:gd name="T13" fmla="*/ 0 h 78"/>
                      <a:gd name="T14" fmla="*/ 0 w 76"/>
                      <a:gd name="T15" fmla="*/ 0 h 78"/>
                      <a:gd name="T16" fmla="*/ 0 w 76"/>
                      <a:gd name="T17" fmla="*/ 0 h 78"/>
                      <a:gd name="T18" fmla="*/ 0 w 76"/>
                      <a:gd name="T19" fmla="*/ 0 h 78"/>
                      <a:gd name="T20" fmla="*/ 0 w 76"/>
                      <a:gd name="T21" fmla="*/ 0 h 78"/>
                      <a:gd name="T22" fmla="*/ 0 w 76"/>
                      <a:gd name="T23" fmla="*/ 0 h 78"/>
                      <a:gd name="T24" fmla="*/ 0 w 76"/>
                      <a:gd name="T25" fmla="*/ 0 h 78"/>
                      <a:gd name="T26" fmla="*/ 0 w 76"/>
                      <a:gd name="T27" fmla="*/ 0 h 78"/>
                      <a:gd name="T28" fmla="*/ 0 w 76"/>
                      <a:gd name="T29" fmla="*/ 0 h 78"/>
                      <a:gd name="T30" fmla="*/ 0 w 76"/>
                      <a:gd name="T31" fmla="*/ 0 h 78"/>
                      <a:gd name="T32" fmla="*/ 0 w 76"/>
                      <a:gd name="T33" fmla="*/ 0 h 78"/>
                      <a:gd name="T34" fmla="*/ 0 w 76"/>
                      <a:gd name="T35" fmla="*/ 0 h 78"/>
                      <a:gd name="T36" fmla="*/ 0 w 76"/>
                      <a:gd name="T37" fmla="*/ 0 h 78"/>
                      <a:gd name="T38" fmla="*/ 0 w 76"/>
                      <a:gd name="T39" fmla="*/ 0 h 78"/>
                      <a:gd name="T40" fmla="*/ 0 w 76"/>
                      <a:gd name="T41" fmla="*/ 0 h 78"/>
                      <a:gd name="T42" fmla="*/ 0 w 76"/>
                      <a:gd name="T43" fmla="*/ 0 h 78"/>
                      <a:gd name="T44" fmla="*/ 0 w 76"/>
                      <a:gd name="T45" fmla="*/ 0 h 78"/>
                      <a:gd name="T46" fmla="*/ 0 w 76"/>
                      <a:gd name="T47" fmla="*/ 0 h 78"/>
                      <a:gd name="T48" fmla="*/ 0 w 76"/>
                      <a:gd name="T49" fmla="*/ 0 h 78"/>
                      <a:gd name="T50" fmla="*/ 0 w 76"/>
                      <a:gd name="T51" fmla="*/ 0 h 78"/>
                      <a:gd name="T52" fmla="*/ 0 w 76"/>
                      <a:gd name="T53" fmla="*/ 0 h 78"/>
                      <a:gd name="T54" fmla="*/ 0 w 76"/>
                      <a:gd name="T55" fmla="*/ 0 h 78"/>
                      <a:gd name="T56" fmla="*/ 0 w 76"/>
                      <a:gd name="T57" fmla="*/ 0 h 78"/>
                      <a:gd name="T58" fmla="*/ 0 w 76"/>
                      <a:gd name="T59" fmla="*/ 0 h 78"/>
                      <a:gd name="T60" fmla="*/ 0 w 76"/>
                      <a:gd name="T61" fmla="*/ 0 h 78"/>
                      <a:gd name="T62" fmla="*/ 0 w 76"/>
                      <a:gd name="T63" fmla="*/ 0 h 78"/>
                      <a:gd name="T64" fmla="*/ 0 w 76"/>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6"/>
                      <a:gd name="T100" fmla="*/ 0 h 78"/>
                      <a:gd name="T101" fmla="*/ 76 w 76"/>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6" h="78">
                        <a:moveTo>
                          <a:pt x="38" y="78"/>
                        </a:moveTo>
                        <a:lnTo>
                          <a:pt x="41" y="77"/>
                        </a:lnTo>
                        <a:lnTo>
                          <a:pt x="45" y="77"/>
                        </a:lnTo>
                        <a:lnTo>
                          <a:pt x="50" y="76"/>
                        </a:lnTo>
                        <a:lnTo>
                          <a:pt x="53" y="75"/>
                        </a:lnTo>
                        <a:lnTo>
                          <a:pt x="55" y="73"/>
                        </a:lnTo>
                        <a:lnTo>
                          <a:pt x="59" y="71"/>
                        </a:lnTo>
                        <a:lnTo>
                          <a:pt x="63" y="69"/>
                        </a:lnTo>
                        <a:lnTo>
                          <a:pt x="65" y="67"/>
                        </a:lnTo>
                        <a:lnTo>
                          <a:pt x="67" y="64"/>
                        </a:lnTo>
                        <a:lnTo>
                          <a:pt x="70" y="61"/>
                        </a:lnTo>
                        <a:lnTo>
                          <a:pt x="71" y="57"/>
                        </a:lnTo>
                        <a:lnTo>
                          <a:pt x="73" y="55"/>
                        </a:lnTo>
                        <a:lnTo>
                          <a:pt x="74" y="51"/>
                        </a:lnTo>
                        <a:lnTo>
                          <a:pt x="76" y="46"/>
                        </a:lnTo>
                        <a:lnTo>
                          <a:pt x="76" y="43"/>
                        </a:lnTo>
                        <a:lnTo>
                          <a:pt x="76" y="39"/>
                        </a:lnTo>
                        <a:lnTo>
                          <a:pt x="76" y="36"/>
                        </a:lnTo>
                        <a:lnTo>
                          <a:pt x="76" y="31"/>
                        </a:lnTo>
                        <a:lnTo>
                          <a:pt x="74" y="27"/>
                        </a:lnTo>
                        <a:lnTo>
                          <a:pt x="73" y="24"/>
                        </a:lnTo>
                        <a:lnTo>
                          <a:pt x="71" y="20"/>
                        </a:lnTo>
                        <a:lnTo>
                          <a:pt x="70" y="17"/>
                        </a:lnTo>
                        <a:lnTo>
                          <a:pt x="67" y="14"/>
                        </a:lnTo>
                        <a:lnTo>
                          <a:pt x="65" y="12"/>
                        </a:lnTo>
                        <a:lnTo>
                          <a:pt x="63" y="8"/>
                        </a:lnTo>
                        <a:lnTo>
                          <a:pt x="59" y="7"/>
                        </a:lnTo>
                        <a:lnTo>
                          <a:pt x="55" y="5"/>
                        </a:lnTo>
                        <a:lnTo>
                          <a:pt x="53" y="2"/>
                        </a:lnTo>
                        <a:lnTo>
                          <a:pt x="50" y="2"/>
                        </a:lnTo>
                        <a:lnTo>
                          <a:pt x="45" y="0"/>
                        </a:lnTo>
                        <a:lnTo>
                          <a:pt x="41" y="0"/>
                        </a:lnTo>
                        <a:lnTo>
                          <a:pt x="38" y="0"/>
                        </a:lnTo>
                        <a:lnTo>
                          <a:pt x="34" y="0"/>
                        </a:lnTo>
                        <a:lnTo>
                          <a:pt x="29" y="0"/>
                        </a:lnTo>
                        <a:lnTo>
                          <a:pt x="26" y="2"/>
                        </a:lnTo>
                        <a:lnTo>
                          <a:pt x="22" y="2"/>
                        </a:lnTo>
                        <a:lnTo>
                          <a:pt x="19" y="5"/>
                        </a:lnTo>
                        <a:lnTo>
                          <a:pt x="15" y="7"/>
                        </a:lnTo>
                        <a:lnTo>
                          <a:pt x="13" y="8"/>
                        </a:lnTo>
                        <a:lnTo>
                          <a:pt x="10" y="12"/>
                        </a:lnTo>
                        <a:lnTo>
                          <a:pt x="7" y="14"/>
                        </a:lnTo>
                        <a:lnTo>
                          <a:pt x="6" y="17"/>
                        </a:lnTo>
                        <a:lnTo>
                          <a:pt x="3" y="20"/>
                        </a:lnTo>
                        <a:lnTo>
                          <a:pt x="2" y="24"/>
                        </a:lnTo>
                        <a:lnTo>
                          <a:pt x="1" y="27"/>
                        </a:lnTo>
                        <a:lnTo>
                          <a:pt x="0" y="31"/>
                        </a:lnTo>
                        <a:lnTo>
                          <a:pt x="0" y="36"/>
                        </a:lnTo>
                        <a:lnTo>
                          <a:pt x="0" y="39"/>
                        </a:lnTo>
                        <a:lnTo>
                          <a:pt x="0" y="43"/>
                        </a:lnTo>
                        <a:lnTo>
                          <a:pt x="0" y="46"/>
                        </a:lnTo>
                        <a:lnTo>
                          <a:pt x="1" y="51"/>
                        </a:lnTo>
                        <a:lnTo>
                          <a:pt x="2" y="55"/>
                        </a:lnTo>
                        <a:lnTo>
                          <a:pt x="3" y="57"/>
                        </a:lnTo>
                        <a:lnTo>
                          <a:pt x="6" y="61"/>
                        </a:lnTo>
                        <a:lnTo>
                          <a:pt x="7" y="64"/>
                        </a:lnTo>
                        <a:lnTo>
                          <a:pt x="10" y="67"/>
                        </a:lnTo>
                        <a:lnTo>
                          <a:pt x="13" y="69"/>
                        </a:lnTo>
                        <a:lnTo>
                          <a:pt x="15" y="71"/>
                        </a:lnTo>
                        <a:lnTo>
                          <a:pt x="19" y="73"/>
                        </a:lnTo>
                        <a:lnTo>
                          <a:pt x="22" y="75"/>
                        </a:lnTo>
                        <a:lnTo>
                          <a:pt x="26" y="76"/>
                        </a:lnTo>
                        <a:lnTo>
                          <a:pt x="29" y="77"/>
                        </a:lnTo>
                        <a:lnTo>
                          <a:pt x="34" y="77"/>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0" name="Freeform 201"/>
                  <p:cNvSpPr/>
                  <p:nvPr/>
                </p:nvSpPr>
                <p:spPr bwMode="auto">
                  <a:xfrm>
                    <a:off x="5560" y="1876"/>
                    <a:ext cx="26" cy="26"/>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9" y="77"/>
                        </a:moveTo>
                        <a:lnTo>
                          <a:pt x="42" y="76"/>
                        </a:lnTo>
                        <a:lnTo>
                          <a:pt x="46" y="76"/>
                        </a:lnTo>
                        <a:lnTo>
                          <a:pt x="49" y="75"/>
                        </a:lnTo>
                        <a:lnTo>
                          <a:pt x="53" y="73"/>
                        </a:lnTo>
                        <a:lnTo>
                          <a:pt x="55" y="71"/>
                        </a:lnTo>
                        <a:lnTo>
                          <a:pt x="59" y="70"/>
                        </a:lnTo>
                        <a:lnTo>
                          <a:pt x="63" y="67"/>
                        </a:lnTo>
                        <a:lnTo>
                          <a:pt x="66" y="65"/>
                        </a:lnTo>
                        <a:lnTo>
                          <a:pt x="67" y="61"/>
                        </a:lnTo>
                        <a:lnTo>
                          <a:pt x="70" y="59"/>
                        </a:lnTo>
                        <a:lnTo>
                          <a:pt x="72" y="56"/>
                        </a:lnTo>
                        <a:lnTo>
                          <a:pt x="73" y="53"/>
                        </a:lnTo>
                        <a:lnTo>
                          <a:pt x="74" y="48"/>
                        </a:lnTo>
                        <a:lnTo>
                          <a:pt x="77" y="45"/>
                        </a:lnTo>
                        <a:lnTo>
                          <a:pt x="77" y="41"/>
                        </a:lnTo>
                        <a:lnTo>
                          <a:pt x="77" y="38"/>
                        </a:lnTo>
                        <a:lnTo>
                          <a:pt x="77" y="34"/>
                        </a:lnTo>
                        <a:lnTo>
                          <a:pt x="77" y="31"/>
                        </a:lnTo>
                        <a:lnTo>
                          <a:pt x="74" y="26"/>
                        </a:lnTo>
                        <a:lnTo>
                          <a:pt x="73" y="22"/>
                        </a:lnTo>
                        <a:lnTo>
                          <a:pt x="72" y="19"/>
                        </a:lnTo>
                        <a:lnTo>
                          <a:pt x="70" y="15"/>
                        </a:lnTo>
                        <a:lnTo>
                          <a:pt x="67" y="13"/>
                        </a:lnTo>
                        <a:lnTo>
                          <a:pt x="66" y="10"/>
                        </a:lnTo>
                        <a:lnTo>
                          <a:pt x="63" y="7"/>
                        </a:lnTo>
                        <a:lnTo>
                          <a:pt x="59" y="4"/>
                        </a:lnTo>
                        <a:lnTo>
                          <a:pt x="55" y="3"/>
                        </a:lnTo>
                        <a:lnTo>
                          <a:pt x="53" y="2"/>
                        </a:lnTo>
                        <a:lnTo>
                          <a:pt x="49" y="0"/>
                        </a:lnTo>
                        <a:lnTo>
                          <a:pt x="46" y="0"/>
                        </a:lnTo>
                        <a:lnTo>
                          <a:pt x="42" y="0"/>
                        </a:lnTo>
                        <a:lnTo>
                          <a:pt x="39" y="0"/>
                        </a:lnTo>
                        <a:lnTo>
                          <a:pt x="35" y="0"/>
                        </a:lnTo>
                        <a:lnTo>
                          <a:pt x="30" y="0"/>
                        </a:lnTo>
                        <a:lnTo>
                          <a:pt x="27" y="0"/>
                        </a:lnTo>
                        <a:lnTo>
                          <a:pt x="23" y="2"/>
                        </a:lnTo>
                        <a:lnTo>
                          <a:pt x="20" y="3"/>
                        </a:lnTo>
                        <a:lnTo>
                          <a:pt x="16" y="4"/>
                        </a:lnTo>
                        <a:lnTo>
                          <a:pt x="13" y="7"/>
                        </a:lnTo>
                        <a:lnTo>
                          <a:pt x="11" y="10"/>
                        </a:lnTo>
                        <a:lnTo>
                          <a:pt x="8" y="13"/>
                        </a:lnTo>
                        <a:lnTo>
                          <a:pt x="6" y="15"/>
                        </a:lnTo>
                        <a:lnTo>
                          <a:pt x="4" y="19"/>
                        </a:lnTo>
                        <a:lnTo>
                          <a:pt x="3" y="22"/>
                        </a:lnTo>
                        <a:lnTo>
                          <a:pt x="1" y="26"/>
                        </a:lnTo>
                        <a:lnTo>
                          <a:pt x="1" y="31"/>
                        </a:lnTo>
                        <a:lnTo>
                          <a:pt x="0" y="34"/>
                        </a:lnTo>
                        <a:lnTo>
                          <a:pt x="0" y="38"/>
                        </a:lnTo>
                        <a:lnTo>
                          <a:pt x="0" y="41"/>
                        </a:lnTo>
                        <a:lnTo>
                          <a:pt x="1" y="45"/>
                        </a:lnTo>
                        <a:lnTo>
                          <a:pt x="1" y="48"/>
                        </a:lnTo>
                        <a:lnTo>
                          <a:pt x="3" y="53"/>
                        </a:lnTo>
                        <a:lnTo>
                          <a:pt x="4" y="56"/>
                        </a:lnTo>
                        <a:lnTo>
                          <a:pt x="6" y="59"/>
                        </a:lnTo>
                        <a:lnTo>
                          <a:pt x="8" y="61"/>
                        </a:lnTo>
                        <a:lnTo>
                          <a:pt x="11" y="65"/>
                        </a:lnTo>
                        <a:lnTo>
                          <a:pt x="13" y="67"/>
                        </a:lnTo>
                        <a:lnTo>
                          <a:pt x="16" y="70"/>
                        </a:lnTo>
                        <a:lnTo>
                          <a:pt x="20" y="71"/>
                        </a:lnTo>
                        <a:lnTo>
                          <a:pt x="23" y="73"/>
                        </a:lnTo>
                        <a:lnTo>
                          <a:pt x="27" y="75"/>
                        </a:lnTo>
                        <a:lnTo>
                          <a:pt x="30" y="76"/>
                        </a:lnTo>
                        <a:lnTo>
                          <a:pt x="35" y="76"/>
                        </a:lnTo>
                        <a:lnTo>
                          <a:pt x="39"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1" name="Freeform 202"/>
                  <p:cNvSpPr/>
                  <p:nvPr/>
                </p:nvSpPr>
                <p:spPr bwMode="auto">
                  <a:xfrm>
                    <a:off x="5612" y="1877"/>
                    <a:ext cx="26"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w 78"/>
                      <a:gd name="T25" fmla="*/ 0 h 78"/>
                      <a:gd name="T26" fmla="*/ 0 w 78"/>
                      <a:gd name="T27" fmla="*/ 0 h 78"/>
                      <a:gd name="T28" fmla="*/ 0 w 78"/>
                      <a:gd name="T29" fmla="*/ 0 h 78"/>
                      <a:gd name="T30" fmla="*/ 0 w 78"/>
                      <a:gd name="T31" fmla="*/ 0 h 78"/>
                      <a:gd name="T32" fmla="*/ 0 w 78"/>
                      <a:gd name="T33" fmla="*/ 0 h 78"/>
                      <a:gd name="T34" fmla="*/ 0 w 78"/>
                      <a:gd name="T35" fmla="*/ 0 h 78"/>
                      <a:gd name="T36" fmla="*/ 0 w 78"/>
                      <a:gd name="T37" fmla="*/ 0 h 78"/>
                      <a:gd name="T38" fmla="*/ 0 w 78"/>
                      <a:gd name="T39" fmla="*/ 0 h 78"/>
                      <a:gd name="T40" fmla="*/ 0 w 78"/>
                      <a:gd name="T41" fmla="*/ 0 h 78"/>
                      <a:gd name="T42" fmla="*/ 0 w 78"/>
                      <a:gd name="T43" fmla="*/ 0 h 78"/>
                      <a:gd name="T44" fmla="*/ 0 w 78"/>
                      <a:gd name="T45" fmla="*/ 0 h 78"/>
                      <a:gd name="T46" fmla="*/ 0 w 78"/>
                      <a:gd name="T47" fmla="*/ 0 h 78"/>
                      <a:gd name="T48" fmla="*/ 0 w 78"/>
                      <a:gd name="T49" fmla="*/ 0 h 78"/>
                      <a:gd name="T50" fmla="*/ 0 w 78"/>
                      <a:gd name="T51" fmla="*/ 0 h 78"/>
                      <a:gd name="T52" fmla="*/ 0 w 78"/>
                      <a:gd name="T53" fmla="*/ 0 h 78"/>
                      <a:gd name="T54" fmla="*/ 0 w 78"/>
                      <a:gd name="T55" fmla="*/ 0 h 78"/>
                      <a:gd name="T56" fmla="*/ 0 w 78"/>
                      <a:gd name="T57" fmla="*/ 0 h 78"/>
                      <a:gd name="T58" fmla="*/ 0 w 78"/>
                      <a:gd name="T59" fmla="*/ 0 h 78"/>
                      <a:gd name="T60" fmla="*/ 0 w 78"/>
                      <a:gd name="T61" fmla="*/ 0 h 78"/>
                      <a:gd name="T62" fmla="*/ 0 w 78"/>
                      <a:gd name="T63" fmla="*/ 0 h 78"/>
                      <a:gd name="T64" fmla="*/ 0 w 78"/>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8"/>
                      <a:gd name="T101" fmla="*/ 78 w 78"/>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8">
                        <a:moveTo>
                          <a:pt x="39" y="78"/>
                        </a:moveTo>
                        <a:lnTo>
                          <a:pt x="43" y="77"/>
                        </a:lnTo>
                        <a:lnTo>
                          <a:pt x="46" y="77"/>
                        </a:lnTo>
                        <a:lnTo>
                          <a:pt x="50" y="76"/>
                        </a:lnTo>
                        <a:lnTo>
                          <a:pt x="55" y="75"/>
                        </a:lnTo>
                        <a:lnTo>
                          <a:pt x="57" y="73"/>
                        </a:lnTo>
                        <a:lnTo>
                          <a:pt x="61" y="71"/>
                        </a:lnTo>
                        <a:lnTo>
                          <a:pt x="63" y="69"/>
                        </a:lnTo>
                        <a:lnTo>
                          <a:pt x="67" y="67"/>
                        </a:lnTo>
                        <a:lnTo>
                          <a:pt x="68" y="64"/>
                        </a:lnTo>
                        <a:lnTo>
                          <a:pt x="70" y="61"/>
                        </a:lnTo>
                        <a:lnTo>
                          <a:pt x="74" y="57"/>
                        </a:lnTo>
                        <a:lnTo>
                          <a:pt x="75" y="55"/>
                        </a:lnTo>
                        <a:lnTo>
                          <a:pt x="76" y="51"/>
                        </a:lnTo>
                        <a:lnTo>
                          <a:pt x="77" y="46"/>
                        </a:lnTo>
                        <a:lnTo>
                          <a:pt x="78" y="43"/>
                        </a:lnTo>
                        <a:lnTo>
                          <a:pt x="78" y="39"/>
                        </a:lnTo>
                        <a:lnTo>
                          <a:pt x="78" y="36"/>
                        </a:lnTo>
                        <a:lnTo>
                          <a:pt x="77" y="31"/>
                        </a:lnTo>
                        <a:lnTo>
                          <a:pt x="76" y="27"/>
                        </a:lnTo>
                        <a:lnTo>
                          <a:pt x="75" y="24"/>
                        </a:lnTo>
                        <a:lnTo>
                          <a:pt x="74" y="20"/>
                        </a:lnTo>
                        <a:lnTo>
                          <a:pt x="70" y="17"/>
                        </a:lnTo>
                        <a:lnTo>
                          <a:pt x="68" y="14"/>
                        </a:lnTo>
                        <a:lnTo>
                          <a:pt x="67" y="12"/>
                        </a:lnTo>
                        <a:lnTo>
                          <a:pt x="63" y="8"/>
                        </a:lnTo>
                        <a:lnTo>
                          <a:pt x="61" y="7"/>
                        </a:lnTo>
                        <a:lnTo>
                          <a:pt x="57" y="5"/>
                        </a:lnTo>
                        <a:lnTo>
                          <a:pt x="55" y="2"/>
                        </a:lnTo>
                        <a:lnTo>
                          <a:pt x="50" y="2"/>
                        </a:lnTo>
                        <a:lnTo>
                          <a:pt x="46" y="0"/>
                        </a:lnTo>
                        <a:lnTo>
                          <a:pt x="43" y="0"/>
                        </a:lnTo>
                        <a:lnTo>
                          <a:pt x="39" y="0"/>
                        </a:lnTo>
                        <a:lnTo>
                          <a:pt x="36" y="0"/>
                        </a:lnTo>
                        <a:lnTo>
                          <a:pt x="31" y="0"/>
                        </a:lnTo>
                        <a:lnTo>
                          <a:pt x="27" y="2"/>
                        </a:lnTo>
                        <a:lnTo>
                          <a:pt x="24" y="2"/>
                        </a:lnTo>
                        <a:lnTo>
                          <a:pt x="20" y="5"/>
                        </a:lnTo>
                        <a:lnTo>
                          <a:pt x="18" y="7"/>
                        </a:lnTo>
                        <a:lnTo>
                          <a:pt x="14" y="8"/>
                        </a:lnTo>
                        <a:lnTo>
                          <a:pt x="12" y="12"/>
                        </a:lnTo>
                        <a:lnTo>
                          <a:pt x="8" y="14"/>
                        </a:lnTo>
                        <a:lnTo>
                          <a:pt x="7" y="17"/>
                        </a:lnTo>
                        <a:lnTo>
                          <a:pt x="5" y="20"/>
                        </a:lnTo>
                        <a:lnTo>
                          <a:pt x="4" y="24"/>
                        </a:lnTo>
                        <a:lnTo>
                          <a:pt x="2" y="27"/>
                        </a:lnTo>
                        <a:lnTo>
                          <a:pt x="1" y="31"/>
                        </a:lnTo>
                        <a:lnTo>
                          <a:pt x="0" y="36"/>
                        </a:lnTo>
                        <a:lnTo>
                          <a:pt x="0" y="39"/>
                        </a:lnTo>
                        <a:lnTo>
                          <a:pt x="0" y="43"/>
                        </a:lnTo>
                        <a:lnTo>
                          <a:pt x="1" y="46"/>
                        </a:lnTo>
                        <a:lnTo>
                          <a:pt x="2" y="51"/>
                        </a:lnTo>
                        <a:lnTo>
                          <a:pt x="4" y="55"/>
                        </a:lnTo>
                        <a:lnTo>
                          <a:pt x="5" y="57"/>
                        </a:lnTo>
                        <a:lnTo>
                          <a:pt x="7" y="61"/>
                        </a:lnTo>
                        <a:lnTo>
                          <a:pt x="8" y="64"/>
                        </a:lnTo>
                        <a:lnTo>
                          <a:pt x="12" y="67"/>
                        </a:lnTo>
                        <a:lnTo>
                          <a:pt x="14" y="69"/>
                        </a:lnTo>
                        <a:lnTo>
                          <a:pt x="18" y="71"/>
                        </a:lnTo>
                        <a:lnTo>
                          <a:pt x="20" y="73"/>
                        </a:lnTo>
                        <a:lnTo>
                          <a:pt x="24" y="75"/>
                        </a:lnTo>
                        <a:lnTo>
                          <a:pt x="27" y="76"/>
                        </a:lnTo>
                        <a:lnTo>
                          <a:pt x="31" y="77"/>
                        </a:lnTo>
                        <a:lnTo>
                          <a:pt x="36" y="77"/>
                        </a:lnTo>
                        <a:lnTo>
                          <a:pt x="39"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2" name="Freeform 203"/>
                  <p:cNvSpPr/>
                  <p:nvPr/>
                </p:nvSpPr>
                <p:spPr bwMode="auto">
                  <a:xfrm>
                    <a:off x="5662" y="1876"/>
                    <a:ext cx="25" cy="26"/>
                  </a:xfrm>
                  <a:custGeom>
                    <a:avLst/>
                    <a:gdLst>
                      <a:gd name="T0" fmla="*/ 0 w 75"/>
                      <a:gd name="T1" fmla="*/ 0 h 78"/>
                      <a:gd name="T2" fmla="*/ 0 w 75"/>
                      <a:gd name="T3" fmla="*/ 0 h 78"/>
                      <a:gd name="T4" fmla="*/ 0 w 75"/>
                      <a:gd name="T5" fmla="*/ 0 h 78"/>
                      <a:gd name="T6" fmla="*/ 0 w 75"/>
                      <a:gd name="T7" fmla="*/ 0 h 78"/>
                      <a:gd name="T8" fmla="*/ 0 w 75"/>
                      <a:gd name="T9" fmla="*/ 0 h 78"/>
                      <a:gd name="T10" fmla="*/ 0 w 75"/>
                      <a:gd name="T11" fmla="*/ 0 h 78"/>
                      <a:gd name="T12" fmla="*/ 0 w 75"/>
                      <a:gd name="T13" fmla="*/ 0 h 78"/>
                      <a:gd name="T14" fmla="*/ 0 w 75"/>
                      <a:gd name="T15" fmla="*/ 0 h 78"/>
                      <a:gd name="T16" fmla="*/ 0 w 75"/>
                      <a:gd name="T17" fmla="*/ 0 h 78"/>
                      <a:gd name="T18" fmla="*/ 0 w 75"/>
                      <a:gd name="T19" fmla="*/ 0 h 78"/>
                      <a:gd name="T20" fmla="*/ 0 w 75"/>
                      <a:gd name="T21" fmla="*/ 0 h 78"/>
                      <a:gd name="T22" fmla="*/ 0 w 75"/>
                      <a:gd name="T23" fmla="*/ 0 h 78"/>
                      <a:gd name="T24" fmla="*/ 0 w 75"/>
                      <a:gd name="T25" fmla="*/ 0 h 78"/>
                      <a:gd name="T26" fmla="*/ 0 w 75"/>
                      <a:gd name="T27" fmla="*/ 0 h 78"/>
                      <a:gd name="T28" fmla="*/ 0 w 75"/>
                      <a:gd name="T29" fmla="*/ 0 h 78"/>
                      <a:gd name="T30" fmla="*/ 0 w 75"/>
                      <a:gd name="T31" fmla="*/ 0 h 78"/>
                      <a:gd name="T32" fmla="*/ 0 w 75"/>
                      <a:gd name="T33" fmla="*/ 0 h 78"/>
                      <a:gd name="T34" fmla="*/ 0 w 75"/>
                      <a:gd name="T35" fmla="*/ 0 h 78"/>
                      <a:gd name="T36" fmla="*/ 0 w 75"/>
                      <a:gd name="T37" fmla="*/ 0 h 78"/>
                      <a:gd name="T38" fmla="*/ 0 w 75"/>
                      <a:gd name="T39" fmla="*/ 0 h 78"/>
                      <a:gd name="T40" fmla="*/ 0 w 75"/>
                      <a:gd name="T41" fmla="*/ 0 h 78"/>
                      <a:gd name="T42" fmla="*/ 0 w 75"/>
                      <a:gd name="T43" fmla="*/ 0 h 78"/>
                      <a:gd name="T44" fmla="*/ 0 w 75"/>
                      <a:gd name="T45" fmla="*/ 0 h 78"/>
                      <a:gd name="T46" fmla="*/ 0 w 75"/>
                      <a:gd name="T47" fmla="*/ 0 h 78"/>
                      <a:gd name="T48" fmla="*/ 0 w 75"/>
                      <a:gd name="T49" fmla="*/ 0 h 78"/>
                      <a:gd name="T50" fmla="*/ 0 w 75"/>
                      <a:gd name="T51" fmla="*/ 0 h 78"/>
                      <a:gd name="T52" fmla="*/ 0 w 75"/>
                      <a:gd name="T53" fmla="*/ 0 h 78"/>
                      <a:gd name="T54" fmla="*/ 0 w 75"/>
                      <a:gd name="T55" fmla="*/ 0 h 78"/>
                      <a:gd name="T56" fmla="*/ 0 w 75"/>
                      <a:gd name="T57" fmla="*/ 0 h 78"/>
                      <a:gd name="T58" fmla="*/ 0 w 75"/>
                      <a:gd name="T59" fmla="*/ 0 h 78"/>
                      <a:gd name="T60" fmla="*/ 0 w 75"/>
                      <a:gd name="T61" fmla="*/ 0 h 78"/>
                      <a:gd name="T62" fmla="*/ 0 w 75"/>
                      <a:gd name="T63" fmla="*/ 0 h 78"/>
                      <a:gd name="T64" fmla="*/ 0 w 75"/>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8"/>
                      <a:gd name="T101" fmla="*/ 75 w 75"/>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8">
                        <a:moveTo>
                          <a:pt x="38" y="78"/>
                        </a:moveTo>
                        <a:lnTo>
                          <a:pt x="41" y="78"/>
                        </a:lnTo>
                        <a:lnTo>
                          <a:pt x="45" y="77"/>
                        </a:lnTo>
                        <a:lnTo>
                          <a:pt x="48" y="76"/>
                        </a:lnTo>
                        <a:lnTo>
                          <a:pt x="52" y="75"/>
                        </a:lnTo>
                        <a:lnTo>
                          <a:pt x="54" y="72"/>
                        </a:lnTo>
                        <a:lnTo>
                          <a:pt x="58" y="71"/>
                        </a:lnTo>
                        <a:lnTo>
                          <a:pt x="61" y="69"/>
                        </a:lnTo>
                        <a:lnTo>
                          <a:pt x="65" y="66"/>
                        </a:lnTo>
                        <a:lnTo>
                          <a:pt x="66" y="63"/>
                        </a:lnTo>
                        <a:lnTo>
                          <a:pt x="68" y="60"/>
                        </a:lnTo>
                        <a:lnTo>
                          <a:pt x="70" y="57"/>
                        </a:lnTo>
                        <a:lnTo>
                          <a:pt x="72" y="53"/>
                        </a:lnTo>
                        <a:lnTo>
                          <a:pt x="73" y="51"/>
                        </a:lnTo>
                        <a:lnTo>
                          <a:pt x="75" y="46"/>
                        </a:lnTo>
                        <a:lnTo>
                          <a:pt x="75" y="42"/>
                        </a:lnTo>
                        <a:lnTo>
                          <a:pt x="75" y="39"/>
                        </a:lnTo>
                        <a:lnTo>
                          <a:pt x="75" y="35"/>
                        </a:lnTo>
                        <a:lnTo>
                          <a:pt x="75" y="31"/>
                        </a:lnTo>
                        <a:lnTo>
                          <a:pt x="73" y="26"/>
                        </a:lnTo>
                        <a:lnTo>
                          <a:pt x="72" y="23"/>
                        </a:lnTo>
                        <a:lnTo>
                          <a:pt x="70" y="20"/>
                        </a:lnTo>
                        <a:lnTo>
                          <a:pt x="68" y="18"/>
                        </a:lnTo>
                        <a:lnTo>
                          <a:pt x="66" y="14"/>
                        </a:lnTo>
                        <a:lnTo>
                          <a:pt x="65" y="12"/>
                        </a:lnTo>
                        <a:lnTo>
                          <a:pt x="61" y="9"/>
                        </a:lnTo>
                        <a:lnTo>
                          <a:pt x="58" y="7"/>
                        </a:lnTo>
                        <a:lnTo>
                          <a:pt x="54" y="4"/>
                        </a:lnTo>
                        <a:lnTo>
                          <a:pt x="52" y="2"/>
                        </a:lnTo>
                        <a:lnTo>
                          <a:pt x="48" y="2"/>
                        </a:lnTo>
                        <a:lnTo>
                          <a:pt x="45" y="1"/>
                        </a:lnTo>
                        <a:lnTo>
                          <a:pt x="41" y="0"/>
                        </a:lnTo>
                        <a:lnTo>
                          <a:pt x="38" y="0"/>
                        </a:lnTo>
                        <a:lnTo>
                          <a:pt x="33" y="0"/>
                        </a:lnTo>
                        <a:lnTo>
                          <a:pt x="29" y="1"/>
                        </a:lnTo>
                        <a:lnTo>
                          <a:pt x="24" y="2"/>
                        </a:lnTo>
                        <a:lnTo>
                          <a:pt x="22" y="2"/>
                        </a:lnTo>
                        <a:lnTo>
                          <a:pt x="19" y="4"/>
                        </a:lnTo>
                        <a:lnTo>
                          <a:pt x="15" y="7"/>
                        </a:lnTo>
                        <a:lnTo>
                          <a:pt x="13" y="9"/>
                        </a:lnTo>
                        <a:lnTo>
                          <a:pt x="10" y="12"/>
                        </a:lnTo>
                        <a:lnTo>
                          <a:pt x="7" y="14"/>
                        </a:lnTo>
                        <a:lnTo>
                          <a:pt x="4" y="18"/>
                        </a:lnTo>
                        <a:lnTo>
                          <a:pt x="3" y="20"/>
                        </a:lnTo>
                        <a:lnTo>
                          <a:pt x="2" y="23"/>
                        </a:lnTo>
                        <a:lnTo>
                          <a:pt x="0" y="26"/>
                        </a:lnTo>
                        <a:lnTo>
                          <a:pt x="0" y="31"/>
                        </a:lnTo>
                        <a:lnTo>
                          <a:pt x="0" y="35"/>
                        </a:lnTo>
                        <a:lnTo>
                          <a:pt x="0" y="39"/>
                        </a:lnTo>
                        <a:lnTo>
                          <a:pt x="0" y="42"/>
                        </a:lnTo>
                        <a:lnTo>
                          <a:pt x="0" y="46"/>
                        </a:lnTo>
                        <a:lnTo>
                          <a:pt x="0" y="51"/>
                        </a:lnTo>
                        <a:lnTo>
                          <a:pt x="2" y="53"/>
                        </a:lnTo>
                        <a:lnTo>
                          <a:pt x="3" y="57"/>
                        </a:lnTo>
                        <a:lnTo>
                          <a:pt x="4" y="60"/>
                        </a:lnTo>
                        <a:lnTo>
                          <a:pt x="7" y="63"/>
                        </a:lnTo>
                        <a:lnTo>
                          <a:pt x="10" y="66"/>
                        </a:lnTo>
                        <a:lnTo>
                          <a:pt x="13" y="69"/>
                        </a:lnTo>
                        <a:lnTo>
                          <a:pt x="15" y="71"/>
                        </a:lnTo>
                        <a:lnTo>
                          <a:pt x="19" y="72"/>
                        </a:lnTo>
                        <a:lnTo>
                          <a:pt x="22" y="75"/>
                        </a:lnTo>
                        <a:lnTo>
                          <a:pt x="24" y="76"/>
                        </a:lnTo>
                        <a:lnTo>
                          <a:pt x="29" y="77"/>
                        </a:lnTo>
                        <a:lnTo>
                          <a:pt x="33" y="78"/>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3" name="Freeform 204"/>
                  <p:cNvSpPr/>
                  <p:nvPr/>
                </p:nvSpPr>
                <p:spPr bwMode="auto">
                  <a:xfrm>
                    <a:off x="5386" y="1906"/>
                    <a:ext cx="26" cy="26"/>
                  </a:xfrm>
                  <a:custGeom>
                    <a:avLst/>
                    <a:gdLst>
                      <a:gd name="T0" fmla="*/ 0 w 77"/>
                      <a:gd name="T1" fmla="*/ 0 h 78"/>
                      <a:gd name="T2" fmla="*/ 0 w 77"/>
                      <a:gd name="T3" fmla="*/ 0 h 78"/>
                      <a:gd name="T4" fmla="*/ 0 w 77"/>
                      <a:gd name="T5" fmla="*/ 0 h 78"/>
                      <a:gd name="T6" fmla="*/ 0 w 77"/>
                      <a:gd name="T7" fmla="*/ 0 h 78"/>
                      <a:gd name="T8" fmla="*/ 0 w 77"/>
                      <a:gd name="T9" fmla="*/ 0 h 78"/>
                      <a:gd name="T10" fmla="*/ 0 w 77"/>
                      <a:gd name="T11" fmla="*/ 0 h 78"/>
                      <a:gd name="T12" fmla="*/ 0 w 77"/>
                      <a:gd name="T13" fmla="*/ 0 h 78"/>
                      <a:gd name="T14" fmla="*/ 0 w 77"/>
                      <a:gd name="T15" fmla="*/ 0 h 78"/>
                      <a:gd name="T16" fmla="*/ 0 w 77"/>
                      <a:gd name="T17" fmla="*/ 0 h 78"/>
                      <a:gd name="T18" fmla="*/ 0 w 77"/>
                      <a:gd name="T19" fmla="*/ 0 h 78"/>
                      <a:gd name="T20" fmla="*/ 0 w 77"/>
                      <a:gd name="T21" fmla="*/ 0 h 78"/>
                      <a:gd name="T22" fmla="*/ 0 w 77"/>
                      <a:gd name="T23" fmla="*/ 0 h 78"/>
                      <a:gd name="T24" fmla="*/ 0 w 77"/>
                      <a:gd name="T25" fmla="*/ 0 h 78"/>
                      <a:gd name="T26" fmla="*/ 0 w 77"/>
                      <a:gd name="T27" fmla="*/ 0 h 78"/>
                      <a:gd name="T28" fmla="*/ 0 w 77"/>
                      <a:gd name="T29" fmla="*/ 0 h 78"/>
                      <a:gd name="T30" fmla="*/ 0 w 77"/>
                      <a:gd name="T31" fmla="*/ 0 h 78"/>
                      <a:gd name="T32" fmla="*/ 0 w 77"/>
                      <a:gd name="T33" fmla="*/ 0 h 78"/>
                      <a:gd name="T34" fmla="*/ 0 w 77"/>
                      <a:gd name="T35" fmla="*/ 0 h 78"/>
                      <a:gd name="T36" fmla="*/ 0 w 77"/>
                      <a:gd name="T37" fmla="*/ 0 h 78"/>
                      <a:gd name="T38" fmla="*/ 0 w 77"/>
                      <a:gd name="T39" fmla="*/ 0 h 78"/>
                      <a:gd name="T40" fmla="*/ 0 w 77"/>
                      <a:gd name="T41" fmla="*/ 0 h 78"/>
                      <a:gd name="T42" fmla="*/ 0 w 77"/>
                      <a:gd name="T43" fmla="*/ 0 h 78"/>
                      <a:gd name="T44" fmla="*/ 0 w 77"/>
                      <a:gd name="T45" fmla="*/ 0 h 78"/>
                      <a:gd name="T46" fmla="*/ 0 w 77"/>
                      <a:gd name="T47" fmla="*/ 0 h 78"/>
                      <a:gd name="T48" fmla="*/ 0 w 77"/>
                      <a:gd name="T49" fmla="*/ 0 h 78"/>
                      <a:gd name="T50" fmla="*/ 0 w 77"/>
                      <a:gd name="T51" fmla="*/ 0 h 78"/>
                      <a:gd name="T52" fmla="*/ 0 w 77"/>
                      <a:gd name="T53" fmla="*/ 0 h 78"/>
                      <a:gd name="T54" fmla="*/ 0 w 77"/>
                      <a:gd name="T55" fmla="*/ 0 h 78"/>
                      <a:gd name="T56" fmla="*/ 0 w 77"/>
                      <a:gd name="T57" fmla="*/ 0 h 78"/>
                      <a:gd name="T58" fmla="*/ 0 w 77"/>
                      <a:gd name="T59" fmla="*/ 0 h 78"/>
                      <a:gd name="T60" fmla="*/ 0 w 77"/>
                      <a:gd name="T61" fmla="*/ 0 h 78"/>
                      <a:gd name="T62" fmla="*/ 0 w 77"/>
                      <a:gd name="T63" fmla="*/ 0 h 78"/>
                      <a:gd name="T64" fmla="*/ 0 w 77"/>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8"/>
                      <a:gd name="T101" fmla="*/ 77 w 77"/>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8">
                        <a:moveTo>
                          <a:pt x="38" y="78"/>
                        </a:moveTo>
                        <a:lnTo>
                          <a:pt x="41" y="77"/>
                        </a:lnTo>
                        <a:lnTo>
                          <a:pt x="45" y="76"/>
                        </a:lnTo>
                        <a:lnTo>
                          <a:pt x="50" y="76"/>
                        </a:lnTo>
                        <a:lnTo>
                          <a:pt x="53" y="73"/>
                        </a:lnTo>
                        <a:lnTo>
                          <a:pt x="56" y="72"/>
                        </a:lnTo>
                        <a:lnTo>
                          <a:pt x="59" y="70"/>
                        </a:lnTo>
                        <a:lnTo>
                          <a:pt x="63" y="67"/>
                        </a:lnTo>
                        <a:lnTo>
                          <a:pt x="65" y="65"/>
                        </a:lnTo>
                        <a:lnTo>
                          <a:pt x="67" y="63"/>
                        </a:lnTo>
                        <a:lnTo>
                          <a:pt x="70" y="60"/>
                        </a:lnTo>
                        <a:lnTo>
                          <a:pt x="71" y="56"/>
                        </a:lnTo>
                        <a:lnTo>
                          <a:pt x="73" y="53"/>
                        </a:lnTo>
                        <a:lnTo>
                          <a:pt x="74" y="50"/>
                        </a:lnTo>
                        <a:lnTo>
                          <a:pt x="76" y="46"/>
                        </a:lnTo>
                        <a:lnTo>
                          <a:pt x="76" y="42"/>
                        </a:lnTo>
                        <a:lnTo>
                          <a:pt x="77" y="39"/>
                        </a:lnTo>
                        <a:lnTo>
                          <a:pt x="76" y="35"/>
                        </a:lnTo>
                        <a:lnTo>
                          <a:pt x="76" y="29"/>
                        </a:lnTo>
                        <a:lnTo>
                          <a:pt x="74" y="27"/>
                        </a:lnTo>
                        <a:lnTo>
                          <a:pt x="73" y="24"/>
                        </a:lnTo>
                        <a:lnTo>
                          <a:pt x="71" y="20"/>
                        </a:lnTo>
                        <a:lnTo>
                          <a:pt x="70" y="16"/>
                        </a:lnTo>
                        <a:lnTo>
                          <a:pt x="67" y="14"/>
                        </a:lnTo>
                        <a:lnTo>
                          <a:pt x="65" y="12"/>
                        </a:lnTo>
                        <a:lnTo>
                          <a:pt x="63" y="8"/>
                        </a:lnTo>
                        <a:lnTo>
                          <a:pt x="59" y="6"/>
                        </a:lnTo>
                        <a:lnTo>
                          <a:pt x="56" y="5"/>
                        </a:lnTo>
                        <a:lnTo>
                          <a:pt x="53" y="2"/>
                        </a:lnTo>
                        <a:lnTo>
                          <a:pt x="50" y="1"/>
                        </a:lnTo>
                        <a:lnTo>
                          <a:pt x="45" y="0"/>
                        </a:lnTo>
                        <a:lnTo>
                          <a:pt x="41" y="0"/>
                        </a:lnTo>
                        <a:lnTo>
                          <a:pt x="38" y="0"/>
                        </a:lnTo>
                        <a:lnTo>
                          <a:pt x="34" y="0"/>
                        </a:lnTo>
                        <a:lnTo>
                          <a:pt x="31" y="0"/>
                        </a:lnTo>
                        <a:lnTo>
                          <a:pt x="26" y="1"/>
                        </a:lnTo>
                        <a:lnTo>
                          <a:pt x="22" y="2"/>
                        </a:lnTo>
                        <a:lnTo>
                          <a:pt x="20" y="5"/>
                        </a:lnTo>
                        <a:lnTo>
                          <a:pt x="16" y="6"/>
                        </a:lnTo>
                        <a:lnTo>
                          <a:pt x="13" y="8"/>
                        </a:lnTo>
                        <a:lnTo>
                          <a:pt x="10" y="12"/>
                        </a:lnTo>
                        <a:lnTo>
                          <a:pt x="7" y="14"/>
                        </a:lnTo>
                        <a:lnTo>
                          <a:pt x="4" y="16"/>
                        </a:lnTo>
                        <a:lnTo>
                          <a:pt x="3" y="20"/>
                        </a:lnTo>
                        <a:lnTo>
                          <a:pt x="2" y="24"/>
                        </a:lnTo>
                        <a:lnTo>
                          <a:pt x="1" y="27"/>
                        </a:lnTo>
                        <a:lnTo>
                          <a:pt x="0" y="29"/>
                        </a:lnTo>
                        <a:lnTo>
                          <a:pt x="0" y="35"/>
                        </a:lnTo>
                        <a:lnTo>
                          <a:pt x="0" y="39"/>
                        </a:lnTo>
                        <a:lnTo>
                          <a:pt x="0" y="42"/>
                        </a:lnTo>
                        <a:lnTo>
                          <a:pt x="0" y="46"/>
                        </a:lnTo>
                        <a:lnTo>
                          <a:pt x="1" y="50"/>
                        </a:lnTo>
                        <a:lnTo>
                          <a:pt x="2" y="53"/>
                        </a:lnTo>
                        <a:lnTo>
                          <a:pt x="3" y="56"/>
                        </a:lnTo>
                        <a:lnTo>
                          <a:pt x="4" y="60"/>
                        </a:lnTo>
                        <a:lnTo>
                          <a:pt x="7" y="63"/>
                        </a:lnTo>
                        <a:lnTo>
                          <a:pt x="10" y="65"/>
                        </a:lnTo>
                        <a:lnTo>
                          <a:pt x="13" y="67"/>
                        </a:lnTo>
                        <a:lnTo>
                          <a:pt x="16" y="70"/>
                        </a:lnTo>
                        <a:lnTo>
                          <a:pt x="20" y="72"/>
                        </a:lnTo>
                        <a:lnTo>
                          <a:pt x="22" y="73"/>
                        </a:lnTo>
                        <a:lnTo>
                          <a:pt x="26" y="76"/>
                        </a:lnTo>
                        <a:lnTo>
                          <a:pt x="31" y="76"/>
                        </a:lnTo>
                        <a:lnTo>
                          <a:pt x="34" y="77"/>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4" name="Freeform 205"/>
                  <p:cNvSpPr/>
                  <p:nvPr/>
                </p:nvSpPr>
                <p:spPr bwMode="auto">
                  <a:xfrm>
                    <a:off x="5438" y="1906"/>
                    <a:ext cx="27" cy="25"/>
                  </a:xfrm>
                  <a:custGeom>
                    <a:avLst/>
                    <a:gdLst>
                      <a:gd name="T0" fmla="*/ 0 w 79"/>
                      <a:gd name="T1" fmla="*/ 0 h 76"/>
                      <a:gd name="T2" fmla="*/ 0 w 79"/>
                      <a:gd name="T3" fmla="*/ 0 h 76"/>
                      <a:gd name="T4" fmla="*/ 0 w 79"/>
                      <a:gd name="T5" fmla="*/ 0 h 76"/>
                      <a:gd name="T6" fmla="*/ 0 w 79"/>
                      <a:gd name="T7" fmla="*/ 0 h 76"/>
                      <a:gd name="T8" fmla="*/ 0 w 79"/>
                      <a:gd name="T9" fmla="*/ 0 h 76"/>
                      <a:gd name="T10" fmla="*/ 0 w 79"/>
                      <a:gd name="T11" fmla="*/ 0 h 76"/>
                      <a:gd name="T12" fmla="*/ 0 w 79"/>
                      <a:gd name="T13" fmla="*/ 0 h 76"/>
                      <a:gd name="T14" fmla="*/ 0 w 79"/>
                      <a:gd name="T15" fmla="*/ 0 h 76"/>
                      <a:gd name="T16" fmla="*/ 0 w 79"/>
                      <a:gd name="T17" fmla="*/ 0 h 76"/>
                      <a:gd name="T18" fmla="*/ 0 w 79"/>
                      <a:gd name="T19" fmla="*/ 0 h 76"/>
                      <a:gd name="T20" fmla="*/ 0 w 79"/>
                      <a:gd name="T21" fmla="*/ 0 h 76"/>
                      <a:gd name="T22" fmla="*/ 0 w 79"/>
                      <a:gd name="T23" fmla="*/ 0 h 76"/>
                      <a:gd name="T24" fmla="*/ 0 w 79"/>
                      <a:gd name="T25" fmla="*/ 0 h 76"/>
                      <a:gd name="T26" fmla="*/ 0 w 79"/>
                      <a:gd name="T27" fmla="*/ 0 h 76"/>
                      <a:gd name="T28" fmla="*/ 0 w 79"/>
                      <a:gd name="T29" fmla="*/ 0 h 76"/>
                      <a:gd name="T30" fmla="*/ 0 w 79"/>
                      <a:gd name="T31" fmla="*/ 0 h 76"/>
                      <a:gd name="T32" fmla="*/ 0 w 79"/>
                      <a:gd name="T33" fmla="*/ 0 h 76"/>
                      <a:gd name="T34" fmla="*/ 0 w 79"/>
                      <a:gd name="T35" fmla="*/ 0 h 76"/>
                      <a:gd name="T36" fmla="*/ 0 w 79"/>
                      <a:gd name="T37" fmla="*/ 0 h 76"/>
                      <a:gd name="T38" fmla="*/ 0 w 79"/>
                      <a:gd name="T39" fmla="*/ 0 h 76"/>
                      <a:gd name="T40" fmla="*/ 0 w 79"/>
                      <a:gd name="T41" fmla="*/ 0 h 76"/>
                      <a:gd name="T42" fmla="*/ 0 w 79"/>
                      <a:gd name="T43" fmla="*/ 0 h 76"/>
                      <a:gd name="T44" fmla="*/ 0 w 79"/>
                      <a:gd name="T45" fmla="*/ 0 h 76"/>
                      <a:gd name="T46" fmla="*/ 0 w 79"/>
                      <a:gd name="T47" fmla="*/ 0 h 76"/>
                      <a:gd name="T48" fmla="*/ 0 w 79"/>
                      <a:gd name="T49" fmla="*/ 0 h 76"/>
                      <a:gd name="T50" fmla="*/ 0 w 79"/>
                      <a:gd name="T51" fmla="*/ 0 h 76"/>
                      <a:gd name="T52" fmla="*/ 0 w 79"/>
                      <a:gd name="T53" fmla="*/ 0 h 76"/>
                      <a:gd name="T54" fmla="*/ 0 w 79"/>
                      <a:gd name="T55" fmla="*/ 0 h 76"/>
                      <a:gd name="T56" fmla="*/ 0 w 79"/>
                      <a:gd name="T57" fmla="*/ 0 h 76"/>
                      <a:gd name="T58" fmla="*/ 0 w 79"/>
                      <a:gd name="T59" fmla="*/ 0 h 76"/>
                      <a:gd name="T60" fmla="*/ 0 w 79"/>
                      <a:gd name="T61" fmla="*/ 0 h 76"/>
                      <a:gd name="T62" fmla="*/ 0 w 79"/>
                      <a:gd name="T63" fmla="*/ 0 h 76"/>
                      <a:gd name="T64" fmla="*/ 0 w 79"/>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6"/>
                      <a:gd name="T101" fmla="*/ 79 w 79"/>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6">
                        <a:moveTo>
                          <a:pt x="40" y="76"/>
                        </a:moveTo>
                        <a:lnTo>
                          <a:pt x="43" y="76"/>
                        </a:lnTo>
                        <a:lnTo>
                          <a:pt x="47" y="76"/>
                        </a:lnTo>
                        <a:lnTo>
                          <a:pt x="50" y="73"/>
                        </a:lnTo>
                        <a:lnTo>
                          <a:pt x="54" y="73"/>
                        </a:lnTo>
                        <a:lnTo>
                          <a:pt x="56" y="71"/>
                        </a:lnTo>
                        <a:lnTo>
                          <a:pt x="61" y="70"/>
                        </a:lnTo>
                        <a:lnTo>
                          <a:pt x="63" y="67"/>
                        </a:lnTo>
                        <a:lnTo>
                          <a:pt x="67" y="65"/>
                        </a:lnTo>
                        <a:lnTo>
                          <a:pt x="69" y="61"/>
                        </a:lnTo>
                        <a:lnTo>
                          <a:pt x="72" y="58"/>
                        </a:lnTo>
                        <a:lnTo>
                          <a:pt x="73" y="56"/>
                        </a:lnTo>
                        <a:lnTo>
                          <a:pt x="74" y="53"/>
                        </a:lnTo>
                        <a:lnTo>
                          <a:pt x="76" y="48"/>
                        </a:lnTo>
                        <a:lnTo>
                          <a:pt x="76" y="45"/>
                        </a:lnTo>
                        <a:lnTo>
                          <a:pt x="77" y="40"/>
                        </a:lnTo>
                        <a:lnTo>
                          <a:pt x="79" y="38"/>
                        </a:lnTo>
                        <a:lnTo>
                          <a:pt x="77" y="33"/>
                        </a:lnTo>
                        <a:lnTo>
                          <a:pt x="76" y="29"/>
                        </a:lnTo>
                        <a:lnTo>
                          <a:pt x="76" y="25"/>
                        </a:lnTo>
                        <a:lnTo>
                          <a:pt x="74" y="22"/>
                        </a:lnTo>
                        <a:lnTo>
                          <a:pt x="73" y="19"/>
                        </a:lnTo>
                        <a:lnTo>
                          <a:pt x="72" y="15"/>
                        </a:lnTo>
                        <a:lnTo>
                          <a:pt x="69" y="13"/>
                        </a:lnTo>
                        <a:lnTo>
                          <a:pt x="67" y="10"/>
                        </a:lnTo>
                        <a:lnTo>
                          <a:pt x="63" y="7"/>
                        </a:lnTo>
                        <a:lnTo>
                          <a:pt x="61" y="5"/>
                        </a:lnTo>
                        <a:lnTo>
                          <a:pt x="56" y="3"/>
                        </a:lnTo>
                        <a:lnTo>
                          <a:pt x="54" y="2"/>
                        </a:lnTo>
                        <a:lnTo>
                          <a:pt x="50" y="0"/>
                        </a:lnTo>
                        <a:lnTo>
                          <a:pt x="47" y="0"/>
                        </a:lnTo>
                        <a:lnTo>
                          <a:pt x="43" y="0"/>
                        </a:lnTo>
                        <a:lnTo>
                          <a:pt x="40" y="0"/>
                        </a:lnTo>
                        <a:lnTo>
                          <a:pt x="35" y="0"/>
                        </a:lnTo>
                        <a:lnTo>
                          <a:pt x="31" y="0"/>
                        </a:lnTo>
                        <a:lnTo>
                          <a:pt x="28" y="0"/>
                        </a:lnTo>
                        <a:lnTo>
                          <a:pt x="24" y="2"/>
                        </a:lnTo>
                        <a:lnTo>
                          <a:pt x="21" y="3"/>
                        </a:lnTo>
                        <a:lnTo>
                          <a:pt x="17" y="5"/>
                        </a:lnTo>
                        <a:lnTo>
                          <a:pt x="15" y="7"/>
                        </a:lnTo>
                        <a:lnTo>
                          <a:pt x="12" y="10"/>
                        </a:lnTo>
                        <a:lnTo>
                          <a:pt x="9" y="13"/>
                        </a:lnTo>
                        <a:lnTo>
                          <a:pt x="6" y="15"/>
                        </a:lnTo>
                        <a:lnTo>
                          <a:pt x="5" y="19"/>
                        </a:lnTo>
                        <a:lnTo>
                          <a:pt x="3" y="22"/>
                        </a:lnTo>
                        <a:lnTo>
                          <a:pt x="2" y="25"/>
                        </a:lnTo>
                        <a:lnTo>
                          <a:pt x="0" y="29"/>
                        </a:lnTo>
                        <a:lnTo>
                          <a:pt x="0" y="33"/>
                        </a:lnTo>
                        <a:lnTo>
                          <a:pt x="0" y="38"/>
                        </a:lnTo>
                        <a:lnTo>
                          <a:pt x="0" y="40"/>
                        </a:lnTo>
                        <a:lnTo>
                          <a:pt x="0" y="45"/>
                        </a:lnTo>
                        <a:lnTo>
                          <a:pt x="2" y="48"/>
                        </a:lnTo>
                        <a:lnTo>
                          <a:pt x="3" y="53"/>
                        </a:lnTo>
                        <a:lnTo>
                          <a:pt x="5" y="56"/>
                        </a:lnTo>
                        <a:lnTo>
                          <a:pt x="6" y="58"/>
                        </a:lnTo>
                        <a:lnTo>
                          <a:pt x="9" y="61"/>
                        </a:lnTo>
                        <a:lnTo>
                          <a:pt x="12" y="65"/>
                        </a:lnTo>
                        <a:lnTo>
                          <a:pt x="15" y="67"/>
                        </a:lnTo>
                        <a:lnTo>
                          <a:pt x="17" y="70"/>
                        </a:lnTo>
                        <a:lnTo>
                          <a:pt x="21" y="71"/>
                        </a:lnTo>
                        <a:lnTo>
                          <a:pt x="24" y="73"/>
                        </a:lnTo>
                        <a:lnTo>
                          <a:pt x="28" y="73"/>
                        </a:lnTo>
                        <a:lnTo>
                          <a:pt x="31" y="76"/>
                        </a:lnTo>
                        <a:lnTo>
                          <a:pt x="35" y="76"/>
                        </a:lnTo>
                        <a:lnTo>
                          <a:pt x="40" y="7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5" name="Freeform 206"/>
                  <p:cNvSpPr/>
                  <p:nvPr/>
                </p:nvSpPr>
                <p:spPr bwMode="auto">
                  <a:xfrm>
                    <a:off x="5487" y="1905"/>
                    <a:ext cx="27" cy="26"/>
                  </a:xfrm>
                  <a:custGeom>
                    <a:avLst/>
                    <a:gdLst>
                      <a:gd name="T0" fmla="*/ 0 w 79"/>
                      <a:gd name="T1" fmla="*/ 0 h 79"/>
                      <a:gd name="T2" fmla="*/ 0 w 79"/>
                      <a:gd name="T3" fmla="*/ 0 h 79"/>
                      <a:gd name="T4" fmla="*/ 0 w 79"/>
                      <a:gd name="T5" fmla="*/ 0 h 79"/>
                      <a:gd name="T6" fmla="*/ 0 w 79"/>
                      <a:gd name="T7" fmla="*/ 0 h 79"/>
                      <a:gd name="T8" fmla="*/ 0 w 79"/>
                      <a:gd name="T9" fmla="*/ 0 h 79"/>
                      <a:gd name="T10" fmla="*/ 0 w 79"/>
                      <a:gd name="T11" fmla="*/ 0 h 79"/>
                      <a:gd name="T12" fmla="*/ 0 w 79"/>
                      <a:gd name="T13" fmla="*/ 0 h 79"/>
                      <a:gd name="T14" fmla="*/ 0 w 79"/>
                      <a:gd name="T15" fmla="*/ 0 h 79"/>
                      <a:gd name="T16" fmla="*/ 0 w 79"/>
                      <a:gd name="T17" fmla="*/ 0 h 79"/>
                      <a:gd name="T18" fmla="*/ 0 w 79"/>
                      <a:gd name="T19" fmla="*/ 0 h 79"/>
                      <a:gd name="T20" fmla="*/ 0 w 79"/>
                      <a:gd name="T21" fmla="*/ 0 h 79"/>
                      <a:gd name="T22" fmla="*/ 0 w 79"/>
                      <a:gd name="T23" fmla="*/ 0 h 79"/>
                      <a:gd name="T24" fmla="*/ 0 w 79"/>
                      <a:gd name="T25" fmla="*/ 0 h 79"/>
                      <a:gd name="T26" fmla="*/ 0 w 79"/>
                      <a:gd name="T27" fmla="*/ 0 h 79"/>
                      <a:gd name="T28" fmla="*/ 0 w 79"/>
                      <a:gd name="T29" fmla="*/ 0 h 79"/>
                      <a:gd name="T30" fmla="*/ 0 w 79"/>
                      <a:gd name="T31" fmla="*/ 0 h 79"/>
                      <a:gd name="T32" fmla="*/ 0 w 79"/>
                      <a:gd name="T33" fmla="*/ 0 h 79"/>
                      <a:gd name="T34" fmla="*/ 0 w 79"/>
                      <a:gd name="T35" fmla="*/ 0 h 79"/>
                      <a:gd name="T36" fmla="*/ 0 w 79"/>
                      <a:gd name="T37" fmla="*/ 0 h 79"/>
                      <a:gd name="T38" fmla="*/ 0 w 79"/>
                      <a:gd name="T39" fmla="*/ 0 h 79"/>
                      <a:gd name="T40" fmla="*/ 0 w 79"/>
                      <a:gd name="T41" fmla="*/ 0 h 79"/>
                      <a:gd name="T42" fmla="*/ 0 w 79"/>
                      <a:gd name="T43" fmla="*/ 0 h 79"/>
                      <a:gd name="T44" fmla="*/ 0 w 79"/>
                      <a:gd name="T45" fmla="*/ 0 h 79"/>
                      <a:gd name="T46" fmla="*/ 0 w 79"/>
                      <a:gd name="T47" fmla="*/ 0 h 79"/>
                      <a:gd name="T48" fmla="*/ 0 w 79"/>
                      <a:gd name="T49" fmla="*/ 0 h 79"/>
                      <a:gd name="T50" fmla="*/ 0 w 79"/>
                      <a:gd name="T51" fmla="*/ 0 h 79"/>
                      <a:gd name="T52" fmla="*/ 0 w 79"/>
                      <a:gd name="T53" fmla="*/ 0 h 79"/>
                      <a:gd name="T54" fmla="*/ 0 w 79"/>
                      <a:gd name="T55" fmla="*/ 0 h 79"/>
                      <a:gd name="T56" fmla="*/ 0 w 79"/>
                      <a:gd name="T57" fmla="*/ 0 h 79"/>
                      <a:gd name="T58" fmla="*/ 0 w 79"/>
                      <a:gd name="T59" fmla="*/ 0 h 79"/>
                      <a:gd name="T60" fmla="*/ 0 w 79"/>
                      <a:gd name="T61" fmla="*/ 0 h 79"/>
                      <a:gd name="T62" fmla="*/ 0 w 79"/>
                      <a:gd name="T63" fmla="*/ 0 h 79"/>
                      <a:gd name="T64" fmla="*/ 0 w 79"/>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9"/>
                      <a:gd name="T101" fmla="*/ 79 w 79"/>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9">
                        <a:moveTo>
                          <a:pt x="40" y="79"/>
                        </a:moveTo>
                        <a:lnTo>
                          <a:pt x="43" y="79"/>
                        </a:lnTo>
                        <a:lnTo>
                          <a:pt x="47" y="78"/>
                        </a:lnTo>
                        <a:lnTo>
                          <a:pt x="52" y="76"/>
                        </a:lnTo>
                        <a:lnTo>
                          <a:pt x="54" y="75"/>
                        </a:lnTo>
                        <a:lnTo>
                          <a:pt x="57" y="73"/>
                        </a:lnTo>
                        <a:lnTo>
                          <a:pt x="61" y="70"/>
                        </a:lnTo>
                        <a:lnTo>
                          <a:pt x="63" y="68"/>
                        </a:lnTo>
                        <a:lnTo>
                          <a:pt x="67" y="67"/>
                        </a:lnTo>
                        <a:lnTo>
                          <a:pt x="69" y="63"/>
                        </a:lnTo>
                        <a:lnTo>
                          <a:pt x="72" y="61"/>
                        </a:lnTo>
                        <a:lnTo>
                          <a:pt x="73" y="59"/>
                        </a:lnTo>
                        <a:lnTo>
                          <a:pt x="75" y="55"/>
                        </a:lnTo>
                        <a:lnTo>
                          <a:pt x="76" y="50"/>
                        </a:lnTo>
                        <a:lnTo>
                          <a:pt x="78" y="48"/>
                        </a:lnTo>
                        <a:lnTo>
                          <a:pt x="78" y="43"/>
                        </a:lnTo>
                        <a:lnTo>
                          <a:pt x="79" y="41"/>
                        </a:lnTo>
                        <a:lnTo>
                          <a:pt x="78" y="35"/>
                        </a:lnTo>
                        <a:lnTo>
                          <a:pt x="78" y="31"/>
                        </a:lnTo>
                        <a:lnTo>
                          <a:pt x="76" y="28"/>
                        </a:lnTo>
                        <a:lnTo>
                          <a:pt x="75" y="25"/>
                        </a:lnTo>
                        <a:lnTo>
                          <a:pt x="73" y="21"/>
                        </a:lnTo>
                        <a:lnTo>
                          <a:pt x="72" y="18"/>
                        </a:lnTo>
                        <a:lnTo>
                          <a:pt x="69" y="15"/>
                        </a:lnTo>
                        <a:lnTo>
                          <a:pt x="67" y="12"/>
                        </a:lnTo>
                        <a:lnTo>
                          <a:pt x="63" y="10"/>
                        </a:lnTo>
                        <a:lnTo>
                          <a:pt x="61" y="8"/>
                        </a:lnTo>
                        <a:lnTo>
                          <a:pt x="57" y="5"/>
                        </a:lnTo>
                        <a:lnTo>
                          <a:pt x="54" y="4"/>
                        </a:lnTo>
                        <a:lnTo>
                          <a:pt x="52" y="3"/>
                        </a:lnTo>
                        <a:lnTo>
                          <a:pt x="47" y="2"/>
                        </a:lnTo>
                        <a:lnTo>
                          <a:pt x="43" y="0"/>
                        </a:lnTo>
                        <a:lnTo>
                          <a:pt x="40" y="0"/>
                        </a:lnTo>
                        <a:lnTo>
                          <a:pt x="36" y="0"/>
                        </a:lnTo>
                        <a:lnTo>
                          <a:pt x="31" y="2"/>
                        </a:lnTo>
                        <a:lnTo>
                          <a:pt x="28" y="3"/>
                        </a:lnTo>
                        <a:lnTo>
                          <a:pt x="24" y="4"/>
                        </a:lnTo>
                        <a:lnTo>
                          <a:pt x="21" y="5"/>
                        </a:lnTo>
                        <a:lnTo>
                          <a:pt x="18" y="8"/>
                        </a:lnTo>
                        <a:lnTo>
                          <a:pt x="15" y="10"/>
                        </a:lnTo>
                        <a:lnTo>
                          <a:pt x="12" y="12"/>
                        </a:lnTo>
                        <a:lnTo>
                          <a:pt x="10" y="15"/>
                        </a:lnTo>
                        <a:lnTo>
                          <a:pt x="8" y="18"/>
                        </a:lnTo>
                        <a:lnTo>
                          <a:pt x="5" y="21"/>
                        </a:lnTo>
                        <a:lnTo>
                          <a:pt x="4" y="25"/>
                        </a:lnTo>
                        <a:lnTo>
                          <a:pt x="3" y="28"/>
                        </a:lnTo>
                        <a:lnTo>
                          <a:pt x="2" y="31"/>
                        </a:lnTo>
                        <a:lnTo>
                          <a:pt x="0" y="35"/>
                        </a:lnTo>
                        <a:lnTo>
                          <a:pt x="0" y="41"/>
                        </a:lnTo>
                        <a:lnTo>
                          <a:pt x="0" y="43"/>
                        </a:lnTo>
                        <a:lnTo>
                          <a:pt x="2" y="48"/>
                        </a:lnTo>
                        <a:lnTo>
                          <a:pt x="3" y="50"/>
                        </a:lnTo>
                        <a:lnTo>
                          <a:pt x="4" y="55"/>
                        </a:lnTo>
                        <a:lnTo>
                          <a:pt x="5" y="59"/>
                        </a:lnTo>
                        <a:lnTo>
                          <a:pt x="8" y="61"/>
                        </a:lnTo>
                        <a:lnTo>
                          <a:pt x="10" y="63"/>
                        </a:lnTo>
                        <a:lnTo>
                          <a:pt x="12" y="67"/>
                        </a:lnTo>
                        <a:lnTo>
                          <a:pt x="15" y="68"/>
                        </a:lnTo>
                        <a:lnTo>
                          <a:pt x="18" y="70"/>
                        </a:lnTo>
                        <a:lnTo>
                          <a:pt x="21" y="73"/>
                        </a:lnTo>
                        <a:lnTo>
                          <a:pt x="24" y="75"/>
                        </a:lnTo>
                        <a:lnTo>
                          <a:pt x="28" y="76"/>
                        </a:lnTo>
                        <a:lnTo>
                          <a:pt x="31" y="78"/>
                        </a:lnTo>
                        <a:lnTo>
                          <a:pt x="36" y="79"/>
                        </a:lnTo>
                        <a:lnTo>
                          <a:pt x="40" y="7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6" name="Freeform 207"/>
                  <p:cNvSpPr/>
                  <p:nvPr/>
                </p:nvSpPr>
                <p:spPr bwMode="auto">
                  <a:xfrm>
                    <a:off x="5536" y="1906"/>
                    <a:ext cx="26" cy="25"/>
                  </a:xfrm>
                  <a:custGeom>
                    <a:avLst/>
                    <a:gdLst>
                      <a:gd name="T0" fmla="*/ 0 w 78"/>
                      <a:gd name="T1" fmla="*/ 0 h 76"/>
                      <a:gd name="T2" fmla="*/ 0 w 78"/>
                      <a:gd name="T3" fmla="*/ 0 h 76"/>
                      <a:gd name="T4" fmla="*/ 0 w 78"/>
                      <a:gd name="T5" fmla="*/ 0 h 76"/>
                      <a:gd name="T6" fmla="*/ 0 w 78"/>
                      <a:gd name="T7" fmla="*/ 0 h 76"/>
                      <a:gd name="T8" fmla="*/ 0 w 78"/>
                      <a:gd name="T9" fmla="*/ 0 h 76"/>
                      <a:gd name="T10" fmla="*/ 0 w 78"/>
                      <a:gd name="T11" fmla="*/ 0 h 76"/>
                      <a:gd name="T12" fmla="*/ 0 w 78"/>
                      <a:gd name="T13" fmla="*/ 0 h 76"/>
                      <a:gd name="T14" fmla="*/ 0 w 78"/>
                      <a:gd name="T15" fmla="*/ 0 h 76"/>
                      <a:gd name="T16" fmla="*/ 0 w 78"/>
                      <a:gd name="T17" fmla="*/ 0 h 76"/>
                      <a:gd name="T18" fmla="*/ 0 w 78"/>
                      <a:gd name="T19" fmla="*/ 0 h 76"/>
                      <a:gd name="T20" fmla="*/ 0 w 78"/>
                      <a:gd name="T21" fmla="*/ 0 h 76"/>
                      <a:gd name="T22" fmla="*/ 0 w 78"/>
                      <a:gd name="T23" fmla="*/ 0 h 76"/>
                      <a:gd name="T24" fmla="*/ 0 w 78"/>
                      <a:gd name="T25" fmla="*/ 0 h 76"/>
                      <a:gd name="T26" fmla="*/ 0 w 78"/>
                      <a:gd name="T27" fmla="*/ 0 h 76"/>
                      <a:gd name="T28" fmla="*/ 0 w 78"/>
                      <a:gd name="T29" fmla="*/ 0 h 76"/>
                      <a:gd name="T30" fmla="*/ 0 w 78"/>
                      <a:gd name="T31" fmla="*/ 0 h 76"/>
                      <a:gd name="T32" fmla="*/ 0 w 78"/>
                      <a:gd name="T33" fmla="*/ 0 h 76"/>
                      <a:gd name="T34" fmla="*/ 0 w 78"/>
                      <a:gd name="T35" fmla="*/ 0 h 76"/>
                      <a:gd name="T36" fmla="*/ 0 w 78"/>
                      <a:gd name="T37" fmla="*/ 0 h 76"/>
                      <a:gd name="T38" fmla="*/ 0 w 78"/>
                      <a:gd name="T39" fmla="*/ 0 h 76"/>
                      <a:gd name="T40" fmla="*/ 0 w 78"/>
                      <a:gd name="T41" fmla="*/ 0 h 76"/>
                      <a:gd name="T42" fmla="*/ 0 w 78"/>
                      <a:gd name="T43" fmla="*/ 0 h 76"/>
                      <a:gd name="T44" fmla="*/ 0 w 78"/>
                      <a:gd name="T45" fmla="*/ 0 h 76"/>
                      <a:gd name="T46" fmla="*/ 0 w 78"/>
                      <a:gd name="T47" fmla="*/ 0 h 76"/>
                      <a:gd name="T48" fmla="*/ 0 w 78"/>
                      <a:gd name="T49" fmla="*/ 0 h 76"/>
                      <a:gd name="T50" fmla="*/ 0 w 78"/>
                      <a:gd name="T51" fmla="*/ 0 h 76"/>
                      <a:gd name="T52" fmla="*/ 0 w 78"/>
                      <a:gd name="T53" fmla="*/ 0 h 76"/>
                      <a:gd name="T54" fmla="*/ 0 w 78"/>
                      <a:gd name="T55" fmla="*/ 0 h 76"/>
                      <a:gd name="T56" fmla="*/ 0 w 78"/>
                      <a:gd name="T57" fmla="*/ 0 h 76"/>
                      <a:gd name="T58" fmla="*/ 0 w 78"/>
                      <a:gd name="T59" fmla="*/ 0 h 76"/>
                      <a:gd name="T60" fmla="*/ 0 w 78"/>
                      <a:gd name="T61" fmla="*/ 0 h 76"/>
                      <a:gd name="T62" fmla="*/ 0 w 78"/>
                      <a:gd name="T63" fmla="*/ 0 h 76"/>
                      <a:gd name="T64" fmla="*/ 0 w 78"/>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6"/>
                      <a:gd name="T101" fmla="*/ 78 w 78"/>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6">
                        <a:moveTo>
                          <a:pt x="40" y="76"/>
                        </a:moveTo>
                        <a:lnTo>
                          <a:pt x="43" y="76"/>
                        </a:lnTo>
                        <a:lnTo>
                          <a:pt x="47" y="76"/>
                        </a:lnTo>
                        <a:lnTo>
                          <a:pt x="50" y="73"/>
                        </a:lnTo>
                        <a:lnTo>
                          <a:pt x="54" y="73"/>
                        </a:lnTo>
                        <a:lnTo>
                          <a:pt x="57" y="71"/>
                        </a:lnTo>
                        <a:lnTo>
                          <a:pt x="60" y="70"/>
                        </a:lnTo>
                        <a:lnTo>
                          <a:pt x="63" y="67"/>
                        </a:lnTo>
                        <a:lnTo>
                          <a:pt x="67" y="65"/>
                        </a:lnTo>
                        <a:lnTo>
                          <a:pt x="68" y="63"/>
                        </a:lnTo>
                        <a:lnTo>
                          <a:pt x="70" y="59"/>
                        </a:lnTo>
                        <a:lnTo>
                          <a:pt x="73" y="56"/>
                        </a:lnTo>
                        <a:lnTo>
                          <a:pt x="75" y="53"/>
                        </a:lnTo>
                        <a:lnTo>
                          <a:pt x="75" y="50"/>
                        </a:lnTo>
                        <a:lnTo>
                          <a:pt x="78" y="45"/>
                        </a:lnTo>
                        <a:lnTo>
                          <a:pt x="78" y="41"/>
                        </a:lnTo>
                        <a:lnTo>
                          <a:pt x="78" y="38"/>
                        </a:lnTo>
                        <a:lnTo>
                          <a:pt x="78" y="34"/>
                        </a:lnTo>
                        <a:lnTo>
                          <a:pt x="78" y="29"/>
                        </a:lnTo>
                        <a:lnTo>
                          <a:pt x="75" y="26"/>
                        </a:lnTo>
                        <a:lnTo>
                          <a:pt x="75" y="22"/>
                        </a:lnTo>
                        <a:lnTo>
                          <a:pt x="73" y="19"/>
                        </a:lnTo>
                        <a:lnTo>
                          <a:pt x="70" y="15"/>
                        </a:lnTo>
                        <a:lnTo>
                          <a:pt x="68" y="13"/>
                        </a:lnTo>
                        <a:lnTo>
                          <a:pt x="67" y="10"/>
                        </a:lnTo>
                        <a:lnTo>
                          <a:pt x="63" y="7"/>
                        </a:lnTo>
                        <a:lnTo>
                          <a:pt x="60" y="6"/>
                        </a:lnTo>
                        <a:lnTo>
                          <a:pt x="57" y="3"/>
                        </a:lnTo>
                        <a:lnTo>
                          <a:pt x="54" y="2"/>
                        </a:lnTo>
                        <a:lnTo>
                          <a:pt x="50" y="1"/>
                        </a:lnTo>
                        <a:lnTo>
                          <a:pt x="47" y="0"/>
                        </a:lnTo>
                        <a:lnTo>
                          <a:pt x="43" y="0"/>
                        </a:lnTo>
                        <a:lnTo>
                          <a:pt x="40" y="0"/>
                        </a:lnTo>
                        <a:lnTo>
                          <a:pt x="35" y="0"/>
                        </a:lnTo>
                        <a:lnTo>
                          <a:pt x="31" y="0"/>
                        </a:lnTo>
                        <a:lnTo>
                          <a:pt x="27" y="1"/>
                        </a:lnTo>
                        <a:lnTo>
                          <a:pt x="24" y="2"/>
                        </a:lnTo>
                        <a:lnTo>
                          <a:pt x="21" y="3"/>
                        </a:lnTo>
                        <a:lnTo>
                          <a:pt x="17" y="6"/>
                        </a:lnTo>
                        <a:lnTo>
                          <a:pt x="13" y="7"/>
                        </a:lnTo>
                        <a:lnTo>
                          <a:pt x="11" y="10"/>
                        </a:lnTo>
                        <a:lnTo>
                          <a:pt x="9" y="13"/>
                        </a:lnTo>
                        <a:lnTo>
                          <a:pt x="6" y="15"/>
                        </a:lnTo>
                        <a:lnTo>
                          <a:pt x="4" y="19"/>
                        </a:lnTo>
                        <a:lnTo>
                          <a:pt x="4" y="22"/>
                        </a:lnTo>
                        <a:lnTo>
                          <a:pt x="2" y="26"/>
                        </a:lnTo>
                        <a:lnTo>
                          <a:pt x="2" y="29"/>
                        </a:lnTo>
                        <a:lnTo>
                          <a:pt x="0" y="34"/>
                        </a:lnTo>
                        <a:lnTo>
                          <a:pt x="0" y="38"/>
                        </a:lnTo>
                        <a:lnTo>
                          <a:pt x="0" y="41"/>
                        </a:lnTo>
                        <a:lnTo>
                          <a:pt x="2" y="45"/>
                        </a:lnTo>
                        <a:lnTo>
                          <a:pt x="2" y="50"/>
                        </a:lnTo>
                        <a:lnTo>
                          <a:pt x="4" y="53"/>
                        </a:lnTo>
                        <a:lnTo>
                          <a:pt x="4" y="56"/>
                        </a:lnTo>
                        <a:lnTo>
                          <a:pt x="6" y="59"/>
                        </a:lnTo>
                        <a:lnTo>
                          <a:pt x="9" y="63"/>
                        </a:lnTo>
                        <a:lnTo>
                          <a:pt x="11" y="65"/>
                        </a:lnTo>
                        <a:lnTo>
                          <a:pt x="13" y="67"/>
                        </a:lnTo>
                        <a:lnTo>
                          <a:pt x="17" y="70"/>
                        </a:lnTo>
                        <a:lnTo>
                          <a:pt x="21" y="71"/>
                        </a:lnTo>
                        <a:lnTo>
                          <a:pt x="24" y="73"/>
                        </a:lnTo>
                        <a:lnTo>
                          <a:pt x="27" y="73"/>
                        </a:lnTo>
                        <a:lnTo>
                          <a:pt x="31" y="76"/>
                        </a:lnTo>
                        <a:lnTo>
                          <a:pt x="35" y="76"/>
                        </a:lnTo>
                        <a:lnTo>
                          <a:pt x="40" y="7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7" name="Freeform 208"/>
                  <p:cNvSpPr/>
                  <p:nvPr/>
                </p:nvSpPr>
                <p:spPr bwMode="auto">
                  <a:xfrm>
                    <a:off x="5588" y="190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38" y="77"/>
                        </a:moveTo>
                        <a:lnTo>
                          <a:pt x="41" y="76"/>
                        </a:lnTo>
                        <a:lnTo>
                          <a:pt x="45" y="75"/>
                        </a:lnTo>
                        <a:lnTo>
                          <a:pt x="50" y="75"/>
                        </a:lnTo>
                        <a:lnTo>
                          <a:pt x="53" y="72"/>
                        </a:lnTo>
                        <a:lnTo>
                          <a:pt x="56" y="71"/>
                        </a:lnTo>
                        <a:lnTo>
                          <a:pt x="60" y="69"/>
                        </a:lnTo>
                        <a:lnTo>
                          <a:pt x="63" y="66"/>
                        </a:lnTo>
                        <a:lnTo>
                          <a:pt x="65" y="64"/>
                        </a:lnTo>
                        <a:lnTo>
                          <a:pt x="67" y="62"/>
                        </a:lnTo>
                        <a:lnTo>
                          <a:pt x="70" y="59"/>
                        </a:lnTo>
                        <a:lnTo>
                          <a:pt x="71" y="56"/>
                        </a:lnTo>
                        <a:lnTo>
                          <a:pt x="73" y="53"/>
                        </a:lnTo>
                        <a:lnTo>
                          <a:pt x="76" y="49"/>
                        </a:lnTo>
                        <a:lnTo>
                          <a:pt x="76" y="45"/>
                        </a:lnTo>
                        <a:lnTo>
                          <a:pt x="77" y="41"/>
                        </a:lnTo>
                        <a:lnTo>
                          <a:pt x="78" y="38"/>
                        </a:lnTo>
                        <a:lnTo>
                          <a:pt x="77" y="34"/>
                        </a:lnTo>
                        <a:lnTo>
                          <a:pt x="76" y="28"/>
                        </a:lnTo>
                        <a:lnTo>
                          <a:pt x="76" y="26"/>
                        </a:lnTo>
                        <a:lnTo>
                          <a:pt x="73" y="23"/>
                        </a:lnTo>
                        <a:lnTo>
                          <a:pt x="71" y="19"/>
                        </a:lnTo>
                        <a:lnTo>
                          <a:pt x="70" y="17"/>
                        </a:lnTo>
                        <a:lnTo>
                          <a:pt x="67" y="13"/>
                        </a:lnTo>
                        <a:lnTo>
                          <a:pt x="65" y="11"/>
                        </a:lnTo>
                        <a:lnTo>
                          <a:pt x="63" y="8"/>
                        </a:lnTo>
                        <a:lnTo>
                          <a:pt x="60" y="6"/>
                        </a:lnTo>
                        <a:lnTo>
                          <a:pt x="56" y="4"/>
                        </a:lnTo>
                        <a:lnTo>
                          <a:pt x="53" y="2"/>
                        </a:lnTo>
                        <a:lnTo>
                          <a:pt x="50" y="1"/>
                        </a:lnTo>
                        <a:lnTo>
                          <a:pt x="45" y="0"/>
                        </a:lnTo>
                        <a:lnTo>
                          <a:pt x="41" y="0"/>
                        </a:lnTo>
                        <a:lnTo>
                          <a:pt x="38" y="0"/>
                        </a:lnTo>
                        <a:lnTo>
                          <a:pt x="34" y="0"/>
                        </a:lnTo>
                        <a:lnTo>
                          <a:pt x="31" y="0"/>
                        </a:lnTo>
                        <a:lnTo>
                          <a:pt x="26" y="1"/>
                        </a:lnTo>
                        <a:lnTo>
                          <a:pt x="22" y="2"/>
                        </a:lnTo>
                        <a:lnTo>
                          <a:pt x="20" y="4"/>
                        </a:lnTo>
                        <a:lnTo>
                          <a:pt x="16" y="6"/>
                        </a:lnTo>
                        <a:lnTo>
                          <a:pt x="13" y="8"/>
                        </a:lnTo>
                        <a:lnTo>
                          <a:pt x="11" y="11"/>
                        </a:lnTo>
                        <a:lnTo>
                          <a:pt x="8" y="13"/>
                        </a:lnTo>
                        <a:lnTo>
                          <a:pt x="6" y="17"/>
                        </a:lnTo>
                        <a:lnTo>
                          <a:pt x="5" y="19"/>
                        </a:lnTo>
                        <a:lnTo>
                          <a:pt x="2" y="23"/>
                        </a:lnTo>
                        <a:lnTo>
                          <a:pt x="1" y="26"/>
                        </a:lnTo>
                        <a:lnTo>
                          <a:pt x="0" y="28"/>
                        </a:lnTo>
                        <a:lnTo>
                          <a:pt x="0" y="34"/>
                        </a:lnTo>
                        <a:lnTo>
                          <a:pt x="0" y="38"/>
                        </a:lnTo>
                        <a:lnTo>
                          <a:pt x="0" y="41"/>
                        </a:lnTo>
                        <a:lnTo>
                          <a:pt x="0" y="45"/>
                        </a:lnTo>
                        <a:lnTo>
                          <a:pt x="1" y="49"/>
                        </a:lnTo>
                        <a:lnTo>
                          <a:pt x="2" y="53"/>
                        </a:lnTo>
                        <a:lnTo>
                          <a:pt x="5" y="56"/>
                        </a:lnTo>
                        <a:lnTo>
                          <a:pt x="6" y="59"/>
                        </a:lnTo>
                        <a:lnTo>
                          <a:pt x="8" y="62"/>
                        </a:lnTo>
                        <a:lnTo>
                          <a:pt x="11" y="64"/>
                        </a:lnTo>
                        <a:lnTo>
                          <a:pt x="13" y="66"/>
                        </a:lnTo>
                        <a:lnTo>
                          <a:pt x="16" y="69"/>
                        </a:lnTo>
                        <a:lnTo>
                          <a:pt x="20" y="71"/>
                        </a:lnTo>
                        <a:lnTo>
                          <a:pt x="22" y="72"/>
                        </a:lnTo>
                        <a:lnTo>
                          <a:pt x="26" y="75"/>
                        </a:lnTo>
                        <a:lnTo>
                          <a:pt x="31" y="75"/>
                        </a:lnTo>
                        <a:lnTo>
                          <a:pt x="34" y="76"/>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8" name="Freeform 209"/>
                  <p:cNvSpPr/>
                  <p:nvPr/>
                </p:nvSpPr>
                <p:spPr bwMode="auto">
                  <a:xfrm>
                    <a:off x="5639" y="1907"/>
                    <a:ext cx="25"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1" y="77"/>
                        </a:lnTo>
                        <a:lnTo>
                          <a:pt x="45" y="76"/>
                        </a:lnTo>
                        <a:lnTo>
                          <a:pt x="48" y="75"/>
                        </a:lnTo>
                        <a:lnTo>
                          <a:pt x="53" y="75"/>
                        </a:lnTo>
                        <a:lnTo>
                          <a:pt x="56" y="73"/>
                        </a:lnTo>
                        <a:lnTo>
                          <a:pt x="59" y="70"/>
                        </a:lnTo>
                        <a:lnTo>
                          <a:pt x="61" y="67"/>
                        </a:lnTo>
                        <a:lnTo>
                          <a:pt x="65" y="66"/>
                        </a:lnTo>
                        <a:lnTo>
                          <a:pt x="67" y="62"/>
                        </a:lnTo>
                        <a:lnTo>
                          <a:pt x="70" y="60"/>
                        </a:lnTo>
                        <a:lnTo>
                          <a:pt x="71" y="57"/>
                        </a:lnTo>
                        <a:lnTo>
                          <a:pt x="73" y="53"/>
                        </a:lnTo>
                        <a:lnTo>
                          <a:pt x="74" y="50"/>
                        </a:lnTo>
                        <a:lnTo>
                          <a:pt x="76" y="45"/>
                        </a:lnTo>
                        <a:lnTo>
                          <a:pt x="76" y="42"/>
                        </a:lnTo>
                        <a:lnTo>
                          <a:pt x="77" y="38"/>
                        </a:lnTo>
                        <a:lnTo>
                          <a:pt x="76" y="35"/>
                        </a:lnTo>
                        <a:lnTo>
                          <a:pt x="76" y="30"/>
                        </a:lnTo>
                        <a:lnTo>
                          <a:pt x="74" y="26"/>
                        </a:lnTo>
                        <a:lnTo>
                          <a:pt x="73" y="23"/>
                        </a:lnTo>
                        <a:lnTo>
                          <a:pt x="71" y="19"/>
                        </a:lnTo>
                        <a:lnTo>
                          <a:pt x="70" y="17"/>
                        </a:lnTo>
                        <a:lnTo>
                          <a:pt x="67" y="13"/>
                        </a:lnTo>
                        <a:lnTo>
                          <a:pt x="65" y="11"/>
                        </a:lnTo>
                        <a:lnTo>
                          <a:pt x="61" y="9"/>
                        </a:lnTo>
                        <a:lnTo>
                          <a:pt x="59" y="6"/>
                        </a:lnTo>
                        <a:lnTo>
                          <a:pt x="56" y="4"/>
                        </a:lnTo>
                        <a:lnTo>
                          <a:pt x="53" y="3"/>
                        </a:lnTo>
                        <a:lnTo>
                          <a:pt x="48" y="2"/>
                        </a:lnTo>
                        <a:lnTo>
                          <a:pt x="45" y="0"/>
                        </a:lnTo>
                        <a:lnTo>
                          <a:pt x="41" y="0"/>
                        </a:lnTo>
                        <a:lnTo>
                          <a:pt x="38" y="0"/>
                        </a:lnTo>
                        <a:lnTo>
                          <a:pt x="33" y="0"/>
                        </a:lnTo>
                        <a:lnTo>
                          <a:pt x="31" y="0"/>
                        </a:lnTo>
                        <a:lnTo>
                          <a:pt x="26" y="2"/>
                        </a:lnTo>
                        <a:lnTo>
                          <a:pt x="22" y="3"/>
                        </a:lnTo>
                        <a:lnTo>
                          <a:pt x="19" y="4"/>
                        </a:lnTo>
                        <a:lnTo>
                          <a:pt x="15" y="6"/>
                        </a:lnTo>
                        <a:lnTo>
                          <a:pt x="13" y="9"/>
                        </a:lnTo>
                        <a:lnTo>
                          <a:pt x="10" y="11"/>
                        </a:lnTo>
                        <a:lnTo>
                          <a:pt x="7" y="13"/>
                        </a:lnTo>
                        <a:lnTo>
                          <a:pt x="4" y="17"/>
                        </a:lnTo>
                        <a:lnTo>
                          <a:pt x="3" y="19"/>
                        </a:lnTo>
                        <a:lnTo>
                          <a:pt x="2" y="23"/>
                        </a:lnTo>
                        <a:lnTo>
                          <a:pt x="0" y="26"/>
                        </a:lnTo>
                        <a:lnTo>
                          <a:pt x="0" y="30"/>
                        </a:lnTo>
                        <a:lnTo>
                          <a:pt x="0" y="35"/>
                        </a:lnTo>
                        <a:lnTo>
                          <a:pt x="0" y="38"/>
                        </a:lnTo>
                        <a:lnTo>
                          <a:pt x="0" y="42"/>
                        </a:lnTo>
                        <a:lnTo>
                          <a:pt x="0" y="45"/>
                        </a:lnTo>
                        <a:lnTo>
                          <a:pt x="0" y="50"/>
                        </a:lnTo>
                        <a:lnTo>
                          <a:pt x="2" y="53"/>
                        </a:lnTo>
                        <a:lnTo>
                          <a:pt x="3" y="57"/>
                        </a:lnTo>
                        <a:lnTo>
                          <a:pt x="4" y="60"/>
                        </a:lnTo>
                        <a:lnTo>
                          <a:pt x="7" y="62"/>
                        </a:lnTo>
                        <a:lnTo>
                          <a:pt x="10" y="66"/>
                        </a:lnTo>
                        <a:lnTo>
                          <a:pt x="13" y="67"/>
                        </a:lnTo>
                        <a:lnTo>
                          <a:pt x="15" y="70"/>
                        </a:lnTo>
                        <a:lnTo>
                          <a:pt x="19" y="73"/>
                        </a:lnTo>
                        <a:lnTo>
                          <a:pt x="22" y="75"/>
                        </a:lnTo>
                        <a:lnTo>
                          <a:pt x="26" y="75"/>
                        </a:lnTo>
                        <a:lnTo>
                          <a:pt x="31" y="76"/>
                        </a:lnTo>
                        <a:lnTo>
                          <a:pt x="33" y="77"/>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9" name="Freeform 210"/>
                  <p:cNvSpPr/>
                  <p:nvPr/>
                </p:nvSpPr>
                <p:spPr bwMode="auto">
                  <a:xfrm>
                    <a:off x="5491" y="1538"/>
                    <a:ext cx="19" cy="9"/>
                  </a:xfrm>
                  <a:custGeom>
                    <a:avLst/>
                    <a:gdLst>
                      <a:gd name="T0" fmla="*/ 0 w 56"/>
                      <a:gd name="T1" fmla="*/ 0 h 27"/>
                      <a:gd name="T2" fmla="*/ 0 w 56"/>
                      <a:gd name="T3" fmla="*/ 0 h 27"/>
                      <a:gd name="T4" fmla="*/ 0 w 56"/>
                      <a:gd name="T5" fmla="*/ 0 h 27"/>
                      <a:gd name="T6" fmla="*/ 0 w 56"/>
                      <a:gd name="T7" fmla="*/ 0 h 27"/>
                      <a:gd name="T8" fmla="*/ 0 w 56"/>
                      <a:gd name="T9" fmla="*/ 0 h 27"/>
                      <a:gd name="T10" fmla="*/ 0 w 56"/>
                      <a:gd name="T11" fmla="*/ 0 h 27"/>
                      <a:gd name="T12" fmla="*/ 0 w 56"/>
                      <a:gd name="T13" fmla="*/ 0 h 27"/>
                      <a:gd name="T14" fmla="*/ 0 w 56"/>
                      <a:gd name="T15" fmla="*/ 0 h 27"/>
                      <a:gd name="T16" fmla="*/ 0 w 56"/>
                      <a:gd name="T17" fmla="*/ 0 h 27"/>
                      <a:gd name="T18" fmla="*/ 0 w 56"/>
                      <a:gd name="T19" fmla="*/ 0 h 27"/>
                      <a:gd name="T20" fmla="*/ 0 w 56"/>
                      <a:gd name="T21" fmla="*/ 0 h 27"/>
                      <a:gd name="T22" fmla="*/ 0 w 56"/>
                      <a:gd name="T23" fmla="*/ 0 h 27"/>
                      <a:gd name="T24" fmla="*/ 0 w 56"/>
                      <a:gd name="T25" fmla="*/ 0 h 27"/>
                      <a:gd name="T26" fmla="*/ 0 w 56"/>
                      <a:gd name="T27" fmla="*/ 0 h 27"/>
                      <a:gd name="T28" fmla="*/ 0 w 56"/>
                      <a:gd name="T29" fmla="*/ 0 h 27"/>
                      <a:gd name="T30" fmla="*/ 0 w 56"/>
                      <a:gd name="T31" fmla="*/ 0 h 27"/>
                      <a:gd name="T32" fmla="*/ 0 w 56"/>
                      <a:gd name="T33" fmla="*/ 0 h 27"/>
                      <a:gd name="T34" fmla="*/ 0 w 56"/>
                      <a:gd name="T35" fmla="*/ 0 h 27"/>
                      <a:gd name="T36" fmla="*/ 0 w 56"/>
                      <a:gd name="T37" fmla="*/ 0 h 27"/>
                      <a:gd name="T38" fmla="*/ 0 w 56"/>
                      <a:gd name="T39" fmla="*/ 0 h 27"/>
                      <a:gd name="T40" fmla="*/ 0 w 56"/>
                      <a:gd name="T41" fmla="*/ 0 h 27"/>
                      <a:gd name="T42" fmla="*/ 0 w 56"/>
                      <a:gd name="T43" fmla="*/ 0 h 27"/>
                      <a:gd name="T44" fmla="*/ 0 w 56"/>
                      <a:gd name="T45" fmla="*/ 0 h 27"/>
                      <a:gd name="T46" fmla="*/ 0 w 56"/>
                      <a:gd name="T47" fmla="*/ 0 h 27"/>
                      <a:gd name="T48" fmla="*/ 0 w 56"/>
                      <a:gd name="T49" fmla="*/ 0 h 27"/>
                      <a:gd name="T50" fmla="*/ 0 w 56"/>
                      <a:gd name="T51" fmla="*/ 0 h 27"/>
                      <a:gd name="T52" fmla="*/ 0 w 56"/>
                      <a:gd name="T53" fmla="*/ 0 h 27"/>
                      <a:gd name="T54" fmla="*/ 0 w 56"/>
                      <a:gd name="T55" fmla="*/ 0 h 27"/>
                      <a:gd name="T56" fmla="*/ 0 w 56"/>
                      <a:gd name="T57" fmla="*/ 0 h 27"/>
                      <a:gd name="T58" fmla="*/ 0 w 56"/>
                      <a:gd name="T59" fmla="*/ 0 h 27"/>
                      <a:gd name="T60" fmla="*/ 0 w 56"/>
                      <a:gd name="T61" fmla="*/ 0 h 27"/>
                      <a:gd name="T62" fmla="*/ 0 w 56"/>
                      <a:gd name="T63" fmla="*/ 0 h 27"/>
                      <a:gd name="T64" fmla="*/ 0 w 56"/>
                      <a:gd name="T65" fmla="*/ 0 h 27"/>
                      <a:gd name="T66" fmla="*/ 0 w 56"/>
                      <a:gd name="T67" fmla="*/ 0 h 27"/>
                      <a:gd name="T68" fmla="*/ 0 w 56"/>
                      <a:gd name="T69" fmla="*/ 0 h 27"/>
                      <a:gd name="T70" fmla="*/ 0 w 56"/>
                      <a:gd name="T71" fmla="*/ 0 h 27"/>
                      <a:gd name="T72" fmla="*/ 0 w 56"/>
                      <a:gd name="T73" fmla="*/ 0 h 27"/>
                      <a:gd name="T74" fmla="*/ 0 w 56"/>
                      <a:gd name="T75" fmla="*/ 0 h 27"/>
                      <a:gd name="T76" fmla="*/ 0 w 56"/>
                      <a:gd name="T77" fmla="*/ 0 h 27"/>
                      <a:gd name="T78" fmla="*/ 0 w 56"/>
                      <a:gd name="T79" fmla="*/ 0 h 27"/>
                      <a:gd name="T80" fmla="*/ 0 w 56"/>
                      <a:gd name="T81" fmla="*/ 0 h 27"/>
                      <a:gd name="T82" fmla="*/ 0 w 56"/>
                      <a:gd name="T83" fmla="*/ 0 h 2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6"/>
                      <a:gd name="T127" fmla="*/ 0 h 27"/>
                      <a:gd name="T128" fmla="*/ 56 w 56"/>
                      <a:gd name="T129" fmla="*/ 27 h 2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6" h="27">
                        <a:moveTo>
                          <a:pt x="51" y="0"/>
                        </a:moveTo>
                        <a:lnTo>
                          <a:pt x="51" y="4"/>
                        </a:lnTo>
                        <a:lnTo>
                          <a:pt x="51" y="8"/>
                        </a:lnTo>
                        <a:lnTo>
                          <a:pt x="51" y="12"/>
                        </a:lnTo>
                        <a:lnTo>
                          <a:pt x="53" y="15"/>
                        </a:lnTo>
                        <a:lnTo>
                          <a:pt x="53" y="19"/>
                        </a:lnTo>
                        <a:lnTo>
                          <a:pt x="54" y="22"/>
                        </a:lnTo>
                        <a:lnTo>
                          <a:pt x="55" y="25"/>
                        </a:lnTo>
                        <a:lnTo>
                          <a:pt x="56" y="27"/>
                        </a:lnTo>
                        <a:lnTo>
                          <a:pt x="51" y="27"/>
                        </a:lnTo>
                        <a:lnTo>
                          <a:pt x="48" y="27"/>
                        </a:lnTo>
                        <a:lnTo>
                          <a:pt x="44" y="27"/>
                        </a:lnTo>
                        <a:lnTo>
                          <a:pt x="41" y="27"/>
                        </a:lnTo>
                        <a:lnTo>
                          <a:pt x="37" y="26"/>
                        </a:lnTo>
                        <a:lnTo>
                          <a:pt x="34" y="25"/>
                        </a:lnTo>
                        <a:lnTo>
                          <a:pt x="29" y="23"/>
                        </a:lnTo>
                        <a:lnTo>
                          <a:pt x="26" y="22"/>
                        </a:lnTo>
                        <a:lnTo>
                          <a:pt x="23" y="20"/>
                        </a:lnTo>
                        <a:lnTo>
                          <a:pt x="19" y="18"/>
                        </a:lnTo>
                        <a:lnTo>
                          <a:pt x="16" y="14"/>
                        </a:lnTo>
                        <a:lnTo>
                          <a:pt x="13" y="12"/>
                        </a:lnTo>
                        <a:lnTo>
                          <a:pt x="9" y="9"/>
                        </a:lnTo>
                        <a:lnTo>
                          <a:pt x="6" y="7"/>
                        </a:lnTo>
                        <a:lnTo>
                          <a:pt x="3" y="4"/>
                        </a:lnTo>
                        <a:lnTo>
                          <a:pt x="0" y="2"/>
                        </a:lnTo>
                        <a:lnTo>
                          <a:pt x="3" y="1"/>
                        </a:lnTo>
                        <a:lnTo>
                          <a:pt x="6" y="1"/>
                        </a:lnTo>
                        <a:lnTo>
                          <a:pt x="9" y="1"/>
                        </a:lnTo>
                        <a:lnTo>
                          <a:pt x="13" y="1"/>
                        </a:lnTo>
                        <a:lnTo>
                          <a:pt x="16" y="1"/>
                        </a:lnTo>
                        <a:lnTo>
                          <a:pt x="19" y="1"/>
                        </a:lnTo>
                        <a:lnTo>
                          <a:pt x="23" y="1"/>
                        </a:lnTo>
                        <a:lnTo>
                          <a:pt x="26" y="1"/>
                        </a:lnTo>
                        <a:lnTo>
                          <a:pt x="29" y="0"/>
                        </a:lnTo>
                        <a:lnTo>
                          <a:pt x="31" y="0"/>
                        </a:lnTo>
                        <a:lnTo>
                          <a:pt x="35" y="0"/>
                        </a:lnTo>
                        <a:lnTo>
                          <a:pt x="40" y="0"/>
                        </a:lnTo>
                        <a:lnTo>
                          <a:pt x="42" y="0"/>
                        </a:lnTo>
                        <a:lnTo>
                          <a:pt x="44" y="0"/>
                        </a:lnTo>
                        <a:lnTo>
                          <a:pt x="48" y="0"/>
                        </a:lnTo>
                        <a:lnTo>
                          <a:pt x="51"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40" name="Freeform 211"/>
                  <p:cNvSpPr/>
                  <p:nvPr/>
                </p:nvSpPr>
                <p:spPr bwMode="auto">
                  <a:xfrm>
                    <a:off x="5354" y="1538"/>
                    <a:ext cx="326" cy="47"/>
                  </a:xfrm>
                  <a:custGeom>
                    <a:avLst/>
                    <a:gdLst>
                      <a:gd name="T0" fmla="*/ 0 w 976"/>
                      <a:gd name="T1" fmla="*/ 0 h 139"/>
                      <a:gd name="T2" fmla="*/ 0 w 976"/>
                      <a:gd name="T3" fmla="*/ 0 h 139"/>
                      <a:gd name="T4" fmla="*/ 0 w 976"/>
                      <a:gd name="T5" fmla="*/ 0 h 139"/>
                      <a:gd name="T6" fmla="*/ 0 w 976"/>
                      <a:gd name="T7" fmla="*/ 0 h 139"/>
                      <a:gd name="T8" fmla="*/ 0 w 976"/>
                      <a:gd name="T9" fmla="*/ 0 h 139"/>
                      <a:gd name="T10" fmla="*/ 0 w 976"/>
                      <a:gd name="T11" fmla="*/ 0 h 139"/>
                      <a:gd name="T12" fmla="*/ 0 w 976"/>
                      <a:gd name="T13" fmla="*/ 0 h 139"/>
                      <a:gd name="T14" fmla="*/ 0 w 976"/>
                      <a:gd name="T15" fmla="*/ 0 h 139"/>
                      <a:gd name="T16" fmla="*/ 0 w 976"/>
                      <a:gd name="T17" fmla="*/ 0 h 139"/>
                      <a:gd name="T18" fmla="*/ 0 w 976"/>
                      <a:gd name="T19" fmla="*/ 0 h 139"/>
                      <a:gd name="T20" fmla="*/ 0 w 976"/>
                      <a:gd name="T21" fmla="*/ 0 h 139"/>
                      <a:gd name="T22" fmla="*/ 0 w 976"/>
                      <a:gd name="T23" fmla="*/ 0 h 139"/>
                      <a:gd name="T24" fmla="*/ 0 w 976"/>
                      <a:gd name="T25" fmla="*/ 0 h 139"/>
                      <a:gd name="T26" fmla="*/ 0 w 976"/>
                      <a:gd name="T27" fmla="*/ 0 h 139"/>
                      <a:gd name="T28" fmla="*/ 0 w 976"/>
                      <a:gd name="T29" fmla="*/ 0 h 139"/>
                      <a:gd name="T30" fmla="*/ 0 w 976"/>
                      <a:gd name="T31" fmla="*/ 0 h 139"/>
                      <a:gd name="T32" fmla="*/ 0 w 976"/>
                      <a:gd name="T33" fmla="*/ 0 h 139"/>
                      <a:gd name="T34" fmla="*/ 0 w 976"/>
                      <a:gd name="T35" fmla="*/ 0 h 139"/>
                      <a:gd name="T36" fmla="*/ 0 w 976"/>
                      <a:gd name="T37" fmla="*/ 0 h 139"/>
                      <a:gd name="T38" fmla="*/ 0 w 976"/>
                      <a:gd name="T39" fmla="*/ 0 h 139"/>
                      <a:gd name="T40" fmla="*/ 0 w 976"/>
                      <a:gd name="T41" fmla="*/ 0 h 139"/>
                      <a:gd name="T42" fmla="*/ 0 w 976"/>
                      <a:gd name="T43" fmla="*/ 0 h 139"/>
                      <a:gd name="T44" fmla="*/ 0 w 976"/>
                      <a:gd name="T45" fmla="*/ 0 h 139"/>
                      <a:gd name="T46" fmla="*/ 0 w 976"/>
                      <a:gd name="T47" fmla="*/ 0 h 139"/>
                      <a:gd name="T48" fmla="*/ 0 w 976"/>
                      <a:gd name="T49" fmla="*/ 0 h 139"/>
                      <a:gd name="T50" fmla="*/ 0 w 976"/>
                      <a:gd name="T51" fmla="*/ 0 h 139"/>
                      <a:gd name="T52" fmla="*/ 0 w 976"/>
                      <a:gd name="T53" fmla="*/ 0 h 139"/>
                      <a:gd name="T54" fmla="*/ 0 w 976"/>
                      <a:gd name="T55" fmla="*/ 0 h 139"/>
                      <a:gd name="T56" fmla="*/ 0 w 976"/>
                      <a:gd name="T57" fmla="*/ 0 h 139"/>
                      <a:gd name="T58" fmla="*/ 0 w 976"/>
                      <a:gd name="T59" fmla="*/ 0 h 139"/>
                      <a:gd name="T60" fmla="*/ 0 w 976"/>
                      <a:gd name="T61" fmla="*/ 0 h 139"/>
                      <a:gd name="T62" fmla="*/ 0 w 976"/>
                      <a:gd name="T63" fmla="*/ 0 h 139"/>
                      <a:gd name="T64" fmla="*/ 0 w 976"/>
                      <a:gd name="T65" fmla="*/ 0 h 139"/>
                      <a:gd name="T66" fmla="*/ 0 w 976"/>
                      <a:gd name="T67" fmla="*/ 0 h 139"/>
                      <a:gd name="T68" fmla="*/ 0 w 976"/>
                      <a:gd name="T69" fmla="*/ 0 h 139"/>
                      <a:gd name="T70" fmla="*/ 0 w 976"/>
                      <a:gd name="T71" fmla="*/ 0 h 139"/>
                      <a:gd name="T72" fmla="*/ 0 w 976"/>
                      <a:gd name="T73" fmla="*/ 0 h 139"/>
                      <a:gd name="T74" fmla="*/ 0 w 976"/>
                      <a:gd name="T75" fmla="*/ 0 h 139"/>
                      <a:gd name="T76" fmla="*/ 0 w 976"/>
                      <a:gd name="T77" fmla="*/ 0 h 139"/>
                      <a:gd name="T78" fmla="*/ 0 w 976"/>
                      <a:gd name="T79" fmla="*/ 0 h 139"/>
                      <a:gd name="T80" fmla="*/ 0 w 976"/>
                      <a:gd name="T81" fmla="*/ 0 h 139"/>
                      <a:gd name="T82" fmla="*/ 0 w 976"/>
                      <a:gd name="T83" fmla="*/ 0 h 139"/>
                      <a:gd name="T84" fmla="*/ 0 w 976"/>
                      <a:gd name="T85" fmla="*/ 0 h 139"/>
                      <a:gd name="T86" fmla="*/ 0 w 976"/>
                      <a:gd name="T87" fmla="*/ 0 h 139"/>
                      <a:gd name="T88" fmla="*/ 0 w 976"/>
                      <a:gd name="T89" fmla="*/ 0 h 139"/>
                      <a:gd name="T90" fmla="*/ 0 w 976"/>
                      <a:gd name="T91" fmla="*/ 0 h 139"/>
                      <a:gd name="T92" fmla="*/ 0 w 976"/>
                      <a:gd name="T93" fmla="*/ 0 h 139"/>
                      <a:gd name="T94" fmla="*/ 0 w 976"/>
                      <a:gd name="T95" fmla="*/ 0 h 139"/>
                      <a:gd name="T96" fmla="*/ 0 w 976"/>
                      <a:gd name="T97" fmla="*/ 0 h 139"/>
                      <a:gd name="T98" fmla="*/ 0 w 976"/>
                      <a:gd name="T99" fmla="*/ 0 h 139"/>
                      <a:gd name="T100" fmla="*/ 0 w 976"/>
                      <a:gd name="T101" fmla="*/ 0 h 139"/>
                      <a:gd name="T102" fmla="*/ 0 w 976"/>
                      <a:gd name="T103" fmla="*/ 0 h 139"/>
                      <a:gd name="T104" fmla="*/ 0 w 976"/>
                      <a:gd name="T105" fmla="*/ 0 h 139"/>
                      <a:gd name="T106" fmla="*/ 0 w 976"/>
                      <a:gd name="T107" fmla="*/ 0 h 139"/>
                      <a:gd name="T108" fmla="*/ 0 w 976"/>
                      <a:gd name="T109" fmla="*/ 0 h 139"/>
                      <a:gd name="T110" fmla="*/ 0 w 976"/>
                      <a:gd name="T111" fmla="*/ 0 h 139"/>
                      <a:gd name="T112" fmla="*/ 0 w 976"/>
                      <a:gd name="T113" fmla="*/ 0 h 139"/>
                      <a:gd name="T114" fmla="*/ 0 w 976"/>
                      <a:gd name="T115" fmla="*/ 0 h 139"/>
                      <a:gd name="T116" fmla="*/ 0 w 976"/>
                      <a:gd name="T117" fmla="*/ 0 h 139"/>
                      <a:gd name="T118" fmla="*/ 0 w 976"/>
                      <a:gd name="T119" fmla="*/ 0 h 139"/>
                      <a:gd name="T120" fmla="*/ 0 w 976"/>
                      <a:gd name="T121" fmla="*/ 0 h 139"/>
                      <a:gd name="T122" fmla="*/ 0 w 976"/>
                      <a:gd name="T123" fmla="*/ 0 h 1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6"/>
                      <a:gd name="T187" fmla="*/ 0 h 139"/>
                      <a:gd name="T188" fmla="*/ 976 w 976"/>
                      <a:gd name="T189" fmla="*/ 139 h 1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6" h="139">
                        <a:moveTo>
                          <a:pt x="811" y="11"/>
                        </a:moveTo>
                        <a:lnTo>
                          <a:pt x="812" y="11"/>
                        </a:lnTo>
                        <a:lnTo>
                          <a:pt x="816" y="11"/>
                        </a:lnTo>
                        <a:lnTo>
                          <a:pt x="818" y="11"/>
                        </a:lnTo>
                        <a:lnTo>
                          <a:pt x="822" y="12"/>
                        </a:lnTo>
                        <a:lnTo>
                          <a:pt x="824" y="12"/>
                        </a:lnTo>
                        <a:lnTo>
                          <a:pt x="829" y="12"/>
                        </a:lnTo>
                        <a:lnTo>
                          <a:pt x="827" y="13"/>
                        </a:lnTo>
                        <a:lnTo>
                          <a:pt x="824" y="14"/>
                        </a:lnTo>
                        <a:lnTo>
                          <a:pt x="821" y="16"/>
                        </a:lnTo>
                        <a:lnTo>
                          <a:pt x="818" y="18"/>
                        </a:lnTo>
                        <a:lnTo>
                          <a:pt x="816" y="18"/>
                        </a:lnTo>
                        <a:lnTo>
                          <a:pt x="812" y="20"/>
                        </a:lnTo>
                        <a:lnTo>
                          <a:pt x="810" y="21"/>
                        </a:lnTo>
                        <a:lnTo>
                          <a:pt x="808" y="23"/>
                        </a:lnTo>
                        <a:lnTo>
                          <a:pt x="804" y="24"/>
                        </a:lnTo>
                        <a:lnTo>
                          <a:pt x="802" y="25"/>
                        </a:lnTo>
                        <a:lnTo>
                          <a:pt x="798" y="26"/>
                        </a:lnTo>
                        <a:lnTo>
                          <a:pt x="795" y="27"/>
                        </a:lnTo>
                        <a:lnTo>
                          <a:pt x="792" y="29"/>
                        </a:lnTo>
                        <a:lnTo>
                          <a:pt x="790" y="30"/>
                        </a:lnTo>
                        <a:lnTo>
                          <a:pt x="785" y="31"/>
                        </a:lnTo>
                        <a:lnTo>
                          <a:pt x="783" y="32"/>
                        </a:lnTo>
                        <a:lnTo>
                          <a:pt x="779" y="33"/>
                        </a:lnTo>
                        <a:lnTo>
                          <a:pt x="777" y="33"/>
                        </a:lnTo>
                        <a:lnTo>
                          <a:pt x="772" y="35"/>
                        </a:lnTo>
                        <a:lnTo>
                          <a:pt x="770" y="36"/>
                        </a:lnTo>
                        <a:lnTo>
                          <a:pt x="766" y="36"/>
                        </a:lnTo>
                        <a:lnTo>
                          <a:pt x="764" y="36"/>
                        </a:lnTo>
                        <a:lnTo>
                          <a:pt x="761" y="36"/>
                        </a:lnTo>
                        <a:lnTo>
                          <a:pt x="758" y="36"/>
                        </a:lnTo>
                        <a:lnTo>
                          <a:pt x="755" y="35"/>
                        </a:lnTo>
                        <a:lnTo>
                          <a:pt x="752" y="33"/>
                        </a:lnTo>
                        <a:lnTo>
                          <a:pt x="750" y="32"/>
                        </a:lnTo>
                        <a:lnTo>
                          <a:pt x="748" y="31"/>
                        </a:lnTo>
                        <a:lnTo>
                          <a:pt x="746" y="29"/>
                        </a:lnTo>
                        <a:lnTo>
                          <a:pt x="744" y="26"/>
                        </a:lnTo>
                        <a:lnTo>
                          <a:pt x="741" y="24"/>
                        </a:lnTo>
                        <a:lnTo>
                          <a:pt x="740" y="21"/>
                        </a:lnTo>
                        <a:lnTo>
                          <a:pt x="735" y="24"/>
                        </a:lnTo>
                        <a:lnTo>
                          <a:pt x="732" y="25"/>
                        </a:lnTo>
                        <a:lnTo>
                          <a:pt x="727" y="27"/>
                        </a:lnTo>
                        <a:lnTo>
                          <a:pt x="723" y="30"/>
                        </a:lnTo>
                        <a:lnTo>
                          <a:pt x="721" y="32"/>
                        </a:lnTo>
                        <a:lnTo>
                          <a:pt x="719" y="33"/>
                        </a:lnTo>
                        <a:lnTo>
                          <a:pt x="716" y="36"/>
                        </a:lnTo>
                        <a:lnTo>
                          <a:pt x="715" y="38"/>
                        </a:lnTo>
                        <a:lnTo>
                          <a:pt x="712" y="40"/>
                        </a:lnTo>
                        <a:lnTo>
                          <a:pt x="710" y="43"/>
                        </a:lnTo>
                        <a:lnTo>
                          <a:pt x="708" y="45"/>
                        </a:lnTo>
                        <a:lnTo>
                          <a:pt x="707" y="46"/>
                        </a:lnTo>
                        <a:lnTo>
                          <a:pt x="704" y="46"/>
                        </a:lnTo>
                        <a:lnTo>
                          <a:pt x="702" y="46"/>
                        </a:lnTo>
                        <a:lnTo>
                          <a:pt x="698" y="44"/>
                        </a:lnTo>
                        <a:lnTo>
                          <a:pt x="695" y="42"/>
                        </a:lnTo>
                        <a:lnTo>
                          <a:pt x="691" y="39"/>
                        </a:lnTo>
                        <a:lnTo>
                          <a:pt x="688" y="38"/>
                        </a:lnTo>
                        <a:lnTo>
                          <a:pt x="684" y="36"/>
                        </a:lnTo>
                        <a:lnTo>
                          <a:pt x="681" y="32"/>
                        </a:lnTo>
                        <a:lnTo>
                          <a:pt x="678" y="31"/>
                        </a:lnTo>
                        <a:lnTo>
                          <a:pt x="676" y="30"/>
                        </a:lnTo>
                        <a:lnTo>
                          <a:pt x="672" y="27"/>
                        </a:lnTo>
                        <a:lnTo>
                          <a:pt x="670" y="26"/>
                        </a:lnTo>
                        <a:lnTo>
                          <a:pt x="666" y="24"/>
                        </a:lnTo>
                        <a:lnTo>
                          <a:pt x="664" y="23"/>
                        </a:lnTo>
                        <a:lnTo>
                          <a:pt x="661" y="20"/>
                        </a:lnTo>
                        <a:lnTo>
                          <a:pt x="658" y="18"/>
                        </a:lnTo>
                        <a:lnTo>
                          <a:pt x="656" y="23"/>
                        </a:lnTo>
                        <a:lnTo>
                          <a:pt x="653" y="29"/>
                        </a:lnTo>
                        <a:lnTo>
                          <a:pt x="652" y="32"/>
                        </a:lnTo>
                        <a:lnTo>
                          <a:pt x="650" y="38"/>
                        </a:lnTo>
                        <a:lnTo>
                          <a:pt x="650" y="42"/>
                        </a:lnTo>
                        <a:lnTo>
                          <a:pt x="649" y="45"/>
                        </a:lnTo>
                        <a:lnTo>
                          <a:pt x="647" y="49"/>
                        </a:lnTo>
                        <a:lnTo>
                          <a:pt x="647" y="52"/>
                        </a:lnTo>
                        <a:lnTo>
                          <a:pt x="647" y="55"/>
                        </a:lnTo>
                        <a:lnTo>
                          <a:pt x="647" y="58"/>
                        </a:lnTo>
                        <a:lnTo>
                          <a:pt x="647" y="61"/>
                        </a:lnTo>
                        <a:lnTo>
                          <a:pt x="650" y="63"/>
                        </a:lnTo>
                        <a:lnTo>
                          <a:pt x="650" y="67"/>
                        </a:lnTo>
                        <a:lnTo>
                          <a:pt x="653" y="70"/>
                        </a:lnTo>
                        <a:lnTo>
                          <a:pt x="657" y="71"/>
                        </a:lnTo>
                        <a:lnTo>
                          <a:pt x="661" y="74"/>
                        </a:lnTo>
                        <a:lnTo>
                          <a:pt x="664" y="74"/>
                        </a:lnTo>
                        <a:lnTo>
                          <a:pt x="669" y="74"/>
                        </a:lnTo>
                        <a:lnTo>
                          <a:pt x="671" y="74"/>
                        </a:lnTo>
                        <a:lnTo>
                          <a:pt x="674" y="74"/>
                        </a:lnTo>
                        <a:lnTo>
                          <a:pt x="677" y="74"/>
                        </a:lnTo>
                        <a:lnTo>
                          <a:pt x="681" y="74"/>
                        </a:lnTo>
                        <a:lnTo>
                          <a:pt x="683" y="73"/>
                        </a:lnTo>
                        <a:lnTo>
                          <a:pt x="685" y="73"/>
                        </a:lnTo>
                        <a:lnTo>
                          <a:pt x="688" y="71"/>
                        </a:lnTo>
                        <a:lnTo>
                          <a:pt x="691" y="71"/>
                        </a:lnTo>
                        <a:lnTo>
                          <a:pt x="695" y="70"/>
                        </a:lnTo>
                        <a:lnTo>
                          <a:pt x="697" y="69"/>
                        </a:lnTo>
                        <a:lnTo>
                          <a:pt x="701" y="68"/>
                        </a:lnTo>
                        <a:lnTo>
                          <a:pt x="704" y="67"/>
                        </a:lnTo>
                        <a:lnTo>
                          <a:pt x="707" y="65"/>
                        </a:lnTo>
                        <a:lnTo>
                          <a:pt x="710" y="65"/>
                        </a:lnTo>
                        <a:lnTo>
                          <a:pt x="714" y="64"/>
                        </a:lnTo>
                        <a:lnTo>
                          <a:pt x="717" y="63"/>
                        </a:lnTo>
                        <a:lnTo>
                          <a:pt x="720" y="62"/>
                        </a:lnTo>
                        <a:lnTo>
                          <a:pt x="723" y="61"/>
                        </a:lnTo>
                        <a:lnTo>
                          <a:pt x="726" y="59"/>
                        </a:lnTo>
                        <a:lnTo>
                          <a:pt x="729" y="58"/>
                        </a:lnTo>
                        <a:lnTo>
                          <a:pt x="733" y="58"/>
                        </a:lnTo>
                        <a:lnTo>
                          <a:pt x="736" y="57"/>
                        </a:lnTo>
                        <a:lnTo>
                          <a:pt x="739" y="56"/>
                        </a:lnTo>
                        <a:lnTo>
                          <a:pt x="741" y="56"/>
                        </a:lnTo>
                        <a:lnTo>
                          <a:pt x="744" y="55"/>
                        </a:lnTo>
                        <a:lnTo>
                          <a:pt x="747" y="55"/>
                        </a:lnTo>
                        <a:lnTo>
                          <a:pt x="751" y="54"/>
                        </a:lnTo>
                        <a:lnTo>
                          <a:pt x="753" y="54"/>
                        </a:lnTo>
                        <a:lnTo>
                          <a:pt x="758" y="52"/>
                        </a:lnTo>
                        <a:lnTo>
                          <a:pt x="763" y="54"/>
                        </a:lnTo>
                        <a:lnTo>
                          <a:pt x="766" y="54"/>
                        </a:lnTo>
                        <a:lnTo>
                          <a:pt x="770" y="55"/>
                        </a:lnTo>
                        <a:lnTo>
                          <a:pt x="772" y="56"/>
                        </a:lnTo>
                        <a:lnTo>
                          <a:pt x="774" y="59"/>
                        </a:lnTo>
                        <a:lnTo>
                          <a:pt x="774" y="63"/>
                        </a:lnTo>
                        <a:lnTo>
                          <a:pt x="777" y="65"/>
                        </a:lnTo>
                        <a:lnTo>
                          <a:pt x="777" y="68"/>
                        </a:lnTo>
                        <a:lnTo>
                          <a:pt x="779" y="71"/>
                        </a:lnTo>
                        <a:lnTo>
                          <a:pt x="780" y="74"/>
                        </a:lnTo>
                        <a:lnTo>
                          <a:pt x="782" y="77"/>
                        </a:lnTo>
                        <a:lnTo>
                          <a:pt x="784" y="80"/>
                        </a:lnTo>
                        <a:lnTo>
                          <a:pt x="786" y="82"/>
                        </a:lnTo>
                        <a:lnTo>
                          <a:pt x="790" y="83"/>
                        </a:lnTo>
                        <a:lnTo>
                          <a:pt x="792" y="86"/>
                        </a:lnTo>
                        <a:lnTo>
                          <a:pt x="795" y="87"/>
                        </a:lnTo>
                        <a:lnTo>
                          <a:pt x="798" y="88"/>
                        </a:lnTo>
                        <a:lnTo>
                          <a:pt x="801" y="88"/>
                        </a:lnTo>
                        <a:lnTo>
                          <a:pt x="804" y="90"/>
                        </a:lnTo>
                        <a:lnTo>
                          <a:pt x="808" y="90"/>
                        </a:lnTo>
                        <a:lnTo>
                          <a:pt x="812" y="92"/>
                        </a:lnTo>
                        <a:lnTo>
                          <a:pt x="816" y="92"/>
                        </a:lnTo>
                        <a:lnTo>
                          <a:pt x="820" y="92"/>
                        </a:lnTo>
                        <a:lnTo>
                          <a:pt x="823" y="90"/>
                        </a:lnTo>
                        <a:lnTo>
                          <a:pt x="828" y="89"/>
                        </a:lnTo>
                        <a:lnTo>
                          <a:pt x="831" y="88"/>
                        </a:lnTo>
                        <a:lnTo>
                          <a:pt x="836" y="86"/>
                        </a:lnTo>
                        <a:lnTo>
                          <a:pt x="840" y="83"/>
                        </a:lnTo>
                        <a:lnTo>
                          <a:pt x="846" y="82"/>
                        </a:lnTo>
                        <a:lnTo>
                          <a:pt x="849" y="78"/>
                        </a:lnTo>
                        <a:lnTo>
                          <a:pt x="853" y="76"/>
                        </a:lnTo>
                        <a:lnTo>
                          <a:pt x="857" y="71"/>
                        </a:lnTo>
                        <a:lnTo>
                          <a:pt x="862" y="68"/>
                        </a:lnTo>
                        <a:lnTo>
                          <a:pt x="867" y="63"/>
                        </a:lnTo>
                        <a:lnTo>
                          <a:pt x="871" y="58"/>
                        </a:lnTo>
                        <a:lnTo>
                          <a:pt x="873" y="56"/>
                        </a:lnTo>
                        <a:lnTo>
                          <a:pt x="875" y="54"/>
                        </a:lnTo>
                        <a:lnTo>
                          <a:pt x="878" y="50"/>
                        </a:lnTo>
                        <a:lnTo>
                          <a:pt x="880" y="48"/>
                        </a:lnTo>
                        <a:lnTo>
                          <a:pt x="878" y="45"/>
                        </a:lnTo>
                        <a:lnTo>
                          <a:pt x="875" y="44"/>
                        </a:lnTo>
                        <a:lnTo>
                          <a:pt x="873" y="43"/>
                        </a:lnTo>
                        <a:lnTo>
                          <a:pt x="868" y="43"/>
                        </a:lnTo>
                        <a:lnTo>
                          <a:pt x="865" y="43"/>
                        </a:lnTo>
                        <a:lnTo>
                          <a:pt x="860" y="43"/>
                        </a:lnTo>
                        <a:lnTo>
                          <a:pt x="855" y="43"/>
                        </a:lnTo>
                        <a:lnTo>
                          <a:pt x="850" y="43"/>
                        </a:lnTo>
                        <a:lnTo>
                          <a:pt x="847" y="43"/>
                        </a:lnTo>
                        <a:lnTo>
                          <a:pt x="844" y="43"/>
                        </a:lnTo>
                        <a:lnTo>
                          <a:pt x="842" y="43"/>
                        </a:lnTo>
                        <a:lnTo>
                          <a:pt x="840" y="44"/>
                        </a:lnTo>
                        <a:lnTo>
                          <a:pt x="835" y="44"/>
                        </a:lnTo>
                        <a:lnTo>
                          <a:pt x="830" y="44"/>
                        </a:lnTo>
                        <a:lnTo>
                          <a:pt x="825" y="43"/>
                        </a:lnTo>
                        <a:lnTo>
                          <a:pt x="823" y="43"/>
                        </a:lnTo>
                        <a:lnTo>
                          <a:pt x="820" y="40"/>
                        </a:lnTo>
                        <a:lnTo>
                          <a:pt x="820" y="39"/>
                        </a:lnTo>
                        <a:lnTo>
                          <a:pt x="821" y="37"/>
                        </a:lnTo>
                        <a:lnTo>
                          <a:pt x="822" y="33"/>
                        </a:lnTo>
                        <a:lnTo>
                          <a:pt x="824" y="31"/>
                        </a:lnTo>
                        <a:lnTo>
                          <a:pt x="827" y="30"/>
                        </a:lnTo>
                        <a:lnTo>
                          <a:pt x="829" y="25"/>
                        </a:lnTo>
                        <a:lnTo>
                          <a:pt x="833" y="23"/>
                        </a:lnTo>
                        <a:lnTo>
                          <a:pt x="834" y="19"/>
                        </a:lnTo>
                        <a:lnTo>
                          <a:pt x="836" y="17"/>
                        </a:lnTo>
                        <a:lnTo>
                          <a:pt x="837" y="14"/>
                        </a:lnTo>
                        <a:lnTo>
                          <a:pt x="839" y="12"/>
                        </a:lnTo>
                        <a:lnTo>
                          <a:pt x="842" y="12"/>
                        </a:lnTo>
                        <a:lnTo>
                          <a:pt x="847" y="12"/>
                        </a:lnTo>
                        <a:lnTo>
                          <a:pt x="852" y="12"/>
                        </a:lnTo>
                        <a:lnTo>
                          <a:pt x="857" y="13"/>
                        </a:lnTo>
                        <a:lnTo>
                          <a:pt x="860" y="13"/>
                        </a:lnTo>
                        <a:lnTo>
                          <a:pt x="862" y="13"/>
                        </a:lnTo>
                        <a:lnTo>
                          <a:pt x="865" y="13"/>
                        </a:lnTo>
                        <a:lnTo>
                          <a:pt x="868" y="13"/>
                        </a:lnTo>
                        <a:lnTo>
                          <a:pt x="871" y="13"/>
                        </a:lnTo>
                        <a:lnTo>
                          <a:pt x="873" y="14"/>
                        </a:lnTo>
                        <a:lnTo>
                          <a:pt x="875" y="14"/>
                        </a:lnTo>
                        <a:lnTo>
                          <a:pt x="879" y="16"/>
                        </a:lnTo>
                        <a:lnTo>
                          <a:pt x="881" y="16"/>
                        </a:lnTo>
                        <a:lnTo>
                          <a:pt x="885" y="16"/>
                        </a:lnTo>
                        <a:lnTo>
                          <a:pt x="888" y="16"/>
                        </a:lnTo>
                        <a:lnTo>
                          <a:pt x="891" y="16"/>
                        </a:lnTo>
                        <a:lnTo>
                          <a:pt x="893" y="16"/>
                        </a:lnTo>
                        <a:lnTo>
                          <a:pt x="895" y="16"/>
                        </a:lnTo>
                        <a:lnTo>
                          <a:pt x="899" y="16"/>
                        </a:lnTo>
                        <a:lnTo>
                          <a:pt x="901" y="16"/>
                        </a:lnTo>
                        <a:lnTo>
                          <a:pt x="904" y="16"/>
                        </a:lnTo>
                        <a:lnTo>
                          <a:pt x="907" y="16"/>
                        </a:lnTo>
                        <a:lnTo>
                          <a:pt x="910" y="16"/>
                        </a:lnTo>
                        <a:lnTo>
                          <a:pt x="913" y="16"/>
                        </a:lnTo>
                        <a:lnTo>
                          <a:pt x="916" y="16"/>
                        </a:lnTo>
                        <a:lnTo>
                          <a:pt x="918" y="17"/>
                        </a:lnTo>
                        <a:lnTo>
                          <a:pt x="922" y="17"/>
                        </a:lnTo>
                        <a:lnTo>
                          <a:pt x="924" y="18"/>
                        </a:lnTo>
                        <a:lnTo>
                          <a:pt x="929" y="18"/>
                        </a:lnTo>
                        <a:lnTo>
                          <a:pt x="935" y="18"/>
                        </a:lnTo>
                        <a:lnTo>
                          <a:pt x="939" y="18"/>
                        </a:lnTo>
                        <a:lnTo>
                          <a:pt x="944" y="18"/>
                        </a:lnTo>
                        <a:lnTo>
                          <a:pt x="949" y="18"/>
                        </a:lnTo>
                        <a:lnTo>
                          <a:pt x="954" y="18"/>
                        </a:lnTo>
                        <a:lnTo>
                          <a:pt x="956" y="18"/>
                        </a:lnTo>
                        <a:lnTo>
                          <a:pt x="961" y="19"/>
                        </a:lnTo>
                        <a:lnTo>
                          <a:pt x="964" y="19"/>
                        </a:lnTo>
                        <a:lnTo>
                          <a:pt x="967" y="19"/>
                        </a:lnTo>
                        <a:lnTo>
                          <a:pt x="969" y="19"/>
                        </a:lnTo>
                        <a:lnTo>
                          <a:pt x="971" y="20"/>
                        </a:lnTo>
                        <a:lnTo>
                          <a:pt x="974" y="20"/>
                        </a:lnTo>
                        <a:lnTo>
                          <a:pt x="976" y="20"/>
                        </a:lnTo>
                        <a:lnTo>
                          <a:pt x="973" y="106"/>
                        </a:lnTo>
                        <a:lnTo>
                          <a:pt x="806" y="97"/>
                        </a:lnTo>
                        <a:lnTo>
                          <a:pt x="793" y="96"/>
                        </a:lnTo>
                        <a:lnTo>
                          <a:pt x="782" y="96"/>
                        </a:lnTo>
                        <a:lnTo>
                          <a:pt x="770" y="95"/>
                        </a:lnTo>
                        <a:lnTo>
                          <a:pt x="757" y="95"/>
                        </a:lnTo>
                        <a:lnTo>
                          <a:pt x="744" y="94"/>
                        </a:lnTo>
                        <a:lnTo>
                          <a:pt x="732" y="94"/>
                        </a:lnTo>
                        <a:lnTo>
                          <a:pt x="719" y="93"/>
                        </a:lnTo>
                        <a:lnTo>
                          <a:pt x="706" y="92"/>
                        </a:lnTo>
                        <a:lnTo>
                          <a:pt x="694" y="92"/>
                        </a:lnTo>
                        <a:lnTo>
                          <a:pt x="681" y="90"/>
                        </a:lnTo>
                        <a:lnTo>
                          <a:pt x="668" y="89"/>
                        </a:lnTo>
                        <a:lnTo>
                          <a:pt x="656" y="88"/>
                        </a:lnTo>
                        <a:lnTo>
                          <a:pt x="643" y="88"/>
                        </a:lnTo>
                        <a:lnTo>
                          <a:pt x="630" y="88"/>
                        </a:lnTo>
                        <a:lnTo>
                          <a:pt x="618" y="87"/>
                        </a:lnTo>
                        <a:lnTo>
                          <a:pt x="606" y="87"/>
                        </a:lnTo>
                        <a:lnTo>
                          <a:pt x="593" y="86"/>
                        </a:lnTo>
                        <a:lnTo>
                          <a:pt x="580" y="86"/>
                        </a:lnTo>
                        <a:lnTo>
                          <a:pt x="568" y="86"/>
                        </a:lnTo>
                        <a:lnTo>
                          <a:pt x="555" y="86"/>
                        </a:lnTo>
                        <a:lnTo>
                          <a:pt x="543" y="84"/>
                        </a:lnTo>
                        <a:lnTo>
                          <a:pt x="530" y="84"/>
                        </a:lnTo>
                        <a:lnTo>
                          <a:pt x="518" y="84"/>
                        </a:lnTo>
                        <a:lnTo>
                          <a:pt x="505" y="84"/>
                        </a:lnTo>
                        <a:lnTo>
                          <a:pt x="492" y="84"/>
                        </a:lnTo>
                        <a:lnTo>
                          <a:pt x="480" y="84"/>
                        </a:lnTo>
                        <a:lnTo>
                          <a:pt x="468" y="84"/>
                        </a:lnTo>
                        <a:lnTo>
                          <a:pt x="455" y="84"/>
                        </a:lnTo>
                        <a:lnTo>
                          <a:pt x="442" y="84"/>
                        </a:lnTo>
                        <a:lnTo>
                          <a:pt x="430" y="84"/>
                        </a:lnTo>
                        <a:lnTo>
                          <a:pt x="418" y="86"/>
                        </a:lnTo>
                        <a:lnTo>
                          <a:pt x="407" y="86"/>
                        </a:lnTo>
                        <a:lnTo>
                          <a:pt x="394" y="86"/>
                        </a:lnTo>
                        <a:lnTo>
                          <a:pt x="382" y="86"/>
                        </a:lnTo>
                        <a:lnTo>
                          <a:pt x="369" y="86"/>
                        </a:lnTo>
                        <a:lnTo>
                          <a:pt x="357" y="87"/>
                        </a:lnTo>
                        <a:lnTo>
                          <a:pt x="344" y="87"/>
                        </a:lnTo>
                        <a:lnTo>
                          <a:pt x="332" y="88"/>
                        </a:lnTo>
                        <a:lnTo>
                          <a:pt x="320" y="88"/>
                        </a:lnTo>
                        <a:lnTo>
                          <a:pt x="308" y="90"/>
                        </a:lnTo>
                        <a:lnTo>
                          <a:pt x="295" y="90"/>
                        </a:lnTo>
                        <a:lnTo>
                          <a:pt x="283" y="92"/>
                        </a:lnTo>
                        <a:lnTo>
                          <a:pt x="270" y="93"/>
                        </a:lnTo>
                        <a:lnTo>
                          <a:pt x="258" y="94"/>
                        </a:lnTo>
                        <a:lnTo>
                          <a:pt x="245" y="95"/>
                        </a:lnTo>
                        <a:lnTo>
                          <a:pt x="235" y="96"/>
                        </a:lnTo>
                        <a:lnTo>
                          <a:pt x="223" y="99"/>
                        </a:lnTo>
                        <a:lnTo>
                          <a:pt x="210" y="100"/>
                        </a:lnTo>
                        <a:lnTo>
                          <a:pt x="198" y="101"/>
                        </a:lnTo>
                        <a:lnTo>
                          <a:pt x="186" y="103"/>
                        </a:lnTo>
                        <a:lnTo>
                          <a:pt x="174" y="105"/>
                        </a:lnTo>
                        <a:lnTo>
                          <a:pt x="162" y="106"/>
                        </a:lnTo>
                        <a:lnTo>
                          <a:pt x="150" y="108"/>
                        </a:lnTo>
                        <a:lnTo>
                          <a:pt x="138" y="111"/>
                        </a:lnTo>
                        <a:lnTo>
                          <a:pt x="127" y="113"/>
                        </a:lnTo>
                        <a:lnTo>
                          <a:pt x="116" y="115"/>
                        </a:lnTo>
                        <a:lnTo>
                          <a:pt x="103" y="118"/>
                        </a:lnTo>
                        <a:lnTo>
                          <a:pt x="92" y="120"/>
                        </a:lnTo>
                        <a:lnTo>
                          <a:pt x="80" y="124"/>
                        </a:lnTo>
                        <a:lnTo>
                          <a:pt x="70" y="126"/>
                        </a:lnTo>
                        <a:lnTo>
                          <a:pt x="58" y="130"/>
                        </a:lnTo>
                        <a:lnTo>
                          <a:pt x="46" y="132"/>
                        </a:lnTo>
                        <a:lnTo>
                          <a:pt x="35" y="134"/>
                        </a:lnTo>
                        <a:lnTo>
                          <a:pt x="23" y="139"/>
                        </a:lnTo>
                        <a:lnTo>
                          <a:pt x="0" y="56"/>
                        </a:lnTo>
                        <a:lnTo>
                          <a:pt x="4" y="54"/>
                        </a:lnTo>
                        <a:lnTo>
                          <a:pt x="10" y="52"/>
                        </a:lnTo>
                        <a:lnTo>
                          <a:pt x="13" y="51"/>
                        </a:lnTo>
                        <a:lnTo>
                          <a:pt x="15" y="50"/>
                        </a:lnTo>
                        <a:lnTo>
                          <a:pt x="17" y="50"/>
                        </a:lnTo>
                        <a:lnTo>
                          <a:pt x="21" y="49"/>
                        </a:lnTo>
                        <a:lnTo>
                          <a:pt x="26" y="48"/>
                        </a:lnTo>
                        <a:lnTo>
                          <a:pt x="30" y="46"/>
                        </a:lnTo>
                        <a:lnTo>
                          <a:pt x="33" y="45"/>
                        </a:lnTo>
                        <a:lnTo>
                          <a:pt x="36" y="45"/>
                        </a:lnTo>
                        <a:lnTo>
                          <a:pt x="39" y="44"/>
                        </a:lnTo>
                        <a:lnTo>
                          <a:pt x="42" y="44"/>
                        </a:lnTo>
                        <a:lnTo>
                          <a:pt x="45" y="43"/>
                        </a:lnTo>
                        <a:lnTo>
                          <a:pt x="47" y="43"/>
                        </a:lnTo>
                        <a:lnTo>
                          <a:pt x="49" y="42"/>
                        </a:lnTo>
                        <a:lnTo>
                          <a:pt x="53" y="40"/>
                        </a:lnTo>
                        <a:lnTo>
                          <a:pt x="55" y="40"/>
                        </a:lnTo>
                        <a:lnTo>
                          <a:pt x="58" y="39"/>
                        </a:lnTo>
                        <a:lnTo>
                          <a:pt x="60" y="38"/>
                        </a:lnTo>
                        <a:lnTo>
                          <a:pt x="64" y="38"/>
                        </a:lnTo>
                        <a:lnTo>
                          <a:pt x="66" y="37"/>
                        </a:lnTo>
                        <a:lnTo>
                          <a:pt x="68" y="37"/>
                        </a:lnTo>
                        <a:lnTo>
                          <a:pt x="71" y="36"/>
                        </a:lnTo>
                        <a:lnTo>
                          <a:pt x="74" y="36"/>
                        </a:lnTo>
                        <a:lnTo>
                          <a:pt x="77" y="35"/>
                        </a:lnTo>
                        <a:lnTo>
                          <a:pt x="80" y="35"/>
                        </a:lnTo>
                        <a:lnTo>
                          <a:pt x="83" y="33"/>
                        </a:lnTo>
                        <a:lnTo>
                          <a:pt x="86" y="33"/>
                        </a:lnTo>
                        <a:lnTo>
                          <a:pt x="89" y="32"/>
                        </a:lnTo>
                        <a:lnTo>
                          <a:pt x="91" y="32"/>
                        </a:lnTo>
                        <a:lnTo>
                          <a:pt x="93" y="31"/>
                        </a:lnTo>
                        <a:lnTo>
                          <a:pt x="96" y="31"/>
                        </a:lnTo>
                        <a:lnTo>
                          <a:pt x="98" y="30"/>
                        </a:lnTo>
                        <a:lnTo>
                          <a:pt x="100" y="30"/>
                        </a:lnTo>
                        <a:lnTo>
                          <a:pt x="104" y="29"/>
                        </a:lnTo>
                        <a:lnTo>
                          <a:pt x="108" y="29"/>
                        </a:lnTo>
                        <a:lnTo>
                          <a:pt x="110" y="27"/>
                        </a:lnTo>
                        <a:lnTo>
                          <a:pt x="112" y="27"/>
                        </a:lnTo>
                        <a:lnTo>
                          <a:pt x="115" y="27"/>
                        </a:lnTo>
                        <a:lnTo>
                          <a:pt x="118" y="26"/>
                        </a:lnTo>
                        <a:lnTo>
                          <a:pt x="121" y="26"/>
                        </a:lnTo>
                        <a:lnTo>
                          <a:pt x="123" y="25"/>
                        </a:lnTo>
                        <a:lnTo>
                          <a:pt x="127" y="25"/>
                        </a:lnTo>
                        <a:lnTo>
                          <a:pt x="129" y="25"/>
                        </a:lnTo>
                        <a:lnTo>
                          <a:pt x="131" y="24"/>
                        </a:lnTo>
                        <a:lnTo>
                          <a:pt x="134" y="24"/>
                        </a:lnTo>
                        <a:lnTo>
                          <a:pt x="136" y="23"/>
                        </a:lnTo>
                        <a:lnTo>
                          <a:pt x="140" y="23"/>
                        </a:lnTo>
                        <a:lnTo>
                          <a:pt x="142" y="21"/>
                        </a:lnTo>
                        <a:lnTo>
                          <a:pt x="144" y="21"/>
                        </a:lnTo>
                        <a:lnTo>
                          <a:pt x="148" y="20"/>
                        </a:lnTo>
                        <a:lnTo>
                          <a:pt x="150" y="20"/>
                        </a:lnTo>
                        <a:lnTo>
                          <a:pt x="153" y="20"/>
                        </a:lnTo>
                        <a:lnTo>
                          <a:pt x="156" y="20"/>
                        </a:lnTo>
                        <a:lnTo>
                          <a:pt x="159" y="20"/>
                        </a:lnTo>
                        <a:lnTo>
                          <a:pt x="162" y="20"/>
                        </a:lnTo>
                        <a:lnTo>
                          <a:pt x="165" y="19"/>
                        </a:lnTo>
                        <a:lnTo>
                          <a:pt x="167" y="18"/>
                        </a:lnTo>
                        <a:lnTo>
                          <a:pt x="170" y="18"/>
                        </a:lnTo>
                        <a:lnTo>
                          <a:pt x="173" y="18"/>
                        </a:lnTo>
                        <a:lnTo>
                          <a:pt x="173" y="20"/>
                        </a:lnTo>
                        <a:lnTo>
                          <a:pt x="174" y="24"/>
                        </a:lnTo>
                        <a:lnTo>
                          <a:pt x="175" y="26"/>
                        </a:lnTo>
                        <a:lnTo>
                          <a:pt x="176" y="30"/>
                        </a:lnTo>
                        <a:lnTo>
                          <a:pt x="176" y="32"/>
                        </a:lnTo>
                        <a:lnTo>
                          <a:pt x="178" y="36"/>
                        </a:lnTo>
                        <a:lnTo>
                          <a:pt x="179" y="38"/>
                        </a:lnTo>
                        <a:lnTo>
                          <a:pt x="179" y="43"/>
                        </a:lnTo>
                        <a:lnTo>
                          <a:pt x="184" y="43"/>
                        </a:lnTo>
                        <a:lnTo>
                          <a:pt x="187" y="43"/>
                        </a:lnTo>
                        <a:lnTo>
                          <a:pt x="192" y="43"/>
                        </a:lnTo>
                        <a:lnTo>
                          <a:pt x="197" y="43"/>
                        </a:lnTo>
                        <a:lnTo>
                          <a:pt x="200" y="43"/>
                        </a:lnTo>
                        <a:lnTo>
                          <a:pt x="205" y="43"/>
                        </a:lnTo>
                        <a:lnTo>
                          <a:pt x="210" y="43"/>
                        </a:lnTo>
                        <a:lnTo>
                          <a:pt x="214" y="43"/>
                        </a:lnTo>
                        <a:lnTo>
                          <a:pt x="214" y="39"/>
                        </a:lnTo>
                        <a:lnTo>
                          <a:pt x="217" y="36"/>
                        </a:lnTo>
                        <a:lnTo>
                          <a:pt x="219" y="33"/>
                        </a:lnTo>
                        <a:lnTo>
                          <a:pt x="220" y="32"/>
                        </a:lnTo>
                        <a:lnTo>
                          <a:pt x="224" y="27"/>
                        </a:lnTo>
                        <a:lnTo>
                          <a:pt x="227" y="25"/>
                        </a:lnTo>
                        <a:lnTo>
                          <a:pt x="230" y="24"/>
                        </a:lnTo>
                        <a:lnTo>
                          <a:pt x="233" y="23"/>
                        </a:lnTo>
                        <a:lnTo>
                          <a:pt x="237" y="23"/>
                        </a:lnTo>
                        <a:lnTo>
                          <a:pt x="241" y="23"/>
                        </a:lnTo>
                        <a:lnTo>
                          <a:pt x="243" y="23"/>
                        </a:lnTo>
                        <a:lnTo>
                          <a:pt x="245" y="25"/>
                        </a:lnTo>
                        <a:lnTo>
                          <a:pt x="248" y="26"/>
                        </a:lnTo>
                        <a:lnTo>
                          <a:pt x="250" y="30"/>
                        </a:lnTo>
                        <a:lnTo>
                          <a:pt x="252" y="32"/>
                        </a:lnTo>
                        <a:lnTo>
                          <a:pt x="256" y="36"/>
                        </a:lnTo>
                        <a:lnTo>
                          <a:pt x="258" y="38"/>
                        </a:lnTo>
                        <a:lnTo>
                          <a:pt x="262" y="43"/>
                        </a:lnTo>
                        <a:lnTo>
                          <a:pt x="264" y="46"/>
                        </a:lnTo>
                        <a:lnTo>
                          <a:pt x="267" y="50"/>
                        </a:lnTo>
                        <a:lnTo>
                          <a:pt x="269" y="54"/>
                        </a:lnTo>
                        <a:lnTo>
                          <a:pt x="273" y="58"/>
                        </a:lnTo>
                        <a:lnTo>
                          <a:pt x="275" y="62"/>
                        </a:lnTo>
                        <a:lnTo>
                          <a:pt x="277" y="65"/>
                        </a:lnTo>
                        <a:lnTo>
                          <a:pt x="281" y="69"/>
                        </a:lnTo>
                        <a:lnTo>
                          <a:pt x="284" y="73"/>
                        </a:lnTo>
                        <a:lnTo>
                          <a:pt x="287" y="75"/>
                        </a:lnTo>
                        <a:lnTo>
                          <a:pt x="290" y="78"/>
                        </a:lnTo>
                        <a:lnTo>
                          <a:pt x="293" y="81"/>
                        </a:lnTo>
                        <a:lnTo>
                          <a:pt x="297" y="82"/>
                        </a:lnTo>
                        <a:lnTo>
                          <a:pt x="301" y="83"/>
                        </a:lnTo>
                        <a:lnTo>
                          <a:pt x="305" y="83"/>
                        </a:lnTo>
                        <a:lnTo>
                          <a:pt x="308" y="83"/>
                        </a:lnTo>
                        <a:lnTo>
                          <a:pt x="314" y="83"/>
                        </a:lnTo>
                        <a:lnTo>
                          <a:pt x="315" y="81"/>
                        </a:lnTo>
                        <a:lnTo>
                          <a:pt x="316" y="77"/>
                        </a:lnTo>
                        <a:lnTo>
                          <a:pt x="319" y="75"/>
                        </a:lnTo>
                        <a:lnTo>
                          <a:pt x="320" y="73"/>
                        </a:lnTo>
                        <a:lnTo>
                          <a:pt x="321" y="70"/>
                        </a:lnTo>
                        <a:lnTo>
                          <a:pt x="321" y="67"/>
                        </a:lnTo>
                        <a:lnTo>
                          <a:pt x="322" y="64"/>
                        </a:lnTo>
                        <a:lnTo>
                          <a:pt x="324" y="62"/>
                        </a:lnTo>
                        <a:lnTo>
                          <a:pt x="324" y="59"/>
                        </a:lnTo>
                        <a:lnTo>
                          <a:pt x="324" y="57"/>
                        </a:lnTo>
                        <a:lnTo>
                          <a:pt x="324" y="54"/>
                        </a:lnTo>
                        <a:lnTo>
                          <a:pt x="324" y="51"/>
                        </a:lnTo>
                        <a:lnTo>
                          <a:pt x="324" y="46"/>
                        </a:lnTo>
                        <a:lnTo>
                          <a:pt x="324" y="42"/>
                        </a:lnTo>
                        <a:lnTo>
                          <a:pt x="321" y="36"/>
                        </a:lnTo>
                        <a:lnTo>
                          <a:pt x="320" y="31"/>
                        </a:lnTo>
                        <a:lnTo>
                          <a:pt x="318" y="26"/>
                        </a:lnTo>
                        <a:lnTo>
                          <a:pt x="315" y="21"/>
                        </a:lnTo>
                        <a:lnTo>
                          <a:pt x="311" y="18"/>
                        </a:lnTo>
                        <a:lnTo>
                          <a:pt x="308" y="12"/>
                        </a:lnTo>
                        <a:lnTo>
                          <a:pt x="303" y="8"/>
                        </a:lnTo>
                        <a:lnTo>
                          <a:pt x="300" y="5"/>
                        </a:lnTo>
                        <a:lnTo>
                          <a:pt x="303" y="5"/>
                        </a:lnTo>
                        <a:lnTo>
                          <a:pt x="307" y="4"/>
                        </a:lnTo>
                        <a:lnTo>
                          <a:pt x="309" y="2"/>
                        </a:lnTo>
                        <a:lnTo>
                          <a:pt x="314" y="2"/>
                        </a:lnTo>
                        <a:lnTo>
                          <a:pt x="316" y="2"/>
                        </a:lnTo>
                        <a:lnTo>
                          <a:pt x="320" y="2"/>
                        </a:lnTo>
                        <a:lnTo>
                          <a:pt x="324" y="2"/>
                        </a:lnTo>
                        <a:lnTo>
                          <a:pt x="327" y="2"/>
                        </a:lnTo>
                        <a:lnTo>
                          <a:pt x="331" y="2"/>
                        </a:lnTo>
                        <a:lnTo>
                          <a:pt x="334" y="2"/>
                        </a:lnTo>
                        <a:lnTo>
                          <a:pt x="337" y="1"/>
                        </a:lnTo>
                        <a:lnTo>
                          <a:pt x="341" y="1"/>
                        </a:lnTo>
                        <a:lnTo>
                          <a:pt x="344" y="1"/>
                        </a:lnTo>
                        <a:lnTo>
                          <a:pt x="347" y="1"/>
                        </a:lnTo>
                        <a:lnTo>
                          <a:pt x="351" y="1"/>
                        </a:lnTo>
                        <a:lnTo>
                          <a:pt x="354" y="1"/>
                        </a:lnTo>
                        <a:lnTo>
                          <a:pt x="353" y="4"/>
                        </a:lnTo>
                        <a:lnTo>
                          <a:pt x="352" y="6"/>
                        </a:lnTo>
                        <a:lnTo>
                          <a:pt x="350" y="10"/>
                        </a:lnTo>
                        <a:lnTo>
                          <a:pt x="348" y="13"/>
                        </a:lnTo>
                        <a:lnTo>
                          <a:pt x="353" y="16"/>
                        </a:lnTo>
                        <a:lnTo>
                          <a:pt x="357" y="18"/>
                        </a:lnTo>
                        <a:lnTo>
                          <a:pt x="360" y="19"/>
                        </a:lnTo>
                        <a:lnTo>
                          <a:pt x="364" y="21"/>
                        </a:lnTo>
                        <a:lnTo>
                          <a:pt x="366" y="23"/>
                        </a:lnTo>
                        <a:lnTo>
                          <a:pt x="370" y="26"/>
                        </a:lnTo>
                        <a:lnTo>
                          <a:pt x="373" y="27"/>
                        </a:lnTo>
                        <a:lnTo>
                          <a:pt x="378" y="31"/>
                        </a:lnTo>
                        <a:lnTo>
                          <a:pt x="379" y="33"/>
                        </a:lnTo>
                        <a:lnTo>
                          <a:pt x="382" y="37"/>
                        </a:lnTo>
                        <a:lnTo>
                          <a:pt x="384" y="39"/>
                        </a:lnTo>
                        <a:lnTo>
                          <a:pt x="386" y="43"/>
                        </a:lnTo>
                        <a:lnTo>
                          <a:pt x="391" y="48"/>
                        </a:lnTo>
                        <a:lnTo>
                          <a:pt x="396" y="52"/>
                        </a:lnTo>
                        <a:lnTo>
                          <a:pt x="401" y="56"/>
                        </a:lnTo>
                        <a:lnTo>
                          <a:pt x="407" y="58"/>
                        </a:lnTo>
                        <a:lnTo>
                          <a:pt x="409" y="59"/>
                        </a:lnTo>
                        <a:lnTo>
                          <a:pt x="411" y="61"/>
                        </a:lnTo>
                        <a:lnTo>
                          <a:pt x="415" y="62"/>
                        </a:lnTo>
                        <a:lnTo>
                          <a:pt x="417" y="63"/>
                        </a:lnTo>
                        <a:lnTo>
                          <a:pt x="420" y="63"/>
                        </a:lnTo>
                        <a:lnTo>
                          <a:pt x="422" y="64"/>
                        </a:lnTo>
                        <a:lnTo>
                          <a:pt x="424" y="64"/>
                        </a:lnTo>
                        <a:lnTo>
                          <a:pt x="428" y="64"/>
                        </a:lnTo>
                        <a:lnTo>
                          <a:pt x="430" y="64"/>
                        </a:lnTo>
                        <a:lnTo>
                          <a:pt x="434" y="64"/>
                        </a:lnTo>
                        <a:lnTo>
                          <a:pt x="436" y="64"/>
                        </a:lnTo>
                        <a:lnTo>
                          <a:pt x="440" y="65"/>
                        </a:lnTo>
                        <a:lnTo>
                          <a:pt x="442" y="64"/>
                        </a:lnTo>
                        <a:lnTo>
                          <a:pt x="445" y="64"/>
                        </a:lnTo>
                        <a:lnTo>
                          <a:pt x="448" y="63"/>
                        </a:lnTo>
                        <a:lnTo>
                          <a:pt x="451" y="63"/>
                        </a:lnTo>
                        <a:lnTo>
                          <a:pt x="453" y="62"/>
                        </a:lnTo>
                        <a:lnTo>
                          <a:pt x="455" y="62"/>
                        </a:lnTo>
                        <a:lnTo>
                          <a:pt x="458" y="61"/>
                        </a:lnTo>
                        <a:lnTo>
                          <a:pt x="461" y="61"/>
                        </a:lnTo>
                        <a:lnTo>
                          <a:pt x="466" y="57"/>
                        </a:lnTo>
                        <a:lnTo>
                          <a:pt x="471" y="55"/>
                        </a:lnTo>
                        <a:lnTo>
                          <a:pt x="475" y="52"/>
                        </a:lnTo>
                        <a:lnTo>
                          <a:pt x="480" y="49"/>
                        </a:lnTo>
                        <a:lnTo>
                          <a:pt x="485" y="45"/>
                        </a:lnTo>
                        <a:lnTo>
                          <a:pt x="488" y="42"/>
                        </a:lnTo>
                        <a:lnTo>
                          <a:pt x="493" y="38"/>
                        </a:lnTo>
                        <a:lnTo>
                          <a:pt x="497" y="35"/>
                        </a:lnTo>
                        <a:lnTo>
                          <a:pt x="499" y="30"/>
                        </a:lnTo>
                        <a:lnTo>
                          <a:pt x="503" y="25"/>
                        </a:lnTo>
                        <a:lnTo>
                          <a:pt x="505" y="21"/>
                        </a:lnTo>
                        <a:lnTo>
                          <a:pt x="507" y="18"/>
                        </a:lnTo>
                        <a:lnTo>
                          <a:pt x="509" y="12"/>
                        </a:lnTo>
                        <a:lnTo>
                          <a:pt x="510" y="7"/>
                        </a:lnTo>
                        <a:lnTo>
                          <a:pt x="511" y="4"/>
                        </a:lnTo>
                        <a:lnTo>
                          <a:pt x="511" y="0"/>
                        </a:lnTo>
                        <a:lnTo>
                          <a:pt x="515" y="0"/>
                        </a:lnTo>
                        <a:lnTo>
                          <a:pt x="518" y="0"/>
                        </a:lnTo>
                        <a:lnTo>
                          <a:pt x="523" y="0"/>
                        </a:lnTo>
                        <a:lnTo>
                          <a:pt x="528" y="0"/>
                        </a:lnTo>
                        <a:lnTo>
                          <a:pt x="531" y="0"/>
                        </a:lnTo>
                        <a:lnTo>
                          <a:pt x="535" y="0"/>
                        </a:lnTo>
                        <a:lnTo>
                          <a:pt x="538" y="0"/>
                        </a:lnTo>
                        <a:lnTo>
                          <a:pt x="544" y="0"/>
                        </a:lnTo>
                        <a:lnTo>
                          <a:pt x="538" y="2"/>
                        </a:lnTo>
                        <a:lnTo>
                          <a:pt x="536" y="5"/>
                        </a:lnTo>
                        <a:lnTo>
                          <a:pt x="534" y="7"/>
                        </a:lnTo>
                        <a:lnTo>
                          <a:pt x="531" y="10"/>
                        </a:lnTo>
                        <a:lnTo>
                          <a:pt x="526" y="16"/>
                        </a:lnTo>
                        <a:lnTo>
                          <a:pt x="522" y="20"/>
                        </a:lnTo>
                        <a:lnTo>
                          <a:pt x="518" y="24"/>
                        </a:lnTo>
                        <a:lnTo>
                          <a:pt x="517" y="29"/>
                        </a:lnTo>
                        <a:lnTo>
                          <a:pt x="516" y="33"/>
                        </a:lnTo>
                        <a:lnTo>
                          <a:pt x="516" y="38"/>
                        </a:lnTo>
                        <a:lnTo>
                          <a:pt x="516" y="40"/>
                        </a:lnTo>
                        <a:lnTo>
                          <a:pt x="516" y="45"/>
                        </a:lnTo>
                        <a:lnTo>
                          <a:pt x="518" y="48"/>
                        </a:lnTo>
                        <a:lnTo>
                          <a:pt x="521" y="51"/>
                        </a:lnTo>
                        <a:lnTo>
                          <a:pt x="523" y="54"/>
                        </a:lnTo>
                        <a:lnTo>
                          <a:pt x="525" y="57"/>
                        </a:lnTo>
                        <a:lnTo>
                          <a:pt x="529" y="59"/>
                        </a:lnTo>
                        <a:lnTo>
                          <a:pt x="534" y="62"/>
                        </a:lnTo>
                        <a:lnTo>
                          <a:pt x="536" y="63"/>
                        </a:lnTo>
                        <a:lnTo>
                          <a:pt x="541" y="65"/>
                        </a:lnTo>
                        <a:lnTo>
                          <a:pt x="545" y="67"/>
                        </a:lnTo>
                        <a:lnTo>
                          <a:pt x="549" y="68"/>
                        </a:lnTo>
                        <a:lnTo>
                          <a:pt x="554" y="69"/>
                        </a:lnTo>
                        <a:lnTo>
                          <a:pt x="558" y="70"/>
                        </a:lnTo>
                        <a:lnTo>
                          <a:pt x="564" y="70"/>
                        </a:lnTo>
                        <a:lnTo>
                          <a:pt x="569" y="71"/>
                        </a:lnTo>
                        <a:lnTo>
                          <a:pt x="573" y="71"/>
                        </a:lnTo>
                        <a:lnTo>
                          <a:pt x="577" y="71"/>
                        </a:lnTo>
                        <a:lnTo>
                          <a:pt x="582" y="71"/>
                        </a:lnTo>
                        <a:lnTo>
                          <a:pt x="586" y="71"/>
                        </a:lnTo>
                        <a:lnTo>
                          <a:pt x="589" y="70"/>
                        </a:lnTo>
                        <a:lnTo>
                          <a:pt x="593" y="70"/>
                        </a:lnTo>
                        <a:lnTo>
                          <a:pt x="595" y="69"/>
                        </a:lnTo>
                        <a:lnTo>
                          <a:pt x="599" y="68"/>
                        </a:lnTo>
                        <a:lnTo>
                          <a:pt x="598" y="64"/>
                        </a:lnTo>
                        <a:lnTo>
                          <a:pt x="596" y="61"/>
                        </a:lnTo>
                        <a:lnTo>
                          <a:pt x="596" y="58"/>
                        </a:lnTo>
                        <a:lnTo>
                          <a:pt x="596" y="56"/>
                        </a:lnTo>
                        <a:lnTo>
                          <a:pt x="595" y="52"/>
                        </a:lnTo>
                        <a:lnTo>
                          <a:pt x="595" y="50"/>
                        </a:lnTo>
                        <a:lnTo>
                          <a:pt x="594" y="48"/>
                        </a:lnTo>
                        <a:lnTo>
                          <a:pt x="594" y="45"/>
                        </a:lnTo>
                        <a:lnTo>
                          <a:pt x="593" y="40"/>
                        </a:lnTo>
                        <a:lnTo>
                          <a:pt x="592" y="37"/>
                        </a:lnTo>
                        <a:lnTo>
                          <a:pt x="591" y="33"/>
                        </a:lnTo>
                        <a:lnTo>
                          <a:pt x="591" y="31"/>
                        </a:lnTo>
                        <a:lnTo>
                          <a:pt x="589" y="27"/>
                        </a:lnTo>
                        <a:lnTo>
                          <a:pt x="588" y="26"/>
                        </a:lnTo>
                        <a:lnTo>
                          <a:pt x="587" y="24"/>
                        </a:lnTo>
                        <a:lnTo>
                          <a:pt x="586" y="23"/>
                        </a:lnTo>
                        <a:lnTo>
                          <a:pt x="583" y="20"/>
                        </a:lnTo>
                        <a:lnTo>
                          <a:pt x="582" y="19"/>
                        </a:lnTo>
                        <a:lnTo>
                          <a:pt x="577" y="18"/>
                        </a:lnTo>
                        <a:lnTo>
                          <a:pt x="575" y="17"/>
                        </a:lnTo>
                        <a:lnTo>
                          <a:pt x="572" y="16"/>
                        </a:lnTo>
                        <a:lnTo>
                          <a:pt x="569" y="14"/>
                        </a:lnTo>
                        <a:lnTo>
                          <a:pt x="564" y="12"/>
                        </a:lnTo>
                        <a:lnTo>
                          <a:pt x="562" y="8"/>
                        </a:lnTo>
                        <a:lnTo>
                          <a:pt x="558" y="6"/>
                        </a:lnTo>
                        <a:lnTo>
                          <a:pt x="556" y="5"/>
                        </a:lnTo>
                        <a:lnTo>
                          <a:pt x="554" y="2"/>
                        </a:lnTo>
                        <a:lnTo>
                          <a:pt x="551" y="0"/>
                        </a:lnTo>
                        <a:lnTo>
                          <a:pt x="556" y="0"/>
                        </a:lnTo>
                        <a:lnTo>
                          <a:pt x="560" y="0"/>
                        </a:lnTo>
                        <a:lnTo>
                          <a:pt x="564" y="0"/>
                        </a:lnTo>
                        <a:lnTo>
                          <a:pt x="568" y="0"/>
                        </a:lnTo>
                        <a:lnTo>
                          <a:pt x="572" y="0"/>
                        </a:lnTo>
                        <a:lnTo>
                          <a:pt x="576" y="0"/>
                        </a:lnTo>
                        <a:lnTo>
                          <a:pt x="580" y="0"/>
                        </a:lnTo>
                        <a:lnTo>
                          <a:pt x="585" y="0"/>
                        </a:lnTo>
                        <a:lnTo>
                          <a:pt x="588" y="0"/>
                        </a:lnTo>
                        <a:lnTo>
                          <a:pt x="592" y="0"/>
                        </a:lnTo>
                        <a:lnTo>
                          <a:pt x="596" y="0"/>
                        </a:lnTo>
                        <a:lnTo>
                          <a:pt x="600" y="0"/>
                        </a:lnTo>
                        <a:lnTo>
                          <a:pt x="605" y="0"/>
                        </a:lnTo>
                        <a:lnTo>
                          <a:pt x="608" y="0"/>
                        </a:lnTo>
                        <a:lnTo>
                          <a:pt x="612" y="0"/>
                        </a:lnTo>
                        <a:lnTo>
                          <a:pt x="617" y="1"/>
                        </a:lnTo>
                        <a:lnTo>
                          <a:pt x="620" y="1"/>
                        </a:lnTo>
                        <a:lnTo>
                          <a:pt x="625" y="1"/>
                        </a:lnTo>
                        <a:lnTo>
                          <a:pt x="628" y="1"/>
                        </a:lnTo>
                        <a:lnTo>
                          <a:pt x="632" y="2"/>
                        </a:lnTo>
                        <a:lnTo>
                          <a:pt x="637" y="2"/>
                        </a:lnTo>
                        <a:lnTo>
                          <a:pt x="640" y="2"/>
                        </a:lnTo>
                        <a:lnTo>
                          <a:pt x="645" y="2"/>
                        </a:lnTo>
                        <a:lnTo>
                          <a:pt x="650" y="2"/>
                        </a:lnTo>
                        <a:lnTo>
                          <a:pt x="652" y="2"/>
                        </a:lnTo>
                        <a:lnTo>
                          <a:pt x="657" y="2"/>
                        </a:lnTo>
                        <a:lnTo>
                          <a:pt x="661" y="2"/>
                        </a:lnTo>
                        <a:lnTo>
                          <a:pt x="665" y="2"/>
                        </a:lnTo>
                        <a:lnTo>
                          <a:pt x="669" y="2"/>
                        </a:lnTo>
                        <a:lnTo>
                          <a:pt x="672" y="4"/>
                        </a:lnTo>
                        <a:lnTo>
                          <a:pt x="678" y="4"/>
                        </a:lnTo>
                        <a:lnTo>
                          <a:pt x="682" y="5"/>
                        </a:lnTo>
                        <a:lnTo>
                          <a:pt x="685" y="5"/>
                        </a:lnTo>
                        <a:lnTo>
                          <a:pt x="689" y="5"/>
                        </a:lnTo>
                        <a:lnTo>
                          <a:pt x="694" y="5"/>
                        </a:lnTo>
                        <a:lnTo>
                          <a:pt x="697" y="5"/>
                        </a:lnTo>
                        <a:lnTo>
                          <a:pt x="701" y="5"/>
                        </a:lnTo>
                        <a:lnTo>
                          <a:pt x="706" y="5"/>
                        </a:lnTo>
                        <a:lnTo>
                          <a:pt x="709" y="5"/>
                        </a:lnTo>
                        <a:lnTo>
                          <a:pt x="714" y="5"/>
                        </a:lnTo>
                        <a:lnTo>
                          <a:pt x="717" y="5"/>
                        </a:lnTo>
                        <a:lnTo>
                          <a:pt x="721" y="5"/>
                        </a:lnTo>
                        <a:lnTo>
                          <a:pt x="726" y="6"/>
                        </a:lnTo>
                        <a:lnTo>
                          <a:pt x="731" y="6"/>
                        </a:lnTo>
                        <a:lnTo>
                          <a:pt x="734" y="6"/>
                        </a:lnTo>
                        <a:lnTo>
                          <a:pt x="738" y="6"/>
                        </a:lnTo>
                        <a:lnTo>
                          <a:pt x="741" y="7"/>
                        </a:lnTo>
                        <a:lnTo>
                          <a:pt x="746" y="7"/>
                        </a:lnTo>
                        <a:lnTo>
                          <a:pt x="751" y="7"/>
                        </a:lnTo>
                        <a:lnTo>
                          <a:pt x="754" y="7"/>
                        </a:lnTo>
                        <a:lnTo>
                          <a:pt x="759" y="7"/>
                        </a:lnTo>
                        <a:lnTo>
                          <a:pt x="763" y="7"/>
                        </a:lnTo>
                        <a:lnTo>
                          <a:pt x="766" y="7"/>
                        </a:lnTo>
                        <a:lnTo>
                          <a:pt x="770" y="8"/>
                        </a:lnTo>
                        <a:lnTo>
                          <a:pt x="774" y="8"/>
                        </a:lnTo>
                        <a:lnTo>
                          <a:pt x="779" y="10"/>
                        </a:lnTo>
                        <a:lnTo>
                          <a:pt x="783" y="10"/>
                        </a:lnTo>
                        <a:lnTo>
                          <a:pt x="786" y="10"/>
                        </a:lnTo>
                        <a:lnTo>
                          <a:pt x="791" y="10"/>
                        </a:lnTo>
                        <a:lnTo>
                          <a:pt x="795" y="10"/>
                        </a:lnTo>
                        <a:lnTo>
                          <a:pt x="799" y="10"/>
                        </a:lnTo>
                        <a:lnTo>
                          <a:pt x="803" y="10"/>
                        </a:lnTo>
                        <a:lnTo>
                          <a:pt x="808" y="11"/>
                        </a:lnTo>
                        <a:lnTo>
                          <a:pt x="811" y="11"/>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41" name="Freeform 212"/>
                  <p:cNvSpPr/>
                  <p:nvPr/>
                </p:nvSpPr>
                <p:spPr bwMode="auto">
                  <a:xfrm>
                    <a:off x="5620" y="1690"/>
                    <a:ext cx="4" cy="4"/>
                  </a:xfrm>
                  <a:custGeom>
                    <a:avLst/>
                    <a:gdLst>
                      <a:gd name="T0" fmla="*/ 0 w 13"/>
                      <a:gd name="T1" fmla="*/ 0 h 14"/>
                      <a:gd name="T2" fmla="*/ 0 w 13"/>
                      <a:gd name="T3" fmla="*/ 0 h 14"/>
                      <a:gd name="T4" fmla="*/ 0 w 13"/>
                      <a:gd name="T5" fmla="*/ 0 h 14"/>
                      <a:gd name="T6" fmla="*/ 0 w 13"/>
                      <a:gd name="T7" fmla="*/ 0 h 14"/>
                      <a:gd name="T8" fmla="*/ 0 w 13"/>
                      <a:gd name="T9" fmla="*/ 0 h 14"/>
                      <a:gd name="T10" fmla="*/ 0 w 13"/>
                      <a:gd name="T11" fmla="*/ 0 h 14"/>
                      <a:gd name="T12" fmla="*/ 0 w 13"/>
                      <a:gd name="T13" fmla="*/ 0 h 14"/>
                      <a:gd name="T14" fmla="*/ 0 w 13"/>
                      <a:gd name="T15" fmla="*/ 0 h 14"/>
                      <a:gd name="T16" fmla="*/ 0 w 13"/>
                      <a:gd name="T17" fmla="*/ 0 h 14"/>
                      <a:gd name="T18" fmla="*/ 0 w 13"/>
                      <a:gd name="T19" fmla="*/ 0 h 14"/>
                      <a:gd name="T20" fmla="*/ 0 w 13"/>
                      <a:gd name="T21" fmla="*/ 0 h 14"/>
                      <a:gd name="T22" fmla="*/ 0 w 13"/>
                      <a:gd name="T23" fmla="*/ 0 h 14"/>
                      <a:gd name="T24" fmla="*/ 0 w 13"/>
                      <a:gd name="T25" fmla="*/ 0 h 14"/>
                      <a:gd name="T26" fmla="*/ 0 w 13"/>
                      <a:gd name="T27" fmla="*/ 0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
                      <a:gd name="T43" fmla="*/ 0 h 14"/>
                      <a:gd name="T44" fmla="*/ 13 w 13"/>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 h="14">
                        <a:moveTo>
                          <a:pt x="13" y="14"/>
                        </a:moveTo>
                        <a:lnTo>
                          <a:pt x="8" y="11"/>
                        </a:lnTo>
                        <a:lnTo>
                          <a:pt x="5" y="8"/>
                        </a:lnTo>
                        <a:lnTo>
                          <a:pt x="1" y="4"/>
                        </a:lnTo>
                        <a:lnTo>
                          <a:pt x="0" y="3"/>
                        </a:lnTo>
                        <a:lnTo>
                          <a:pt x="2" y="2"/>
                        </a:lnTo>
                        <a:lnTo>
                          <a:pt x="6" y="1"/>
                        </a:lnTo>
                        <a:lnTo>
                          <a:pt x="9" y="0"/>
                        </a:lnTo>
                        <a:lnTo>
                          <a:pt x="13" y="0"/>
                        </a:lnTo>
                        <a:lnTo>
                          <a:pt x="13" y="2"/>
                        </a:lnTo>
                        <a:lnTo>
                          <a:pt x="13" y="7"/>
                        </a:lnTo>
                        <a:lnTo>
                          <a:pt x="13" y="10"/>
                        </a:lnTo>
                        <a:lnTo>
                          <a:pt x="13" y="1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42" name="Freeform 213"/>
                  <p:cNvSpPr/>
                  <p:nvPr/>
                </p:nvSpPr>
                <p:spPr bwMode="auto">
                  <a:xfrm>
                    <a:off x="5285" y="1942"/>
                    <a:ext cx="475" cy="36"/>
                  </a:xfrm>
                  <a:custGeom>
                    <a:avLst/>
                    <a:gdLst>
                      <a:gd name="T0" fmla="*/ 0 w 1425"/>
                      <a:gd name="T1" fmla="*/ 0 h 109"/>
                      <a:gd name="T2" fmla="*/ 0 w 1425"/>
                      <a:gd name="T3" fmla="*/ 0 h 109"/>
                      <a:gd name="T4" fmla="*/ 0 w 1425"/>
                      <a:gd name="T5" fmla="*/ 0 h 109"/>
                      <a:gd name="T6" fmla="*/ 0 w 1425"/>
                      <a:gd name="T7" fmla="*/ 0 h 109"/>
                      <a:gd name="T8" fmla="*/ 0 w 1425"/>
                      <a:gd name="T9" fmla="*/ 0 h 109"/>
                      <a:gd name="T10" fmla="*/ 0 w 1425"/>
                      <a:gd name="T11" fmla="*/ 0 h 109"/>
                      <a:gd name="T12" fmla="*/ 0 w 1425"/>
                      <a:gd name="T13" fmla="*/ 0 h 109"/>
                      <a:gd name="T14" fmla="*/ 0 w 1425"/>
                      <a:gd name="T15" fmla="*/ 0 h 109"/>
                      <a:gd name="T16" fmla="*/ 0 w 1425"/>
                      <a:gd name="T17" fmla="*/ 0 h 109"/>
                      <a:gd name="T18" fmla="*/ 0 w 1425"/>
                      <a:gd name="T19" fmla="*/ 0 h 109"/>
                      <a:gd name="T20" fmla="*/ 0 w 1425"/>
                      <a:gd name="T21" fmla="*/ 0 h 109"/>
                      <a:gd name="T22" fmla="*/ 0 w 1425"/>
                      <a:gd name="T23" fmla="*/ 0 h 109"/>
                      <a:gd name="T24" fmla="*/ 0 w 1425"/>
                      <a:gd name="T25" fmla="*/ 0 h 109"/>
                      <a:gd name="T26" fmla="*/ 0 w 1425"/>
                      <a:gd name="T27" fmla="*/ 0 h 109"/>
                      <a:gd name="T28" fmla="*/ 0 w 1425"/>
                      <a:gd name="T29" fmla="*/ 0 h 109"/>
                      <a:gd name="T30" fmla="*/ 0 w 1425"/>
                      <a:gd name="T31" fmla="*/ 0 h 109"/>
                      <a:gd name="T32" fmla="*/ 0 w 1425"/>
                      <a:gd name="T33" fmla="*/ 0 h 109"/>
                      <a:gd name="T34" fmla="*/ 0 w 1425"/>
                      <a:gd name="T35" fmla="*/ 0 h 109"/>
                      <a:gd name="T36" fmla="*/ 0 w 1425"/>
                      <a:gd name="T37" fmla="*/ 0 h 109"/>
                      <a:gd name="T38" fmla="*/ 0 w 1425"/>
                      <a:gd name="T39" fmla="*/ 0 h 109"/>
                      <a:gd name="T40" fmla="*/ 0 w 1425"/>
                      <a:gd name="T41" fmla="*/ 0 h 109"/>
                      <a:gd name="T42" fmla="*/ 0 w 1425"/>
                      <a:gd name="T43" fmla="*/ 0 h 109"/>
                      <a:gd name="T44" fmla="*/ 0 w 1425"/>
                      <a:gd name="T45" fmla="*/ 0 h 109"/>
                      <a:gd name="T46" fmla="*/ 0 w 1425"/>
                      <a:gd name="T47" fmla="*/ 0 h 109"/>
                      <a:gd name="T48" fmla="*/ 0 w 1425"/>
                      <a:gd name="T49" fmla="*/ 0 h 109"/>
                      <a:gd name="T50" fmla="*/ 0 w 1425"/>
                      <a:gd name="T51" fmla="*/ 0 h 109"/>
                      <a:gd name="T52" fmla="*/ 0 w 1425"/>
                      <a:gd name="T53" fmla="*/ 0 h 109"/>
                      <a:gd name="T54" fmla="*/ 0 w 1425"/>
                      <a:gd name="T55" fmla="*/ 0 h 109"/>
                      <a:gd name="T56" fmla="*/ 0 w 1425"/>
                      <a:gd name="T57" fmla="*/ 0 h 109"/>
                      <a:gd name="T58" fmla="*/ 0 w 1425"/>
                      <a:gd name="T59" fmla="*/ 0 h 109"/>
                      <a:gd name="T60" fmla="*/ 0 w 1425"/>
                      <a:gd name="T61" fmla="*/ 0 h 109"/>
                      <a:gd name="T62" fmla="*/ 0 w 1425"/>
                      <a:gd name="T63" fmla="*/ 0 h 109"/>
                      <a:gd name="T64" fmla="*/ 0 w 1425"/>
                      <a:gd name="T65" fmla="*/ 0 h 109"/>
                      <a:gd name="T66" fmla="*/ 0 w 1425"/>
                      <a:gd name="T67" fmla="*/ 0 h 109"/>
                      <a:gd name="T68" fmla="*/ 0 w 1425"/>
                      <a:gd name="T69" fmla="*/ 0 h 109"/>
                      <a:gd name="T70" fmla="*/ 0 w 1425"/>
                      <a:gd name="T71" fmla="*/ 0 h 109"/>
                      <a:gd name="T72" fmla="*/ 0 w 1425"/>
                      <a:gd name="T73" fmla="*/ 0 h 109"/>
                      <a:gd name="T74" fmla="*/ 0 w 1425"/>
                      <a:gd name="T75" fmla="*/ 0 h 109"/>
                      <a:gd name="T76" fmla="*/ 0 w 1425"/>
                      <a:gd name="T77" fmla="*/ 0 h 109"/>
                      <a:gd name="T78" fmla="*/ 0 w 1425"/>
                      <a:gd name="T79" fmla="*/ 0 h 109"/>
                      <a:gd name="T80" fmla="*/ 0 w 1425"/>
                      <a:gd name="T81" fmla="*/ 0 h 109"/>
                      <a:gd name="T82" fmla="*/ 0 w 1425"/>
                      <a:gd name="T83" fmla="*/ 0 h 109"/>
                      <a:gd name="T84" fmla="*/ 0 w 1425"/>
                      <a:gd name="T85" fmla="*/ 0 h 109"/>
                      <a:gd name="T86" fmla="*/ 0 w 1425"/>
                      <a:gd name="T87" fmla="*/ 0 h 109"/>
                      <a:gd name="T88" fmla="*/ 0 w 1425"/>
                      <a:gd name="T89" fmla="*/ 0 h 109"/>
                      <a:gd name="T90" fmla="*/ 0 w 1425"/>
                      <a:gd name="T91" fmla="*/ 0 h 109"/>
                      <a:gd name="T92" fmla="*/ 0 w 1425"/>
                      <a:gd name="T93" fmla="*/ 0 h 109"/>
                      <a:gd name="T94" fmla="*/ 0 w 1425"/>
                      <a:gd name="T95" fmla="*/ 0 h 109"/>
                      <a:gd name="T96" fmla="*/ 0 w 1425"/>
                      <a:gd name="T97" fmla="*/ 0 h 109"/>
                      <a:gd name="T98" fmla="*/ 0 w 1425"/>
                      <a:gd name="T99" fmla="*/ 0 h 109"/>
                      <a:gd name="T100" fmla="*/ 0 w 1425"/>
                      <a:gd name="T101" fmla="*/ 0 h 109"/>
                      <a:gd name="T102" fmla="*/ 0 w 1425"/>
                      <a:gd name="T103" fmla="*/ 0 h 109"/>
                      <a:gd name="T104" fmla="*/ 0 w 1425"/>
                      <a:gd name="T105" fmla="*/ 0 h 109"/>
                      <a:gd name="T106" fmla="*/ 0 w 1425"/>
                      <a:gd name="T107" fmla="*/ 0 h 109"/>
                      <a:gd name="T108" fmla="*/ 0 w 1425"/>
                      <a:gd name="T109" fmla="*/ 0 h 109"/>
                      <a:gd name="T110" fmla="*/ 0 w 1425"/>
                      <a:gd name="T111" fmla="*/ 0 h 109"/>
                      <a:gd name="T112" fmla="*/ 0 w 1425"/>
                      <a:gd name="T113" fmla="*/ 0 h 109"/>
                      <a:gd name="T114" fmla="*/ 0 w 1425"/>
                      <a:gd name="T115" fmla="*/ 0 h 109"/>
                      <a:gd name="T116" fmla="*/ 0 w 1425"/>
                      <a:gd name="T117" fmla="*/ 0 h 109"/>
                      <a:gd name="T118" fmla="*/ 0 w 1425"/>
                      <a:gd name="T119" fmla="*/ 0 h 109"/>
                      <a:gd name="T120" fmla="*/ 0 w 1425"/>
                      <a:gd name="T121" fmla="*/ 0 h 109"/>
                      <a:gd name="T122" fmla="*/ 0 w 1425"/>
                      <a:gd name="T123" fmla="*/ 0 h 10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25"/>
                      <a:gd name="T187" fmla="*/ 0 h 109"/>
                      <a:gd name="T188" fmla="*/ 1425 w 1425"/>
                      <a:gd name="T189" fmla="*/ 109 h 10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25" h="109">
                        <a:moveTo>
                          <a:pt x="13" y="6"/>
                        </a:moveTo>
                        <a:lnTo>
                          <a:pt x="14" y="6"/>
                        </a:lnTo>
                        <a:lnTo>
                          <a:pt x="17" y="6"/>
                        </a:lnTo>
                        <a:lnTo>
                          <a:pt x="20" y="6"/>
                        </a:lnTo>
                        <a:lnTo>
                          <a:pt x="24" y="6"/>
                        </a:lnTo>
                        <a:lnTo>
                          <a:pt x="28" y="7"/>
                        </a:lnTo>
                        <a:lnTo>
                          <a:pt x="31" y="7"/>
                        </a:lnTo>
                        <a:lnTo>
                          <a:pt x="34" y="8"/>
                        </a:lnTo>
                        <a:lnTo>
                          <a:pt x="37" y="8"/>
                        </a:lnTo>
                        <a:lnTo>
                          <a:pt x="40" y="8"/>
                        </a:lnTo>
                        <a:lnTo>
                          <a:pt x="44" y="8"/>
                        </a:lnTo>
                        <a:lnTo>
                          <a:pt x="47" y="9"/>
                        </a:lnTo>
                        <a:lnTo>
                          <a:pt x="51" y="9"/>
                        </a:lnTo>
                        <a:lnTo>
                          <a:pt x="55" y="10"/>
                        </a:lnTo>
                        <a:lnTo>
                          <a:pt x="58" y="10"/>
                        </a:lnTo>
                        <a:lnTo>
                          <a:pt x="63" y="10"/>
                        </a:lnTo>
                        <a:lnTo>
                          <a:pt x="68" y="10"/>
                        </a:lnTo>
                        <a:lnTo>
                          <a:pt x="71" y="12"/>
                        </a:lnTo>
                        <a:lnTo>
                          <a:pt x="76" y="12"/>
                        </a:lnTo>
                        <a:lnTo>
                          <a:pt x="81" y="13"/>
                        </a:lnTo>
                        <a:lnTo>
                          <a:pt x="85" y="13"/>
                        </a:lnTo>
                        <a:lnTo>
                          <a:pt x="90" y="13"/>
                        </a:lnTo>
                        <a:lnTo>
                          <a:pt x="95" y="14"/>
                        </a:lnTo>
                        <a:lnTo>
                          <a:pt x="101" y="14"/>
                        </a:lnTo>
                        <a:lnTo>
                          <a:pt x="104" y="15"/>
                        </a:lnTo>
                        <a:lnTo>
                          <a:pt x="112" y="15"/>
                        </a:lnTo>
                        <a:lnTo>
                          <a:pt x="116" y="15"/>
                        </a:lnTo>
                        <a:lnTo>
                          <a:pt x="121" y="16"/>
                        </a:lnTo>
                        <a:lnTo>
                          <a:pt x="126" y="16"/>
                        </a:lnTo>
                        <a:lnTo>
                          <a:pt x="132" y="18"/>
                        </a:lnTo>
                        <a:lnTo>
                          <a:pt x="136" y="18"/>
                        </a:lnTo>
                        <a:lnTo>
                          <a:pt x="142" y="18"/>
                        </a:lnTo>
                        <a:lnTo>
                          <a:pt x="147" y="18"/>
                        </a:lnTo>
                        <a:lnTo>
                          <a:pt x="153" y="19"/>
                        </a:lnTo>
                        <a:lnTo>
                          <a:pt x="159" y="19"/>
                        </a:lnTo>
                        <a:lnTo>
                          <a:pt x="165" y="19"/>
                        </a:lnTo>
                        <a:lnTo>
                          <a:pt x="170" y="20"/>
                        </a:lnTo>
                        <a:lnTo>
                          <a:pt x="176" y="20"/>
                        </a:lnTo>
                        <a:lnTo>
                          <a:pt x="182" y="20"/>
                        </a:lnTo>
                        <a:lnTo>
                          <a:pt x="187" y="21"/>
                        </a:lnTo>
                        <a:lnTo>
                          <a:pt x="193" y="21"/>
                        </a:lnTo>
                        <a:lnTo>
                          <a:pt x="199" y="21"/>
                        </a:lnTo>
                        <a:lnTo>
                          <a:pt x="204" y="21"/>
                        </a:lnTo>
                        <a:lnTo>
                          <a:pt x="210" y="21"/>
                        </a:lnTo>
                        <a:lnTo>
                          <a:pt x="215" y="21"/>
                        </a:lnTo>
                        <a:lnTo>
                          <a:pt x="221" y="22"/>
                        </a:lnTo>
                        <a:lnTo>
                          <a:pt x="225" y="22"/>
                        </a:lnTo>
                        <a:lnTo>
                          <a:pt x="231" y="22"/>
                        </a:lnTo>
                        <a:lnTo>
                          <a:pt x="237" y="22"/>
                        </a:lnTo>
                        <a:lnTo>
                          <a:pt x="243" y="22"/>
                        </a:lnTo>
                        <a:lnTo>
                          <a:pt x="248" y="22"/>
                        </a:lnTo>
                        <a:lnTo>
                          <a:pt x="253" y="22"/>
                        </a:lnTo>
                        <a:lnTo>
                          <a:pt x="259" y="22"/>
                        </a:lnTo>
                        <a:lnTo>
                          <a:pt x="263" y="22"/>
                        </a:lnTo>
                        <a:lnTo>
                          <a:pt x="268" y="22"/>
                        </a:lnTo>
                        <a:lnTo>
                          <a:pt x="274" y="22"/>
                        </a:lnTo>
                        <a:lnTo>
                          <a:pt x="279" y="22"/>
                        </a:lnTo>
                        <a:lnTo>
                          <a:pt x="284" y="22"/>
                        </a:lnTo>
                        <a:lnTo>
                          <a:pt x="288" y="21"/>
                        </a:lnTo>
                        <a:lnTo>
                          <a:pt x="292" y="21"/>
                        </a:lnTo>
                        <a:lnTo>
                          <a:pt x="294" y="21"/>
                        </a:lnTo>
                        <a:lnTo>
                          <a:pt x="297" y="21"/>
                        </a:lnTo>
                        <a:lnTo>
                          <a:pt x="299" y="21"/>
                        </a:lnTo>
                        <a:lnTo>
                          <a:pt x="303" y="21"/>
                        </a:lnTo>
                        <a:lnTo>
                          <a:pt x="305" y="20"/>
                        </a:lnTo>
                        <a:lnTo>
                          <a:pt x="306" y="20"/>
                        </a:lnTo>
                        <a:lnTo>
                          <a:pt x="310" y="20"/>
                        </a:lnTo>
                        <a:lnTo>
                          <a:pt x="313" y="20"/>
                        </a:lnTo>
                        <a:lnTo>
                          <a:pt x="316" y="20"/>
                        </a:lnTo>
                        <a:lnTo>
                          <a:pt x="319" y="20"/>
                        </a:lnTo>
                        <a:lnTo>
                          <a:pt x="322" y="20"/>
                        </a:lnTo>
                        <a:lnTo>
                          <a:pt x="324" y="20"/>
                        </a:lnTo>
                        <a:lnTo>
                          <a:pt x="327" y="19"/>
                        </a:lnTo>
                        <a:lnTo>
                          <a:pt x="330" y="19"/>
                        </a:lnTo>
                        <a:lnTo>
                          <a:pt x="335" y="19"/>
                        </a:lnTo>
                        <a:lnTo>
                          <a:pt x="337" y="19"/>
                        </a:lnTo>
                        <a:lnTo>
                          <a:pt x="339" y="19"/>
                        </a:lnTo>
                        <a:lnTo>
                          <a:pt x="344" y="19"/>
                        </a:lnTo>
                        <a:lnTo>
                          <a:pt x="346" y="19"/>
                        </a:lnTo>
                        <a:lnTo>
                          <a:pt x="351" y="19"/>
                        </a:lnTo>
                        <a:lnTo>
                          <a:pt x="355" y="18"/>
                        </a:lnTo>
                        <a:lnTo>
                          <a:pt x="357" y="18"/>
                        </a:lnTo>
                        <a:lnTo>
                          <a:pt x="361" y="18"/>
                        </a:lnTo>
                        <a:lnTo>
                          <a:pt x="364" y="18"/>
                        </a:lnTo>
                        <a:lnTo>
                          <a:pt x="369" y="18"/>
                        </a:lnTo>
                        <a:lnTo>
                          <a:pt x="373" y="18"/>
                        </a:lnTo>
                        <a:lnTo>
                          <a:pt x="376" y="18"/>
                        </a:lnTo>
                        <a:lnTo>
                          <a:pt x="381" y="18"/>
                        </a:lnTo>
                        <a:lnTo>
                          <a:pt x="384" y="18"/>
                        </a:lnTo>
                        <a:lnTo>
                          <a:pt x="388" y="18"/>
                        </a:lnTo>
                        <a:lnTo>
                          <a:pt x="392" y="18"/>
                        </a:lnTo>
                        <a:lnTo>
                          <a:pt x="396" y="18"/>
                        </a:lnTo>
                        <a:lnTo>
                          <a:pt x="400" y="16"/>
                        </a:lnTo>
                        <a:lnTo>
                          <a:pt x="403" y="16"/>
                        </a:lnTo>
                        <a:lnTo>
                          <a:pt x="408" y="16"/>
                        </a:lnTo>
                        <a:lnTo>
                          <a:pt x="412" y="16"/>
                        </a:lnTo>
                        <a:lnTo>
                          <a:pt x="415" y="16"/>
                        </a:lnTo>
                        <a:lnTo>
                          <a:pt x="420" y="16"/>
                        </a:lnTo>
                        <a:lnTo>
                          <a:pt x="425" y="16"/>
                        </a:lnTo>
                        <a:lnTo>
                          <a:pt x="428" y="16"/>
                        </a:lnTo>
                        <a:lnTo>
                          <a:pt x="433" y="16"/>
                        </a:lnTo>
                        <a:lnTo>
                          <a:pt x="438" y="16"/>
                        </a:lnTo>
                        <a:lnTo>
                          <a:pt x="441" y="16"/>
                        </a:lnTo>
                        <a:lnTo>
                          <a:pt x="446" y="16"/>
                        </a:lnTo>
                        <a:lnTo>
                          <a:pt x="451" y="15"/>
                        </a:lnTo>
                        <a:lnTo>
                          <a:pt x="456" y="15"/>
                        </a:lnTo>
                        <a:lnTo>
                          <a:pt x="459" y="15"/>
                        </a:lnTo>
                        <a:lnTo>
                          <a:pt x="463" y="15"/>
                        </a:lnTo>
                        <a:lnTo>
                          <a:pt x="469" y="15"/>
                        </a:lnTo>
                        <a:lnTo>
                          <a:pt x="472" y="15"/>
                        </a:lnTo>
                        <a:lnTo>
                          <a:pt x="477" y="15"/>
                        </a:lnTo>
                        <a:lnTo>
                          <a:pt x="482" y="15"/>
                        </a:lnTo>
                        <a:lnTo>
                          <a:pt x="486" y="15"/>
                        </a:lnTo>
                        <a:lnTo>
                          <a:pt x="490" y="15"/>
                        </a:lnTo>
                        <a:lnTo>
                          <a:pt x="495" y="15"/>
                        </a:lnTo>
                        <a:lnTo>
                          <a:pt x="500" y="15"/>
                        </a:lnTo>
                        <a:lnTo>
                          <a:pt x="504" y="15"/>
                        </a:lnTo>
                        <a:lnTo>
                          <a:pt x="509" y="15"/>
                        </a:lnTo>
                        <a:lnTo>
                          <a:pt x="514" y="15"/>
                        </a:lnTo>
                        <a:lnTo>
                          <a:pt x="519" y="15"/>
                        </a:lnTo>
                        <a:lnTo>
                          <a:pt x="516" y="16"/>
                        </a:lnTo>
                        <a:lnTo>
                          <a:pt x="513" y="18"/>
                        </a:lnTo>
                        <a:lnTo>
                          <a:pt x="510" y="18"/>
                        </a:lnTo>
                        <a:lnTo>
                          <a:pt x="507" y="20"/>
                        </a:lnTo>
                        <a:lnTo>
                          <a:pt x="504" y="21"/>
                        </a:lnTo>
                        <a:lnTo>
                          <a:pt x="501" y="21"/>
                        </a:lnTo>
                        <a:lnTo>
                          <a:pt x="498" y="24"/>
                        </a:lnTo>
                        <a:lnTo>
                          <a:pt x="497" y="25"/>
                        </a:lnTo>
                        <a:lnTo>
                          <a:pt x="491" y="27"/>
                        </a:lnTo>
                        <a:lnTo>
                          <a:pt x="488" y="29"/>
                        </a:lnTo>
                        <a:lnTo>
                          <a:pt x="483" y="33"/>
                        </a:lnTo>
                        <a:lnTo>
                          <a:pt x="479" y="37"/>
                        </a:lnTo>
                        <a:lnTo>
                          <a:pt x="476" y="40"/>
                        </a:lnTo>
                        <a:lnTo>
                          <a:pt x="473" y="45"/>
                        </a:lnTo>
                        <a:lnTo>
                          <a:pt x="471" y="46"/>
                        </a:lnTo>
                        <a:lnTo>
                          <a:pt x="471" y="48"/>
                        </a:lnTo>
                        <a:lnTo>
                          <a:pt x="470" y="51"/>
                        </a:lnTo>
                        <a:lnTo>
                          <a:pt x="469" y="54"/>
                        </a:lnTo>
                        <a:lnTo>
                          <a:pt x="469" y="56"/>
                        </a:lnTo>
                        <a:lnTo>
                          <a:pt x="469" y="59"/>
                        </a:lnTo>
                        <a:lnTo>
                          <a:pt x="467" y="62"/>
                        </a:lnTo>
                        <a:lnTo>
                          <a:pt x="467" y="65"/>
                        </a:lnTo>
                        <a:lnTo>
                          <a:pt x="467" y="69"/>
                        </a:lnTo>
                        <a:lnTo>
                          <a:pt x="467" y="71"/>
                        </a:lnTo>
                        <a:lnTo>
                          <a:pt x="469" y="75"/>
                        </a:lnTo>
                        <a:lnTo>
                          <a:pt x="469" y="79"/>
                        </a:lnTo>
                        <a:lnTo>
                          <a:pt x="471" y="78"/>
                        </a:lnTo>
                        <a:lnTo>
                          <a:pt x="473" y="78"/>
                        </a:lnTo>
                        <a:lnTo>
                          <a:pt x="476" y="77"/>
                        </a:lnTo>
                        <a:lnTo>
                          <a:pt x="479" y="77"/>
                        </a:lnTo>
                        <a:lnTo>
                          <a:pt x="482" y="76"/>
                        </a:lnTo>
                        <a:lnTo>
                          <a:pt x="484" y="76"/>
                        </a:lnTo>
                        <a:lnTo>
                          <a:pt x="486" y="76"/>
                        </a:lnTo>
                        <a:lnTo>
                          <a:pt x="490" y="75"/>
                        </a:lnTo>
                        <a:lnTo>
                          <a:pt x="495" y="73"/>
                        </a:lnTo>
                        <a:lnTo>
                          <a:pt x="500" y="71"/>
                        </a:lnTo>
                        <a:lnTo>
                          <a:pt x="504" y="71"/>
                        </a:lnTo>
                        <a:lnTo>
                          <a:pt x="510" y="70"/>
                        </a:lnTo>
                        <a:lnTo>
                          <a:pt x="515" y="67"/>
                        </a:lnTo>
                        <a:lnTo>
                          <a:pt x="519" y="66"/>
                        </a:lnTo>
                        <a:lnTo>
                          <a:pt x="524" y="64"/>
                        </a:lnTo>
                        <a:lnTo>
                          <a:pt x="529" y="63"/>
                        </a:lnTo>
                        <a:lnTo>
                          <a:pt x="534" y="60"/>
                        </a:lnTo>
                        <a:lnTo>
                          <a:pt x="539" y="59"/>
                        </a:lnTo>
                        <a:lnTo>
                          <a:pt x="543" y="56"/>
                        </a:lnTo>
                        <a:lnTo>
                          <a:pt x="548" y="54"/>
                        </a:lnTo>
                        <a:lnTo>
                          <a:pt x="552" y="52"/>
                        </a:lnTo>
                        <a:lnTo>
                          <a:pt x="556" y="51"/>
                        </a:lnTo>
                        <a:lnTo>
                          <a:pt x="562" y="48"/>
                        </a:lnTo>
                        <a:lnTo>
                          <a:pt x="567" y="46"/>
                        </a:lnTo>
                        <a:lnTo>
                          <a:pt x="571" y="44"/>
                        </a:lnTo>
                        <a:lnTo>
                          <a:pt x="577" y="41"/>
                        </a:lnTo>
                        <a:lnTo>
                          <a:pt x="581" y="39"/>
                        </a:lnTo>
                        <a:lnTo>
                          <a:pt x="586" y="38"/>
                        </a:lnTo>
                        <a:lnTo>
                          <a:pt x="591" y="35"/>
                        </a:lnTo>
                        <a:lnTo>
                          <a:pt x="596" y="34"/>
                        </a:lnTo>
                        <a:lnTo>
                          <a:pt x="600" y="33"/>
                        </a:lnTo>
                        <a:lnTo>
                          <a:pt x="606" y="31"/>
                        </a:lnTo>
                        <a:lnTo>
                          <a:pt x="611" y="29"/>
                        </a:lnTo>
                        <a:lnTo>
                          <a:pt x="616" y="28"/>
                        </a:lnTo>
                        <a:lnTo>
                          <a:pt x="619" y="27"/>
                        </a:lnTo>
                        <a:lnTo>
                          <a:pt x="622" y="27"/>
                        </a:lnTo>
                        <a:lnTo>
                          <a:pt x="625" y="26"/>
                        </a:lnTo>
                        <a:lnTo>
                          <a:pt x="628" y="26"/>
                        </a:lnTo>
                        <a:lnTo>
                          <a:pt x="625" y="24"/>
                        </a:lnTo>
                        <a:lnTo>
                          <a:pt x="624" y="21"/>
                        </a:lnTo>
                        <a:lnTo>
                          <a:pt x="621" y="18"/>
                        </a:lnTo>
                        <a:lnTo>
                          <a:pt x="618" y="14"/>
                        </a:lnTo>
                        <a:lnTo>
                          <a:pt x="621" y="13"/>
                        </a:lnTo>
                        <a:lnTo>
                          <a:pt x="625" y="13"/>
                        </a:lnTo>
                        <a:lnTo>
                          <a:pt x="628" y="13"/>
                        </a:lnTo>
                        <a:lnTo>
                          <a:pt x="632" y="13"/>
                        </a:lnTo>
                        <a:lnTo>
                          <a:pt x="637" y="13"/>
                        </a:lnTo>
                        <a:lnTo>
                          <a:pt x="641" y="13"/>
                        </a:lnTo>
                        <a:lnTo>
                          <a:pt x="644" y="13"/>
                        </a:lnTo>
                        <a:lnTo>
                          <a:pt x="648" y="13"/>
                        </a:lnTo>
                        <a:lnTo>
                          <a:pt x="651" y="13"/>
                        </a:lnTo>
                        <a:lnTo>
                          <a:pt x="656" y="13"/>
                        </a:lnTo>
                        <a:lnTo>
                          <a:pt x="660" y="13"/>
                        </a:lnTo>
                        <a:lnTo>
                          <a:pt x="663" y="13"/>
                        </a:lnTo>
                        <a:lnTo>
                          <a:pt x="667" y="13"/>
                        </a:lnTo>
                        <a:lnTo>
                          <a:pt x="670" y="13"/>
                        </a:lnTo>
                        <a:lnTo>
                          <a:pt x="674" y="13"/>
                        </a:lnTo>
                        <a:lnTo>
                          <a:pt x="679" y="13"/>
                        </a:lnTo>
                        <a:lnTo>
                          <a:pt x="682" y="13"/>
                        </a:lnTo>
                        <a:lnTo>
                          <a:pt x="686" y="13"/>
                        </a:lnTo>
                        <a:lnTo>
                          <a:pt x="689" y="13"/>
                        </a:lnTo>
                        <a:lnTo>
                          <a:pt x="693" y="13"/>
                        </a:lnTo>
                        <a:lnTo>
                          <a:pt x="696" y="13"/>
                        </a:lnTo>
                        <a:lnTo>
                          <a:pt x="700" y="13"/>
                        </a:lnTo>
                        <a:lnTo>
                          <a:pt x="704" y="13"/>
                        </a:lnTo>
                        <a:lnTo>
                          <a:pt x="707" y="13"/>
                        </a:lnTo>
                        <a:lnTo>
                          <a:pt x="711" y="13"/>
                        </a:lnTo>
                        <a:lnTo>
                          <a:pt x="714" y="13"/>
                        </a:lnTo>
                        <a:lnTo>
                          <a:pt x="718" y="13"/>
                        </a:lnTo>
                        <a:lnTo>
                          <a:pt x="721" y="13"/>
                        </a:lnTo>
                        <a:lnTo>
                          <a:pt x="724" y="13"/>
                        </a:lnTo>
                        <a:lnTo>
                          <a:pt x="729" y="13"/>
                        </a:lnTo>
                        <a:lnTo>
                          <a:pt x="731" y="13"/>
                        </a:lnTo>
                        <a:lnTo>
                          <a:pt x="734" y="14"/>
                        </a:lnTo>
                        <a:lnTo>
                          <a:pt x="738" y="14"/>
                        </a:lnTo>
                        <a:lnTo>
                          <a:pt x="742" y="14"/>
                        </a:lnTo>
                        <a:lnTo>
                          <a:pt x="744" y="14"/>
                        </a:lnTo>
                        <a:lnTo>
                          <a:pt x="746" y="14"/>
                        </a:lnTo>
                        <a:lnTo>
                          <a:pt x="750" y="14"/>
                        </a:lnTo>
                        <a:lnTo>
                          <a:pt x="753" y="14"/>
                        </a:lnTo>
                        <a:lnTo>
                          <a:pt x="756" y="14"/>
                        </a:lnTo>
                        <a:lnTo>
                          <a:pt x="759" y="14"/>
                        </a:lnTo>
                        <a:lnTo>
                          <a:pt x="762" y="14"/>
                        </a:lnTo>
                        <a:lnTo>
                          <a:pt x="764" y="14"/>
                        </a:lnTo>
                        <a:lnTo>
                          <a:pt x="766" y="14"/>
                        </a:lnTo>
                        <a:lnTo>
                          <a:pt x="770" y="15"/>
                        </a:lnTo>
                        <a:lnTo>
                          <a:pt x="772" y="15"/>
                        </a:lnTo>
                        <a:lnTo>
                          <a:pt x="775" y="15"/>
                        </a:lnTo>
                        <a:lnTo>
                          <a:pt x="778" y="15"/>
                        </a:lnTo>
                        <a:lnTo>
                          <a:pt x="781" y="15"/>
                        </a:lnTo>
                        <a:lnTo>
                          <a:pt x="785" y="15"/>
                        </a:lnTo>
                        <a:lnTo>
                          <a:pt x="790" y="15"/>
                        </a:lnTo>
                        <a:lnTo>
                          <a:pt x="795" y="15"/>
                        </a:lnTo>
                        <a:lnTo>
                          <a:pt x="800" y="16"/>
                        </a:lnTo>
                        <a:lnTo>
                          <a:pt x="804" y="16"/>
                        </a:lnTo>
                        <a:lnTo>
                          <a:pt x="808" y="16"/>
                        </a:lnTo>
                        <a:lnTo>
                          <a:pt x="813" y="18"/>
                        </a:lnTo>
                        <a:lnTo>
                          <a:pt x="816" y="18"/>
                        </a:lnTo>
                        <a:lnTo>
                          <a:pt x="815" y="21"/>
                        </a:lnTo>
                        <a:lnTo>
                          <a:pt x="816" y="25"/>
                        </a:lnTo>
                        <a:lnTo>
                          <a:pt x="816" y="28"/>
                        </a:lnTo>
                        <a:lnTo>
                          <a:pt x="818" y="33"/>
                        </a:lnTo>
                        <a:lnTo>
                          <a:pt x="820" y="37"/>
                        </a:lnTo>
                        <a:lnTo>
                          <a:pt x="821" y="41"/>
                        </a:lnTo>
                        <a:lnTo>
                          <a:pt x="823" y="45"/>
                        </a:lnTo>
                        <a:lnTo>
                          <a:pt x="827" y="48"/>
                        </a:lnTo>
                        <a:lnTo>
                          <a:pt x="829" y="52"/>
                        </a:lnTo>
                        <a:lnTo>
                          <a:pt x="833" y="56"/>
                        </a:lnTo>
                        <a:lnTo>
                          <a:pt x="835" y="59"/>
                        </a:lnTo>
                        <a:lnTo>
                          <a:pt x="840" y="64"/>
                        </a:lnTo>
                        <a:lnTo>
                          <a:pt x="842" y="66"/>
                        </a:lnTo>
                        <a:lnTo>
                          <a:pt x="847" y="70"/>
                        </a:lnTo>
                        <a:lnTo>
                          <a:pt x="852" y="73"/>
                        </a:lnTo>
                        <a:lnTo>
                          <a:pt x="855" y="76"/>
                        </a:lnTo>
                        <a:lnTo>
                          <a:pt x="860" y="79"/>
                        </a:lnTo>
                        <a:lnTo>
                          <a:pt x="865" y="82"/>
                        </a:lnTo>
                        <a:lnTo>
                          <a:pt x="870" y="83"/>
                        </a:lnTo>
                        <a:lnTo>
                          <a:pt x="874" y="85"/>
                        </a:lnTo>
                        <a:lnTo>
                          <a:pt x="878" y="86"/>
                        </a:lnTo>
                        <a:lnTo>
                          <a:pt x="884" y="89"/>
                        </a:lnTo>
                        <a:lnTo>
                          <a:pt x="889" y="89"/>
                        </a:lnTo>
                        <a:lnTo>
                          <a:pt x="893" y="91"/>
                        </a:lnTo>
                        <a:lnTo>
                          <a:pt x="898" y="91"/>
                        </a:lnTo>
                        <a:lnTo>
                          <a:pt x="902" y="91"/>
                        </a:lnTo>
                        <a:lnTo>
                          <a:pt x="906" y="91"/>
                        </a:lnTo>
                        <a:lnTo>
                          <a:pt x="911" y="91"/>
                        </a:lnTo>
                        <a:lnTo>
                          <a:pt x="915" y="89"/>
                        </a:lnTo>
                        <a:lnTo>
                          <a:pt x="920" y="89"/>
                        </a:lnTo>
                        <a:lnTo>
                          <a:pt x="923" y="86"/>
                        </a:lnTo>
                        <a:lnTo>
                          <a:pt x="927" y="85"/>
                        </a:lnTo>
                        <a:lnTo>
                          <a:pt x="925" y="83"/>
                        </a:lnTo>
                        <a:lnTo>
                          <a:pt x="924" y="79"/>
                        </a:lnTo>
                        <a:lnTo>
                          <a:pt x="923" y="77"/>
                        </a:lnTo>
                        <a:lnTo>
                          <a:pt x="922" y="75"/>
                        </a:lnTo>
                        <a:lnTo>
                          <a:pt x="920" y="70"/>
                        </a:lnTo>
                        <a:lnTo>
                          <a:pt x="917" y="65"/>
                        </a:lnTo>
                        <a:lnTo>
                          <a:pt x="915" y="62"/>
                        </a:lnTo>
                        <a:lnTo>
                          <a:pt x="911" y="56"/>
                        </a:lnTo>
                        <a:lnTo>
                          <a:pt x="909" y="52"/>
                        </a:lnTo>
                        <a:lnTo>
                          <a:pt x="906" y="48"/>
                        </a:lnTo>
                        <a:lnTo>
                          <a:pt x="902" y="44"/>
                        </a:lnTo>
                        <a:lnTo>
                          <a:pt x="898" y="40"/>
                        </a:lnTo>
                        <a:lnTo>
                          <a:pt x="895" y="37"/>
                        </a:lnTo>
                        <a:lnTo>
                          <a:pt x="891" y="33"/>
                        </a:lnTo>
                        <a:lnTo>
                          <a:pt x="889" y="31"/>
                        </a:lnTo>
                        <a:lnTo>
                          <a:pt x="884" y="27"/>
                        </a:lnTo>
                        <a:lnTo>
                          <a:pt x="879" y="25"/>
                        </a:lnTo>
                        <a:lnTo>
                          <a:pt x="876" y="22"/>
                        </a:lnTo>
                        <a:lnTo>
                          <a:pt x="878" y="22"/>
                        </a:lnTo>
                        <a:lnTo>
                          <a:pt x="880" y="22"/>
                        </a:lnTo>
                        <a:lnTo>
                          <a:pt x="884" y="22"/>
                        </a:lnTo>
                        <a:lnTo>
                          <a:pt x="886" y="22"/>
                        </a:lnTo>
                        <a:lnTo>
                          <a:pt x="890" y="22"/>
                        </a:lnTo>
                        <a:lnTo>
                          <a:pt x="892" y="22"/>
                        </a:lnTo>
                        <a:lnTo>
                          <a:pt x="896" y="22"/>
                        </a:lnTo>
                        <a:lnTo>
                          <a:pt x="898" y="22"/>
                        </a:lnTo>
                        <a:lnTo>
                          <a:pt x="902" y="22"/>
                        </a:lnTo>
                        <a:lnTo>
                          <a:pt x="904" y="22"/>
                        </a:lnTo>
                        <a:lnTo>
                          <a:pt x="908" y="22"/>
                        </a:lnTo>
                        <a:lnTo>
                          <a:pt x="911" y="22"/>
                        </a:lnTo>
                        <a:lnTo>
                          <a:pt x="915" y="22"/>
                        </a:lnTo>
                        <a:lnTo>
                          <a:pt x="918" y="22"/>
                        </a:lnTo>
                        <a:lnTo>
                          <a:pt x="922" y="22"/>
                        </a:lnTo>
                        <a:lnTo>
                          <a:pt x="925" y="22"/>
                        </a:lnTo>
                        <a:lnTo>
                          <a:pt x="928" y="21"/>
                        </a:lnTo>
                        <a:lnTo>
                          <a:pt x="931" y="21"/>
                        </a:lnTo>
                        <a:lnTo>
                          <a:pt x="935" y="21"/>
                        </a:lnTo>
                        <a:lnTo>
                          <a:pt x="940" y="21"/>
                        </a:lnTo>
                        <a:lnTo>
                          <a:pt x="942" y="21"/>
                        </a:lnTo>
                        <a:lnTo>
                          <a:pt x="947" y="21"/>
                        </a:lnTo>
                        <a:lnTo>
                          <a:pt x="949" y="21"/>
                        </a:lnTo>
                        <a:lnTo>
                          <a:pt x="954" y="21"/>
                        </a:lnTo>
                        <a:lnTo>
                          <a:pt x="956" y="21"/>
                        </a:lnTo>
                        <a:lnTo>
                          <a:pt x="961" y="21"/>
                        </a:lnTo>
                        <a:lnTo>
                          <a:pt x="965" y="21"/>
                        </a:lnTo>
                        <a:lnTo>
                          <a:pt x="969" y="21"/>
                        </a:lnTo>
                        <a:lnTo>
                          <a:pt x="972" y="21"/>
                        </a:lnTo>
                        <a:lnTo>
                          <a:pt x="976" y="21"/>
                        </a:lnTo>
                        <a:lnTo>
                          <a:pt x="980" y="21"/>
                        </a:lnTo>
                        <a:lnTo>
                          <a:pt x="985" y="21"/>
                        </a:lnTo>
                        <a:lnTo>
                          <a:pt x="988" y="21"/>
                        </a:lnTo>
                        <a:lnTo>
                          <a:pt x="992" y="21"/>
                        </a:lnTo>
                        <a:lnTo>
                          <a:pt x="995" y="21"/>
                        </a:lnTo>
                        <a:lnTo>
                          <a:pt x="1000" y="21"/>
                        </a:lnTo>
                        <a:lnTo>
                          <a:pt x="1004" y="20"/>
                        </a:lnTo>
                        <a:lnTo>
                          <a:pt x="1007" y="20"/>
                        </a:lnTo>
                        <a:lnTo>
                          <a:pt x="1012" y="20"/>
                        </a:lnTo>
                        <a:lnTo>
                          <a:pt x="1017" y="20"/>
                        </a:lnTo>
                        <a:lnTo>
                          <a:pt x="1020" y="20"/>
                        </a:lnTo>
                        <a:lnTo>
                          <a:pt x="1025" y="20"/>
                        </a:lnTo>
                        <a:lnTo>
                          <a:pt x="1029" y="20"/>
                        </a:lnTo>
                        <a:lnTo>
                          <a:pt x="1033" y="20"/>
                        </a:lnTo>
                        <a:lnTo>
                          <a:pt x="1038" y="20"/>
                        </a:lnTo>
                        <a:lnTo>
                          <a:pt x="1042" y="20"/>
                        </a:lnTo>
                        <a:lnTo>
                          <a:pt x="1047" y="20"/>
                        </a:lnTo>
                        <a:lnTo>
                          <a:pt x="1050" y="20"/>
                        </a:lnTo>
                        <a:lnTo>
                          <a:pt x="1055" y="19"/>
                        </a:lnTo>
                        <a:lnTo>
                          <a:pt x="1060" y="19"/>
                        </a:lnTo>
                        <a:lnTo>
                          <a:pt x="1063" y="19"/>
                        </a:lnTo>
                        <a:lnTo>
                          <a:pt x="1068" y="19"/>
                        </a:lnTo>
                        <a:lnTo>
                          <a:pt x="1073" y="19"/>
                        </a:lnTo>
                        <a:lnTo>
                          <a:pt x="1076" y="19"/>
                        </a:lnTo>
                        <a:lnTo>
                          <a:pt x="1081" y="19"/>
                        </a:lnTo>
                        <a:lnTo>
                          <a:pt x="1084" y="19"/>
                        </a:lnTo>
                        <a:lnTo>
                          <a:pt x="1089" y="18"/>
                        </a:lnTo>
                        <a:lnTo>
                          <a:pt x="1094" y="18"/>
                        </a:lnTo>
                        <a:lnTo>
                          <a:pt x="1099" y="18"/>
                        </a:lnTo>
                        <a:lnTo>
                          <a:pt x="1102" y="18"/>
                        </a:lnTo>
                        <a:lnTo>
                          <a:pt x="1107" y="18"/>
                        </a:lnTo>
                        <a:lnTo>
                          <a:pt x="1112" y="18"/>
                        </a:lnTo>
                        <a:lnTo>
                          <a:pt x="1115" y="18"/>
                        </a:lnTo>
                        <a:lnTo>
                          <a:pt x="1120" y="18"/>
                        </a:lnTo>
                        <a:lnTo>
                          <a:pt x="1118" y="21"/>
                        </a:lnTo>
                        <a:lnTo>
                          <a:pt x="1115" y="24"/>
                        </a:lnTo>
                        <a:lnTo>
                          <a:pt x="1113" y="27"/>
                        </a:lnTo>
                        <a:lnTo>
                          <a:pt x="1112" y="31"/>
                        </a:lnTo>
                        <a:lnTo>
                          <a:pt x="1108" y="34"/>
                        </a:lnTo>
                        <a:lnTo>
                          <a:pt x="1106" y="38"/>
                        </a:lnTo>
                        <a:lnTo>
                          <a:pt x="1103" y="41"/>
                        </a:lnTo>
                        <a:lnTo>
                          <a:pt x="1103" y="44"/>
                        </a:lnTo>
                        <a:lnTo>
                          <a:pt x="1107" y="44"/>
                        </a:lnTo>
                        <a:lnTo>
                          <a:pt x="1113" y="45"/>
                        </a:lnTo>
                        <a:lnTo>
                          <a:pt x="1117" y="46"/>
                        </a:lnTo>
                        <a:lnTo>
                          <a:pt x="1122" y="47"/>
                        </a:lnTo>
                        <a:lnTo>
                          <a:pt x="1127" y="48"/>
                        </a:lnTo>
                        <a:lnTo>
                          <a:pt x="1132" y="50"/>
                        </a:lnTo>
                        <a:lnTo>
                          <a:pt x="1137" y="52"/>
                        </a:lnTo>
                        <a:lnTo>
                          <a:pt x="1141" y="54"/>
                        </a:lnTo>
                        <a:lnTo>
                          <a:pt x="1146" y="56"/>
                        </a:lnTo>
                        <a:lnTo>
                          <a:pt x="1151" y="59"/>
                        </a:lnTo>
                        <a:lnTo>
                          <a:pt x="1156" y="60"/>
                        </a:lnTo>
                        <a:lnTo>
                          <a:pt x="1160" y="64"/>
                        </a:lnTo>
                        <a:lnTo>
                          <a:pt x="1164" y="66"/>
                        </a:lnTo>
                        <a:lnTo>
                          <a:pt x="1170" y="69"/>
                        </a:lnTo>
                        <a:lnTo>
                          <a:pt x="1175" y="71"/>
                        </a:lnTo>
                        <a:lnTo>
                          <a:pt x="1179" y="73"/>
                        </a:lnTo>
                        <a:lnTo>
                          <a:pt x="1184" y="75"/>
                        </a:lnTo>
                        <a:lnTo>
                          <a:pt x="1189" y="76"/>
                        </a:lnTo>
                        <a:lnTo>
                          <a:pt x="1194" y="78"/>
                        </a:lnTo>
                        <a:lnTo>
                          <a:pt x="1198" y="81"/>
                        </a:lnTo>
                        <a:lnTo>
                          <a:pt x="1202" y="82"/>
                        </a:lnTo>
                        <a:lnTo>
                          <a:pt x="1208" y="82"/>
                        </a:lnTo>
                        <a:lnTo>
                          <a:pt x="1213" y="83"/>
                        </a:lnTo>
                        <a:lnTo>
                          <a:pt x="1217" y="83"/>
                        </a:lnTo>
                        <a:lnTo>
                          <a:pt x="1221" y="83"/>
                        </a:lnTo>
                        <a:lnTo>
                          <a:pt x="1227" y="82"/>
                        </a:lnTo>
                        <a:lnTo>
                          <a:pt x="1230" y="81"/>
                        </a:lnTo>
                        <a:lnTo>
                          <a:pt x="1236" y="79"/>
                        </a:lnTo>
                        <a:lnTo>
                          <a:pt x="1241" y="76"/>
                        </a:lnTo>
                        <a:lnTo>
                          <a:pt x="1246" y="73"/>
                        </a:lnTo>
                        <a:lnTo>
                          <a:pt x="1251" y="71"/>
                        </a:lnTo>
                        <a:lnTo>
                          <a:pt x="1257" y="67"/>
                        </a:lnTo>
                        <a:lnTo>
                          <a:pt x="1251" y="64"/>
                        </a:lnTo>
                        <a:lnTo>
                          <a:pt x="1246" y="59"/>
                        </a:lnTo>
                        <a:lnTo>
                          <a:pt x="1241" y="56"/>
                        </a:lnTo>
                        <a:lnTo>
                          <a:pt x="1236" y="52"/>
                        </a:lnTo>
                        <a:lnTo>
                          <a:pt x="1232" y="48"/>
                        </a:lnTo>
                        <a:lnTo>
                          <a:pt x="1227" y="45"/>
                        </a:lnTo>
                        <a:lnTo>
                          <a:pt x="1222" y="41"/>
                        </a:lnTo>
                        <a:lnTo>
                          <a:pt x="1217" y="38"/>
                        </a:lnTo>
                        <a:lnTo>
                          <a:pt x="1213" y="34"/>
                        </a:lnTo>
                        <a:lnTo>
                          <a:pt x="1208" y="31"/>
                        </a:lnTo>
                        <a:lnTo>
                          <a:pt x="1202" y="28"/>
                        </a:lnTo>
                        <a:lnTo>
                          <a:pt x="1197" y="26"/>
                        </a:lnTo>
                        <a:lnTo>
                          <a:pt x="1192" y="22"/>
                        </a:lnTo>
                        <a:lnTo>
                          <a:pt x="1188" y="20"/>
                        </a:lnTo>
                        <a:lnTo>
                          <a:pt x="1182" y="18"/>
                        </a:lnTo>
                        <a:lnTo>
                          <a:pt x="1177" y="15"/>
                        </a:lnTo>
                        <a:lnTo>
                          <a:pt x="1182" y="15"/>
                        </a:lnTo>
                        <a:lnTo>
                          <a:pt x="1187" y="15"/>
                        </a:lnTo>
                        <a:lnTo>
                          <a:pt x="1190" y="14"/>
                        </a:lnTo>
                        <a:lnTo>
                          <a:pt x="1195" y="14"/>
                        </a:lnTo>
                        <a:lnTo>
                          <a:pt x="1200" y="14"/>
                        </a:lnTo>
                        <a:lnTo>
                          <a:pt x="1203" y="14"/>
                        </a:lnTo>
                        <a:lnTo>
                          <a:pt x="1208" y="13"/>
                        </a:lnTo>
                        <a:lnTo>
                          <a:pt x="1213" y="13"/>
                        </a:lnTo>
                        <a:lnTo>
                          <a:pt x="1217" y="13"/>
                        </a:lnTo>
                        <a:lnTo>
                          <a:pt x="1221" y="13"/>
                        </a:lnTo>
                        <a:lnTo>
                          <a:pt x="1226" y="13"/>
                        </a:lnTo>
                        <a:lnTo>
                          <a:pt x="1230" y="13"/>
                        </a:lnTo>
                        <a:lnTo>
                          <a:pt x="1234" y="12"/>
                        </a:lnTo>
                        <a:lnTo>
                          <a:pt x="1239" y="12"/>
                        </a:lnTo>
                        <a:lnTo>
                          <a:pt x="1243" y="12"/>
                        </a:lnTo>
                        <a:lnTo>
                          <a:pt x="1247" y="12"/>
                        </a:lnTo>
                        <a:lnTo>
                          <a:pt x="1251" y="12"/>
                        </a:lnTo>
                        <a:lnTo>
                          <a:pt x="1255" y="10"/>
                        </a:lnTo>
                        <a:lnTo>
                          <a:pt x="1260" y="10"/>
                        </a:lnTo>
                        <a:lnTo>
                          <a:pt x="1264" y="10"/>
                        </a:lnTo>
                        <a:lnTo>
                          <a:pt x="1268" y="10"/>
                        </a:lnTo>
                        <a:lnTo>
                          <a:pt x="1272" y="10"/>
                        </a:lnTo>
                        <a:lnTo>
                          <a:pt x="1275" y="9"/>
                        </a:lnTo>
                        <a:lnTo>
                          <a:pt x="1280" y="9"/>
                        </a:lnTo>
                        <a:lnTo>
                          <a:pt x="1284" y="9"/>
                        </a:lnTo>
                        <a:lnTo>
                          <a:pt x="1289" y="9"/>
                        </a:lnTo>
                        <a:lnTo>
                          <a:pt x="1291" y="8"/>
                        </a:lnTo>
                        <a:lnTo>
                          <a:pt x="1296" y="8"/>
                        </a:lnTo>
                        <a:lnTo>
                          <a:pt x="1300" y="8"/>
                        </a:lnTo>
                        <a:lnTo>
                          <a:pt x="1304" y="8"/>
                        </a:lnTo>
                        <a:lnTo>
                          <a:pt x="1309" y="8"/>
                        </a:lnTo>
                        <a:lnTo>
                          <a:pt x="1312" y="8"/>
                        </a:lnTo>
                        <a:lnTo>
                          <a:pt x="1316" y="8"/>
                        </a:lnTo>
                        <a:lnTo>
                          <a:pt x="1319" y="7"/>
                        </a:lnTo>
                        <a:lnTo>
                          <a:pt x="1323" y="7"/>
                        </a:lnTo>
                        <a:lnTo>
                          <a:pt x="1327" y="7"/>
                        </a:lnTo>
                        <a:lnTo>
                          <a:pt x="1330" y="6"/>
                        </a:lnTo>
                        <a:lnTo>
                          <a:pt x="1334" y="6"/>
                        </a:lnTo>
                        <a:lnTo>
                          <a:pt x="1338" y="6"/>
                        </a:lnTo>
                        <a:lnTo>
                          <a:pt x="1342" y="6"/>
                        </a:lnTo>
                        <a:lnTo>
                          <a:pt x="1346" y="6"/>
                        </a:lnTo>
                        <a:lnTo>
                          <a:pt x="1349" y="5"/>
                        </a:lnTo>
                        <a:lnTo>
                          <a:pt x="1351" y="5"/>
                        </a:lnTo>
                        <a:lnTo>
                          <a:pt x="1356" y="5"/>
                        </a:lnTo>
                        <a:lnTo>
                          <a:pt x="1359" y="5"/>
                        </a:lnTo>
                        <a:lnTo>
                          <a:pt x="1362" y="3"/>
                        </a:lnTo>
                        <a:lnTo>
                          <a:pt x="1366" y="3"/>
                        </a:lnTo>
                        <a:lnTo>
                          <a:pt x="1369" y="3"/>
                        </a:lnTo>
                        <a:lnTo>
                          <a:pt x="1372" y="3"/>
                        </a:lnTo>
                        <a:lnTo>
                          <a:pt x="1375" y="3"/>
                        </a:lnTo>
                        <a:lnTo>
                          <a:pt x="1379" y="3"/>
                        </a:lnTo>
                        <a:lnTo>
                          <a:pt x="1382" y="3"/>
                        </a:lnTo>
                        <a:lnTo>
                          <a:pt x="1385" y="2"/>
                        </a:lnTo>
                        <a:lnTo>
                          <a:pt x="1387" y="2"/>
                        </a:lnTo>
                        <a:lnTo>
                          <a:pt x="1389" y="1"/>
                        </a:lnTo>
                        <a:lnTo>
                          <a:pt x="1393" y="1"/>
                        </a:lnTo>
                        <a:lnTo>
                          <a:pt x="1395" y="1"/>
                        </a:lnTo>
                        <a:lnTo>
                          <a:pt x="1398" y="0"/>
                        </a:lnTo>
                        <a:lnTo>
                          <a:pt x="1401" y="0"/>
                        </a:lnTo>
                        <a:lnTo>
                          <a:pt x="1405" y="0"/>
                        </a:lnTo>
                        <a:lnTo>
                          <a:pt x="1407" y="0"/>
                        </a:lnTo>
                        <a:lnTo>
                          <a:pt x="1410" y="0"/>
                        </a:lnTo>
                        <a:lnTo>
                          <a:pt x="1412" y="0"/>
                        </a:lnTo>
                        <a:lnTo>
                          <a:pt x="1416" y="0"/>
                        </a:lnTo>
                        <a:lnTo>
                          <a:pt x="1425" y="84"/>
                        </a:lnTo>
                        <a:lnTo>
                          <a:pt x="1424" y="84"/>
                        </a:lnTo>
                        <a:lnTo>
                          <a:pt x="1421" y="84"/>
                        </a:lnTo>
                        <a:lnTo>
                          <a:pt x="1420" y="84"/>
                        </a:lnTo>
                        <a:lnTo>
                          <a:pt x="1416" y="84"/>
                        </a:lnTo>
                        <a:lnTo>
                          <a:pt x="1412" y="85"/>
                        </a:lnTo>
                        <a:lnTo>
                          <a:pt x="1407" y="85"/>
                        </a:lnTo>
                        <a:lnTo>
                          <a:pt x="1402" y="86"/>
                        </a:lnTo>
                        <a:lnTo>
                          <a:pt x="1400" y="86"/>
                        </a:lnTo>
                        <a:lnTo>
                          <a:pt x="1397" y="86"/>
                        </a:lnTo>
                        <a:lnTo>
                          <a:pt x="1393" y="86"/>
                        </a:lnTo>
                        <a:lnTo>
                          <a:pt x="1389" y="88"/>
                        </a:lnTo>
                        <a:lnTo>
                          <a:pt x="1387" y="88"/>
                        </a:lnTo>
                        <a:lnTo>
                          <a:pt x="1383" y="89"/>
                        </a:lnTo>
                        <a:lnTo>
                          <a:pt x="1380" y="89"/>
                        </a:lnTo>
                        <a:lnTo>
                          <a:pt x="1376" y="89"/>
                        </a:lnTo>
                        <a:lnTo>
                          <a:pt x="1372" y="89"/>
                        </a:lnTo>
                        <a:lnTo>
                          <a:pt x="1368" y="90"/>
                        </a:lnTo>
                        <a:lnTo>
                          <a:pt x="1363" y="90"/>
                        </a:lnTo>
                        <a:lnTo>
                          <a:pt x="1360" y="91"/>
                        </a:lnTo>
                        <a:lnTo>
                          <a:pt x="1354" y="91"/>
                        </a:lnTo>
                        <a:lnTo>
                          <a:pt x="1350" y="91"/>
                        </a:lnTo>
                        <a:lnTo>
                          <a:pt x="1346" y="92"/>
                        </a:lnTo>
                        <a:lnTo>
                          <a:pt x="1341" y="94"/>
                        </a:lnTo>
                        <a:lnTo>
                          <a:pt x="1335" y="94"/>
                        </a:lnTo>
                        <a:lnTo>
                          <a:pt x="1329" y="94"/>
                        </a:lnTo>
                        <a:lnTo>
                          <a:pt x="1324" y="94"/>
                        </a:lnTo>
                        <a:lnTo>
                          <a:pt x="1319" y="95"/>
                        </a:lnTo>
                        <a:lnTo>
                          <a:pt x="1312" y="96"/>
                        </a:lnTo>
                        <a:lnTo>
                          <a:pt x="1306" y="96"/>
                        </a:lnTo>
                        <a:lnTo>
                          <a:pt x="1302" y="97"/>
                        </a:lnTo>
                        <a:lnTo>
                          <a:pt x="1296" y="97"/>
                        </a:lnTo>
                        <a:lnTo>
                          <a:pt x="1289" y="97"/>
                        </a:lnTo>
                        <a:lnTo>
                          <a:pt x="1283" y="97"/>
                        </a:lnTo>
                        <a:lnTo>
                          <a:pt x="1275" y="98"/>
                        </a:lnTo>
                        <a:lnTo>
                          <a:pt x="1270" y="100"/>
                        </a:lnTo>
                        <a:lnTo>
                          <a:pt x="1262" y="100"/>
                        </a:lnTo>
                        <a:lnTo>
                          <a:pt x="1255" y="100"/>
                        </a:lnTo>
                        <a:lnTo>
                          <a:pt x="1249" y="100"/>
                        </a:lnTo>
                        <a:lnTo>
                          <a:pt x="1242" y="102"/>
                        </a:lnTo>
                        <a:lnTo>
                          <a:pt x="1235" y="102"/>
                        </a:lnTo>
                        <a:lnTo>
                          <a:pt x="1228" y="102"/>
                        </a:lnTo>
                        <a:lnTo>
                          <a:pt x="1220" y="102"/>
                        </a:lnTo>
                        <a:lnTo>
                          <a:pt x="1213" y="102"/>
                        </a:lnTo>
                        <a:lnTo>
                          <a:pt x="1205" y="103"/>
                        </a:lnTo>
                        <a:lnTo>
                          <a:pt x="1197" y="104"/>
                        </a:lnTo>
                        <a:lnTo>
                          <a:pt x="1190" y="104"/>
                        </a:lnTo>
                        <a:lnTo>
                          <a:pt x="1182" y="104"/>
                        </a:lnTo>
                        <a:lnTo>
                          <a:pt x="1173" y="104"/>
                        </a:lnTo>
                        <a:lnTo>
                          <a:pt x="1165" y="104"/>
                        </a:lnTo>
                        <a:lnTo>
                          <a:pt x="1157" y="105"/>
                        </a:lnTo>
                        <a:lnTo>
                          <a:pt x="1149" y="107"/>
                        </a:lnTo>
                        <a:lnTo>
                          <a:pt x="1140" y="107"/>
                        </a:lnTo>
                        <a:lnTo>
                          <a:pt x="1132" y="107"/>
                        </a:lnTo>
                        <a:lnTo>
                          <a:pt x="1122" y="107"/>
                        </a:lnTo>
                        <a:lnTo>
                          <a:pt x="1114" y="107"/>
                        </a:lnTo>
                        <a:lnTo>
                          <a:pt x="1112" y="103"/>
                        </a:lnTo>
                        <a:lnTo>
                          <a:pt x="1108" y="100"/>
                        </a:lnTo>
                        <a:lnTo>
                          <a:pt x="1106" y="95"/>
                        </a:lnTo>
                        <a:lnTo>
                          <a:pt x="1102" y="91"/>
                        </a:lnTo>
                        <a:lnTo>
                          <a:pt x="1099" y="89"/>
                        </a:lnTo>
                        <a:lnTo>
                          <a:pt x="1096" y="85"/>
                        </a:lnTo>
                        <a:lnTo>
                          <a:pt x="1094" y="82"/>
                        </a:lnTo>
                        <a:lnTo>
                          <a:pt x="1090" y="79"/>
                        </a:lnTo>
                        <a:lnTo>
                          <a:pt x="1086" y="76"/>
                        </a:lnTo>
                        <a:lnTo>
                          <a:pt x="1083" y="73"/>
                        </a:lnTo>
                        <a:lnTo>
                          <a:pt x="1080" y="71"/>
                        </a:lnTo>
                        <a:lnTo>
                          <a:pt x="1076" y="70"/>
                        </a:lnTo>
                        <a:lnTo>
                          <a:pt x="1074" y="67"/>
                        </a:lnTo>
                        <a:lnTo>
                          <a:pt x="1070" y="65"/>
                        </a:lnTo>
                        <a:lnTo>
                          <a:pt x="1065" y="64"/>
                        </a:lnTo>
                        <a:lnTo>
                          <a:pt x="1063" y="62"/>
                        </a:lnTo>
                        <a:lnTo>
                          <a:pt x="1060" y="60"/>
                        </a:lnTo>
                        <a:lnTo>
                          <a:pt x="1056" y="58"/>
                        </a:lnTo>
                        <a:lnTo>
                          <a:pt x="1051" y="56"/>
                        </a:lnTo>
                        <a:lnTo>
                          <a:pt x="1048" y="56"/>
                        </a:lnTo>
                        <a:lnTo>
                          <a:pt x="1044" y="53"/>
                        </a:lnTo>
                        <a:lnTo>
                          <a:pt x="1041" y="52"/>
                        </a:lnTo>
                        <a:lnTo>
                          <a:pt x="1037" y="51"/>
                        </a:lnTo>
                        <a:lnTo>
                          <a:pt x="1033" y="50"/>
                        </a:lnTo>
                        <a:lnTo>
                          <a:pt x="1030" y="48"/>
                        </a:lnTo>
                        <a:lnTo>
                          <a:pt x="1026" y="46"/>
                        </a:lnTo>
                        <a:lnTo>
                          <a:pt x="1022" y="45"/>
                        </a:lnTo>
                        <a:lnTo>
                          <a:pt x="1018" y="44"/>
                        </a:lnTo>
                        <a:lnTo>
                          <a:pt x="1014" y="43"/>
                        </a:lnTo>
                        <a:lnTo>
                          <a:pt x="1011" y="41"/>
                        </a:lnTo>
                        <a:lnTo>
                          <a:pt x="1007" y="39"/>
                        </a:lnTo>
                        <a:lnTo>
                          <a:pt x="1004" y="38"/>
                        </a:lnTo>
                        <a:lnTo>
                          <a:pt x="1001" y="38"/>
                        </a:lnTo>
                        <a:lnTo>
                          <a:pt x="1000" y="39"/>
                        </a:lnTo>
                        <a:lnTo>
                          <a:pt x="998" y="40"/>
                        </a:lnTo>
                        <a:lnTo>
                          <a:pt x="994" y="41"/>
                        </a:lnTo>
                        <a:lnTo>
                          <a:pt x="990" y="43"/>
                        </a:lnTo>
                        <a:lnTo>
                          <a:pt x="987" y="45"/>
                        </a:lnTo>
                        <a:lnTo>
                          <a:pt x="982" y="47"/>
                        </a:lnTo>
                        <a:lnTo>
                          <a:pt x="980" y="51"/>
                        </a:lnTo>
                        <a:lnTo>
                          <a:pt x="974" y="53"/>
                        </a:lnTo>
                        <a:lnTo>
                          <a:pt x="971" y="56"/>
                        </a:lnTo>
                        <a:lnTo>
                          <a:pt x="967" y="58"/>
                        </a:lnTo>
                        <a:lnTo>
                          <a:pt x="962" y="60"/>
                        </a:lnTo>
                        <a:lnTo>
                          <a:pt x="959" y="62"/>
                        </a:lnTo>
                        <a:lnTo>
                          <a:pt x="956" y="64"/>
                        </a:lnTo>
                        <a:lnTo>
                          <a:pt x="952" y="65"/>
                        </a:lnTo>
                        <a:lnTo>
                          <a:pt x="950" y="67"/>
                        </a:lnTo>
                        <a:lnTo>
                          <a:pt x="952" y="69"/>
                        </a:lnTo>
                        <a:lnTo>
                          <a:pt x="955" y="71"/>
                        </a:lnTo>
                        <a:lnTo>
                          <a:pt x="959" y="76"/>
                        </a:lnTo>
                        <a:lnTo>
                          <a:pt x="962" y="79"/>
                        </a:lnTo>
                        <a:lnTo>
                          <a:pt x="965" y="82"/>
                        </a:lnTo>
                        <a:lnTo>
                          <a:pt x="969" y="85"/>
                        </a:lnTo>
                        <a:lnTo>
                          <a:pt x="972" y="88"/>
                        </a:lnTo>
                        <a:lnTo>
                          <a:pt x="974" y="91"/>
                        </a:lnTo>
                        <a:lnTo>
                          <a:pt x="976" y="89"/>
                        </a:lnTo>
                        <a:lnTo>
                          <a:pt x="980" y="86"/>
                        </a:lnTo>
                        <a:lnTo>
                          <a:pt x="982" y="85"/>
                        </a:lnTo>
                        <a:lnTo>
                          <a:pt x="985" y="84"/>
                        </a:lnTo>
                        <a:lnTo>
                          <a:pt x="987" y="83"/>
                        </a:lnTo>
                        <a:lnTo>
                          <a:pt x="990" y="83"/>
                        </a:lnTo>
                        <a:lnTo>
                          <a:pt x="992" y="82"/>
                        </a:lnTo>
                        <a:lnTo>
                          <a:pt x="995" y="82"/>
                        </a:lnTo>
                        <a:lnTo>
                          <a:pt x="1000" y="82"/>
                        </a:lnTo>
                        <a:lnTo>
                          <a:pt x="1005" y="83"/>
                        </a:lnTo>
                        <a:lnTo>
                          <a:pt x="1010" y="84"/>
                        </a:lnTo>
                        <a:lnTo>
                          <a:pt x="1014" y="85"/>
                        </a:lnTo>
                        <a:lnTo>
                          <a:pt x="1018" y="86"/>
                        </a:lnTo>
                        <a:lnTo>
                          <a:pt x="1023" y="89"/>
                        </a:lnTo>
                        <a:lnTo>
                          <a:pt x="1026" y="91"/>
                        </a:lnTo>
                        <a:lnTo>
                          <a:pt x="1031" y="96"/>
                        </a:lnTo>
                        <a:lnTo>
                          <a:pt x="1035" y="98"/>
                        </a:lnTo>
                        <a:lnTo>
                          <a:pt x="1038" y="102"/>
                        </a:lnTo>
                        <a:lnTo>
                          <a:pt x="1043" y="104"/>
                        </a:lnTo>
                        <a:lnTo>
                          <a:pt x="1047" y="109"/>
                        </a:lnTo>
                        <a:lnTo>
                          <a:pt x="1042" y="109"/>
                        </a:lnTo>
                        <a:lnTo>
                          <a:pt x="1037" y="109"/>
                        </a:lnTo>
                        <a:lnTo>
                          <a:pt x="1032" y="109"/>
                        </a:lnTo>
                        <a:lnTo>
                          <a:pt x="1028" y="109"/>
                        </a:lnTo>
                        <a:lnTo>
                          <a:pt x="1022" y="109"/>
                        </a:lnTo>
                        <a:lnTo>
                          <a:pt x="1018" y="109"/>
                        </a:lnTo>
                        <a:lnTo>
                          <a:pt x="1012" y="109"/>
                        </a:lnTo>
                        <a:lnTo>
                          <a:pt x="1007" y="109"/>
                        </a:lnTo>
                        <a:lnTo>
                          <a:pt x="1003" y="108"/>
                        </a:lnTo>
                        <a:lnTo>
                          <a:pt x="998" y="108"/>
                        </a:lnTo>
                        <a:lnTo>
                          <a:pt x="992" y="108"/>
                        </a:lnTo>
                        <a:lnTo>
                          <a:pt x="987" y="108"/>
                        </a:lnTo>
                        <a:lnTo>
                          <a:pt x="982" y="108"/>
                        </a:lnTo>
                        <a:lnTo>
                          <a:pt x="978" y="108"/>
                        </a:lnTo>
                        <a:lnTo>
                          <a:pt x="973" y="108"/>
                        </a:lnTo>
                        <a:lnTo>
                          <a:pt x="968" y="108"/>
                        </a:lnTo>
                        <a:lnTo>
                          <a:pt x="965" y="107"/>
                        </a:lnTo>
                        <a:lnTo>
                          <a:pt x="962" y="107"/>
                        </a:lnTo>
                        <a:lnTo>
                          <a:pt x="960" y="107"/>
                        </a:lnTo>
                        <a:lnTo>
                          <a:pt x="958" y="107"/>
                        </a:lnTo>
                        <a:lnTo>
                          <a:pt x="954" y="107"/>
                        </a:lnTo>
                        <a:lnTo>
                          <a:pt x="952" y="107"/>
                        </a:lnTo>
                        <a:lnTo>
                          <a:pt x="949" y="107"/>
                        </a:lnTo>
                        <a:lnTo>
                          <a:pt x="947" y="107"/>
                        </a:lnTo>
                        <a:lnTo>
                          <a:pt x="944" y="107"/>
                        </a:lnTo>
                        <a:lnTo>
                          <a:pt x="942" y="107"/>
                        </a:lnTo>
                        <a:lnTo>
                          <a:pt x="940" y="107"/>
                        </a:lnTo>
                        <a:lnTo>
                          <a:pt x="936" y="107"/>
                        </a:lnTo>
                        <a:lnTo>
                          <a:pt x="931" y="107"/>
                        </a:lnTo>
                        <a:lnTo>
                          <a:pt x="927" y="107"/>
                        </a:lnTo>
                        <a:lnTo>
                          <a:pt x="924" y="107"/>
                        </a:lnTo>
                        <a:lnTo>
                          <a:pt x="921" y="107"/>
                        </a:lnTo>
                        <a:lnTo>
                          <a:pt x="918" y="107"/>
                        </a:lnTo>
                        <a:lnTo>
                          <a:pt x="916" y="107"/>
                        </a:lnTo>
                        <a:lnTo>
                          <a:pt x="914" y="107"/>
                        </a:lnTo>
                        <a:lnTo>
                          <a:pt x="910" y="107"/>
                        </a:lnTo>
                        <a:lnTo>
                          <a:pt x="908" y="107"/>
                        </a:lnTo>
                        <a:lnTo>
                          <a:pt x="905" y="107"/>
                        </a:lnTo>
                        <a:lnTo>
                          <a:pt x="903" y="105"/>
                        </a:lnTo>
                        <a:lnTo>
                          <a:pt x="899" y="105"/>
                        </a:lnTo>
                        <a:lnTo>
                          <a:pt x="897" y="105"/>
                        </a:lnTo>
                        <a:lnTo>
                          <a:pt x="895" y="105"/>
                        </a:lnTo>
                        <a:lnTo>
                          <a:pt x="892" y="105"/>
                        </a:lnTo>
                        <a:lnTo>
                          <a:pt x="889" y="105"/>
                        </a:lnTo>
                        <a:lnTo>
                          <a:pt x="886" y="105"/>
                        </a:lnTo>
                        <a:lnTo>
                          <a:pt x="884" y="105"/>
                        </a:lnTo>
                        <a:lnTo>
                          <a:pt x="880" y="104"/>
                        </a:lnTo>
                        <a:lnTo>
                          <a:pt x="877" y="104"/>
                        </a:lnTo>
                        <a:lnTo>
                          <a:pt x="873" y="104"/>
                        </a:lnTo>
                        <a:lnTo>
                          <a:pt x="870" y="104"/>
                        </a:lnTo>
                        <a:lnTo>
                          <a:pt x="866" y="104"/>
                        </a:lnTo>
                        <a:lnTo>
                          <a:pt x="863" y="104"/>
                        </a:lnTo>
                        <a:lnTo>
                          <a:pt x="858" y="104"/>
                        </a:lnTo>
                        <a:lnTo>
                          <a:pt x="855" y="104"/>
                        </a:lnTo>
                        <a:lnTo>
                          <a:pt x="852" y="104"/>
                        </a:lnTo>
                        <a:lnTo>
                          <a:pt x="848" y="104"/>
                        </a:lnTo>
                        <a:lnTo>
                          <a:pt x="845" y="104"/>
                        </a:lnTo>
                        <a:lnTo>
                          <a:pt x="840" y="104"/>
                        </a:lnTo>
                        <a:lnTo>
                          <a:pt x="838" y="104"/>
                        </a:lnTo>
                        <a:lnTo>
                          <a:pt x="834" y="104"/>
                        </a:lnTo>
                        <a:lnTo>
                          <a:pt x="831" y="104"/>
                        </a:lnTo>
                        <a:lnTo>
                          <a:pt x="827" y="104"/>
                        </a:lnTo>
                        <a:lnTo>
                          <a:pt x="826" y="100"/>
                        </a:lnTo>
                        <a:lnTo>
                          <a:pt x="826" y="96"/>
                        </a:lnTo>
                        <a:lnTo>
                          <a:pt x="825" y="91"/>
                        </a:lnTo>
                        <a:lnTo>
                          <a:pt x="823" y="89"/>
                        </a:lnTo>
                        <a:lnTo>
                          <a:pt x="822" y="84"/>
                        </a:lnTo>
                        <a:lnTo>
                          <a:pt x="822" y="81"/>
                        </a:lnTo>
                        <a:lnTo>
                          <a:pt x="821" y="76"/>
                        </a:lnTo>
                        <a:lnTo>
                          <a:pt x="821" y="73"/>
                        </a:lnTo>
                        <a:lnTo>
                          <a:pt x="818" y="73"/>
                        </a:lnTo>
                        <a:lnTo>
                          <a:pt x="814" y="76"/>
                        </a:lnTo>
                        <a:lnTo>
                          <a:pt x="810" y="76"/>
                        </a:lnTo>
                        <a:lnTo>
                          <a:pt x="807" y="78"/>
                        </a:lnTo>
                        <a:lnTo>
                          <a:pt x="803" y="78"/>
                        </a:lnTo>
                        <a:lnTo>
                          <a:pt x="800" y="78"/>
                        </a:lnTo>
                        <a:lnTo>
                          <a:pt x="797" y="76"/>
                        </a:lnTo>
                        <a:lnTo>
                          <a:pt x="795" y="76"/>
                        </a:lnTo>
                        <a:lnTo>
                          <a:pt x="793" y="75"/>
                        </a:lnTo>
                        <a:lnTo>
                          <a:pt x="790" y="73"/>
                        </a:lnTo>
                        <a:lnTo>
                          <a:pt x="787" y="71"/>
                        </a:lnTo>
                        <a:lnTo>
                          <a:pt x="784" y="70"/>
                        </a:lnTo>
                        <a:lnTo>
                          <a:pt x="780" y="66"/>
                        </a:lnTo>
                        <a:lnTo>
                          <a:pt x="775" y="62"/>
                        </a:lnTo>
                        <a:lnTo>
                          <a:pt x="772" y="59"/>
                        </a:lnTo>
                        <a:lnTo>
                          <a:pt x="770" y="56"/>
                        </a:lnTo>
                        <a:lnTo>
                          <a:pt x="766" y="53"/>
                        </a:lnTo>
                        <a:lnTo>
                          <a:pt x="765" y="51"/>
                        </a:lnTo>
                        <a:lnTo>
                          <a:pt x="761" y="46"/>
                        </a:lnTo>
                        <a:lnTo>
                          <a:pt x="756" y="41"/>
                        </a:lnTo>
                        <a:lnTo>
                          <a:pt x="753" y="39"/>
                        </a:lnTo>
                        <a:lnTo>
                          <a:pt x="751" y="38"/>
                        </a:lnTo>
                        <a:lnTo>
                          <a:pt x="748" y="35"/>
                        </a:lnTo>
                        <a:lnTo>
                          <a:pt x="745" y="34"/>
                        </a:lnTo>
                        <a:lnTo>
                          <a:pt x="742" y="33"/>
                        </a:lnTo>
                        <a:lnTo>
                          <a:pt x="739" y="33"/>
                        </a:lnTo>
                        <a:lnTo>
                          <a:pt x="737" y="32"/>
                        </a:lnTo>
                        <a:lnTo>
                          <a:pt x="733" y="32"/>
                        </a:lnTo>
                        <a:lnTo>
                          <a:pt x="729" y="37"/>
                        </a:lnTo>
                        <a:lnTo>
                          <a:pt x="726" y="41"/>
                        </a:lnTo>
                        <a:lnTo>
                          <a:pt x="724" y="46"/>
                        </a:lnTo>
                        <a:lnTo>
                          <a:pt x="721" y="52"/>
                        </a:lnTo>
                        <a:lnTo>
                          <a:pt x="720" y="56"/>
                        </a:lnTo>
                        <a:lnTo>
                          <a:pt x="720" y="62"/>
                        </a:lnTo>
                        <a:lnTo>
                          <a:pt x="721" y="66"/>
                        </a:lnTo>
                        <a:lnTo>
                          <a:pt x="723" y="71"/>
                        </a:lnTo>
                        <a:lnTo>
                          <a:pt x="724" y="73"/>
                        </a:lnTo>
                        <a:lnTo>
                          <a:pt x="726" y="79"/>
                        </a:lnTo>
                        <a:lnTo>
                          <a:pt x="729" y="83"/>
                        </a:lnTo>
                        <a:lnTo>
                          <a:pt x="732" y="86"/>
                        </a:lnTo>
                        <a:lnTo>
                          <a:pt x="734" y="91"/>
                        </a:lnTo>
                        <a:lnTo>
                          <a:pt x="739" y="94"/>
                        </a:lnTo>
                        <a:lnTo>
                          <a:pt x="744" y="97"/>
                        </a:lnTo>
                        <a:lnTo>
                          <a:pt x="749" y="102"/>
                        </a:lnTo>
                        <a:lnTo>
                          <a:pt x="744" y="102"/>
                        </a:lnTo>
                        <a:lnTo>
                          <a:pt x="742" y="102"/>
                        </a:lnTo>
                        <a:lnTo>
                          <a:pt x="739" y="102"/>
                        </a:lnTo>
                        <a:lnTo>
                          <a:pt x="737" y="102"/>
                        </a:lnTo>
                        <a:lnTo>
                          <a:pt x="733" y="101"/>
                        </a:lnTo>
                        <a:lnTo>
                          <a:pt x="730" y="101"/>
                        </a:lnTo>
                        <a:lnTo>
                          <a:pt x="726" y="101"/>
                        </a:lnTo>
                        <a:lnTo>
                          <a:pt x="724" y="101"/>
                        </a:lnTo>
                        <a:lnTo>
                          <a:pt x="721" y="101"/>
                        </a:lnTo>
                        <a:lnTo>
                          <a:pt x="719" y="101"/>
                        </a:lnTo>
                        <a:lnTo>
                          <a:pt x="715" y="101"/>
                        </a:lnTo>
                        <a:lnTo>
                          <a:pt x="713" y="101"/>
                        </a:lnTo>
                        <a:lnTo>
                          <a:pt x="710" y="101"/>
                        </a:lnTo>
                        <a:lnTo>
                          <a:pt x="707" y="101"/>
                        </a:lnTo>
                        <a:lnTo>
                          <a:pt x="704" y="101"/>
                        </a:lnTo>
                        <a:lnTo>
                          <a:pt x="701" y="101"/>
                        </a:lnTo>
                        <a:lnTo>
                          <a:pt x="699" y="100"/>
                        </a:lnTo>
                        <a:lnTo>
                          <a:pt x="695" y="100"/>
                        </a:lnTo>
                        <a:lnTo>
                          <a:pt x="693" y="100"/>
                        </a:lnTo>
                        <a:lnTo>
                          <a:pt x="689" y="100"/>
                        </a:lnTo>
                        <a:lnTo>
                          <a:pt x="687" y="100"/>
                        </a:lnTo>
                        <a:lnTo>
                          <a:pt x="683" y="100"/>
                        </a:lnTo>
                        <a:lnTo>
                          <a:pt x="681" y="100"/>
                        </a:lnTo>
                        <a:lnTo>
                          <a:pt x="679" y="100"/>
                        </a:lnTo>
                        <a:lnTo>
                          <a:pt x="676" y="100"/>
                        </a:lnTo>
                        <a:lnTo>
                          <a:pt x="673" y="100"/>
                        </a:lnTo>
                        <a:lnTo>
                          <a:pt x="669" y="100"/>
                        </a:lnTo>
                        <a:lnTo>
                          <a:pt x="667" y="100"/>
                        </a:lnTo>
                        <a:lnTo>
                          <a:pt x="664" y="100"/>
                        </a:lnTo>
                        <a:lnTo>
                          <a:pt x="662" y="100"/>
                        </a:lnTo>
                        <a:lnTo>
                          <a:pt x="659" y="100"/>
                        </a:lnTo>
                        <a:lnTo>
                          <a:pt x="656" y="100"/>
                        </a:lnTo>
                        <a:lnTo>
                          <a:pt x="661" y="96"/>
                        </a:lnTo>
                        <a:lnTo>
                          <a:pt x="666" y="91"/>
                        </a:lnTo>
                        <a:lnTo>
                          <a:pt x="670" y="86"/>
                        </a:lnTo>
                        <a:lnTo>
                          <a:pt x="675" y="82"/>
                        </a:lnTo>
                        <a:lnTo>
                          <a:pt x="676" y="79"/>
                        </a:lnTo>
                        <a:lnTo>
                          <a:pt x="679" y="76"/>
                        </a:lnTo>
                        <a:lnTo>
                          <a:pt x="679" y="72"/>
                        </a:lnTo>
                        <a:lnTo>
                          <a:pt x="681" y="70"/>
                        </a:lnTo>
                        <a:lnTo>
                          <a:pt x="682" y="66"/>
                        </a:lnTo>
                        <a:lnTo>
                          <a:pt x="683" y="63"/>
                        </a:lnTo>
                        <a:lnTo>
                          <a:pt x="685" y="59"/>
                        </a:lnTo>
                        <a:lnTo>
                          <a:pt x="686" y="56"/>
                        </a:lnTo>
                        <a:lnTo>
                          <a:pt x="683" y="53"/>
                        </a:lnTo>
                        <a:lnTo>
                          <a:pt x="680" y="52"/>
                        </a:lnTo>
                        <a:lnTo>
                          <a:pt x="677" y="51"/>
                        </a:lnTo>
                        <a:lnTo>
                          <a:pt x="674" y="51"/>
                        </a:lnTo>
                        <a:lnTo>
                          <a:pt x="670" y="50"/>
                        </a:lnTo>
                        <a:lnTo>
                          <a:pt x="668" y="50"/>
                        </a:lnTo>
                        <a:lnTo>
                          <a:pt x="664" y="50"/>
                        </a:lnTo>
                        <a:lnTo>
                          <a:pt x="662" y="50"/>
                        </a:lnTo>
                        <a:lnTo>
                          <a:pt x="659" y="48"/>
                        </a:lnTo>
                        <a:lnTo>
                          <a:pt x="656" y="48"/>
                        </a:lnTo>
                        <a:lnTo>
                          <a:pt x="651" y="50"/>
                        </a:lnTo>
                        <a:lnTo>
                          <a:pt x="649" y="50"/>
                        </a:lnTo>
                        <a:lnTo>
                          <a:pt x="645" y="50"/>
                        </a:lnTo>
                        <a:lnTo>
                          <a:pt x="643" y="51"/>
                        </a:lnTo>
                        <a:lnTo>
                          <a:pt x="640" y="51"/>
                        </a:lnTo>
                        <a:lnTo>
                          <a:pt x="636" y="52"/>
                        </a:lnTo>
                        <a:lnTo>
                          <a:pt x="632" y="52"/>
                        </a:lnTo>
                        <a:lnTo>
                          <a:pt x="630" y="52"/>
                        </a:lnTo>
                        <a:lnTo>
                          <a:pt x="625" y="52"/>
                        </a:lnTo>
                        <a:lnTo>
                          <a:pt x="623" y="53"/>
                        </a:lnTo>
                        <a:lnTo>
                          <a:pt x="619" y="53"/>
                        </a:lnTo>
                        <a:lnTo>
                          <a:pt x="616" y="53"/>
                        </a:lnTo>
                        <a:lnTo>
                          <a:pt x="612" y="53"/>
                        </a:lnTo>
                        <a:lnTo>
                          <a:pt x="610" y="53"/>
                        </a:lnTo>
                        <a:lnTo>
                          <a:pt x="607" y="52"/>
                        </a:lnTo>
                        <a:lnTo>
                          <a:pt x="604" y="52"/>
                        </a:lnTo>
                        <a:lnTo>
                          <a:pt x="600" y="51"/>
                        </a:lnTo>
                        <a:lnTo>
                          <a:pt x="598" y="51"/>
                        </a:lnTo>
                        <a:lnTo>
                          <a:pt x="594" y="48"/>
                        </a:lnTo>
                        <a:lnTo>
                          <a:pt x="592" y="47"/>
                        </a:lnTo>
                        <a:lnTo>
                          <a:pt x="589" y="46"/>
                        </a:lnTo>
                        <a:lnTo>
                          <a:pt x="586" y="44"/>
                        </a:lnTo>
                        <a:lnTo>
                          <a:pt x="585" y="46"/>
                        </a:lnTo>
                        <a:lnTo>
                          <a:pt x="585" y="48"/>
                        </a:lnTo>
                        <a:lnTo>
                          <a:pt x="584" y="51"/>
                        </a:lnTo>
                        <a:lnTo>
                          <a:pt x="583" y="53"/>
                        </a:lnTo>
                        <a:lnTo>
                          <a:pt x="583" y="56"/>
                        </a:lnTo>
                        <a:lnTo>
                          <a:pt x="581" y="60"/>
                        </a:lnTo>
                        <a:lnTo>
                          <a:pt x="580" y="64"/>
                        </a:lnTo>
                        <a:lnTo>
                          <a:pt x="580" y="69"/>
                        </a:lnTo>
                        <a:lnTo>
                          <a:pt x="579" y="72"/>
                        </a:lnTo>
                        <a:lnTo>
                          <a:pt x="579" y="76"/>
                        </a:lnTo>
                        <a:lnTo>
                          <a:pt x="578" y="81"/>
                        </a:lnTo>
                        <a:lnTo>
                          <a:pt x="577" y="85"/>
                        </a:lnTo>
                        <a:lnTo>
                          <a:pt x="577" y="89"/>
                        </a:lnTo>
                        <a:lnTo>
                          <a:pt x="577" y="92"/>
                        </a:lnTo>
                        <a:lnTo>
                          <a:pt x="575" y="97"/>
                        </a:lnTo>
                        <a:lnTo>
                          <a:pt x="575" y="101"/>
                        </a:lnTo>
                        <a:lnTo>
                          <a:pt x="572" y="101"/>
                        </a:lnTo>
                        <a:lnTo>
                          <a:pt x="570" y="101"/>
                        </a:lnTo>
                        <a:lnTo>
                          <a:pt x="567" y="101"/>
                        </a:lnTo>
                        <a:lnTo>
                          <a:pt x="564" y="101"/>
                        </a:lnTo>
                        <a:lnTo>
                          <a:pt x="560" y="101"/>
                        </a:lnTo>
                        <a:lnTo>
                          <a:pt x="556" y="101"/>
                        </a:lnTo>
                        <a:lnTo>
                          <a:pt x="554" y="101"/>
                        </a:lnTo>
                        <a:lnTo>
                          <a:pt x="552" y="101"/>
                        </a:lnTo>
                        <a:lnTo>
                          <a:pt x="549" y="101"/>
                        </a:lnTo>
                        <a:lnTo>
                          <a:pt x="546" y="101"/>
                        </a:lnTo>
                        <a:lnTo>
                          <a:pt x="542" y="101"/>
                        </a:lnTo>
                        <a:lnTo>
                          <a:pt x="540" y="101"/>
                        </a:lnTo>
                        <a:lnTo>
                          <a:pt x="536" y="101"/>
                        </a:lnTo>
                        <a:lnTo>
                          <a:pt x="534" y="101"/>
                        </a:lnTo>
                        <a:lnTo>
                          <a:pt x="532" y="101"/>
                        </a:lnTo>
                        <a:lnTo>
                          <a:pt x="529" y="101"/>
                        </a:lnTo>
                        <a:lnTo>
                          <a:pt x="526" y="101"/>
                        </a:lnTo>
                        <a:lnTo>
                          <a:pt x="523" y="101"/>
                        </a:lnTo>
                        <a:lnTo>
                          <a:pt x="520" y="101"/>
                        </a:lnTo>
                        <a:lnTo>
                          <a:pt x="516" y="101"/>
                        </a:lnTo>
                        <a:lnTo>
                          <a:pt x="514" y="101"/>
                        </a:lnTo>
                        <a:lnTo>
                          <a:pt x="511" y="101"/>
                        </a:lnTo>
                        <a:lnTo>
                          <a:pt x="509" y="101"/>
                        </a:lnTo>
                        <a:lnTo>
                          <a:pt x="507" y="101"/>
                        </a:lnTo>
                        <a:lnTo>
                          <a:pt x="503" y="101"/>
                        </a:lnTo>
                        <a:lnTo>
                          <a:pt x="501" y="101"/>
                        </a:lnTo>
                        <a:lnTo>
                          <a:pt x="497" y="101"/>
                        </a:lnTo>
                        <a:lnTo>
                          <a:pt x="495" y="101"/>
                        </a:lnTo>
                        <a:lnTo>
                          <a:pt x="492" y="101"/>
                        </a:lnTo>
                        <a:lnTo>
                          <a:pt x="490" y="101"/>
                        </a:lnTo>
                        <a:lnTo>
                          <a:pt x="486" y="101"/>
                        </a:lnTo>
                        <a:lnTo>
                          <a:pt x="484" y="102"/>
                        </a:lnTo>
                        <a:lnTo>
                          <a:pt x="482" y="102"/>
                        </a:lnTo>
                        <a:lnTo>
                          <a:pt x="478" y="102"/>
                        </a:lnTo>
                        <a:lnTo>
                          <a:pt x="476" y="102"/>
                        </a:lnTo>
                        <a:lnTo>
                          <a:pt x="473" y="102"/>
                        </a:lnTo>
                        <a:lnTo>
                          <a:pt x="471" y="102"/>
                        </a:lnTo>
                        <a:lnTo>
                          <a:pt x="469" y="102"/>
                        </a:lnTo>
                        <a:lnTo>
                          <a:pt x="466" y="102"/>
                        </a:lnTo>
                        <a:lnTo>
                          <a:pt x="463" y="102"/>
                        </a:lnTo>
                        <a:lnTo>
                          <a:pt x="460" y="102"/>
                        </a:lnTo>
                        <a:lnTo>
                          <a:pt x="457" y="102"/>
                        </a:lnTo>
                        <a:lnTo>
                          <a:pt x="456" y="102"/>
                        </a:lnTo>
                        <a:lnTo>
                          <a:pt x="453" y="102"/>
                        </a:lnTo>
                        <a:lnTo>
                          <a:pt x="447" y="102"/>
                        </a:lnTo>
                        <a:lnTo>
                          <a:pt x="443" y="102"/>
                        </a:lnTo>
                        <a:lnTo>
                          <a:pt x="440" y="102"/>
                        </a:lnTo>
                        <a:lnTo>
                          <a:pt x="437" y="102"/>
                        </a:lnTo>
                        <a:lnTo>
                          <a:pt x="434" y="102"/>
                        </a:lnTo>
                        <a:lnTo>
                          <a:pt x="432" y="102"/>
                        </a:lnTo>
                        <a:lnTo>
                          <a:pt x="427" y="102"/>
                        </a:lnTo>
                        <a:lnTo>
                          <a:pt x="422" y="102"/>
                        </a:lnTo>
                        <a:lnTo>
                          <a:pt x="416" y="102"/>
                        </a:lnTo>
                        <a:lnTo>
                          <a:pt x="413" y="103"/>
                        </a:lnTo>
                        <a:lnTo>
                          <a:pt x="407" y="103"/>
                        </a:lnTo>
                        <a:lnTo>
                          <a:pt x="402" y="104"/>
                        </a:lnTo>
                        <a:lnTo>
                          <a:pt x="405" y="100"/>
                        </a:lnTo>
                        <a:lnTo>
                          <a:pt x="405" y="97"/>
                        </a:lnTo>
                        <a:lnTo>
                          <a:pt x="407" y="94"/>
                        </a:lnTo>
                        <a:lnTo>
                          <a:pt x="408" y="91"/>
                        </a:lnTo>
                        <a:lnTo>
                          <a:pt x="408" y="86"/>
                        </a:lnTo>
                        <a:lnTo>
                          <a:pt x="409" y="84"/>
                        </a:lnTo>
                        <a:lnTo>
                          <a:pt x="408" y="82"/>
                        </a:lnTo>
                        <a:lnTo>
                          <a:pt x="408" y="78"/>
                        </a:lnTo>
                        <a:lnTo>
                          <a:pt x="407" y="76"/>
                        </a:lnTo>
                        <a:lnTo>
                          <a:pt x="405" y="73"/>
                        </a:lnTo>
                        <a:lnTo>
                          <a:pt x="403" y="71"/>
                        </a:lnTo>
                        <a:lnTo>
                          <a:pt x="402" y="69"/>
                        </a:lnTo>
                        <a:lnTo>
                          <a:pt x="399" y="67"/>
                        </a:lnTo>
                        <a:lnTo>
                          <a:pt x="395" y="66"/>
                        </a:lnTo>
                        <a:lnTo>
                          <a:pt x="392" y="66"/>
                        </a:lnTo>
                        <a:lnTo>
                          <a:pt x="387" y="67"/>
                        </a:lnTo>
                        <a:lnTo>
                          <a:pt x="383" y="71"/>
                        </a:lnTo>
                        <a:lnTo>
                          <a:pt x="381" y="73"/>
                        </a:lnTo>
                        <a:lnTo>
                          <a:pt x="378" y="76"/>
                        </a:lnTo>
                        <a:lnTo>
                          <a:pt x="375" y="79"/>
                        </a:lnTo>
                        <a:lnTo>
                          <a:pt x="375" y="83"/>
                        </a:lnTo>
                        <a:lnTo>
                          <a:pt x="375" y="86"/>
                        </a:lnTo>
                        <a:lnTo>
                          <a:pt x="375" y="89"/>
                        </a:lnTo>
                        <a:lnTo>
                          <a:pt x="375" y="94"/>
                        </a:lnTo>
                        <a:lnTo>
                          <a:pt x="375" y="96"/>
                        </a:lnTo>
                        <a:lnTo>
                          <a:pt x="375" y="100"/>
                        </a:lnTo>
                        <a:lnTo>
                          <a:pt x="375" y="102"/>
                        </a:lnTo>
                        <a:lnTo>
                          <a:pt x="376" y="104"/>
                        </a:lnTo>
                        <a:lnTo>
                          <a:pt x="373" y="104"/>
                        </a:lnTo>
                        <a:lnTo>
                          <a:pt x="369" y="104"/>
                        </a:lnTo>
                        <a:lnTo>
                          <a:pt x="365" y="104"/>
                        </a:lnTo>
                        <a:lnTo>
                          <a:pt x="363" y="104"/>
                        </a:lnTo>
                        <a:lnTo>
                          <a:pt x="360" y="104"/>
                        </a:lnTo>
                        <a:lnTo>
                          <a:pt x="357" y="104"/>
                        </a:lnTo>
                        <a:lnTo>
                          <a:pt x="355" y="104"/>
                        </a:lnTo>
                        <a:lnTo>
                          <a:pt x="351" y="104"/>
                        </a:lnTo>
                        <a:lnTo>
                          <a:pt x="348" y="104"/>
                        </a:lnTo>
                        <a:lnTo>
                          <a:pt x="344" y="104"/>
                        </a:lnTo>
                        <a:lnTo>
                          <a:pt x="342" y="104"/>
                        </a:lnTo>
                        <a:lnTo>
                          <a:pt x="339" y="104"/>
                        </a:lnTo>
                        <a:lnTo>
                          <a:pt x="337" y="104"/>
                        </a:lnTo>
                        <a:lnTo>
                          <a:pt x="333" y="104"/>
                        </a:lnTo>
                        <a:lnTo>
                          <a:pt x="330" y="104"/>
                        </a:lnTo>
                        <a:lnTo>
                          <a:pt x="327" y="104"/>
                        </a:lnTo>
                        <a:lnTo>
                          <a:pt x="324" y="104"/>
                        </a:lnTo>
                        <a:lnTo>
                          <a:pt x="322" y="104"/>
                        </a:lnTo>
                        <a:lnTo>
                          <a:pt x="319" y="104"/>
                        </a:lnTo>
                        <a:lnTo>
                          <a:pt x="317" y="104"/>
                        </a:lnTo>
                        <a:lnTo>
                          <a:pt x="313" y="104"/>
                        </a:lnTo>
                        <a:lnTo>
                          <a:pt x="311" y="104"/>
                        </a:lnTo>
                        <a:lnTo>
                          <a:pt x="307" y="104"/>
                        </a:lnTo>
                        <a:lnTo>
                          <a:pt x="305" y="104"/>
                        </a:lnTo>
                        <a:lnTo>
                          <a:pt x="303" y="104"/>
                        </a:lnTo>
                        <a:lnTo>
                          <a:pt x="299" y="104"/>
                        </a:lnTo>
                        <a:lnTo>
                          <a:pt x="297" y="104"/>
                        </a:lnTo>
                        <a:lnTo>
                          <a:pt x="294" y="104"/>
                        </a:lnTo>
                        <a:lnTo>
                          <a:pt x="288" y="104"/>
                        </a:lnTo>
                        <a:lnTo>
                          <a:pt x="284" y="105"/>
                        </a:lnTo>
                        <a:lnTo>
                          <a:pt x="281" y="105"/>
                        </a:lnTo>
                        <a:lnTo>
                          <a:pt x="279" y="105"/>
                        </a:lnTo>
                        <a:lnTo>
                          <a:pt x="276" y="105"/>
                        </a:lnTo>
                        <a:lnTo>
                          <a:pt x="273" y="105"/>
                        </a:lnTo>
                        <a:lnTo>
                          <a:pt x="268" y="105"/>
                        </a:lnTo>
                        <a:lnTo>
                          <a:pt x="263" y="105"/>
                        </a:lnTo>
                        <a:lnTo>
                          <a:pt x="259" y="105"/>
                        </a:lnTo>
                        <a:lnTo>
                          <a:pt x="253" y="105"/>
                        </a:lnTo>
                        <a:lnTo>
                          <a:pt x="249" y="105"/>
                        </a:lnTo>
                        <a:lnTo>
                          <a:pt x="246" y="105"/>
                        </a:lnTo>
                        <a:lnTo>
                          <a:pt x="241" y="105"/>
                        </a:lnTo>
                        <a:lnTo>
                          <a:pt x="235" y="105"/>
                        </a:lnTo>
                        <a:lnTo>
                          <a:pt x="230" y="105"/>
                        </a:lnTo>
                        <a:lnTo>
                          <a:pt x="227" y="105"/>
                        </a:lnTo>
                        <a:lnTo>
                          <a:pt x="223" y="105"/>
                        </a:lnTo>
                        <a:lnTo>
                          <a:pt x="218" y="105"/>
                        </a:lnTo>
                        <a:lnTo>
                          <a:pt x="215" y="105"/>
                        </a:lnTo>
                        <a:lnTo>
                          <a:pt x="210" y="105"/>
                        </a:lnTo>
                        <a:lnTo>
                          <a:pt x="204" y="104"/>
                        </a:lnTo>
                        <a:lnTo>
                          <a:pt x="198" y="104"/>
                        </a:lnTo>
                        <a:lnTo>
                          <a:pt x="192" y="104"/>
                        </a:lnTo>
                        <a:lnTo>
                          <a:pt x="187" y="104"/>
                        </a:lnTo>
                        <a:lnTo>
                          <a:pt x="182" y="104"/>
                        </a:lnTo>
                        <a:lnTo>
                          <a:pt x="176" y="104"/>
                        </a:lnTo>
                        <a:lnTo>
                          <a:pt x="170" y="104"/>
                        </a:lnTo>
                        <a:lnTo>
                          <a:pt x="165" y="104"/>
                        </a:lnTo>
                        <a:lnTo>
                          <a:pt x="159" y="103"/>
                        </a:lnTo>
                        <a:lnTo>
                          <a:pt x="153" y="102"/>
                        </a:lnTo>
                        <a:lnTo>
                          <a:pt x="148" y="102"/>
                        </a:lnTo>
                        <a:lnTo>
                          <a:pt x="144" y="102"/>
                        </a:lnTo>
                        <a:lnTo>
                          <a:pt x="138" y="102"/>
                        </a:lnTo>
                        <a:lnTo>
                          <a:pt x="134" y="102"/>
                        </a:lnTo>
                        <a:lnTo>
                          <a:pt x="128" y="102"/>
                        </a:lnTo>
                        <a:lnTo>
                          <a:pt x="125" y="102"/>
                        </a:lnTo>
                        <a:lnTo>
                          <a:pt x="119" y="102"/>
                        </a:lnTo>
                        <a:lnTo>
                          <a:pt x="114" y="101"/>
                        </a:lnTo>
                        <a:lnTo>
                          <a:pt x="109" y="100"/>
                        </a:lnTo>
                        <a:lnTo>
                          <a:pt x="104" y="100"/>
                        </a:lnTo>
                        <a:lnTo>
                          <a:pt x="100" y="100"/>
                        </a:lnTo>
                        <a:lnTo>
                          <a:pt x="96" y="100"/>
                        </a:lnTo>
                        <a:lnTo>
                          <a:pt x="91" y="100"/>
                        </a:lnTo>
                        <a:lnTo>
                          <a:pt x="88" y="100"/>
                        </a:lnTo>
                        <a:lnTo>
                          <a:pt x="83" y="100"/>
                        </a:lnTo>
                        <a:lnTo>
                          <a:pt x="78" y="98"/>
                        </a:lnTo>
                        <a:lnTo>
                          <a:pt x="75" y="97"/>
                        </a:lnTo>
                        <a:lnTo>
                          <a:pt x="71" y="97"/>
                        </a:lnTo>
                        <a:lnTo>
                          <a:pt x="68" y="97"/>
                        </a:lnTo>
                        <a:lnTo>
                          <a:pt x="64" y="97"/>
                        </a:lnTo>
                        <a:lnTo>
                          <a:pt x="61" y="97"/>
                        </a:lnTo>
                        <a:lnTo>
                          <a:pt x="57" y="97"/>
                        </a:lnTo>
                        <a:lnTo>
                          <a:pt x="53" y="97"/>
                        </a:lnTo>
                        <a:lnTo>
                          <a:pt x="50" y="96"/>
                        </a:lnTo>
                        <a:lnTo>
                          <a:pt x="46" y="96"/>
                        </a:lnTo>
                        <a:lnTo>
                          <a:pt x="44" y="96"/>
                        </a:lnTo>
                        <a:lnTo>
                          <a:pt x="40" y="95"/>
                        </a:lnTo>
                        <a:lnTo>
                          <a:pt x="38" y="94"/>
                        </a:lnTo>
                        <a:lnTo>
                          <a:pt x="34" y="94"/>
                        </a:lnTo>
                        <a:lnTo>
                          <a:pt x="33" y="94"/>
                        </a:lnTo>
                        <a:lnTo>
                          <a:pt x="30" y="94"/>
                        </a:lnTo>
                        <a:lnTo>
                          <a:pt x="26" y="94"/>
                        </a:lnTo>
                        <a:lnTo>
                          <a:pt x="24" y="94"/>
                        </a:lnTo>
                        <a:lnTo>
                          <a:pt x="23" y="94"/>
                        </a:lnTo>
                        <a:lnTo>
                          <a:pt x="18" y="91"/>
                        </a:lnTo>
                        <a:lnTo>
                          <a:pt x="14" y="91"/>
                        </a:lnTo>
                        <a:lnTo>
                          <a:pt x="11" y="91"/>
                        </a:lnTo>
                        <a:lnTo>
                          <a:pt x="7" y="91"/>
                        </a:lnTo>
                        <a:lnTo>
                          <a:pt x="5" y="91"/>
                        </a:lnTo>
                        <a:lnTo>
                          <a:pt x="2" y="91"/>
                        </a:lnTo>
                        <a:lnTo>
                          <a:pt x="0" y="91"/>
                        </a:lnTo>
                        <a:lnTo>
                          <a:pt x="13" y="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43" name="Freeform 214"/>
                  <p:cNvSpPr/>
                  <p:nvPr/>
                </p:nvSpPr>
                <p:spPr bwMode="auto">
                  <a:xfrm>
                    <a:off x="5420" y="1680"/>
                    <a:ext cx="12" cy="31"/>
                  </a:xfrm>
                  <a:custGeom>
                    <a:avLst/>
                    <a:gdLst>
                      <a:gd name="T0" fmla="*/ 0 w 36"/>
                      <a:gd name="T1" fmla="*/ 0 h 91"/>
                      <a:gd name="T2" fmla="*/ 0 w 36"/>
                      <a:gd name="T3" fmla="*/ 0 h 91"/>
                      <a:gd name="T4" fmla="*/ 0 w 36"/>
                      <a:gd name="T5" fmla="*/ 0 h 91"/>
                      <a:gd name="T6" fmla="*/ 0 w 36"/>
                      <a:gd name="T7" fmla="*/ 0 h 91"/>
                      <a:gd name="T8" fmla="*/ 0 w 36"/>
                      <a:gd name="T9" fmla="*/ 0 h 91"/>
                      <a:gd name="T10" fmla="*/ 0 w 36"/>
                      <a:gd name="T11" fmla="*/ 0 h 91"/>
                      <a:gd name="T12" fmla="*/ 0 w 36"/>
                      <a:gd name="T13" fmla="*/ 0 h 91"/>
                      <a:gd name="T14" fmla="*/ 0 w 36"/>
                      <a:gd name="T15" fmla="*/ 0 h 91"/>
                      <a:gd name="T16" fmla="*/ 0 w 36"/>
                      <a:gd name="T17" fmla="*/ 0 h 91"/>
                      <a:gd name="T18" fmla="*/ 0 w 36"/>
                      <a:gd name="T19" fmla="*/ 0 h 91"/>
                      <a:gd name="T20" fmla="*/ 0 w 36"/>
                      <a:gd name="T21" fmla="*/ 0 h 91"/>
                      <a:gd name="T22" fmla="*/ 0 w 36"/>
                      <a:gd name="T23" fmla="*/ 0 h 91"/>
                      <a:gd name="T24" fmla="*/ 0 w 36"/>
                      <a:gd name="T25" fmla="*/ 0 h 91"/>
                      <a:gd name="T26" fmla="*/ 0 w 36"/>
                      <a:gd name="T27" fmla="*/ 0 h 91"/>
                      <a:gd name="T28" fmla="*/ 0 w 36"/>
                      <a:gd name="T29" fmla="*/ 0 h 91"/>
                      <a:gd name="T30" fmla="*/ 0 w 36"/>
                      <a:gd name="T31" fmla="*/ 0 h 91"/>
                      <a:gd name="T32" fmla="*/ 0 w 36"/>
                      <a:gd name="T33" fmla="*/ 0 h 91"/>
                      <a:gd name="T34" fmla="*/ 0 w 36"/>
                      <a:gd name="T35" fmla="*/ 0 h 91"/>
                      <a:gd name="T36" fmla="*/ 0 w 36"/>
                      <a:gd name="T37" fmla="*/ 0 h 91"/>
                      <a:gd name="T38" fmla="*/ 0 w 36"/>
                      <a:gd name="T39" fmla="*/ 0 h 91"/>
                      <a:gd name="T40" fmla="*/ 0 w 36"/>
                      <a:gd name="T41" fmla="*/ 0 h 91"/>
                      <a:gd name="T42" fmla="*/ 0 w 36"/>
                      <a:gd name="T43" fmla="*/ 0 h 91"/>
                      <a:gd name="T44" fmla="*/ 0 w 36"/>
                      <a:gd name="T45" fmla="*/ 0 h 91"/>
                      <a:gd name="T46" fmla="*/ 0 w 36"/>
                      <a:gd name="T47" fmla="*/ 0 h 91"/>
                      <a:gd name="T48" fmla="*/ 0 w 36"/>
                      <a:gd name="T49" fmla="*/ 0 h 91"/>
                      <a:gd name="T50" fmla="*/ 0 w 36"/>
                      <a:gd name="T51" fmla="*/ 0 h 91"/>
                      <a:gd name="T52" fmla="*/ 0 w 36"/>
                      <a:gd name="T53" fmla="*/ 0 h 91"/>
                      <a:gd name="T54" fmla="*/ 0 w 36"/>
                      <a:gd name="T55" fmla="*/ 0 h 91"/>
                      <a:gd name="T56" fmla="*/ 0 w 36"/>
                      <a:gd name="T57" fmla="*/ 0 h 91"/>
                      <a:gd name="T58" fmla="*/ 0 w 36"/>
                      <a:gd name="T59" fmla="*/ 0 h 91"/>
                      <a:gd name="T60" fmla="*/ 0 w 36"/>
                      <a:gd name="T61" fmla="*/ 0 h 91"/>
                      <a:gd name="T62" fmla="*/ 0 w 36"/>
                      <a:gd name="T63" fmla="*/ 0 h 91"/>
                      <a:gd name="T64" fmla="*/ 0 w 36"/>
                      <a:gd name="T65" fmla="*/ 0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
                      <a:gd name="T100" fmla="*/ 0 h 91"/>
                      <a:gd name="T101" fmla="*/ 36 w 36"/>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 h="91">
                        <a:moveTo>
                          <a:pt x="36" y="91"/>
                        </a:moveTo>
                        <a:lnTo>
                          <a:pt x="33" y="91"/>
                        </a:lnTo>
                        <a:lnTo>
                          <a:pt x="29" y="91"/>
                        </a:lnTo>
                        <a:lnTo>
                          <a:pt x="27" y="89"/>
                        </a:lnTo>
                        <a:lnTo>
                          <a:pt x="23" y="89"/>
                        </a:lnTo>
                        <a:lnTo>
                          <a:pt x="17" y="88"/>
                        </a:lnTo>
                        <a:lnTo>
                          <a:pt x="15" y="87"/>
                        </a:lnTo>
                        <a:lnTo>
                          <a:pt x="10" y="85"/>
                        </a:lnTo>
                        <a:lnTo>
                          <a:pt x="8" y="83"/>
                        </a:lnTo>
                        <a:lnTo>
                          <a:pt x="4" y="81"/>
                        </a:lnTo>
                        <a:lnTo>
                          <a:pt x="3" y="80"/>
                        </a:lnTo>
                        <a:lnTo>
                          <a:pt x="0" y="75"/>
                        </a:lnTo>
                        <a:lnTo>
                          <a:pt x="0" y="70"/>
                        </a:lnTo>
                        <a:lnTo>
                          <a:pt x="0" y="67"/>
                        </a:lnTo>
                        <a:lnTo>
                          <a:pt x="0" y="64"/>
                        </a:lnTo>
                        <a:lnTo>
                          <a:pt x="1" y="61"/>
                        </a:lnTo>
                        <a:lnTo>
                          <a:pt x="3" y="58"/>
                        </a:lnTo>
                        <a:lnTo>
                          <a:pt x="3" y="55"/>
                        </a:lnTo>
                        <a:lnTo>
                          <a:pt x="6" y="51"/>
                        </a:lnTo>
                        <a:lnTo>
                          <a:pt x="7" y="48"/>
                        </a:lnTo>
                        <a:lnTo>
                          <a:pt x="9" y="45"/>
                        </a:lnTo>
                        <a:lnTo>
                          <a:pt x="11" y="41"/>
                        </a:lnTo>
                        <a:lnTo>
                          <a:pt x="13" y="37"/>
                        </a:lnTo>
                        <a:lnTo>
                          <a:pt x="15" y="34"/>
                        </a:lnTo>
                        <a:lnTo>
                          <a:pt x="19" y="30"/>
                        </a:lnTo>
                        <a:lnTo>
                          <a:pt x="20" y="26"/>
                        </a:lnTo>
                        <a:lnTo>
                          <a:pt x="23" y="23"/>
                        </a:lnTo>
                        <a:lnTo>
                          <a:pt x="26" y="19"/>
                        </a:lnTo>
                        <a:lnTo>
                          <a:pt x="28" y="15"/>
                        </a:lnTo>
                        <a:lnTo>
                          <a:pt x="30" y="12"/>
                        </a:lnTo>
                        <a:lnTo>
                          <a:pt x="32" y="7"/>
                        </a:lnTo>
                        <a:lnTo>
                          <a:pt x="33" y="4"/>
                        </a:lnTo>
                        <a:lnTo>
                          <a:pt x="35" y="0"/>
                        </a:lnTo>
                        <a:lnTo>
                          <a:pt x="35" y="4"/>
                        </a:lnTo>
                        <a:lnTo>
                          <a:pt x="35" y="6"/>
                        </a:lnTo>
                        <a:lnTo>
                          <a:pt x="35" y="10"/>
                        </a:lnTo>
                        <a:lnTo>
                          <a:pt x="35" y="12"/>
                        </a:lnTo>
                        <a:lnTo>
                          <a:pt x="35" y="15"/>
                        </a:lnTo>
                        <a:lnTo>
                          <a:pt x="35" y="17"/>
                        </a:lnTo>
                        <a:lnTo>
                          <a:pt x="35" y="20"/>
                        </a:lnTo>
                        <a:lnTo>
                          <a:pt x="35" y="23"/>
                        </a:lnTo>
                        <a:lnTo>
                          <a:pt x="35" y="26"/>
                        </a:lnTo>
                        <a:lnTo>
                          <a:pt x="35" y="30"/>
                        </a:lnTo>
                        <a:lnTo>
                          <a:pt x="35" y="32"/>
                        </a:lnTo>
                        <a:lnTo>
                          <a:pt x="35" y="35"/>
                        </a:lnTo>
                        <a:lnTo>
                          <a:pt x="35" y="37"/>
                        </a:lnTo>
                        <a:lnTo>
                          <a:pt x="35" y="41"/>
                        </a:lnTo>
                        <a:lnTo>
                          <a:pt x="35" y="43"/>
                        </a:lnTo>
                        <a:lnTo>
                          <a:pt x="35" y="47"/>
                        </a:lnTo>
                        <a:lnTo>
                          <a:pt x="35" y="49"/>
                        </a:lnTo>
                        <a:lnTo>
                          <a:pt x="35" y="53"/>
                        </a:lnTo>
                        <a:lnTo>
                          <a:pt x="35" y="55"/>
                        </a:lnTo>
                        <a:lnTo>
                          <a:pt x="35" y="57"/>
                        </a:lnTo>
                        <a:lnTo>
                          <a:pt x="35" y="61"/>
                        </a:lnTo>
                        <a:lnTo>
                          <a:pt x="35" y="63"/>
                        </a:lnTo>
                        <a:lnTo>
                          <a:pt x="35" y="67"/>
                        </a:lnTo>
                        <a:lnTo>
                          <a:pt x="35" y="69"/>
                        </a:lnTo>
                        <a:lnTo>
                          <a:pt x="35" y="72"/>
                        </a:lnTo>
                        <a:lnTo>
                          <a:pt x="35" y="75"/>
                        </a:lnTo>
                        <a:lnTo>
                          <a:pt x="35" y="77"/>
                        </a:lnTo>
                        <a:lnTo>
                          <a:pt x="35" y="80"/>
                        </a:lnTo>
                        <a:lnTo>
                          <a:pt x="35" y="82"/>
                        </a:lnTo>
                        <a:lnTo>
                          <a:pt x="35" y="86"/>
                        </a:lnTo>
                        <a:lnTo>
                          <a:pt x="35" y="88"/>
                        </a:lnTo>
                        <a:lnTo>
                          <a:pt x="36" y="91"/>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44" name="Freeform 215"/>
                  <p:cNvSpPr/>
                  <p:nvPr/>
                </p:nvSpPr>
                <p:spPr bwMode="auto">
                  <a:xfrm>
                    <a:off x="5402" y="1599"/>
                    <a:ext cx="223" cy="177"/>
                  </a:xfrm>
                  <a:custGeom>
                    <a:avLst/>
                    <a:gdLst>
                      <a:gd name="T0" fmla="*/ 0 w 667"/>
                      <a:gd name="T1" fmla="*/ 0 h 531"/>
                      <a:gd name="T2" fmla="*/ 0 w 667"/>
                      <a:gd name="T3" fmla="*/ 0 h 531"/>
                      <a:gd name="T4" fmla="*/ 0 w 667"/>
                      <a:gd name="T5" fmla="*/ 0 h 531"/>
                      <a:gd name="T6" fmla="*/ 0 w 667"/>
                      <a:gd name="T7" fmla="*/ 0 h 531"/>
                      <a:gd name="T8" fmla="*/ 0 w 667"/>
                      <a:gd name="T9" fmla="*/ 0 h 531"/>
                      <a:gd name="T10" fmla="*/ 0 w 667"/>
                      <a:gd name="T11" fmla="*/ 0 h 531"/>
                      <a:gd name="T12" fmla="*/ 0 w 667"/>
                      <a:gd name="T13" fmla="*/ 0 h 531"/>
                      <a:gd name="T14" fmla="*/ 0 w 667"/>
                      <a:gd name="T15" fmla="*/ 0 h 531"/>
                      <a:gd name="T16" fmla="*/ 0 w 667"/>
                      <a:gd name="T17" fmla="*/ 0 h 531"/>
                      <a:gd name="T18" fmla="*/ 0 w 667"/>
                      <a:gd name="T19" fmla="*/ 0 h 531"/>
                      <a:gd name="T20" fmla="*/ 0 w 667"/>
                      <a:gd name="T21" fmla="*/ 0 h 531"/>
                      <a:gd name="T22" fmla="*/ 0 w 667"/>
                      <a:gd name="T23" fmla="*/ 0 h 531"/>
                      <a:gd name="T24" fmla="*/ 0 w 667"/>
                      <a:gd name="T25" fmla="*/ 0 h 531"/>
                      <a:gd name="T26" fmla="*/ 0 w 667"/>
                      <a:gd name="T27" fmla="*/ 0 h 531"/>
                      <a:gd name="T28" fmla="*/ 0 w 667"/>
                      <a:gd name="T29" fmla="*/ 0 h 531"/>
                      <a:gd name="T30" fmla="*/ 0 w 667"/>
                      <a:gd name="T31" fmla="*/ 0 h 531"/>
                      <a:gd name="T32" fmla="*/ 0 w 667"/>
                      <a:gd name="T33" fmla="*/ 0 h 531"/>
                      <a:gd name="T34" fmla="*/ 0 w 667"/>
                      <a:gd name="T35" fmla="*/ 0 h 531"/>
                      <a:gd name="T36" fmla="*/ 0 w 667"/>
                      <a:gd name="T37" fmla="*/ 0 h 531"/>
                      <a:gd name="T38" fmla="*/ 0 w 667"/>
                      <a:gd name="T39" fmla="*/ 0 h 531"/>
                      <a:gd name="T40" fmla="*/ 0 w 667"/>
                      <a:gd name="T41" fmla="*/ 0 h 531"/>
                      <a:gd name="T42" fmla="*/ 0 w 667"/>
                      <a:gd name="T43" fmla="*/ 0 h 531"/>
                      <a:gd name="T44" fmla="*/ 0 w 667"/>
                      <a:gd name="T45" fmla="*/ 0 h 531"/>
                      <a:gd name="T46" fmla="*/ 0 w 667"/>
                      <a:gd name="T47" fmla="*/ 0 h 531"/>
                      <a:gd name="T48" fmla="*/ 0 w 667"/>
                      <a:gd name="T49" fmla="*/ 0 h 531"/>
                      <a:gd name="T50" fmla="*/ 0 w 667"/>
                      <a:gd name="T51" fmla="*/ 0 h 531"/>
                      <a:gd name="T52" fmla="*/ 0 w 667"/>
                      <a:gd name="T53" fmla="*/ 0 h 531"/>
                      <a:gd name="T54" fmla="*/ 0 w 667"/>
                      <a:gd name="T55" fmla="*/ 0 h 531"/>
                      <a:gd name="T56" fmla="*/ 0 w 667"/>
                      <a:gd name="T57" fmla="*/ 0 h 531"/>
                      <a:gd name="T58" fmla="*/ 0 w 667"/>
                      <a:gd name="T59" fmla="*/ 0 h 531"/>
                      <a:gd name="T60" fmla="*/ 0 w 667"/>
                      <a:gd name="T61" fmla="*/ 0 h 531"/>
                      <a:gd name="T62" fmla="*/ 0 w 667"/>
                      <a:gd name="T63" fmla="*/ 0 h 531"/>
                      <a:gd name="T64" fmla="*/ 0 w 667"/>
                      <a:gd name="T65" fmla="*/ 0 h 531"/>
                      <a:gd name="T66" fmla="*/ 0 w 667"/>
                      <a:gd name="T67" fmla="*/ 0 h 531"/>
                      <a:gd name="T68" fmla="*/ 0 w 667"/>
                      <a:gd name="T69" fmla="*/ 0 h 531"/>
                      <a:gd name="T70" fmla="*/ 0 w 667"/>
                      <a:gd name="T71" fmla="*/ 0 h 531"/>
                      <a:gd name="T72" fmla="*/ 0 w 667"/>
                      <a:gd name="T73" fmla="*/ 0 h 531"/>
                      <a:gd name="T74" fmla="*/ 0 w 667"/>
                      <a:gd name="T75" fmla="*/ 0 h 531"/>
                      <a:gd name="T76" fmla="*/ 0 w 667"/>
                      <a:gd name="T77" fmla="*/ 0 h 531"/>
                      <a:gd name="T78" fmla="*/ 0 w 667"/>
                      <a:gd name="T79" fmla="*/ 0 h 531"/>
                      <a:gd name="T80" fmla="*/ 0 w 667"/>
                      <a:gd name="T81" fmla="*/ 0 h 531"/>
                      <a:gd name="T82" fmla="*/ 0 w 667"/>
                      <a:gd name="T83" fmla="*/ 0 h 531"/>
                      <a:gd name="T84" fmla="*/ 0 w 667"/>
                      <a:gd name="T85" fmla="*/ 0 h 531"/>
                      <a:gd name="T86" fmla="*/ 0 w 667"/>
                      <a:gd name="T87" fmla="*/ 0 h 531"/>
                      <a:gd name="T88" fmla="*/ 0 w 667"/>
                      <a:gd name="T89" fmla="*/ 0 h 531"/>
                      <a:gd name="T90" fmla="*/ 0 w 667"/>
                      <a:gd name="T91" fmla="*/ 0 h 531"/>
                      <a:gd name="T92" fmla="*/ 0 w 667"/>
                      <a:gd name="T93" fmla="*/ 0 h 531"/>
                      <a:gd name="T94" fmla="*/ 0 w 667"/>
                      <a:gd name="T95" fmla="*/ 0 h 531"/>
                      <a:gd name="T96" fmla="*/ 0 w 667"/>
                      <a:gd name="T97" fmla="*/ 0 h 531"/>
                      <a:gd name="T98" fmla="*/ 0 w 667"/>
                      <a:gd name="T99" fmla="*/ 0 h 531"/>
                      <a:gd name="T100" fmla="*/ 0 w 667"/>
                      <a:gd name="T101" fmla="*/ 0 h 531"/>
                      <a:gd name="T102" fmla="*/ 0 w 667"/>
                      <a:gd name="T103" fmla="*/ 0 h 531"/>
                      <a:gd name="T104" fmla="*/ 0 w 667"/>
                      <a:gd name="T105" fmla="*/ 0 h 531"/>
                      <a:gd name="T106" fmla="*/ 0 w 667"/>
                      <a:gd name="T107" fmla="*/ 0 h 531"/>
                      <a:gd name="T108" fmla="*/ 0 w 667"/>
                      <a:gd name="T109" fmla="*/ 0 h 531"/>
                      <a:gd name="T110" fmla="*/ 0 w 667"/>
                      <a:gd name="T111" fmla="*/ 0 h 531"/>
                      <a:gd name="T112" fmla="*/ 0 w 667"/>
                      <a:gd name="T113" fmla="*/ 0 h 531"/>
                      <a:gd name="T114" fmla="*/ 0 w 667"/>
                      <a:gd name="T115" fmla="*/ 0 h 531"/>
                      <a:gd name="T116" fmla="*/ 0 w 667"/>
                      <a:gd name="T117" fmla="*/ 0 h 531"/>
                      <a:gd name="T118" fmla="*/ 0 w 667"/>
                      <a:gd name="T119" fmla="*/ 0 h 531"/>
                      <a:gd name="T120" fmla="*/ 0 w 667"/>
                      <a:gd name="T121" fmla="*/ 0 h 531"/>
                      <a:gd name="T122" fmla="*/ 0 w 667"/>
                      <a:gd name="T123" fmla="*/ 0 h 53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67"/>
                      <a:gd name="T187" fmla="*/ 0 h 531"/>
                      <a:gd name="T188" fmla="*/ 667 w 667"/>
                      <a:gd name="T189" fmla="*/ 531 h 53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67" h="531">
                        <a:moveTo>
                          <a:pt x="22" y="4"/>
                        </a:moveTo>
                        <a:lnTo>
                          <a:pt x="105" y="26"/>
                        </a:lnTo>
                        <a:lnTo>
                          <a:pt x="105" y="27"/>
                        </a:lnTo>
                        <a:lnTo>
                          <a:pt x="105" y="29"/>
                        </a:lnTo>
                        <a:lnTo>
                          <a:pt x="104" y="30"/>
                        </a:lnTo>
                        <a:lnTo>
                          <a:pt x="104" y="33"/>
                        </a:lnTo>
                        <a:lnTo>
                          <a:pt x="104" y="35"/>
                        </a:lnTo>
                        <a:lnTo>
                          <a:pt x="104" y="38"/>
                        </a:lnTo>
                        <a:lnTo>
                          <a:pt x="104" y="41"/>
                        </a:lnTo>
                        <a:lnTo>
                          <a:pt x="104" y="45"/>
                        </a:lnTo>
                        <a:lnTo>
                          <a:pt x="102" y="48"/>
                        </a:lnTo>
                        <a:lnTo>
                          <a:pt x="101" y="53"/>
                        </a:lnTo>
                        <a:lnTo>
                          <a:pt x="101" y="54"/>
                        </a:lnTo>
                        <a:lnTo>
                          <a:pt x="101" y="57"/>
                        </a:lnTo>
                        <a:lnTo>
                          <a:pt x="101" y="59"/>
                        </a:lnTo>
                        <a:lnTo>
                          <a:pt x="101" y="62"/>
                        </a:lnTo>
                        <a:lnTo>
                          <a:pt x="101" y="65"/>
                        </a:lnTo>
                        <a:lnTo>
                          <a:pt x="101" y="67"/>
                        </a:lnTo>
                        <a:lnTo>
                          <a:pt x="101" y="71"/>
                        </a:lnTo>
                        <a:lnTo>
                          <a:pt x="101" y="73"/>
                        </a:lnTo>
                        <a:lnTo>
                          <a:pt x="100" y="76"/>
                        </a:lnTo>
                        <a:lnTo>
                          <a:pt x="99" y="79"/>
                        </a:lnTo>
                        <a:lnTo>
                          <a:pt x="99" y="81"/>
                        </a:lnTo>
                        <a:lnTo>
                          <a:pt x="99" y="85"/>
                        </a:lnTo>
                        <a:lnTo>
                          <a:pt x="99" y="87"/>
                        </a:lnTo>
                        <a:lnTo>
                          <a:pt x="99" y="90"/>
                        </a:lnTo>
                        <a:lnTo>
                          <a:pt x="99" y="95"/>
                        </a:lnTo>
                        <a:lnTo>
                          <a:pt x="99" y="97"/>
                        </a:lnTo>
                        <a:lnTo>
                          <a:pt x="98" y="100"/>
                        </a:lnTo>
                        <a:lnTo>
                          <a:pt x="97" y="105"/>
                        </a:lnTo>
                        <a:lnTo>
                          <a:pt x="97" y="108"/>
                        </a:lnTo>
                        <a:lnTo>
                          <a:pt x="97" y="112"/>
                        </a:lnTo>
                        <a:lnTo>
                          <a:pt x="97" y="115"/>
                        </a:lnTo>
                        <a:lnTo>
                          <a:pt x="97" y="119"/>
                        </a:lnTo>
                        <a:lnTo>
                          <a:pt x="97" y="123"/>
                        </a:lnTo>
                        <a:lnTo>
                          <a:pt x="97" y="128"/>
                        </a:lnTo>
                        <a:lnTo>
                          <a:pt x="95" y="131"/>
                        </a:lnTo>
                        <a:lnTo>
                          <a:pt x="94" y="135"/>
                        </a:lnTo>
                        <a:lnTo>
                          <a:pt x="94" y="138"/>
                        </a:lnTo>
                        <a:lnTo>
                          <a:pt x="94" y="143"/>
                        </a:lnTo>
                        <a:lnTo>
                          <a:pt x="94" y="148"/>
                        </a:lnTo>
                        <a:lnTo>
                          <a:pt x="94" y="152"/>
                        </a:lnTo>
                        <a:lnTo>
                          <a:pt x="93" y="156"/>
                        </a:lnTo>
                        <a:lnTo>
                          <a:pt x="93" y="161"/>
                        </a:lnTo>
                        <a:lnTo>
                          <a:pt x="92" y="165"/>
                        </a:lnTo>
                        <a:lnTo>
                          <a:pt x="92" y="169"/>
                        </a:lnTo>
                        <a:lnTo>
                          <a:pt x="91" y="173"/>
                        </a:lnTo>
                        <a:lnTo>
                          <a:pt x="91" y="179"/>
                        </a:lnTo>
                        <a:lnTo>
                          <a:pt x="91" y="182"/>
                        </a:lnTo>
                        <a:lnTo>
                          <a:pt x="91" y="187"/>
                        </a:lnTo>
                        <a:lnTo>
                          <a:pt x="91" y="192"/>
                        </a:lnTo>
                        <a:lnTo>
                          <a:pt x="91" y="198"/>
                        </a:lnTo>
                        <a:lnTo>
                          <a:pt x="89" y="201"/>
                        </a:lnTo>
                        <a:lnTo>
                          <a:pt x="89" y="207"/>
                        </a:lnTo>
                        <a:lnTo>
                          <a:pt x="89" y="211"/>
                        </a:lnTo>
                        <a:lnTo>
                          <a:pt x="89" y="217"/>
                        </a:lnTo>
                        <a:lnTo>
                          <a:pt x="88" y="214"/>
                        </a:lnTo>
                        <a:lnTo>
                          <a:pt x="86" y="211"/>
                        </a:lnTo>
                        <a:lnTo>
                          <a:pt x="83" y="207"/>
                        </a:lnTo>
                        <a:lnTo>
                          <a:pt x="80" y="205"/>
                        </a:lnTo>
                        <a:lnTo>
                          <a:pt x="76" y="201"/>
                        </a:lnTo>
                        <a:lnTo>
                          <a:pt x="70" y="199"/>
                        </a:lnTo>
                        <a:lnTo>
                          <a:pt x="68" y="198"/>
                        </a:lnTo>
                        <a:lnTo>
                          <a:pt x="66" y="197"/>
                        </a:lnTo>
                        <a:lnTo>
                          <a:pt x="63" y="197"/>
                        </a:lnTo>
                        <a:lnTo>
                          <a:pt x="61" y="195"/>
                        </a:lnTo>
                        <a:lnTo>
                          <a:pt x="60" y="197"/>
                        </a:lnTo>
                        <a:lnTo>
                          <a:pt x="59" y="199"/>
                        </a:lnTo>
                        <a:lnTo>
                          <a:pt x="59" y="201"/>
                        </a:lnTo>
                        <a:lnTo>
                          <a:pt x="57" y="206"/>
                        </a:lnTo>
                        <a:lnTo>
                          <a:pt x="56" y="208"/>
                        </a:lnTo>
                        <a:lnTo>
                          <a:pt x="55" y="213"/>
                        </a:lnTo>
                        <a:lnTo>
                          <a:pt x="54" y="218"/>
                        </a:lnTo>
                        <a:lnTo>
                          <a:pt x="54" y="222"/>
                        </a:lnTo>
                        <a:lnTo>
                          <a:pt x="53" y="226"/>
                        </a:lnTo>
                        <a:lnTo>
                          <a:pt x="53" y="231"/>
                        </a:lnTo>
                        <a:lnTo>
                          <a:pt x="53" y="235"/>
                        </a:lnTo>
                        <a:lnTo>
                          <a:pt x="53" y="239"/>
                        </a:lnTo>
                        <a:lnTo>
                          <a:pt x="53" y="243"/>
                        </a:lnTo>
                        <a:lnTo>
                          <a:pt x="53" y="246"/>
                        </a:lnTo>
                        <a:lnTo>
                          <a:pt x="54" y="250"/>
                        </a:lnTo>
                        <a:lnTo>
                          <a:pt x="56" y="254"/>
                        </a:lnTo>
                        <a:lnTo>
                          <a:pt x="51" y="255"/>
                        </a:lnTo>
                        <a:lnTo>
                          <a:pt x="48" y="257"/>
                        </a:lnTo>
                        <a:lnTo>
                          <a:pt x="44" y="257"/>
                        </a:lnTo>
                        <a:lnTo>
                          <a:pt x="41" y="260"/>
                        </a:lnTo>
                        <a:lnTo>
                          <a:pt x="38" y="262"/>
                        </a:lnTo>
                        <a:lnTo>
                          <a:pt x="35" y="263"/>
                        </a:lnTo>
                        <a:lnTo>
                          <a:pt x="32" y="264"/>
                        </a:lnTo>
                        <a:lnTo>
                          <a:pt x="30" y="267"/>
                        </a:lnTo>
                        <a:lnTo>
                          <a:pt x="25" y="271"/>
                        </a:lnTo>
                        <a:lnTo>
                          <a:pt x="22" y="275"/>
                        </a:lnTo>
                        <a:lnTo>
                          <a:pt x="19" y="280"/>
                        </a:lnTo>
                        <a:lnTo>
                          <a:pt x="17" y="284"/>
                        </a:lnTo>
                        <a:lnTo>
                          <a:pt x="15" y="289"/>
                        </a:lnTo>
                        <a:lnTo>
                          <a:pt x="13" y="294"/>
                        </a:lnTo>
                        <a:lnTo>
                          <a:pt x="12" y="299"/>
                        </a:lnTo>
                        <a:lnTo>
                          <a:pt x="12" y="303"/>
                        </a:lnTo>
                        <a:lnTo>
                          <a:pt x="12" y="306"/>
                        </a:lnTo>
                        <a:lnTo>
                          <a:pt x="12" y="308"/>
                        </a:lnTo>
                        <a:lnTo>
                          <a:pt x="12" y="312"/>
                        </a:lnTo>
                        <a:lnTo>
                          <a:pt x="13" y="314"/>
                        </a:lnTo>
                        <a:lnTo>
                          <a:pt x="13" y="317"/>
                        </a:lnTo>
                        <a:lnTo>
                          <a:pt x="15" y="319"/>
                        </a:lnTo>
                        <a:lnTo>
                          <a:pt x="15" y="322"/>
                        </a:lnTo>
                        <a:lnTo>
                          <a:pt x="17" y="325"/>
                        </a:lnTo>
                        <a:lnTo>
                          <a:pt x="18" y="330"/>
                        </a:lnTo>
                        <a:lnTo>
                          <a:pt x="21" y="336"/>
                        </a:lnTo>
                        <a:lnTo>
                          <a:pt x="21" y="338"/>
                        </a:lnTo>
                        <a:lnTo>
                          <a:pt x="23" y="340"/>
                        </a:lnTo>
                        <a:lnTo>
                          <a:pt x="24" y="343"/>
                        </a:lnTo>
                        <a:lnTo>
                          <a:pt x="25" y="345"/>
                        </a:lnTo>
                        <a:lnTo>
                          <a:pt x="28" y="351"/>
                        </a:lnTo>
                        <a:lnTo>
                          <a:pt x="31" y="356"/>
                        </a:lnTo>
                        <a:lnTo>
                          <a:pt x="32" y="358"/>
                        </a:lnTo>
                        <a:lnTo>
                          <a:pt x="35" y="360"/>
                        </a:lnTo>
                        <a:lnTo>
                          <a:pt x="36" y="364"/>
                        </a:lnTo>
                        <a:lnTo>
                          <a:pt x="38" y="368"/>
                        </a:lnTo>
                        <a:lnTo>
                          <a:pt x="42" y="372"/>
                        </a:lnTo>
                        <a:lnTo>
                          <a:pt x="45" y="376"/>
                        </a:lnTo>
                        <a:lnTo>
                          <a:pt x="49" y="381"/>
                        </a:lnTo>
                        <a:lnTo>
                          <a:pt x="53" y="387"/>
                        </a:lnTo>
                        <a:lnTo>
                          <a:pt x="56" y="391"/>
                        </a:lnTo>
                        <a:lnTo>
                          <a:pt x="60" y="396"/>
                        </a:lnTo>
                        <a:lnTo>
                          <a:pt x="63" y="400"/>
                        </a:lnTo>
                        <a:lnTo>
                          <a:pt x="67" y="404"/>
                        </a:lnTo>
                        <a:lnTo>
                          <a:pt x="68" y="401"/>
                        </a:lnTo>
                        <a:lnTo>
                          <a:pt x="70" y="396"/>
                        </a:lnTo>
                        <a:lnTo>
                          <a:pt x="73" y="394"/>
                        </a:lnTo>
                        <a:lnTo>
                          <a:pt x="74" y="391"/>
                        </a:lnTo>
                        <a:lnTo>
                          <a:pt x="76" y="388"/>
                        </a:lnTo>
                        <a:lnTo>
                          <a:pt x="78" y="384"/>
                        </a:lnTo>
                        <a:lnTo>
                          <a:pt x="79" y="381"/>
                        </a:lnTo>
                        <a:lnTo>
                          <a:pt x="81" y="378"/>
                        </a:lnTo>
                        <a:lnTo>
                          <a:pt x="81" y="374"/>
                        </a:lnTo>
                        <a:lnTo>
                          <a:pt x="83" y="371"/>
                        </a:lnTo>
                        <a:lnTo>
                          <a:pt x="86" y="366"/>
                        </a:lnTo>
                        <a:lnTo>
                          <a:pt x="87" y="363"/>
                        </a:lnTo>
                        <a:lnTo>
                          <a:pt x="88" y="358"/>
                        </a:lnTo>
                        <a:lnTo>
                          <a:pt x="91" y="356"/>
                        </a:lnTo>
                        <a:lnTo>
                          <a:pt x="91" y="359"/>
                        </a:lnTo>
                        <a:lnTo>
                          <a:pt x="91" y="363"/>
                        </a:lnTo>
                        <a:lnTo>
                          <a:pt x="91" y="366"/>
                        </a:lnTo>
                        <a:lnTo>
                          <a:pt x="91" y="370"/>
                        </a:lnTo>
                        <a:lnTo>
                          <a:pt x="91" y="374"/>
                        </a:lnTo>
                        <a:lnTo>
                          <a:pt x="91" y="376"/>
                        </a:lnTo>
                        <a:lnTo>
                          <a:pt x="92" y="379"/>
                        </a:lnTo>
                        <a:lnTo>
                          <a:pt x="92" y="383"/>
                        </a:lnTo>
                        <a:lnTo>
                          <a:pt x="92" y="387"/>
                        </a:lnTo>
                        <a:lnTo>
                          <a:pt x="93" y="389"/>
                        </a:lnTo>
                        <a:lnTo>
                          <a:pt x="94" y="391"/>
                        </a:lnTo>
                        <a:lnTo>
                          <a:pt x="94" y="396"/>
                        </a:lnTo>
                        <a:lnTo>
                          <a:pt x="94" y="398"/>
                        </a:lnTo>
                        <a:lnTo>
                          <a:pt x="94" y="401"/>
                        </a:lnTo>
                        <a:lnTo>
                          <a:pt x="94" y="404"/>
                        </a:lnTo>
                        <a:lnTo>
                          <a:pt x="95" y="407"/>
                        </a:lnTo>
                        <a:lnTo>
                          <a:pt x="92" y="408"/>
                        </a:lnTo>
                        <a:lnTo>
                          <a:pt x="88" y="409"/>
                        </a:lnTo>
                        <a:lnTo>
                          <a:pt x="83" y="411"/>
                        </a:lnTo>
                        <a:lnTo>
                          <a:pt x="81" y="414"/>
                        </a:lnTo>
                        <a:lnTo>
                          <a:pt x="76" y="416"/>
                        </a:lnTo>
                        <a:lnTo>
                          <a:pt x="70" y="419"/>
                        </a:lnTo>
                        <a:lnTo>
                          <a:pt x="66" y="421"/>
                        </a:lnTo>
                        <a:lnTo>
                          <a:pt x="62" y="425"/>
                        </a:lnTo>
                        <a:lnTo>
                          <a:pt x="57" y="427"/>
                        </a:lnTo>
                        <a:lnTo>
                          <a:pt x="53" y="429"/>
                        </a:lnTo>
                        <a:lnTo>
                          <a:pt x="48" y="432"/>
                        </a:lnTo>
                        <a:lnTo>
                          <a:pt x="44" y="435"/>
                        </a:lnTo>
                        <a:lnTo>
                          <a:pt x="40" y="438"/>
                        </a:lnTo>
                        <a:lnTo>
                          <a:pt x="37" y="440"/>
                        </a:lnTo>
                        <a:lnTo>
                          <a:pt x="34" y="442"/>
                        </a:lnTo>
                        <a:lnTo>
                          <a:pt x="32" y="445"/>
                        </a:lnTo>
                        <a:lnTo>
                          <a:pt x="36" y="445"/>
                        </a:lnTo>
                        <a:lnTo>
                          <a:pt x="41" y="445"/>
                        </a:lnTo>
                        <a:lnTo>
                          <a:pt x="44" y="445"/>
                        </a:lnTo>
                        <a:lnTo>
                          <a:pt x="48" y="445"/>
                        </a:lnTo>
                        <a:lnTo>
                          <a:pt x="53" y="445"/>
                        </a:lnTo>
                        <a:lnTo>
                          <a:pt x="56" y="445"/>
                        </a:lnTo>
                        <a:lnTo>
                          <a:pt x="61" y="445"/>
                        </a:lnTo>
                        <a:lnTo>
                          <a:pt x="66" y="445"/>
                        </a:lnTo>
                        <a:lnTo>
                          <a:pt x="66" y="447"/>
                        </a:lnTo>
                        <a:lnTo>
                          <a:pt x="68" y="449"/>
                        </a:lnTo>
                        <a:lnTo>
                          <a:pt x="69" y="452"/>
                        </a:lnTo>
                        <a:lnTo>
                          <a:pt x="70" y="454"/>
                        </a:lnTo>
                        <a:lnTo>
                          <a:pt x="74" y="457"/>
                        </a:lnTo>
                        <a:lnTo>
                          <a:pt x="78" y="460"/>
                        </a:lnTo>
                        <a:lnTo>
                          <a:pt x="81" y="461"/>
                        </a:lnTo>
                        <a:lnTo>
                          <a:pt x="85" y="463"/>
                        </a:lnTo>
                        <a:lnTo>
                          <a:pt x="88" y="463"/>
                        </a:lnTo>
                        <a:lnTo>
                          <a:pt x="92" y="463"/>
                        </a:lnTo>
                        <a:lnTo>
                          <a:pt x="94" y="461"/>
                        </a:lnTo>
                        <a:lnTo>
                          <a:pt x="99" y="459"/>
                        </a:lnTo>
                        <a:lnTo>
                          <a:pt x="101" y="458"/>
                        </a:lnTo>
                        <a:lnTo>
                          <a:pt x="104" y="455"/>
                        </a:lnTo>
                        <a:lnTo>
                          <a:pt x="107" y="452"/>
                        </a:lnTo>
                        <a:lnTo>
                          <a:pt x="110" y="449"/>
                        </a:lnTo>
                        <a:lnTo>
                          <a:pt x="112" y="446"/>
                        </a:lnTo>
                        <a:lnTo>
                          <a:pt x="114" y="442"/>
                        </a:lnTo>
                        <a:lnTo>
                          <a:pt x="117" y="442"/>
                        </a:lnTo>
                        <a:lnTo>
                          <a:pt x="121" y="444"/>
                        </a:lnTo>
                        <a:lnTo>
                          <a:pt x="125" y="445"/>
                        </a:lnTo>
                        <a:lnTo>
                          <a:pt x="130" y="446"/>
                        </a:lnTo>
                        <a:lnTo>
                          <a:pt x="133" y="446"/>
                        </a:lnTo>
                        <a:lnTo>
                          <a:pt x="138" y="446"/>
                        </a:lnTo>
                        <a:lnTo>
                          <a:pt x="142" y="446"/>
                        </a:lnTo>
                        <a:lnTo>
                          <a:pt x="146" y="447"/>
                        </a:lnTo>
                        <a:lnTo>
                          <a:pt x="149" y="446"/>
                        </a:lnTo>
                        <a:lnTo>
                          <a:pt x="152" y="446"/>
                        </a:lnTo>
                        <a:lnTo>
                          <a:pt x="156" y="446"/>
                        </a:lnTo>
                        <a:lnTo>
                          <a:pt x="158" y="446"/>
                        </a:lnTo>
                        <a:lnTo>
                          <a:pt x="162" y="446"/>
                        </a:lnTo>
                        <a:lnTo>
                          <a:pt x="164" y="446"/>
                        </a:lnTo>
                        <a:lnTo>
                          <a:pt x="175" y="446"/>
                        </a:lnTo>
                        <a:lnTo>
                          <a:pt x="184" y="447"/>
                        </a:lnTo>
                        <a:lnTo>
                          <a:pt x="195" y="447"/>
                        </a:lnTo>
                        <a:lnTo>
                          <a:pt x="204" y="447"/>
                        </a:lnTo>
                        <a:lnTo>
                          <a:pt x="215" y="447"/>
                        </a:lnTo>
                        <a:lnTo>
                          <a:pt x="225" y="447"/>
                        </a:lnTo>
                        <a:lnTo>
                          <a:pt x="235" y="447"/>
                        </a:lnTo>
                        <a:lnTo>
                          <a:pt x="246" y="447"/>
                        </a:lnTo>
                        <a:lnTo>
                          <a:pt x="255" y="447"/>
                        </a:lnTo>
                        <a:lnTo>
                          <a:pt x="265" y="447"/>
                        </a:lnTo>
                        <a:lnTo>
                          <a:pt x="274" y="447"/>
                        </a:lnTo>
                        <a:lnTo>
                          <a:pt x="285" y="447"/>
                        </a:lnTo>
                        <a:lnTo>
                          <a:pt x="293" y="447"/>
                        </a:lnTo>
                        <a:lnTo>
                          <a:pt x="304" y="447"/>
                        </a:lnTo>
                        <a:lnTo>
                          <a:pt x="314" y="447"/>
                        </a:lnTo>
                        <a:lnTo>
                          <a:pt x="323" y="447"/>
                        </a:lnTo>
                        <a:lnTo>
                          <a:pt x="331" y="447"/>
                        </a:lnTo>
                        <a:lnTo>
                          <a:pt x="341" y="446"/>
                        </a:lnTo>
                        <a:lnTo>
                          <a:pt x="349" y="446"/>
                        </a:lnTo>
                        <a:lnTo>
                          <a:pt x="359" y="446"/>
                        </a:lnTo>
                        <a:lnTo>
                          <a:pt x="367" y="445"/>
                        </a:lnTo>
                        <a:lnTo>
                          <a:pt x="377" y="445"/>
                        </a:lnTo>
                        <a:lnTo>
                          <a:pt x="385" y="445"/>
                        </a:lnTo>
                        <a:lnTo>
                          <a:pt x="393" y="445"/>
                        </a:lnTo>
                        <a:lnTo>
                          <a:pt x="401" y="445"/>
                        </a:lnTo>
                        <a:lnTo>
                          <a:pt x="410" y="444"/>
                        </a:lnTo>
                        <a:lnTo>
                          <a:pt x="417" y="444"/>
                        </a:lnTo>
                        <a:lnTo>
                          <a:pt x="425" y="444"/>
                        </a:lnTo>
                        <a:lnTo>
                          <a:pt x="432" y="442"/>
                        </a:lnTo>
                        <a:lnTo>
                          <a:pt x="441" y="442"/>
                        </a:lnTo>
                        <a:lnTo>
                          <a:pt x="448" y="442"/>
                        </a:lnTo>
                        <a:lnTo>
                          <a:pt x="455" y="442"/>
                        </a:lnTo>
                        <a:lnTo>
                          <a:pt x="462" y="441"/>
                        </a:lnTo>
                        <a:lnTo>
                          <a:pt x="468" y="441"/>
                        </a:lnTo>
                        <a:lnTo>
                          <a:pt x="475" y="440"/>
                        </a:lnTo>
                        <a:lnTo>
                          <a:pt x="482" y="440"/>
                        </a:lnTo>
                        <a:lnTo>
                          <a:pt x="488" y="439"/>
                        </a:lnTo>
                        <a:lnTo>
                          <a:pt x="494" y="439"/>
                        </a:lnTo>
                        <a:lnTo>
                          <a:pt x="500" y="439"/>
                        </a:lnTo>
                        <a:lnTo>
                          <a:pt x="506" y="439"/>
                        </a:lnTo>
                        <a:lnTo>
                          <a:pt x="512" y="438"/>
                        </a:lnTo>
                        <a:lnTo>
                          <a:pt x="517" y="438"/>
                        </a:lnTo>
                        <a:lnTo>
                          <a:pt x="521" y="436"/>
                        </a:lnTo>
                        <a:lnTo>
                          <a:pt x="526" y="436"/>
                        </a:lnTo>
                        <a:lnTo>
                          <a:pt x="532" y="436"/>
                        </a:lnTo>
                        <a:lnTo>
                          <a:pt x="537" y="436"/>
                        </a:lnTo>
                        <a:lnTo>
                          <a:pt x="540" y="435"/>
                        </a:lnTo>
                        <a:lnTo>
                          <a:pt x="545" y="435"/>
                        </a:lnTo>
                        <a:lnTo>
                          <a:pt x="549" y="435"/>
                        </a:lnTo>
                        <a:lnTo>
                          <a:pt x="552" y="434"/>
                        </a:lnTo>
                        <a:lnTo>
                          <a:pt x="556" y="434"/>
                        </a:lnTo>
                        <a:lnTo>
                          <a:pt x="559" y="434"/>
                        </a:lnTo>
                        <a:lnTo>
                          <a:pt x="562" y="434"/>
                        </a:lnTo>
                        <a:lnTo>
                          <a:pt x="564" y="433"/>
                        </a:lnTo>
                        <a:lnTo>
                          <a:pt x="566" y="433"/>
                        </a:lnTo>
                        <a:lnTo>
                          <a:pt x="570" y="433"/>
                        </a:lnTo>
                        <a:lnTo>
                          <a:pt x="572" y="433"/>
                        </a:lnTo>
                        <a:lnTo>
                          <a:pt x="576" y="433"/>
                        </a:lnTo>
                        <a:lnTo>
                          <a:pt x="577" y="433"/>
                        </a:lnTo>
                        <a:lnTo>
                          <a:pt x="578" y="433"/>
                        </a:lnTo>
                        <a:lnTo>
                          <a:pt x="578" y="432"/>
                        </a:lnTo>
                        <a:lnTo>
                          <a:pt x="578" y="428"/>
                        </a:lnTo>
                        <a:lnTo>
                          <a:pt x="578" y="425"/>
                        </a:lnTo>
                        <a:lnTo>
                          <a:pt x="578" y="422"/>
                        </a:lnTo>
                        <a:lnTo>
                          <a:pt x="578" y="419"/>
                        </a:lnTo>
                        <a:lnTo>
                          <a:pt x="578" y="415"/>
                        </a:lnTo>
                        <a:lnTo>
                          <a:pt x="578" y="410"/>
                        </a:lnTo>
                        <a:lnTo>
                          <a:pt x="578" y="406"/>
                        </a:lnTo>
                        <a:lnTo>
                          <a:pt x="578" y="402"/>
                        </a:lnTo>
                        <a:lnTo>
                          <a:pt x="578" y="400"/>
                        </a:lnTo>
                        <a:lnTo>
                          <a:pt x="578" y="397"/>
                        </a:lnTo>
                        <a:lnTo>
                          <a:pt x="578" y="395"/>
                        </a:lnTo>
                        <a:lnTo>
                          <a:pt x="578" y="391"/>
                        </a:lnTo>
                        <a:lnTo>
                          <a:pt x="578" y="389"/>
                        </a:lnTo>
                        <a:lnTo>
                          <a:pt x="578" y="385"/>
                        </a:lnTo>
                        <a:lnTo>
                          <a:pt x="578" y="383"/>
                        </a:lnTo>
                        <a:lnTo>
                          <a:pt x="578" y="378"/>
                        </a:lnTo>
                        <a:lnTo>
                          <a:pt x="578" y="376"/>
                        </a:lnTo>
                        <a:lnTo>
                          <a:pt x="578" y="372"/>
                        </a:lnTo>
                        <a:lnTo>
                          <a:pt x="579" y="369"/>
                        </a:lnTo>
                        <a:lnTo>
                          <a:pt x="578" y="364"/>
                        </a:lnTo>
                        <a:lnTo>
                          <a:pt x="578" y="360"/>
                        </a:lnTo>
                        <a:lnTo>
                          <a:pt x="578" y="357"/>
                        </a:lnTo>
                        <a:lnTo>
                          <a:pt x="578" y="353"/>
                        </a:lnTo>
                        <a:lnTo>
                          <a:pt x="578" y="349"/>
                        </a:lnTo>
                        <a:lnTo>
                          <a:pt x="578" y="344"/>
                        </a:lnTo>
                        <a:lnTo>
                          <a:pt x="578" y="340"/>
                        </a:lnTo>
                        <a:lnTo>
                          <a:pt x="578" y="336"/>
                        </a:lnTo>
                        <a:lnTo>
                          <a:pt x="578" y="331"/>
                        </a:lnTo>
                        <a:lnTo>
                          <a:pt x="578" y="327"/>
                        </a:lnTo>
                        <a:lnTo>
                          <a:pt x="578" y="322"/>
                        </a:lnTo>
                        <a:lnTo>
                          <a:pt x="578" y="318"/>
                        </a:lnTo>
                        <a:lnTo>
                          <a:pt x="578" y="313"/>
                        </a:lnTo>
                        <a:lnTo>
                          <a:pt x="578" y="308"/>
                        </a:lnTo>
                        <a:lnTo>
                          <a:pt x="578" y="303"/>
                        </a:lnTo>
                        <a:lnTo>
                          <a:pt x="578" y="300"/>
                        </a:lnTo>
                        <a:lnTo>
                          <a:pt x="578" y="294"/>
                        </a:lnTo>
                        <a:lnTo>
                          <a:pt x="578" y="290"/>
                        </a:lnTo>
                        <a:lnTo>
                          <a:pt x="578" y="284"/>
                        </a:lnTo>
                        <a:lnTo>
                          <a:pt x="578" y="280"/>
                        </a:lnTo>
                        <a:lnTo>
                          <a:pt x="578" y="275"/>
                        </a:lnTo>
                        <a:lnTo>
                          <a:pt x="578" y="269"/>
                        </a:lnTo>
                        <a:lnTo>
                          <a:pt x="578" y="264"/>
                        </a:lnTo>
                        <a:lnTo>
                          <a:pt x="578" y="260"/>
                        </a:lnTo>
                        <a:lnTo>
                          <a:pt x="578" y="254"/>
                        </a:lnTo>
                        <a:lnTo>
                          <a:pt x="578" y="249"/>
                        </a:lnTo>
                        <a:lnTo>
                          <a:pt x="578" y="243"/>
                        </a:lnTo>
                        <a:lnTo>
                          <a:pt x="578" y="237"/>
                        </a:lnTo>
                        <a:lnTo>
                          <a:pt x="578" y="232"/>
                        </a:lnTo>
                        <a:lnTo>
                          <a:pt x="578" y="226"/>
                        </a:lnTo>
                        <a:lnTo>
                          <a:pt x="578" y="222"/>
                        </a:lnTo>
                        <a:lnTo>
                          <a:pt x="578" y="217"/>
                        </a:lnTo>
                        <a:lnTo>
                          <a:pt x="578" y="211"/>
                        </a:lnTo>
                        <a:lnTo>
                          <a:pt x="578" y="205"/>
                        </a:lnTo>
                        <a:lnTo>
                          <a:pt x="577" y="200"/>
                        </a:lnTo>
                        <a:lnTo>
                          <a:pt x="577" y="195"/>
                        </a:lnTo>
                        <a:lnTo>
                          <a:pt x="577" y="190"/>
                        </a:lnTo>
                        <a:lnTo>
                          <a:pt x="577" y="185"/>
                        </a:lnTo>
                        <a:lnTo>
                          <a:pt x="577" y="180"/>
                        </a:lnTo>
                        <a:lnTo>
                          <a:pt x="577" y="176"/>
                        </a:lnTo>
                        <a:lnTo>
                          <a:pt x="576" y="171"/>
                        </a:lnTo>
                        <a:lnTo>
                          <a:pt x="576" y="166"/>
                        </a:lnTo>
                        <a:lnTo>
                          <a:pt x="575" y="162"/>
                        </a:lnTo>
                        <a:lnTo>
                          <a:pt x="575" y="159"/>
                        </a:lnTo>
                        <a:lnTo>
                          <a:pt x="575" y="154"/>
                        </a:lnTo>
                        <a:lnTo>
                          <a:pt x="575" y="150"/>
                        </a:lnTo>
                        <a:lnTo>
                          <a:pt x="575" y="146"/>
                        </a:lnTo>
                        <a:lnTo>
                          <a:pt x="575" y="143"/>
                        </a:lnTo>
                        <a:lnTo>
                          <a:pt x="573" y="138"/>
                        </a:lnTo>
                        <a:lnTo>
                          <a:pt x="573" y="135"/>
                        </a:lnTo>
                        <a:lnTo>
                          <a:pt x="572" y="131"/>
                        </a:lnTo>
                        <a:lnTo>
                          <a:pt x="572" y="128"/>
                        </a:lnTo>
                        <a:lnTo>
                          <a:pt x="571" y="125"/>
                        </a:lnTo>
                        <a:lnTo>
                          <a:pt x="571" y="122"/>
                        </a:lnTo>
                        <a:lnTo>
                          <a:pt x="570" y="118"/>
                        </a:lnTo>
                        <a:lnTo>
                          <a:pt x="570" y="116"/>
                        </a:lnTo>
                        <a:lnTo>
                          <a:pt x="570" y="112"/>
                        </a:lnTo>
                        <a:lnTo>
                          <a:pt x="570" y="110"/>
                        </a:lnTo>
                        <a:lnTo>
                          <a:pt x="569" y="108"/>
                        </a:lnTo>
                        <a:lnTo>
                          <a:pt x="569" y="105"/>
                        </a:lnTo>
                        <a:lnTo>
                          <a:pt x="568" y="100"/>
                        </a:lnTo>
                        <a:lnTo>
                          <a:pt x="566" y="95"/>
                        </a:lnTo>
                        <a:lnTo>
                          <a:pt x="565" y="90"/>
                        </a:lnTo>
                        <a:lnTo>
                          <a:pt x="565" y="87"/>
                        </a:lnTo>
                        <a:lnTo>
                          <a:pt x="564" y="83"/>
                        </a:lnTo>
                        <a:lnTo>
                          <a:pt x="563" y="79"/>
                        </a:lnTo>
                        <a:lnTo>
                          <a:pt x="562" y="77"/>
                        </a:lnTo>
                        <a:lnTo>
                          <a:pt x="562" y="74"/>
                        </a:lnTo>
                        <a:lnTo>
                          <a:pt x="560" y="71"/>
                        </a:lnTo>
                        <a:lnTo>
                          <a:pt x="560" y="70"/>
                        </a:lnTo>
                        <a:lnTo>
                          <a:pt x="559" y="66"/>
                        </a:lnTo>
                        <a:lnTo>
                          <a:pt x="558" y="64"/>
                        </a:lnTo>
                        <a:lnTo>
                          <a:pt x="557" y="62"/>
                        </a:lnTo>
                        <a:lnTo>
                          <a:pt x="626" y="0"/>
                        </a:lnTo>
                        <a:lnTo>
                          <a:pt x="628" y="3"/>
                        </a:lnTo>
                        <a:lnTo>
                          <a:pt x="633" y="8"/>
                        </a:lnTo>
                        <a:lnTo>
                          <a:pt x="634" y="10"/>
                        </a:lnTo>
                        <a:lnTo>
                          <a:pt x="635" y="13"/>
                        </a:lnTo>
                        <a:lnTo>
                          <a:pt x="638" y="16"/>
                        </a:lnTo>
                        <a:lnTo>
                          <a:pt x="640" y="19"/>
                        </a:lnTo>
                        <a:lnTo>
                          <a:pt x="640" y="21"/>
                        </a:lnTo>
                        <a:lnTo>
                          <a:pt x="642" y="24"/>
                        </a:lnTo>
                        <a:lnTo>
                          <a:pt x="643" y="28"/>
                        </a:lnTo>
                        <a:lnTo>
                          <a:pt x="646" y="32"/>
                        </a:lnTo>
                        <a:lnTo>
                          <a:pt x="646" y="34"/>
                        </a:lnTo>
                        <a:lnTo>
                          <a:pt x="648" y="39"/>
                        </a:lnTo>
                        <a:lnTo>
                          <a:pt x="648" y="41"/>
                        </a:lnTo>
                        <a:lnTo>
                          <a:pt x="651" y="46"/>
                        </a:lnTo>
                        <a:lnTo>
                          <a:pt x="651" y="49"/>
                        </a:lnTo>
                        <a:lnTo>
                          <a:pt x="652" y="53"/>
                        </a:lnTo>
                        <a:lnTo>
                          <a:pt x="653" y="58"/>
                        </a:lnTo>
                        <a:lnTo>
                          <a:pt x="653" y="62"/>
                        </a:lnTo>
                        <a:lnTo>
                          <a:pt x="654" y="66"/>
                        </a:lnTo>
                        <a:lnTo>
                          <a:pt x="655" y="71"/>
                        </a:lnTo>
                        <a:lnTo>
                          <a:pt x="655" y="74"/>
                        </a:lnTo>
                        <a:lnTo>
                          <a:pt x="657" y="79"/>
                        </a:lnTo>
                        <a:lnTo>
                          <a:pt x="658" y="83"/>
                        </a:lnTo>
                        <a:lnTo>
                          <a:pt x="658" y="87"/>
                        </a:lnTo>
                        <a:lnTo>
                          <a:pt x="658" y="92"/>
                        </a:lnTo>
                        <a:lnTo>
                          <a:pt x="659" y="97"/>
                        </a:lnTo>
                        <a:lnTo>
                          <a:pt x="660" y="100"/>
                        </a:lnTo>
                        <a:lnTo>
                          <a:pt x="660" y="105"/>
                        </a:lnTo>
                        <a:lnTo>
                          <a:pt x="660" y="110"/>
                        </a:lnTo>
                        <a:lnTo>
                          <a:pt x="661" y="115"/>
                        </a:lnTo>
                        <a:lnTo>
                          <a:pt x="661" y="121"/>
                        </a:lnTo>
                        <a:lnTo>
                          <a:pt x="662" y="124"/>
                        </a:lnTo>
                        <a:lnTo>
                          <a:pt x="662" y="129"/>
                        </a:lnTo>
                        <a:lnTo>
                          <a:pt x="662" y="134"/>
                        </a:lnTo>
                        <a:lnTo>
                          <a:pt x="662" y="138"/>
                        </a:lnTo>
                        <a:lnTo>
                          <a:pt x="664" y="142"/>
                        </a:lnTo>
                        <a:lnTo>
                          <a:pt x="664" y="147"/>
                        </a:lnTo>
                        <a:lnTo>
                          <a:pt x="664" y="152"/>
                        </a:lnTo>
                        <a:lnTo>
                          <a:pt x="664" y="156"/>
                        </a:lnTo>
                        <a:lnTo>
                          <a:pt x="664" y="161"/>
                        </a:lnTo>
                        <a:lnTo>
                          <a:pt x="664" y="165"/>
                        </a:lnTo>
                        <a:lnTo>
                          <a:pt x="664" y="169"/>
                        </a:lnTo>
                        <a:lnTo>
                          <a:pt x="664" y="173"/>
                        </a:lnTo>
                        <a:lnTo>
                          <a:pt x="664" y="178"/>
                        </a:lnTo>
                        <a:lnTo>
                          <a:pt x="664" y="182"/>
                        </a:lnTo>
                        <a:lnTo>
                          <a:pt x="665" y="186"/>
                        </a:lnTo>
                        <a:lnTo>
                          <a:pt x="665" y="191"/>
                        </a:lnTo>
                        <a:lnTo>
                          <a:pt x="665" y="193"/>
                        </a:lnTo>
                        <a:lnTo>
                          <a:pt x="665" y="198"/>
                        </a:lnTo>
                        <a:lnTo>
                          <a:pt x="665" y="201"/>
                        </a:lnTo>
                        <a:lnTo>
                          <a:pt x="665" y="205"/>
                        </a:lnTo>
                        <a:lnTo>
                          <a:pt x="665" y="208"/>
                        </a:lnTo>
                        <a:lnTo>
                          <a:pt x="665" y="212"/>
                        </a:lnTo>
                        <a:lnTo>
                          <a:pt x="665" y="217"/>
                        </a:lnTo>
                        <a:lnTo>
                          <a:pt x="665" y="219"/>
                        </a:lnTo>
                        <a:lnTo>
                          <a:pt x="665" y="222"/>
                        </a:lnTo>
                        <a:lnTo>
                          <a:pt x="665" y="224"/>
                        </a:lnTo>
                        <a:lnTo>
                          <a:pt x="666" y="229"/>
                        </a:lnTo>
                        <a:lnTo>
                          <a:pt x="666" y="231"/>
                        </a:lnTo>
                        <a:lnTo>
                          <a:pt x="666" y="233"/>
                        </a:lnTo>
                        <a:lnTo>
                          <a:pt x="666" y="236"/>
                        </a:lnTo>
                        <a:lnTo>
                          <a:pt x="666" y="239"/>
                        </a:lnTo>
                        <a:lnTo>
                          <a:pt x="666" y="241"/>
                        </a:lnTo>
                        <a:lnTo>
                          <a:pt x="666" y="243"/>
                        </a:lnTo>
                        <a:lnTo>
                          <a:pt x="666" y="246"/>
                        </a:lnTo>
                        <a:lnTo>
                          <a:pt x="666" y="249"/>
                        </a:lnTo>
                        <a:lnTo>
                          <a:pt x="666" y="252"/>
                        </a:lnTo>
                        <a:lnTo>
                          <a:pt x="666" y="256"/>
                        </a:lnTo>
                        <a:lnTo>
                          <a:pt x="666" y="260"/>
                        </a:lnTo>
                        <a:lnTo>
                          <a:pt x="666" y="264"/>
                        </a:lnTo>
                        <a:lnTo>
                          <a:pt x="666" y="267"/>
                        </a:lnTo>
                        <a:lnTo>
                          <a:pt x="666" y="273"/>
                        </a:lnTo>
                        <a:lnTo>
                          <a:pt x="666" y="276"/>
                        </a:lnTo>
                        <a:lnTo>
                          <a:pt x="666" y="281"/>
                        </a:lnTo>
                        <a:lnTo>
                          <a:pt x="666" y="284"/>
                        </a:lnTo>
                        <a:lnTo>
                          <a:pt x="666" y="290"/>
                        </a:lnTo>
                        <a:lnTo>
                          <a:pt x="666" y="295"/>
                        </a:lnTo>
                        <a:lnTo>
                          <a:pt x="667" y="301"/>
                        </a:lnTo>
                        <a:lnTo>
                          <a:pt x="666" y="306"/>
                        </a:lnTo>
                        <a:lnTo>
                          <a:pt x="666" y="311"/>
                        </a:lnTo>
                        <a:lnTo>
                          <a:pt x="666" y="317"/>
                        </a:lnTo>
                        <a:lnTo>
                          <a:pt x="666" y="322"/>
                        </a:lnTo>
                        <a:lnTo>
                          <a:pt x="666" y="328"/>
                        </a:lnTo>
                        <a:lnTo>
                          <a:pt x="666" y="334"/>
                        </a:lnTo>
                        <a:lnTo>
                          <a:pt x="666" y="340"/>
                        </a:lnTo>
                        <a:lnTo>
                          <a:pt x="666" y="345"/>
                        </a:lnTo>
                        <a:lnTo>
                          <a:pt x="666" y="351"/>
                        </a:lnTo>
                        <a:lnTo>
                          <a:pt x="666" y="357"/>
                        </a:lnTo>
                        <a:lnTo>
                          <a:pt x="666" y="363"/>
                        </a:lnTo>
                        <a:lnTo>
                          <a:pt x="666" y="370"/>
                        </a:lnTo>
                        <a:lnTo>
                          <a:pt x="666" y="376"/>
                        </a:lnTo>
                        <a:lnTo>
                          <a:pt x="666" y="381"/>
                        </a:lnTo>
                        <a:lnTo>
                          <a:pt x="666" y="387"/>
                        </a:lnTo>
                        <a:lnTo>
                          <a:pt x="666" y="394"/>
                        </a:lnTo>
                        <a:lnTo>
                          <a:pt x="665" y="398"/>
                        </a:lnTo>
                        <a:lnTo>
                          <a:pt x="665" y="404"/>
                        </a:lnTo>
                        <a:lnTo>
                          <a:pt x="665" y="411"/>
                        </a:lnTo>
                        <a:lnTo>
                          <a:pt x="665" y="416"/>
                        </a:lnTo>
                        <a:lnTo>
                          <a:pt x="665" y="421"/>
                        </a:lnTo>
                        <a:lnTo>
                          <a:pt x="665" y="427"/>
                        </a:lnTo>
                        <a:lnTo>
                          <a:pt x="665" y="433"/>
                        </a:lnTo>
                        <a:lnTo>
                          <a:pt x="665" y="439"/>
                        </a:lnTo>
                        <a:lnTo>
                          <a:pt x="664" y="444"/>
                        </a:lnTo>
                        <a:lnTo>
                          <a:pt x="664" y="448"/>
                        </a:lnTo>
                        <a:lnTo>
                          <a:pt x="664" y="453"/>
                        </a:lnTo>
                        <a:lnTo>
                          <a:pt x="664" y="459"/>
                        </a:lnTo>
                        <a:lnTo>
                          <a:pt x="664" y="464"/>
                        </a:lnTo>
                        <a:lnTo>
                          <a:pt x="664" y="468"/>
                        </a:lnTo>
                        <a:lnTo>
                          <a:pt x="664" y="472"/>
                        </a:lnTo>
                        <a:lnTo>
                          <a:pt x="664" y="477"/>
                        </a:lnTo>
                        <a:lnTo>
                          <a:pt x="664" y="482"/>
                        </a:lnTo>
                        <a:lnTo>
                          <a:pt x="664" y="485"/>
                        </a:lnTo>
                        <a:lnTo>
                          <a:pt x="664" y="489"/>
                        </a:lnTo>
                        <a:lnTo>
                          <a:pt x="664" y="492"/>
                        </a:lnTo>
                        <a:lnTo>
                          <a:pt x="664" y="495"/>
                        </a:lnTo>
                        <a:lnTo>
                          <a:pt x="664" y="498"/>
                        </a:lnTo>
                        <a:lnTo>
                          <a:pt x="664" y="501"/>
                        </a:lnTo>
                        <a:lnTo>
                          <a:pt x="664" y="504"/>
                        </a:lnTo>
                        <a:lnTo>
                          <a:pt x="664" y="508"/>
                        </a:lnTo>
                        <a:lnTo>
                          <a:pt x="664" y="510"/>
                        </a:lnTo>
                        <a:lnTo>
                          <a:pt x="664" y="512"/>
                        </a:lnTo>
                        <a:lnTo>
                          <a:pt x="664" y="514"/>
                        </a:lnTo>
                        <a:lnTo>
                          <a:pt x="659" y="515"/>
                        </a:lnTo>
                        <a:lnTo>
                          <a:pt x="655" y="515"/>
                        </a:lnTo>
                        <a:lnTo>
                          <a:pt x="652" y="515"/>
                        </a:lnTo>
                        <a:lnTo>
                          <a:pt x="649" y="516"/>
                        </a:lnTo>
                        <a:lnTo>
                          <a:pt x="647" y="517"/>
                        </a:lnTo>
                        <a:lnTo>
                          <a:pt x="645" y="518"/>
                        </a:lnTo>
                        <a:lnTo>
                          <a:pt x="641" y="518"/>
                        </a:lnTo>
                        <a:lnTo>
                          <a:pt x="638" y="518"/>
                        </a:lnTo>
                        <a:lnTo>
                          <a:pt x="635" y="518"/>
                        </a:lnTo>
                        <a:lnTo>
                          <a:pt x="632" y="520"/>
                        </a:lnTo>
                        <a:lnTo>
                          <a:pt x="628" y="520"/>
                        </a:lnTo>
                        <a:lnTo>
                          <a:pt x="624" y="521"/>
                        </a:lnTo>
                        <a:lnTo>
                          <a:pt x="620" y="521"/>
                        </a:lnTo>
                        <a:lnTo>
                          <a:pt x="617" y="521"/>
                        </a:lnTo>
                        <a:lnTo>
                          <a:pt x="613" y="521"/>
                        </a:lnTo>
                        <a:lnTo>
                          <a:pt x="608" y="522"/>
                        </a:lnTo>
                        <a:lnTo>
                          <a:pt x="604" y="522"/>
                        </a:lnTo>
                        <a:lnTo>
                          <a:pt x="600" y="523"/>
                        </a:lnTo>
                        <a:lnTo>
                          <a:pt x="596" y="523"/>
                        </a:lnTo>
                        <a:lnTo>
                          <a:pt x="591" y="523"/>
                        </a:lnTo>
                        <a:lnTo>
                          <a:pt x="588" y="523"/>
                        </a:lnTo>
                        <a:lnTo>
                          <a:pt x="583" y="524"/>
                        </a:lnTo>
                        <a:lnTo>
                          <a:pt x="578" y="524"/>
                        </a:lnTo>
                        <a:lnTo>
                          <a:pt x="575" y="524"/>
                        </a:lnTo>
                        <a:lnTo>
                          <a:pt x="570" y="524"/>
                        </a:lnTo>
                        <a:lnTo>
                          <a:pt x="565" y="525"/>
                        </a:lnTo>
                        <a:lnTo>
                          <a:pt x="560" y="525"/>
                        </a:lnTo>
                        <a:lnTo>
                          <a:pt x="556" y="525"/>
                        </a:lnTo>
                        <a:lnTo>
                          <a:pt x="552" y="525"/>
                        </a:lnTo>
                        <a:lnTo>
                          <a:pt x="547" y="525"/>
                        </a:lnTo>
                        <a:lnTo>
                          <a:pt x="543" y="525"/>
                        </a:lnTo>
                        <a:lnTo>
                          <a:pt x="538" y="525"/>
                        </a:lnTo>
                        <a:lnTo>
                          <a:pt x="534" y="525"/>
                        </a:lnTo>
                        <a:lnTo>
                          <a:pt x="528" y="527"/>
                        </a:lnTo>
                        <a:lnTo>
                          <a:pt x="525" y="527"/>
                        </a:lnTo>
                        <a:lnTo>
                          <a:pt x="521" y="527"/>
                        </a:lnTo>
                        <a:lnTo>
                          <a:pt x="517" y="527"/>
                        </a:lnTo>
                        <a:lnTo>
                          <a:pt x="513" y="528"/>
                        </a:lnTo>
                        <a:lnTo>
                          <a:pt x="508" y="528"/>
                        </a:lnTo>
                        <a:lnTo>
                          <a:pt x="503" y="528"/>
                        </a:lnTo>
                        <a:lnTo>
                          <a:pt x="501" y="528"/>
                        </a:lnTo>
                        <a:lnTo>
                          <a:pt x="498" y="528"/>
                        </a:lnTo>
                        <a:lnTo>
                          <a:pt x="494" y="528"/>
                        </a:lnTo>
                        <a:lnTo>
                          <a:pt x="490" y="528"/>
                        </a:lnTo>
                        <a:lnTo>
                          <a:pt x="486" y="528"/>
                        </a:lnTo>
                        <a:lnTo>
                          <a:pt x="483" y="528"/>
                        </a:lnTo>
                        <a:lnTo>
                          <a:pt x="481" y="528"/>
                        </a:lnTo>
                        <a:lnTo>
                          <a:pt x="477" y="528"/>
                        </a:lnTo>
                        <a:lnTo>
                          <a:pt x="475" y="528"/>
                        </a:lnTo>
                        <a:lnTo>
                          <a:pt x="473" y="529"/>
                        </a:lnTo>
                        <a:lnTo>
                          <a:pt x="468" y="529"/>
                        </a:lnTo>
                        <a:lnTo>
                          <a:pt x="463" y="530"/>
                        </a:lnTo>
                        <a:lnTo>
                          <a:pt x="461" y="530"/>
                        </a:lnTo>
                        <a:lnTo>
                          <a:pt x="458" y="530"/>
                        </a:lnTo>
                        <a:lnTo>
                          <a:pt x="456" y="530"/>
                        </a:lnTo>
                        <a:lnTo>
                          <a:pt x="445" y="530"/>
                        </a:lnTo>
                        <a:lnTo>
                          <a:pt x="436" y="530"/>
                        </a:lnTo>
                        <a:lnTo>
                          <a:pt x="425" y="530"/>
                        </a:lnTo>
                        <a:lnTo>
                          <a:pt x="414" y="530"/>
                        </a:lnTo>
                        <a:lnTo>
                          <a:pt x="405" y="530"/>
                        </a:lnTo>
                        <a:lnTo>
                          <a:pt x="394" y="530"/>
                        </a:lnTo>
                        <a:lnTo>
                          <a:pt x="385" y="530"/>
                        </a:lnTo>
                        <a:lnTo>
                          <a:pt x="374" y="531"/>
                        </a:lnTo>
                        <a:lnTo>
                          <a:pt x="365" y="530"/>
                        </a:lnTo>
                        <a:lnTo>
                          <a:pt x="354" y="530"/>
                        </a:lnTo>
                        <a:lnTo>
                          <a:pt x="344" y="530"/>
                        </a:lnTo>
                        <a:lnTo>
                          <a:pt x="336" y="530"/>
                        </a:lnTo>
                        <a:lnTo>
                          <a:pt x="327" y="530"/>
                        </a:lnTo>
                        <a:lnTo>
                          <a:pt x="317" y="530"/>
                        </a:lnTo>
                        <a:lnTo>
                          <a:pt x="309" y="530"/>
                        </a:lnTo>
                        <a:lnTo>
                          <a:pt x="299" y="530"/>
                        </a:lnTo>
                        <a:lnTo>
                          <a:pt x="291" y="530"/>
                        </a:lnTo>
                        <a:lnTo>
                          <a:pt x="280" y="530"/>
                        </a:lnTo>
                        <a:lnTo>
                          <a:pt x="273" y="529"/>
                        </a:lnTo>
                        <a:lnTo>
                          <a:pt x="264" y="529"/>
                        </a:lnTo>
                        <a:lnTo>
                          <a:pt x="255" y="528"/>
                        </a:lnTo>
                        <a:lnTo>
                          <a:pt x="247" y="528"/>
                        </a:lnTo>
                        <a:lnTo>
                          <a:pt x="239" y="528"/>
                        </a:lnTo>
                        <a:lnTo>
                          <a:pt x="232" y="528"/>
                        </a:lnTo>
                        <a:lnTo>
                          <a:pt x="223" y="527"/>
                        </a:lnTo>
                        <a:lnTo>
                          <a:pt x="215" y="527"/>
                        </a:lnTo>
                        <a:lnTo>
                          <a:pt x="208" y="525"/>
                        </a:lnTo>
                        <a:lnTo>
                          <a:pt x="201" y="525"/>
                        </a:lnTo>
                        <a:lnTo>
                          <a:pt x="194" y="525"/>
                        </a:lnTo>
                        <a:lnTo>
                          <a:pt x="187" y="525"/>
                        </a:lnTo>
                        <a:lnTo>
                          <a:pt x="180" y="524"/>
                        </a:lnTo>
                        <a:lnTo>
                          <a:pt x="174" y="524"/>
                        </a:lnTo>
                        <a:lnTo>
                          <a:pt x="167" y="523"/>
                        </a:lnTo>
                        <a:lnTo>
                          <a:pt x="161" y="523"/>
                        </a:lnTo>
                        <a:lnTo>
                          <a:pt x="155" y="522"/>
                        </a:lnTo>
                        <a:lnTo>
                          <a:pt x="149" y="522"/>
                        </a:lnTo>
                        <a:lnTo>
                          <a:pt x="142" y="521"/>
                        </a:lnTo>
                        <a:lnTo>
                          <a:pt x="137" y="521"/>
                        </a:lnTo>
                        <a:lnTo>
                          <a:pt x="131" y="520"/>
                        </a:lnTo>
                        <a:lnTo>
                          <a:pt x="126" y="520"/>
                        </a:lnTo>
                        <a:lnTo>
                          <a:pt x="120" y="518"/>
                        </a:lnTo>
                        <a:lnTo>
                          <a:pt x="115" y="518"/>
                        </a:lnTo>
                        <a:lnTo>
                          <a:pt x="110" y="518"/>
                        </a:lnTo>
                        <a:lnTo>
                          <a:pt x="106" y="518"/>
                        </a:lnTo>
                        <a:lnTo>
                          <a:pt x="101" y="517"/>
                        </a:lnTo>
                        <a:lnTo>
                          <a:pt x="97" y="517"/>
                        </a:lnTo>
                        <a:lnTo>
                          <a:pt x="94" y="516"/>
                        </a:lnTo>
                        <a:lnTo>
                          <a:pt x="89" y="516"/>
                        </a:lnTo>
                        <a:lnTo>
                          <a:pt x="86" y="515"/>
                        </a:lnTo>
                        <a:lnTo>
                          <a:pt x="82" y="515"/>
                        </a:lnTo>
                        <a:lnTo>
                          <a:pt x="80" y="515"/>
                        </a:lnTo>
                        <a:lnTo>
                          <a:pt x="76" y="515"/>
                        </a:lnTo>
                        <a:lnTo>
                          <a:pt x="73" y="514"/>
                        </a:lnTo>
                        <a:lnTo>
                          <a:pt x="70" y="512"/>
                        </a:lnTo>
                        <a:lnTo>
                          <a:pt x="68" y="512"/>
                        </a:lnTo>
                        <a:lnTo>
                          <a:pt x="63" y="512"/>
                        </a:lnTo>
                        <a:lnTo>
                          <a:pt x="61" y="512"/>
                        </a:lnTo>
                        <a:lnTo>
                          <a:pt x="60" y="512"/>
                        </a:lnTo>
                        <a:lnTo>
                          <a:pt x="56" y="509"/>
                        </a:lnTo>
                        <a:lnTo>
                          <a:pt x="51" y="506"/>
                        </a:lnTo>
                        <a:lnTo>
                          <a:pt x="48" y="503"/>
                        </a:lnTo>
                        <a:lnTo>
                          <a:pt x="44" y="499"/>
                        </a:lnTo>
                        <a:lnTo>
                          <a:pt x="41" y="495"/>
                        </a:lnTo>
                        <a:lnTo>
                          <a:pt x="37" y="490"/>
                        </a:lnTo>
                        <a:lnTo>
                          <a:pt x="34" y="485"/>
                        </a:lnTo>
                        <a:lnTo>
                          <a:pt x="31" y="480"/>
                        </a:lnTo>
                        <a:lnTo>
                          <a:pt x="30" y="477"/>
                        </a:lnTo>
                        <a:lnTo>
                          <a:pt x="28" y="473"/>
                        </a:lnTo>
                        <a:lnTo>
                          <a:pt x="26" y="470"/>
                        </a:lnTo>
                        <a:lnTo>
                          <a:pt x="25" y="467"/>
                        </a:lnTo>
                        <a:lnTo>
                          <a:pt x="24" y="464"/>
                        </a:lnTo>
                        <a:lnTo>
                          <a:pt x="23" y="460"/>
                        </a:lnTo>
                        <a:lnTo>
                          <a:pt x="22" y="457"/>
                        </a:lnTo>
                        <a:lnTo>
                          <a:pt x="21" y="454"/>
                        </a:lnTo>
                        <a:lnTo>
                          <a:pt x="19" y="451"/>
                        </a:lnTo>
                        <a:lnTo>
                          <a:pt x="18" y="447"/>
                        </a:lnTo>
                        <a:lnTo>
                          <a:pt x="17" y="444"/>
                        </a:lnTo>
                        <a:lnTo>
                          <a:pt x="16" y="440"/>
                        </a:lnTo>
                        <a:lnTo>
                          <a:pt x="15" y="436"/>
                        </a:lnTo>
                        <a:lnTo>
                          <a:pt x="15" y="433"/>
                        </a:lnTo>
                        <a:lnTo>
                          <a:pt x="13" y="429"/>
                        </a:lnTo>
                        <a:lnTo>
                          <a:pt x="12" y="426"/>
                        </a:lnTo>
                        <a:lnTo>
                          <a:pt x="11" y="421"/>
                        </a:lnTo>
                        <a:lnTo>
                          <a:pt x="11" y="417"/>
                        </a:lnTo>
                        <a:lnTo>
                          <a:pt x="10" y="414"/>
                        </a:lnTo>
                        <a:lnTo>
                          <a:pt x="9" y="409"/>
                        </a:lnTo>
                        <a:lnTo>
                          <a:pt x="8" y="404"/>
                        </a:lnTo>
                        <a:lnTo>
                          <a:pt x="8" y="401"/>
                        </a:lnTo>
                        <a:lnTo>
                          <a:pt x="6" y="397"/>
                        </a:lnTo>
                        <a:lnTo>
                          <a:pt x="6" y="394"/>
                        </a:lnTo>
                        <a:lnTo>
                          <a:pt x="5" y="389"/>
                        </a:lnTo>
                        <a:lnTo>
                          <a:pt x="5" y="384"/>
                        </a:lnTo>
                        <a:lnTo>
                          <a:pt x="5" y="381"/>
                        </a:lnTo>
                        <a:lnTo>
                          <a:pt x="5" y="376"/>
                        </a:lnTo>
                        <a:lnTo>
                          <a:pt x="4" y="372"/>
                        </a:lnTo>
                        <a:lnTo>
                          <a:pt x="3" y="369"/>
                        </a:lnTo>
                        <a:lnTo>
                          <a:pt x="3" y="363"/>
                        </a:lnTo>
                        <a:lnTo>
                          <a:pt x="3" y="360"/>
                        </a:lnTo>
                        <a:lnTo>
                          <a:pt x="3" y="356"/>
                        </a:lnTo>
                        <a:lnTo>
                          <a:pt x="2" y="351"/>
                        </a:lnTo>
                        <a:lnTo>
                          <a:pt x="0" y="347"/>
                        </a:lnTo>
                        <a:lnTo>
                          <a:pt x="0" y="343"/>
                        </a:lnTo>
                        <a:lnTo>
                          <a:pt x="0" y="338"/>
                        </a:lnTo>
                        <a:lnTo>
                          <a:pt x="0" y="334"/>
                        </a:lnTo>
                        <a:lnTo>
                          <a:pt x="0" y="330"/>
                        </a:lnTo>
                        <a:lnTo>
                          <a:pt x="0" y="325"/>
                        </a:lnTo>
                        <a:lnTo>
                          <a:pt x="0" y="321"/>
                        </a:lnTo>
                        <a:lnTo>
                          <a:pt x="0" y="317"/>
                        </a:lnTo>
                        <a:lnTo>
                          <a:pt x="0" y="313"/>
                        </a:lnTo>
                        <a:lnTo>
                          <a:pt x="0" y="308"/>
                        </a:lnTo>
                        <a:lnTo>
                          <a:pt x="0" y="303"/>
                        </a:lnTo>
                        <a:lnTo>
                          <a:pt x="0" y="300"/>
                        </a:lnTo>
                        <a:lnTo>
                          <a:pt x="0" y="295"/>
                        </a:lnTo>
                        <a:lnTo>
                          <a:pt x="0" y="292"/>
                        </a:lnTo>
                        <a:lnTo>
                          <a:pt x="0" y="287"/>
                        </a:lnTo>
                        <a:lnTo>
                          <a:pt x="0" y="282"/>
                        </a:lnTo>
                        <a:lnTo>
                          <a:pt x="3" y="281"/>
                        </a:lnTo>
                        <a:lnTo>
                          <a:pt x="6" y="280"/>
                        </a:lnTo>
                        <a:lnTo>
                          <a:pt x="10" y="277"/>
                        </a:lnTo>
                        <a:lnTo>
                          <a:pt x="15" y="275"/>
                        </a:lnTo>
                        <a:lnTo>
                          <a:pt x="18" y="271"/>
                        </a:lnTo>
                        <a:lnTo>
                          <a:pt x="22" y="268"/>
                        </a:lnTo>
                        <a:lnTo>
                          <a:pt x="24" y="264"/>
                        </a:lnTo>
                        <a:lnTo>
                          <a:pt x="28" y="260"/>
                        </a:lnTo>
                        <a:lnTo>
                          <a:pt x="30" y="255"/>
                        </a:lnTo>
                        <a:lnTo>
                          <a:pt x="31" y="250"/>
                        </a:lnTo>
                        <a:lnTo>
                          <a:pt x="32" y="246"/>
                        </a:lnTo>
                        <a:lnTo>
                          <a:pt x="32" y="242"/>
                        </a:lnTo>
                        <a:lnTo>
                          <a:pt x="31" y="238"/>
                        </a:lnTo>
                        <a:lnTo>
                          <a:pt x="29" y="235"/>
                        </a:lnTo>
                        <a:lnTo>
                          <a:pt x="26" y="233"/>
                        </a:lnTo>
                        <a:lnTo>
                          <a:pt x="25" y="231"/>
                        </a:lnTo>
                        <a:lnTo>
                          <a:pt x="23" y="231"/>
                        </a:lnTo>
                        <a:lnTo>
                          <a:pt x="21" y="230"/>
                        </a:lnTo>
                        <a:lnTo>
                          <a:pt x="16" y="235"/>
                        </a:lnTo>
                        <a:lnTo>
                          <a:pt x="11" y="239"/>
                        </a:lnTo>
                        <a:lnTo>
                          <a:pt x="8" y="242"/>
                        </a:lnTo>
                        <a:lnTo>
                          <a:pt x="5" y="244"/>
                        </a:lnTo>
                        <a:lnTo>
                          <a:pt x="3" y="246"/>
                        </a:lnTo>
                        <a:lnTo>
                          <a:pt x="0" y="249"/>
                        </a:lnTo>
                        <a:lnTo>
                          <a:pt x="0" y="246"/>
                        </a:lnTo>
                        <a:lnTo>
                          <a:pt x="0" y="244"/>
                        </a:lnTo>
                        <a:lnTo>
                          <a:pt x="0" y="242"/>
                        </a:lnTo>
                        <a:lnTo>
                          <a:pt x="0" y="239"/>
                        </a:lnTo>
                        <a:lnTo>
                          <a:pt x="0" y="236"/>
                        </a:lnTo>
                        <a:lnTo>
                          <a:pt x="0" y="233"/>
                        </a:lnTo>
                        <a:lnTo>
                          <a:pt x="0" y="231"/>
                        </a:lnTo>
                        <a:lnTo>
                          <a:pt x="2" y="229"/>
                        </a:lnTo>
                        <a:lnTo>
                          <a:pt x="2" y="225"/>
                        </a:lnTo>
                        <a:lnTo>
                          <a:pt x="2" y="223"/>
                        </a:lnTo>
                        <a:lnTo>
                          <a:pt x="2" y="219"/>
                        </a:lnTo>
                        <a:lnTo>
                          <a:pt x="3" y="217"/>
                        </a:lnTo>
                        <a:lnTo>
                          <a:pt x="3" y="214"/>
                        </a:lnTo>
                        <a:lnTo>
                          <a:pt x="3" y="211"/>
                        </a:lnTo>
                        <a:lnTo>
                          <a:pt x="3" y="208"/>
                        </a:lnTo>
                        <a:lnTo>
                          <a:pt x="3" y="206"/>
                        </a:lnTo>
                        <a:lnTo>
                          <a:pt x="3" y="204"/>
                        </a:lnTo>
                        <a:lnTo>
                          <a:pt x="3" y="201"/>
                        </a:lnTo>
                        <a:lnTo>
                          <a:pt x="3" y="198"/>
                        </a:lnTo>
                        <a:lnTo>
                          <a:pt x="3" y="195"/>
                        </a:lnTo>
                        <a:lnTo>
                          <a:pt x="3" y="192"/>
                        </a:lnTo>
                        <a:lnTo>
                          <a:pt x="4" y="190"/>
                        </a:lnTo>
                        <a:lnTo>
                          <a:pt x="5" y="186"/>
                        </a:lnTo>
                        <a:lnTo>
                          <a:pt x="5" y="184"/>
                        </a:lnTo>
                        <a:lnTo>
                          <a:pt x="5" y="181"/>
                        </a:lnTo>
                        <a:lnTo>
                          <a:pt x="5" y="178"/>
                        </a:lnTo>
                        <a:lnTo>
                          <a:pt x="5" y="175"/>
                        </a:lnTo>
                        <a:lnTo>
                          <a:pt x="5" y="172"/>
                        </a:lnTo>
                        <a:lnTo>
                          <a:pt x="5" y="169"/>
                        </a:lnTo>
                        <a:lnTo>
                          <a:pt x="5" y="166"/>
                        </a:lnTo>
                        <a:lnTo>
                          <a:pt x="6" y="163"/>
                        </a:lnTo>
                        <a:lnTo>
                          <a:pt x="6" y="161"/>
                        </a:lnTo>
                        <a:lnTo>
                          <a:pt x="8" y="165"/>
                        </a:lnTo>
                        <a:lnTo>
                          <a:pt x="11" y="167"/>
                        </a:lnTo>
                        <a:lnTo>
                          <a:pt x="13" y="167"/>
                        </a:lnTo>
                        <a:lnTo>
                          <a:pt x="16" y="168"/>
                        </a:lnTo>
                        <a:lnTo>
                          <a:pt x="19" y="168"/>
                        </a:lnTo>
                        <a:lnTo>
                          <a:pt x="23" y="168"/>
                        </a:lnTo>
                        <a:lnTo>
                          <a:pt x="25" y="166"/>
                        </a:lnTo>
                        <a:lnTo>
                          <a:pt x="29" y="166"/>
                        </a:lnTo>
                        <a:lnTo>
                          <a:pt x="32" y="163"/>
                        </a:lnTo>
                        <a:lnTo>
                          <a:pt x="36" y="162"/>
                        </a:lnTo>
                        <a:lnTo>
                          <a:pt x="40" y="160"/>
                        </a:lnTo>
                        <a:lnTo>
                          <a:pt x="43" y="159"/>
                        </a:lnTo>
                        <a:lnTo>
                          <a:pt x="47" y="155"/>
                        </a:lnTo>
                        <a:lnTo>
                          <a:pt x="50" y="153"/>
                        </a:lnTo>
                        <a:lnTo>
                          <a:pt x="53" y="150"/>
                        </a:lnTo>
                        <a:lnTo>
                          <a:pt x="56" y="147"/>
                        </a:lnTo>
                        <a:lnTo>
                          <a:pt x="59" y="143"/>
                        </a:lnTo>
                        <a:lnTo>
                          <a:pt x="61" y="141"/>
                        </a:lnTo>
                        <a:lnTo>
                          <a:pt x="62" y="136"/>
                        </a:lnTo>
                        <a:lnTo>
                          <a:pt x="64" y="133"/>
                        </a:lnTo>
                        <a:lnTo>
                          <a:pt x="66" y="129"/>
                        </a:lnTo>
                        <a:lnTo>
                          <a:pt x="66" y="125"/>
                        </a:lnTo>
                        <a:lnTo>
                          <a:pt x="66" y="122"/>
                        </a:lnTo>
                        <a:lnTo>
                          <a:pt x="66" y="117"/>
                        </a:lnTo>
                        <a:lnTo>
                          <a:pt x="63" y="114"/>
                        </a:lnTo>
                        <a:lnTo>
                          <a:pt x="62" y="110"/>
                        </a:lnTo>
                        <a:lnTo>
                          <a:pt x="59" y="105"/>
                        </a:lnTo>
                        <a:lnTo>
                          <a:pt x="56" y="102"/>
                        </a:lnTo>
                        <a:lnTo>
                          <a:pt x="51" y="97"/>
                        </a:lnTo>
                        <a:lnTo>
                          <a:pt x="47" y="95"/>
                        </a:lnTo>
                        <a:lnTo>
                          <a:pt x="44" y="97"/>
                        </a:lnTo>
                        <a:lnTo>
                          <a:pt x="42" y="99"/>
                        </a:lnTo>
                        <a:lnTo>
                          <a:pt x="40" y="103"/>
                        </a:lnTo>
                        <a:lnTo>
                          <a:pt x="38" y="105"/>
                        </a:lnTo>
                        <a:lnTo>
                          <a:pt x="35" y="110"/>
                        </a:lnTo>
                        <a:lnTo>
                          <a:pt x="32" y="112"/>
                        </a:lnTo>
                        <a:lnTo>
                          <a:pt x="30" y="115"/>
                        </a:lnTo>
                        <a:lnTo>
                          <a:pt x="29" y="117"/>
                        </a:lnTo>
                        <a:lnTo>
                          <a:pt x="25" y="121"/>
                        </a:lnTo>
                        <a:lnTo>
                          <a:pt x="24" y="123"/>
                        </a:lnTo>
                        <a:lnTo>
                          <a:pt x="22" y="125"/>
                        </a:lnTo>
                        <a:lnTo>
                          <a:pt x="19" y="129"/>
                        </a:lnTo>
                        <a:lnTo>
                          <a:pt x="16" y="134"/>
                        </a:lnTo>
                        <a:lnTo>
                          <a:pt x="13" y="138"/>
                        </a:lnTo>
                        <a:lnTo>
                          <a:pt x="10" y="142"/>
                        </a:lnTo>
                        <a:lnTo>
                          <a:pt x="9" y="147"/>
                        </a:lnTo>
                        <a:lnTo>
                          <a:pt x="8" y="150"/>
                        </a:lnTo>
                        <a:lnTo>
                          <a:pt x="8" y="154"/>
                        </a:lnTo>
                        <a:lnTo>
                          <a:pt x="8" y="150"/>
                        </a:lnTo>
                        <a:lnTo>
                          <a:pt x="8" y="147"/>
                        </a:lnTo>
                        <a:lnTo>
                          <a:pt x="8" y="143"/>
                        </a:lnTo>
                        <a:lnTo>
                          <a:pt x="8" y="140"/>
                        </a:lnTo>
                        <a:lnTo>
                          <a:pt x="8" y="135"/>
                        </a:lnTo>
                        <a:lnTo>
                          <a:pt x="9" y="133"/>
                        </a:lnTo>
                        <a:lnTo>
                          <a:pt x="9" y="128"/>
                        </a:lnTo>
                        <a:lnTo>
                          <a:pt x="10" y="125"/>
                        </a:lnTo>
                        <a:lnTo>
                          <a:pt x="10" y="121"/>
                        </a:lnTo>
                        <a:lnTo>
                          <a:pt x="10" y="117"/>
                        </a:lnTo>
                        <a:lnTo>
                          <a:pt x="10" y="115"/>
                        </a:lnTo>
                        <a:lnTo>
                          <a:pt x="10" y="110"/>
                        </a:lnTo>
                        <a:lnTo>
                          <a:pt x="10" y="108"/>
                        </a:lnTo>
                        <a:lnTo>
                          <a:pt x="11" y="104"/>
                        </a:lnTo>
                        <a:lnTo>
                          <a:pt x="11" y="100"/>
                        </a:lnTo>
                        <a:lnTo>
                          <a:pt x="12" y="97"/>
                        </a:lnTo>
                        <a:lnTo>
                          <a:pt x="12" y="95"/>
                        </a:lnTo>
                        <a:lnTo>
                          <a:pt x="12" y="91"/>
                        </a:lnTo>
                        <a:lnTo>
                          <a:pt x="12" y="87"/>
                        </a:lnTo>
                        <a:lnTo>
                          <a:pt x="12" y="85"/>
                        </a:lnTo>
                        <a:lnTo>
                          <a:pt x="12" y="81"/>
                        </a:lnTo>
                        <a:lnTo>
                          <a:pt x="13" y="78"/>
                        </a:lnTo>
                        <a:lnTo>
                          <a:pt x="13" y="74"/>
                        </a:lnTo>
                        <a:lnTo>
                          <a:pt x="15" y="72"/>
                        </a:lnTo>
                        <a:lnTo>
                          <a:pt x="15" y="70"/>
                        </a:lnTo>
                        <a:lnTo>
                          <a:pt x="15" y="67"/>
                        </a:lnTo>
                        <a:lnTo>
                          <a:pt x="15" y="64"/>
                        </a:lnTo>
                        <a:lnTo>
                          <a:pt x="15" y="61"/>
                        </a:lnTo>
                        <a:lnTo>
                          <a:pt x="15" y="58"/>
                        </a:lnTo>
                        <a:lnTo>
                          <a:pt x="16" y="55"/>
                        </a:lnTo>
                        <a:lnTo>
                          <a:pt x="16" y="53"/>
                        </a:lnTo>
                        <a:lnTo>
                          <a:pt x="17" y="51"/>
                        </a:lnTo>
                        <a:lnTo>
                          <a:pt x="17" y="47"/>
                        </a:lnTo>
                        <a:lnTo>
                          <a:pt x="17" y="45"/>
                        </a:lnTo>
                        <a:lnTo>
                          <a:pt x="17" y="41"/>
                        </a:lnTo>
                        <a:lnTo>
                          <a:pt x="17" y="40"/>
                        </a:lnTo>
                        <a:lnTo>
                          <a:pt x="18" y="35"/>
                        </a:lnTo>
                        <a:lnTo>
                          <a:pt x="18" y="32"/>
                        </a:lnTo>
                        <a:lnTo>
                          <a:pt x="18" y="27"/>
                        </a:lnTo>
                        <a:lnTo>
                          <a:pt x="19" y="23"/>
                        </a:lnTo>
                        <a:lnTo>
                          <a:pt x="19" y="20"/>
                        </a:lnTo>
                        <a:lnTo>
                          <a:pt x="21" y="16"/>
                        </a:lnTo>
                        <a:lnTo>
                          <a:pt x="21" y="14"/>
                        </a:lnTo>
                        <a:lnTo>
                          <a:pt x="21" y="11"/>
                        </a:lnTo>
                        <a:lnTo>
                          <a:pt x="21" y="9"/>
                        </a:lnTo>
                        <a:lnTo>
                          <a:pt x="21" y="8"/>
                        </a:lnTo>
                        <a:lnTo>
                          <a:pt x="21" y="5"/>
                        </a:lnTo>
                        <a:lnTo>
                          <a:pt x="22" y="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45" name="Freeform 216"/>
                  <p:cNvSpPr/>
                  <p:nvPr/>
                </p:nvSpPr>
                <p:spPr bwMode="auto">
                  <a:xfrm>
                    <a:off x="5458" y="1947"/>
                    <a:ext cx="14" cy="10"/>
                  </a:xfrm>
                  <a:custGeom>
                    <a:avLst/>
                    <a:gdLst>
                      <a:gd name="T0" fmla="*/ 0 w 43"/>
                      <a:gd name="T1" fmla="*/ 0 h 31"/>
                      <a:gd name="T2" fmla="*/ 0 w 43"/>
                      <a:gd name="T3" fmla="*/ 0 h 31"/>
                      <a:gd name="T4" fmla="*/ 0 w 43"/>
                      <a:gd name="T5" fmla="*/ 0 h 31"/>
                      <a:gd name="T6" fmla="*/ 0 w 43"/>
                      <a:gd name="T7" fmla="*/ 0 h 31"/>
                      <a:gd name="T8" fmla="*/ 0 w 43"/>
                      <a:gd name="T9" fmla="*/ 0 h 31"/>
                      <a:gd name="T10" fmla="*/ 0 w 43"/>
                      <a:gd name="T11" fmla="*/ 0 h 31"/>
                      <a:gd name="T12" fmla="*/ 0 w 43"/>
                      <a:gd name="T13" fmla="*/ 0 h 31"/>
                      <a:gd name="T14" fmla="*/ 0 w 43"/>
                      <a:gd name="T15" fmla="*/ 0 h 31"/>
                      <a:gd name="T16" fmla="*/ 0 w 43"/>
                      <a:gd name="T17" fmla="*/ 0 h 31"/>
                      <a:gd name="T18" fmla="*/ 0 w 43"/>
                      <a:gd name="T19" fmla="*/ 0 h 31"/>
                      <a:gd name="T20" fmla="*/ 0 w 43"/>
                      <a:gd name="T21" fmla="*/ 0 h 31"/>
                      <a:gd name="T22" fmla="*/ 0 w 43"/>
                      <a:gd name="T23" fmla="*/ 0 h 31"/>
                      <a:gd name="T24" fmla="*/ 0 w 43"/>
                      <a:gd name="T25" fmla="*/ 0 h 31"/>
                      <a:gd name="T26" fmla="*/ 0 w 43"/>
                      <a:gd name="T27" fmla="*/ 0 h 31"/>
                      <a:gd name="T28" fmla="*/ 0 w 43"/>
                      <a:gd name="T29" fmla="*/ 0 h 31"/>
                      <a:gd name="T30" fmla="*/ 0 w 43"/>
                      <a:gd name="T31" fmla="*/ 0 h 31"/>
                      <a:gd name="T32" fmla="*/ 0 w 43"/>
                      <a:gd name="T33" fmla="*/ 0 h 31"/>
                      <a:gd name="T34" fmla="*/ 0 w 43"/>
                      <a:gd name="T35" fmla="*/ 0 h 31"/>
                      <a:gd name="T36" fmla="*/ 0 w 43"/>
                      <a:gd name="T37" fmla="*/ 0 h 31"/>
                      <a:gd name="T38" fmla="*/ 0 w 43"/>
                      <a:gd name="T39" fmla="*/ 0 h 31"/>
                      <a:gd name="T40" fmla="*/ 0 w 43"/>
                      <a:gd name="T41" fmla="*/ 0 h 31"/>
                      <a:gd name="T42" fmla="*/ 0 w 43"/>
                      <a:gd name="T43" fmla="*/ 0 h 31"/>
                      <a:gd name="T44" fmla="*/ 0 w 43"/>
                      <a:gd name="T45" fmla="*/ 0 h 31"/>
                      <a:gd name="T46" fmla="*/ 0 w 43"/>
                      <a:gd name="T47" fmla="*/ 0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
                      <a:gd name="T73" fmla="*/ 0 h 31"/>
                      <a:gd name="T74" fmla="*/ 43 w 43"/>
                      <a:gd name="T75" fmla="*/ 31 h 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 h="31">
                        <a:moveTo>
                          <a:pt x="0" y="0"/>
                        </a:moveTo>
                        <a:lnTo>
                          <a:pt x="43" y="3"/>
                        </a:lnTo>
                        <a:lnTo>
                          <a:pt x="42" y="6"/>
                        </a:lnTo>
                        <a:lnTo>
                          <a:pt x="41" y="9"/>
                        </a:lnTo>
                        <a:lnTo>
                          <a:pt x="40" y="11"/>
                        </a:lnTo>
                        <a:lnTo>
                          <a:pt x="37" y="13"/>
                        </a:lnTo>
                        <a:lnTo>
                          <a:pt x="37" y="16"/>
                        </a:lnTo>
                        <a:lnTo>
                          <a:pt x="35" y="18"/>
                        </a:lnTo>
                        <a:lnTo>
                          <a:pt x="33" y="20"/>
                        </a:lnTo>
                        <a:lnTo>
                          <a:pt x="32" y="23"/>
                        </a:lnTo>
                        <a:lnTo>
                          <a:pt x="30" y="26"/>
                        </a:lnTo>
                        <a:lnTo>
                          <a:pt x="26" y="29"/>
                        </a:lnTo>
                        <a:lnTo>
                          <a:pt x="20" y="31"/>
                        </a:lnTo>
                        <a:lnTo>
                          <a:pt x="16" y="30"/>
                        </a:lnTo>
                        <a:lnTo>
                          <a:pt x="13" y="28"/>
                        </a:lnTo>
                        <a:lnTo>
                          <a:pt x="13" y="24"/>
                        </a:lnTo>
                        <a:lnTo>
                          <a:pt x="13" y="20"/>
                        </a:lnTo>
                        <a:lnTo>
                          <a:pt x="13" y="17"/>
                        </a:lnTo>
                        <a:lnTo>
                          <a:pt x="13" y="13"/>
                        </a:lnTo>
                        <a:lnTo>
                          <a:pt x="14" y="11"/>
                        </a:lnTo>
                        <a:lnTo>
                          <a:pt x="15" y="11"/>
                        </a:lnTo>
                        <a:lnTo>
                          <a:pt x="0"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46" name="Freeform 217"/>
                  <p:cNvSpPr/>
                  <p:nvPr/>
                </p:nvSpPr>
                <p:spPr bwMode="auto">
                  <a:xfrm>
                    <a:off x="5487" y="1968"/>
                    <a:ext cx="19" cy="7"/>
                  </a:xfrm>
                  <a:custGeom>
                    <a:avLst/>
                    <a:gdLst>
                      <a:gd name="T0" fmla="*/ 0 w 57"/>
                      <a:gd name="T1" fmla="*/ 0 h 22"/>
                      <a:gd name="T2" fmla="*/ 0 w 57"/>
                      <a:gd name="T3" fmla="*/ 0 h 22"/>
                      <a:gd name="T4" fmla="*/ 0 w 57"/>
                      <a:gd name="T5" fmla="*/ 0 h 22"/>
                      <a:gd name="T6" fmla="*/ 0 w 57"/>
                      <a:gd name="T7" fmla="*/ 0 h 22"/>
                      <a:gd name="T8" fmla="*/ 0 w 57"/>
                      <a:gd name="T9" fmla="*/ 0 h 22"/>
                      <a:gd name="T10" fmla="*/ 0 w 57"/>
                      <a:gd name="T11" fmla="*/ 0 h 22"/>
                      <a:gd name="T12" fmla="*/ 0 w 57"/>
                      <a:gd name="T13" fmla="*/ 0 h 22"/>
                      <a:gd name="T14" fmla="*/ 0 w 57"/>
                      <a:gd name="T15" fmla="*/ 0 h 22"/>
                      <a:gd name="T16" fmla="*/ 0 w 57"/>
                      <a:gd name="T17" fmla="*/ 0 h 22"/>
                      <a:gd name="T18" fmla="*/ 0 w 57"/>
                      <a:gd name="T19" fmla="*/ 0 h 22"/>
                      <a:gd name="T20" fmla="*/ 0 w 57"/>
                      <a:gd name="T21" fmla="*/ 0 h 22"/>
                      <a:gd name="T22" fmla="*/ 0 w 57"/>
                      <a:gd name="T23" fmla="*/ 0 h 22"/>
                      <a:gd name="T24" fmla="*/ 0 w 57"/>
                      <a:gd name="T25" fmla="*/ 0 h 22"/>
                      <a:gd name="T26" fmla="*/ 0 w 57"/>
                      <a:gd name="T27" fmla="*/ 0 h 22"/>
                      <a:gd name="T28" fmla="*/ 0 w 57"/>
                      <a:gd name="T29" fmla="*/ 0 h 22"/>
                      <a:gd name="T30" fmla="*/ 0 w 57"/>
                      <a:gd name="T31" fmla="*/ 0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22"/>
                      <a:gd name="T50" fmla="*/ 57 w 57"/>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22">
                        <a:moveTo>
                          <a:pt x="57" y="19"/>
                        </a:moveTo>
                        <a:lnTo>
                          <a:pt x="0" y="22"/>
                        </a:lnTo>
                        <a:lnTo>
                          <a:pt x="20" y="0"/>
                        </a:lnTo>
                        <a:lnTo>
                          <a:pt x="23" y="0"/>
                        </a:lnTo>
                        <a:lnTo>
                          <a:pt x="26" y="3"/>
                        </a:lnTo>
                        <a:lnTo>
                          <a:pt x="29" y="4"/>
                        </a:lnTo>
                        <a:lnTo>
                          <a:pt x="32" y="6"/>
                        </a:lnTo>
                        <a:lnTo>
                          <a:pt x="36" y="7"/>
                        </a:lnTo>
                        <a:lnTo>
                          <a:pt x="39" y="8"/>
                        </a:lnTo>
                        <a:lnTo>
                          <a:pt x="43" y="11"/>
                        </a:lnTo>
                        <a:lnTo>
                          <a:pt x="45" y="13"/>
                        </a:lnTo>
                        <a:lnTo>
                          <a:pt x="49" y="13"/>
                        </a:lnTo>
                        <a:lnTo>
                          <a:pt x="51" y="16"/>
                        </a:lnTo>
                        <a:lnTo>
                          <a:pt x="56" y="18"/>
                        </a:lnTo>
                        <a:lnTo>
                          <a:pt x="57" y="1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grpSp>
          <p:nvGrpSpPr>
            <p:cNvPr id="360" name="Group 218"/>
            <p:cNvGrpSpPr/>
            <p:nvPr/>
          </p:nvGrpSpPr>
          <p:grpSpPr bwMode="auto">
            <a:xfrm>
              <a:off x="288" y="2925"/>
              <a:ext cx="475" cy="442"/>
              <a:chOff x="288" y="2925"/>
              <a:chExt cx="475" cy="442"/>
            </a:xfrm>
          </p:grpSpPr>
          <p:sp>
            <p:nvSpPr>
              <p:cNvPr id="377" name="Rectangle 219"/>
              <p:cNvSpPr>
                <a:spLocks noChangeArrowheads="1"/>
              </p:cNvSpPr>
              <p:nvPr/>
            </p:nvSpPr>
            <p:spPr bwMode="auto">
              <a:xfrm>
                <a:off x="374" y="2947"/>
                <a:ext cx="288" cy="240"/>
              </a:xfrm>
              <a:prstGeom prst="rect">
                <a:avLst/>
              </a:prstGeom>
              <a:solidFill>
                <a:srgbClr val="B2B2B2"/>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78" name="Rectangle 220"/>
              <p:cNvSpPr>
                <a:spLocks noChangeArrowheads="1"/>
              </p:cNvSpPr>
              <p:nvPr/>
            </p:nvSpPr>
            <p:spPr bwMode="auto">
              <a:xfrm>
                <a:off x="316" y="3249"/>
                <a:ext cx="418" cy="96"/>
              </a:xfrm>
              <a:prstGeom prst="rect">
                <a:avLst/>
              </a:prstGeom>
              <a:solidFill>
                <a:srgbClr val="B2B2B2"/>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379" name="Group 221"/>
              <p:cNvGrpSpPr/>
              <p:nvPr/>
            </p:nvGrpSpPr>
            <p:grpSpPr bwMode="auto">
              <a:xfrm>
                <a:off x="288" y="2925"/>
                <a:ext cx="475" cy="442"/>
                <a:chOff x="288" y="2925"/>
                <a:chExt cx="475" cy="442"/>
              </a:xfrm>
            </p:grpSpPr>
            <p:sp>
              <p:nvSpPr>
                <p:cNvPr id="380" name="Rectangle 222"/>
                <p:cNvSpPr>
                  <a:spLocks noChangeArrowheads="1"/>
                </p:cNvSpPr>
                <p:nvPr/>
              </p:nvSpPr>
              <p:spPr bwMode="auto">
                <a:xfrm>
                  <a:off x="427" y="3001"/>
                  <a:ext cx="192" cy="144"/>
                </a:xfrm>
                <a:prstGeom prst="rect">
                  <a:avLst/>
                </a:prstGeom>
                <a:solidFill>
                  <a:srgbClr val="00CC99"/>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381" name="Group 223"/>
                <p:cNvGrpSpPr/>
                <p:nvPr/>
              </p:nvGrpSpPr>
              <p:grpSpPr bwMode="auto">
                <a:xfrm>
                  <a:off x="288" y="2925"/>
                  <a:ext cx="475" cy="442"/>
                  <a:chOff x="5285" y="1536"/>
                  <a:chExt cx="475" cy="442"/>
                </a:xfrm>
              </p:grpSpPr>
              <p:sp>
                <p:nvSpPr>
                  <p:cNvPr id="382" name="Freeform 224"/>
                  <p:cNvSpPr/>
                  <p:nvPr/>
                </p:nvSpPr>
                <p:spPr bwMode="auto">
                  <a:xfrm>
                    <a:off x="5365" y="1943"/>
                    <a:ext cx="369" cy="35"/>
                  </a:xfrm>
                  <a:custGeom>
                    <a:avLst/>
                    <a:gdLst>
                      <a:gd name="T0" fmla="*/ 0 w 1105"/>
                      <a:gd name="T1" fmla="*/ 0 h 104"/>
                      <a:gd name="T2" fmla="*/ 0 w 1105"/>
                      <a:gd name="T3" fmla="*/ 0 h 104"/>
                      <a:gd name="T4" fmla="*/ 0 w 1105"/>
                      <a:gd name="T5" fmla="*/ 0 h 104"/>
                      <a:gd name="T6" fmla="*/ 0 w 1105"/>
                      <a:gd name="T7" fmla="*/ 0 h 104"/>
                      <a:gd name="T8" fmla="*/ 0 w 1105"/>
                      <a:gd name="T9" fmla="*/ 0 h 104"/>
                      <a:gd name="T10" fmla="*/ 0 w 1105"/>
                      <a:gd name="T11" fmla="*/ 0 h 104"/>
                      <a:gd name="T12" fmla="*/ 0 w 1105"/>
                      <a:gd name="T13" fmla="*/ 0 h 104"/>
                      <a:gd name="T14" fmla="*/ 0 w 1105"/>
                      <a:gd name="T15" fmla="*/ 0 h 104"/>
                      <a:gd name="T16" fmla="*/ 0 w 1105"/>
                      <a:gd name="T17" fmla="*/ 0 h 104"/>
                      <a:gd name="T18" fmla="*/ 0 w 1105"/>
                      <a:gd name="T19" fmla="*/ 0 h 104"/>
                      <a:gd name="T20" fmla="*/ 0 w 1105"/>
                      <a:gd name="T21" fmla="*/ 0 h 104"/>
                      <a:gd name="T22" fmla="*/ 0 w 1105"/>
                      <a:gd name="T23" fmla="*/ 0 h 104"/>
                      <a:gd name="T24" fmla="*/ 0 w 1105"/>
                      <a:gd name="T25" fmla="*/ 0 h 104"/>
                      <a:gd name="T26" fmla="*/ 0 w 1105"/>
                      <a:gd name="T27" fmla="*/ 0 h 104"/>
                      <a:gd name="T28" fmla="*/ 0 w 1105"/>
                      <a:gd name="T29" fmla="*/ 0 h 104"/>
                      <a:gd name="T30" fmla="*/ 0 w 1105"/>
                      <a:gd name="T31" fmla="*/ 0 h 104"/>
                      <a:gd name="T32" fmla="*/ 0 w 1105"/>
                      <a:gd name="T33" fmla="*/ 0 h 104"/>
                      <a:gd name="T34" fmla="*/ 0 w 1105"/>
                      <a:gd name="T35" fmla="*/ 0 h 104"/>
                      <a:gd name="T36" fmla="*/ 0 w 1105"/>
                      <a:gd name="T37" fmla="*/ 0 h 104"/>
                      <a:gd name="T38" fmla="*/ 0 w 1105"/>
                      <a:gd name="T39" fmla="*/ 0 h 104"/>
                      <a:gd name="T40" fmla="*/ 0 w 1105"/>
                      <a:gd name="T41" fmla="*/ 0 h 104"/>
                      <a:gd name="T42" fmla="*/ 0 w 1105"/>
                      <a:gd name="T43" fmla="*/ 0 h 104"/>
                      <a:gd name="T44" fmla="*/ 0 w 1105"/>
                      <a:gd name="T45" fmla="*/ 0 h 104"/>
                      <a:gd name="T46" fmla="*/ 0 w 1105"/>
                      <a:gd name="T47" fmla="*/ 0 h 104"/>
                      <a:gd name="T48" fmla="*/ 0 w 1105"/>
                      <a:gd name="T49" fmla="*/ 0 h 104"/>
                      <a:gd name="T50" fmla="*/ 0 w 1105"/>
                      <a:gd name="T51" fmla="*/ 0 h 104"/>
                      <a:gd name="T52" fmla="*/ 0 w 1105"/>
                      <a:gd name="T53" fmla="*/ 0 h 104"/>
                      <a:gd name="T54" fmla="*/ 0 w 1105"/>
                      <a:gd name="T55" fmla="*/ 0 h 104"/>
                      <a:gd name="T56" fmla="*/ 0 w 1105"/>
                      <a:gd name="T57" fmla="*/ 0 h 104"/>
                      <a:gd name="T58" fmla="*/ 0 w 1105"/>
                      <a:gd name="T59" fmla="*/ 0 h 104"/>
                      <a:gd name="T60" fmla="*/ 0 w 1105"/>
                      <a:gd name="T61" fmla="*/ 0 h 104"/>
                      <a:gd name="T62" fmla="*/ 0 w 1105"/>
                      <a:gd name="T63" fmla="*/ 0 h 104"/>
                      <a:gd name="T64" fmla="*/ 0 w 1105"/>
                      <a:gd name="T65" fmla="*/ 0 h 104"/>
                      <a:gd name="T66" fmla="*/ 0 w 1105"/>
                      <a:gd name="T67" fmla="*/ 0 h 104"/>
                      <a:gd name="T68" fmla="*/ 0 w 1105"/>
                      <a:gd name="T69" fmla="*/ 0 h 104"/>
                      <a:gd name="T70" fmla="*/ 0 w 1105"/>
                      <a:gd name="T71" fmla="*/ 0 h 104"/>
                      <a:gd name="T72" fmla="*/ 0 w 1105"/>
                      <a:gd name="T73" fmla="*/ 0 h 104"/>
                      <a:gd name="T74" fmla="*/ 0 w 1105"/>
                      <a:gd name="T75" fmla="*/ 0 h 104"/>
                      <a:gd name="T76" fmla="*/ 0 w 1105"/>
                      <a:gd name="T77" fmla="*/ 0 h 104"/>
                      <a:gd name="T78" fmla="*/ 0 w 1105"/>
                      <a:gd name="T79" fmla="*/ 0 h 104"/>
                      <a:gd name="T80" fmla="*/ 0 w 1105"/>
                      <a:gd name="T81" fmla="*/ 0 h 104"/>
                      <a:gd name="T82" fmla="*/ 0 w 1105"/>
                      <a:gd name="T83" fmla="*/ 0 h 104"/>
                      <a:gd name="T84" fmla="*/ 0 w 1105"/>
                      <a:gd name="T85" fmla="*/ 0 h 104"/>
                      <a:gd name="T86" fmla="*/ 0 w 1105"/>
                      <a:gd name="T87" fmla="*/ 0 h 104"/>
                      <a:gd name="T88" fmla="*/ 0 w 1105"/>
                      <a:gd name="T89" fmla="*/ 0 h 104"/>
                      <a:gd name="T90" fmla="*/ 0 w 1105"/>
                      <a:gd name="T91" fmla="*/ 0 h 104"/>
                      <a:gd name="T92" fmla="*/ 0 w 1105"/>
                      <a:gd name="T93" fmla="*/ 0 h 104"/>
                      <a:gd name="T94" fmla="*/ 0 w 1105"/>
                      <a:gd name="T95" fmla="*/ 0 h 104"/>
                      <a:gd name="T96" fmla="*/ 0 w 1105"/>
                      <a:gd name="T97" fmla="*/ 0 h 104"/>
                      <a:gd name="T98" fmla="*/ 0 w 1105"/>
                      <a:gd name="T99" fmla="*/ 0 h 104"/>
                      <a:gd name="T100" fmla="*/ 0 w 1105"/>
                      <a:gd name="T101" fmla="*/ 0 h 104"/>
                      <a:gd name="T102" fmla="*/ 0 w 1105"/>
                      <a:gd name="T103" fmla="*/ 0 h 104"/>
                      <a:gd name="T104" fmla="*/ 0 w 1105"/>
                      <a:gd name="T105" fmla="*/ 0 h 104"/>
                      <a:gd name="T106" fmla="*/ 0 w 1105"/>
                      <a:gd name="T107" fmla="*/ 0 h 104"/>
                      <a:gd name="T108" fmla="*/ 0 w 1105"/>
                      <a:gd name="T109" fmla="*/ 0 h 104"/>
                      <a:gd name="T110" fmla="*/ 0 w 1105"/>
                      <a:gd name="T111" fmla="*/ 0 h 104"/>
                      <a:gd name="T112" fmla="*/ 0 w 1105"/>
                      <a:gd name="T113" fmla="*/ 0 h 1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05"/>
                      <a:gd name="T172" fmla="*/ 0 h 104"/>
                      <a:gd name="T173" fmla="*/ 1105 w 1105"/>
                      <a:gd name="T174" fmla="*/ 104 h 1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05" h="104">
                        <a:moveTo>
                          <a:pt x="872" y="13"/>
                        </a:moveTo>
                        <a:lnTo>
                          <a:pt x="876" y="13"/>
                        </a:lnTo>
                        <a:lnTo>
                          <a:pt x="879" y="13"/>
                        </a:lnTo>
                        <a:lnTo>
                          <a:pt x="883" y="13"/>
                        </a:lnTo>
                        <a:lnTo>
                          <a:pt x="886" y="13"/>
                        </a:lnTo>
                        <a:lnTo>
                          <a:pt x="890" y="13"/>
                        </a:lnTo>
                        <a:lnTo>
                          <a:pt x="893" y="13"/>
                        </a:lnTo>
                        <a:lnTo>
                          <a:pt x="897" y="13"/>
                        </a:lnTo>
                        <a:lnTo>
                          <a:pt x="900" y="13"/>
                        </a:lnTo>
                        <a:lnTo>
                          <a:pt x="904" y="13"/>
                        </a:lnTo>
                        <a:lnTo>
                          <a:pt x="909" y="13"/>
                        </a:lnTo>
                        <a:lnTo>
                          <a:pt x="911" y="13"/>
                        </a:lnTo>
                        <a:lnTo>
                          <a:pt x="916" y="13"/>
                        </a:lnTo>
                        <a:lnTo>
                          <a:pt x="918" y="11"/>
                        </a:lnTo>
                        <a:lnTo>
                          <a:pt x="923" y="11"/>
                        </a:lnTo>
                        <a:lnTo>
                          <a:pt x="927" y="11"/>
                        </a:lnTo>
                        <a:lnTo>
                          <a:pt x="930" y="11"/>
                        </a:lnTo>
                        <a:lnTo>
                          <a:pt x="932" y="10"/>
                        </a:lnTo>
                        <a:lnTo>
                          <a:pt x="936" y="10"/>
                        </a:lnTo>
                        <a:lnTo>
                          <a:pt x="940" y="10"/>
                        </a:lnTo>
                        <a:lnTo>
                          <a:pt x="943" y="10"/>
                        </a:lnTo>
                        <a:lnTo>
                          <a:pt x="947" y="9"/>
                        </a:lnTo>
                        <a:lnTo>
                          <a:pt x="950" y="9"/>
                        </a:lnTo>
                        <a:lnTo>
                          <a:pt x="954" y="8"/>
                        </a:lnTo>
                        <a:lnTo>
                          <a:pt x="957" y="8"/>
                        </a:lnTo>
                        <a:lnTo>
                          <a:pt x="960" y="8"/>
                        </a:lnTo>
                        <a:lnTo>
                          <a:pt x="964" y="8"/>
                        </a:lnTo>
                        <a:lnTo>
                          <a:pt x="967" y="7"/>
                        </a:lnTo>
                        <a:lnTo>
                          <a:pt x="972" y="7"/>
                        </a:lnTo>
                        <a:lnTo>
                          <a:pt x="974" y="5"/>
                        </a:lnTo>
                        <a:lnTo>
                          <a:pt x="978" y="5"/>
                        </a:lnTo>
                        <a:lnTo>
                          <a:pt x="981" y="5"/>
                        </a:lnTo>
                        <a:lnTo>
                          <a:pt x="985" y="5"/>
                        </a:lnTo>
                        <a:lnTo>
                          <a:pt x="988" y="4"/>
                        </a:lnTo>
                        <a:lnTo>
                          <a:pt x="992" y="3"/>
                        </a:lnTo>
                        <a:lnTo>
                          <a:pt x="994" y="3"/>
                        </a:lnTo>
                        <a:lnTo>
                          <a:pt x="998" y="3"/>
                        </a:lnTo>
                        <a:lnTo>
                          <a:pt x="1001" y="3"/>
                        </a:lnTo>
                        <a:lnTo>
                          <a:pt x="1005" y="2"/>
                        </a:lnTo>
                        <a:lnTo>
                          <a:pt x="1007" y="2"/>
                        </a:lnTo>
                        <a:lnTo>
                          <a:pt x="1012" y="2"/>
                        </a:lnTo>
                        <a:lnTo>
                          <a:pt x="1014" y="1"/>
                        </a:lnTo>
                        <a:lnTo>
                          <a:pt x="1018" y="1"/>
                        </a:lnTo>
                        <a:lnTo>
                          <a:pt x="1021" y="1"/>
                        </a:lnTo>
                        <a:lnTo>
                          <a:pt x="1025" y="1"/>
                        </a:lnTo>
                        <a:lnTo>
                          <a:pt x="1029" y="1"/>
                        </a:lnTo>
                        <a:lnTo>
                          <a:pt x="1032" y="1"/>
                        </a:lnTo>
                        <a:lnTo>
                          <a:pt x="1034" y="1"/>
                        </a:lnTo>
                        <a:lnTo>
                          <a:pt x="1039" y="1"/>
                        </a:lnTo>
                        <a:lnTo>
                          <a:pt x="1042" y="0"/>
                        </a:lnTo>
                        <a:lnTo>
                          <a:pt x="1045" y="0"/>
                        </a:lnTo>
                        <a:lnTo>
                          <a:pt x="1048" y="0"/>
                        </a:lnTo>
                        <a:lnTo>
                          <a:pt x="1052" y="0"/>
                        </a:lnTo>
                        <a:lnTo>
                          <a:pt x="1055" y="0"/>
                        </a:lnTo>
                        <a:lnTo>
                          <a:pt x="1058" y="1"/>
                        </a:lnTo>
                        <a:lnTo>
                          <a:pt x="1062" y="1"/>
                        </a:lnTo>
                        <a:lnTo>
                          <a:pt x="1065" y="1"/>
                        </a:lnTo>
                        <a:lnTo>
                          <a:pt x="1068" y="1"/>
                        </a:lnTo>
                        <a:lnTo>
                          <a:pt x="1072" y="2"/>
                        </a:lnTo>
                        <a:lnTo>
                          <a:pt x="1075" y="2"/>
                        </a:lnTo>
                        <a:lnTo>
                          <a:pt x="1078" y="3"/>
                        </a:lnTo>
                        <a:lnTo>
                          <a:pt x="1082" y="3"/>
                        </a:lnTo>
                        <a:lnTo>
                          <a:pt x="1086" y="4"/>
                        </a:lnTo>
                        <a:lnTo>
                          <a:pt x="1089" y="5"/>
                        </a:lnTo>
                        <a:lnTo>
                          <a:pt x="1093" y="7"/>
                        </a:lnTo>
                        <a:lnTo>
                          <a:pt x="1093" y="9"/>
                        </a:lnTo>
                        <a:lnTo>
                          <a:pt x="1094" y="11"/>
                        </a:lnTo>
                        <a:lnTo>
                          <a:pt x="1095" y="14"/>
                        </a:lnTo>
                        <a:lnTo>
                          <a:pt x="1095" y="17"/>
                        </a:lnTo>
                        <a:lnTo>
                          <a:pt x="1096" y="20"/>
                        </a:lnTo>
                        <a:lnTo>
                          <a:pt x="1097" y="22"/>
                        </a:lnTo>
                        <a:lnTo>
                          <a:pt x="1097" y="24"/>
                        </a:lnTo>
                        <a:lnTo>
                          <a:pt x="1099" y="28"/>
                        </a:lnTo>
                        <a:lnTo>
                          <a:pt x="1099" y="30"/>
                        </a:lnTo>
                        <a:lnTo>
                          <a:pt x="1100" y="33"/>
                        </a:lnTo>
                        <a:lnTo>
                          <a:pt x="1101" y="35"/>
                        </a:lnTo>
                        <a:lnTo>
                          <a:pt x="1101" y="39"/>
                        </a:lnTo>
                        <a:lnTo>
                          <a:pt x="1102" y="41"/>
                        </a:lnTo>
                        <a:lnTo>
                          <a:pt x="1103" y="43"/>
                        </a:lnTo>
                        <a:lnTo>
                          <a:pt x="1103" y="46"/>
                        </a:lnTo>
                        <a:lnTo>
                          <a:pt x="1105" y="49"/>
                        </a:lnTo>
                        <a:lnTo>
                          <a:pt x="1099" y="53"/>
                        </a:lnTo>
                        <a:lnTo>
                          <a:pt x="1093" y="57"/>
                        </a:lnTo>
                        <a:lnTo>
                          <a:pt x="1086" y="60"/>
                        </a:lnTo>
                        <a:lnTo>
                          <a:pt x="1077" y="64"/>
                        </a:lnTo>
                        <a:lnTo>
                          <a:pt x="1068" y="66"/>
                        </a:lnTo>
                        <a:lnTo>
                          <a:pt x="1057" y="68"/>
                        </a:lnTo>
                        <a:lnTo>
                          <a:pt x="1048" y="72"/>
                        </a:lnTo>
                        <a:lnTo>
                          <a:pt x="1036" y="76"/>
                        </a:lnTo>
                        <a:lnTo>
                          <a:pt x="1024" y="78"/>
                        </a:lnTo>
                        <a:lnTo>
                          <a:pt x="1011" y="80"/>
                        </a:lnTo>
                        <a:lnTo>
                          <a:pt x="997" y="81"/>
                        </a:lnTo>
                        <a:lnTo>
                          <a:pt x="982" y="84"/>
                        </a:lnTo>
                        <a:lnTo>
                          <a:pt x="968" y="86"/>
                        </a:lnTo>
                        <a:lnTo>
                          <a:pt x="953" y="89"/>
                        </a:lnTo>
                        <a:lnTo>
                          <a:pt x="936" y="90"/>
                        </a:lnTo>
                        <a:lnTo>
                          <a:pt x="921" y="92"/>
                        </a:lnTo>
                        <a:lnTo>
                          <a:pt x="903" y="92"/>
                        </a:lnTo>
                        <a:lnTo>
                          <a:pt x="885" y="95"/>
                        </a:lnTo>
                        <a:lnTo>
                          <a:pt x="866" y="96"/>
                        </a:lnTo>
                        <a:lnTo>
                          <a:pt x="847" y="97"/>
                        </a:lnTo>
                        <a:lnTo>
                          <a:pt x="829" y="98"/>
                        </a:lnTo>
                        <a:lnTo>
                          <a:pt x="809" y="99"/>
                        </a:lnTo>
                        <a:lnTo>
                          <a:pt x="790" y="99"/>
                        </a:lnTo>
                        <a:lnTo>
                          <a:pt x="770" y="102"/>
                        </a:lnTo>
                        <a:lnTo>
                          <a:pt x="750" y="102"/>
                        </a:lnTo>
                        <a:lnTo>
                          <a:pt x="728" y="102"/>
                        </a:lnTo>
                        <a:lnTo>
                          <a:pt x="708" y="102"/>
                        </a:lnTo>
                        <a:lnTo>
                          <a:pt x="688" y="104"/>
                        </a:lnTo>
                        <a:lnTo>
                          <a:pt x="665" y="104"/>
                        </a:lnTo>
                        <a:lnTo>
                          <a:pt x="645" y="104"/>
                        </a:lnTo>
                        <a:lnTo>
                          <a:pt x="623" y="104"/>
                        </a:lnTo>
                        <a:lnTo>
                          <a:pt x="601" y="104"/>
                        </a:lnTo>
                        <a:lnTo>
                          <a:pt x="580" y="104"/>
                        </a:lnTo>
                        <a:lnTo>
                          <a:pt x="558" y="104"/>
                        </a:lnTo>
                        <a:lnTo>
                          <a:pt x="536" y="104"/>
                        </a:lnTo>
                        <a:lnTo>
                          <a:pt x="514" y="104"/>
                        </a:lnTo>
                        <a:lnTo>
                          <a:pt x="492" y="104"/>
                        </a:lnTo>
                        <a:lnTo>
                          <a:pt x="471" y="104"/>
                        </a:lnTo>
                        <a:lnTo>
                          <a:pt x="450" y="104"/>
                        </a:lnTo>
                        <a:lnTo>
                          <a:pt x="427" y="104"/>
                        </a:lnTo>
                        <a:lnTo>
                          <a:pt x="407" y="104"/>
                        </a:lnTo>
                        <a:lnTo>
                          <a:pt x="384" y="104"/>
                        </a:lnTo>
                        <a:lnTo>
                          <a:pt x="363" y="103"/>
                        </a:lnTo>
                        <a:lnTo>
                          <a:pt x="343" y="103"/>
                        </a:lnTo>
                        <a:lnTo>
                          <a:pt x="321" y="102"/>
                        </a:lnTo>
                        <a:lnTo>
                          <a:pt x="301" y="102"/>
                        </a:lnTo>
                        <a:lnTo>
                          <a:pt x="282" y="102"/>
                        </a:lnTo>
                        <a:lnTo>
                          <a:pt x="263" y="102"/>
                        </a:lnTo>
                        <a:lnTo>
                          <a:pt x="243" y="102"/>
                        </a:lnTo>
                        <a:lnTo>
                          <a:pt x="224" y="102"/>
                        </a:lnTo>
                        <a:lnTo>
                          <a:pt x="205" y="100"/>
                        </a:lnTo>
                        <a:lnTo>
                          <a:pt x="187" y="100"/>
                        </a:lnTo>
                        <a:lnTo>
                          <a:pt x="170" y="99"/>
                        </a:lnTo>
                        <a:lnTo>
                          <a:pt x="153" y="99"/>
                        </a:lnTo>
                        <a:lnTo>
                          <a:pt x="136" y="99"/>
                        </a:lnTo>
                        <a:lnTo>
                          <a:pt x="120" y="99"/>
                        </a:lnTo>
                        <a:lnTo>
                          <a:pt x="104" y="99"/>
                        </a:lnTo>
                        <a:lnTo>
                          <a:pt x="89" y="99"/>
                        </a:lnTo>
                        <a:lnTo>
                          <a:pt x="76" y="99"/>
                        </a:lnTo>
                        <a:lnTo>
                          <a:pt x="63" y="99"/>
                        </a:lnTo>
                        <a:lnTo>
                          <a:pt x="49" y="99"/>
                        </a:lnTo>
                        <a:lnTo>
                          <a:pt x="37" y="99"/>
                        </a:lnTo>
                        <a:lnTo>
                          <a:pt x="25" y="99"/>
                        </a:lnTo>
                        <a:lnTo>
                          <a:pt x="15" y="99"/>
                        </a:lnTo>
                        <a:lnTo>
                          <a:pt x="14" y="97"/>
                        </a:lnTo>
                        <a:lnTo>
                          <a:pt x="12" y="93"/>
                        </a:lnTo>
                        <a:lnTo>
                          <a:pt x="11" y="91"/>
                        </a:lnTo>
                        <a:lnTo>
                          <a:pt x="9" y="89"/>
                        </a:lnTo>
                        <a:lnTo>
                          <a:pt x="7" y="83"/>
                        </a:lnTo>
                        <a:lnTo>
                          <a:pt x="6" y="78"/>
                        </a:lnTo>
                        <a:lnTo>
                          <a:pt x="5" y="76"/>
                        </a:lnTo>
                        <a:lnTo>
                          <a:pt x="5" y="73"/>
                        </a:lnTo>
                        <a:lnTo>
                          <a:pt x="3" y="70"/>
                        </a:lnTo>
                        <a:lnTo>
                          <a:pt x="2" y="67"/>
                        </a:lnTo>
                        <a:lnTo>
                          <a:pt x="2" y="65"/>
                        </a:lnTo>
                        <a:lnTo>
                          <a:pt x="2" y="62"/>
                        </a:lnTo>
                        <a:lnTo>
                          <a:pt x="0" y="59"/>
                        </a:lnTo>
                        <a:lnTo>
                          <a:pt x="0" y="57"/>
                        </a:lnTo>
                        <a:lnTo>
                          <a:pt x="2" y="54"/>
                        </a:lnTo>
                        <a:lnTo>
                          <a:pt x="7" y="51"/>
                        </a:lnTo>
                        <a:lnTo>
                          <a:pt x="9" y="48"/>
                        </a:lnTo>
                        <a:lnTo>
                          <a:pt x="14" y="46"/>
                        </a:lnTo>
                        <a:lnTo>
                          <a:pt x="18" y="42"/>
                        </a:lnTo>
                        <a:lnTo>
                          <a:pt x="21" y="41"/>
                        </a:lnTo>
                        <a:lnTo>
                          <a:pt x="25" y="39"/>
                        </a:lnTo>
                        <a:lnTo>
                          <a:pt x="28" y="36"/>
                        </a:lnTo>
                        <a:lnTo>
                          <a:pt x="32" y="35"/>
                        </a:lnTo>
                        <a:lnTo>
                          <a:pt x="35" y="33"/>
                        </a:lnTo>
                        <a:lnTo>
                          <a:pt x="40" y="32"/>
                        </a:lnTo>
                        <a:lnTo>
                          <a:pt x="44" y="30"/>
                        </a:lnTo>
                        <a:lnTo>
                          <a:pt x="47" y="29"/>
                        </a:lnTo>
                        <a:lnTo>
                          <a:pt x="52" y="28"/>
                        </a:lnTo>
                        <a:lnTo>
                          <a:pt x="57" y="27"/>
                        </a:lnTo>
                        <a:lnTo>
                          <a:pt x="60" y="26"/>
                        </a:lnTo>
                        <a:lnTo>
                          <a:pt x="65" y="24"/>
                        </a:lnTo>
                        <a:lnTo>
                          <a:pt x="69" y="23"/>
                        </a:lnTo>
                        <a:lnTo>
                          <a:pt x="73" y="23"/>
                        </a:lnTo>
                        <a:lnTo>
                          <a:pt x="78" y="23"/>
                        </a:lnTo>
                        <a:lnTo>
                          <a:pt x="82" y="22"/>
                        </a:lnTo>
                        <a:lnTo>
                          <a:pt x="85" y="21"/>
                        </a:lnTo>
                        <a:lnTo>
                          <a:pt x="91" y="21"/>
                        </a:lnTo>
                        <a:lnTo>
                          <a:pt x="95" y="21"/>
                        </a:lnTo>
                        <a:lnTo>
                          <a:pt x="98" y="21"/>
                        </a:lnTo>
                        <a:lnTo>
                          <a:pt x="103" y="21"/>
                        </a:lnTo>
                        <a:lnTo>
                          <a:pt x="108" y="21"/>
                        </a:lnTo>
                        <a:lnTo>
                          <a:pt x="113" y="21"/>
                        </a:lnTo>
                        <a:lnTo>
                          <a:pt x="116" y="21"/>
                        </a:lnTo>
                        <a:lnTo>
                          <a:pt x="121" y="21"/>
                        </a:lnTo>
                        <a:lnTo>
                          <a:pt x="126" y="21"/>
                        </a:lnTo>
                        <a:lnTo>
                          <a:pt x="130" y="21"/>
                        </a:lnTo>
                        <a:lnTo>
                          <a:pt x="135" y="21"/>
                        </a:lnTo>
                        <a:lnTo>
                          <a:pt x="139" y="21"/>
                        </a:lnTo>
                        <a:lnTo>
                          <a:pt x="143" y="21"/>
                        </a:lnTo>
                        <a:lnTo>
                          <a:pt x="148" y="21"/>
                        </a:lnTo>
                        <a:lnTo>
                          <a:pt x="153" y="21"/>
                        </a:lnTo>
                        <a:lnTo>
                          <a:pt x="158" y="22"/>
                        </a:lnTo>
                        <a:lnTo>
                          <a:pt x="161" y="22"/>
                        </a:lnTo>
                        <a:lnTo>
                          <a:pt x="167" y="23"/>
                        </a:lnTo>
                        <a:lnTo>
                          <a:pt x="171" y="23"/>
                        </a:lnTo>
                        <a:lnTo>
                          <a:pt x="175" y="23"/>
                        </a:lnTo>
                        <a:lnTo>
                          <a:pt x="179" y="23"/>
                        </a:lnTo>
                        <a:lnTo>
                          <a:pt x="184" y="23"/>
                        </a:lnTo>
                        <a:lnTo>
                          <a:pt x="190" y="23"/>
                        </a:lnTo>
                        <a:lnTo>
                          <a:pt x="194" y="23"/>
                        </a:lnTo>
                        <a:lnTo>
                          <a:pt x="199" y="23"/>
                        </a:lnTo>
                        <a:lnTo>
                          <a:pt x="203" y="24"/>
                        </a:lnTo>
                        <a:lnTo>
                          <a:pt x="208" y="23"/>
                        </a:lnTo>
                        <a:lnTo>
                          <a:pt x="212" y="23"/>
                        </a:lnTo>
                        <a:lnTo>
                          <a:pt x="216" y="23"/>
                        </a:lnTo>
                        <a:lnTo>
                          <a:pt x="221" y="23"/>
                        </a:lnTo>
                        <a:lnTo>
                          <a:pt x="225" y="23"/>
                        </a:lnTo>
                        <a:lnTo>
                          <a:pt x="230" y="23"/>
                        </a:lnTo>
                        <a:lnTo>
                          <a:pt x="234" y="23"/>
                        </a:lnTo>
                        <a:lnTo>
                          <a:pt x="238" y="23"/>
                        </a:lnTo>
                        <a:lnTo>
                          <a:pt x="243" y="22"/>
                        </a:lnTo>
                        <a:lnTo>
                          <a:pt x="248" y="22"/>
                        </a:lnTo>
                        <a:lnTo>
                          <a:pt x="251" y="21"/>
                        </a:lnTo>
                        <a:lnTo>
                          <a:pt x="256" y="21"/>
                        </a:lnTo>
                        <a:lnTo>
                          <a:pt x="260" y="21"/>
                        </a:lnTo>
                        <a:lnTo>
                          <a:pt x="264" y="20"/>
                        </a:lnTo>
                        <a:lnTo>
                          <a:pt x="269" y="19"/>
                        </a:lnTo>
                        <a:lnTo>
                          <a:pt x="273" y="19"/>
                        </a:lnTo>
                        <a:lnTo>
                          <a:pt x="282" y="17"/>
                        </a:lnTo>
                        <a:lnTo>
                          <a:pt x="291" y="17"/>
                        </a:lnTo>
                        <a:lnTo>
                          <a:pt x="300" y="17"/>
                        </a:lnTo>
                        <a:lnTo>
                          <a:pt x="310" y="17"/>
                        </a:lnTo>
                        <a:lnTo>
                          <a:pt x="319" y="16"/>
                        </a:lnTo>
                        <a:lnTo>
                          <a:pt x="329" y="16"/>
                        </a:lnTo>
                        <a:lnTo>
                          <a:pt x="337" y="16"/>
                        </a:lnTo>
                        <a:lnTo>
                          <a:pt x="346" y="16"/>
                        </a:lnTo>
                        <a:lnTo>
                          <a:pt x="356" y="16"/>
                        </a:lnTo>
                        <a:lnTo>
                          <a:pt x="365" y="16"/>
                        </a:lnTo>
                        <a:lnTo>
                          <a:pt x="374" y="16"/>
                        </a:lnTo>
                        <a:lnTo>
                          <a:pt x="384" y="16"/>
                        </a:lnTo>
                        <a:lnTo>
                          <a:pt x="394" y="16"/>
                        </a:lnTo>
                        <a:lnTo>
                          <a:pt x="402" y="16"/>
                        </a:lnTo>
                        <a:lnTo>
                          <a:pt x="412" y="16"/>
                        </a:lnTo>
                        <a:lnTo>
                          <a:pt x="422" y="17"/>
                        </a:lnTo>
                        <a:lnTo>
                          <a:pt x="431" y="17"/>
                        </a:lnTo>
                        <a:lnTo>
                          <a:pt x="440" y="17"/>
                        </a:lnTo>
                        <a:lnTo>
                          <a:pt x="450" y="17"/>
                        </a:lnTo>
                        <a:lnTo>
                          <a:pt x="459" y="17"/>
                        </a:lnTo>
                        <a:lnTo>
                          <a:pt x="469" y="17"/>
                        </a:lnTo>
                        <a:lnTo>
                          <a:pt x="478" y="17"/>
                        </a:lnTo>
                        <a:lnTo>
                          <a:pt x="488" y="17"/>
                        </a:lnTo>
                        <a:lnTo>
                          <a:pt x="498" y="17"/>
                        </a:lnTo>
                        <a:lnTo>
                          <a:pt x="507" y="17"/>
                        </a:lnTo>
                        <a:lnTo>
                          <a:pt x="516" y="17"/>
                        </a:lnTo>
                        <a:lnTo>
                          <a:pt x="525" y="17"/>
                        </a:lnTo>
                        <a:lnTo>
                          <a:pt x="536" y="17"/>
                        </a:lnTo>
                        <a:lnTo>
                          <a:pt x="544" y="17"/>
                        </a:lnTo>
                        <a:lnTo>
                          <a:pt x="554" y="17"/>
                        </a:lnTo>
                        <a:lnTo>
                          <a:pt x="563" y="17"/>
                        </a:lnTo>
                        <a:lnTo>
                          <a:pt x="574" y="19"/>
                        </a:lnTo>
                        <a:lnTo>
                          <a:pt x="582" y="17"/>
                        </a:lnTo>
                        <a:lnTo>
                          <a:pt x="592" y="17"/>
                        </a:lnTo>
                        <a:lnTo>
                          <a:pt x="601" y="17"/>
                        </a:lnTo>
                        <a:lnTo>
                          <a:pt x="611" y="17"/>
                        </a:lnTo>
                        <a:lnTo>
                          <a:pt x="619" y="17"/>
                        </a:lnTo>
                        <a:lnTo>
                          <a:pt x="630" y="17"/>
                        </a:lnTo>
                        <a:lnTo>
                          <a:pt x="639" y="17"/>
                        </a:lnTo>
                        <a:lnTo>
                          <a:pt x="649" y="17"/>
                        </a:lnTo>
                        <a:lnTo>
                          <a:pt x="657" y="17"/>
                        </a:lnTo>
                        <a:lnTo>
                          <a:pt x="668" y="17"/>
                        </a:lnTo>
                        <a:lnTo>
                          <a:pt x="677" y="17"/>
                        </a:lnTo>
                        <a:lnTo>
                          <a:pt x="687" y="17"/>
                        </a:lnTo>
                        <a:lnTo>
                          <a:pt x="695" y="17"/>
                        </a:lnTo>
                        <a:lnTo>
                          <a:pt x="706" y="17"/>
                        </a:lnTo>
                        <a:lnTo>
                          <a:pt x="715" y="17"/>
                        </a:lnTo>
                        <a:lnTo>
                          <a:pt x="724" y="17"/>
                        </a:lnTo>
                        <a:lnTo>
                          <a:pt x="733" y="16"/>
                        </a:lnTo>
                        <a:lnTo>
                          <a:pt x="743" y="16"/>
                        </a:lnTo>
                        <a:lnTo>
                          <a:pt x="751" y="16"/>
                        </a:lnTo>
                        <a:lnTo>
                          <a:pt x="762" y="16"/>
                        </a:lnTo>
                        <a:lnTo>
                          <a:pt x="770" y="16"/>
                        </a:lnTo>
                        <a:lnTo>
                          <a:pt x="779" y="16"/>
                        </a:lnTo>
                        <a:lnTo>
                          <a:pt x="789" y="15"/>
                        </a:lnTo>
                        <a:lnTo>
                          <a:pt x="798" y="15"/>
                        </a:lnTo>
                        <a:lnTo>
                          <a:pt x="807" y="15"/>
                        </a:lnTo>
                        <a:lnTo>
                          <a:pt x="817" y="14"/>
                        </a:lnTo>
                        <a:lnTo>
                          <a:pt x="824" y="14"/>
                        </a:lnTo>
                        <a:lnTo>
                          <a:pt x="835" y="14"/>
                        </a:lnTo>
                        <a:lnTo>
                          <a:pt x="843" y="13"/>
                        </a:lnTo>
                        <a:lnTo>
                          <a:pt x="853" y="13"/>
                        </a:lnTo>
                        <a:lnTo>
                          <a:pt x="862" y="13"/>
                        </a:lnTo>
                        <a:lnTo>
                          <a:pt x="872" y="13"/>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83" name="Freeform 225"/>
                  <p:cNvSpPr/>
                  <p:nvPr/>
                </p:nvSpPr>
                <p:spPr bwMode="auto">
                  <a:xfrm>
                    <a:off x="5365" y="1536"/>
                    <a:ext cx="315" cy="39"/>
                  </a:xfrm>
                  <a:custGeom>
                    <a:avLst/>
                    <a:gdLst>
                      <a:gd name="T0" fmla="*/ 0 w 943"/>
                      <a:gd name="T1" fmla="*/ 0 h 116"/>
                      <a:gd name="T2" fmla="*/ 0 w 943"/>
                      <a:gd name="T3" fmla="*/ 0 h 116"/>
                      <a:gd name="T4" fmla="*/ 0 w 943"/>
                      <a:gd name="T5" fmla="*/ 0 h 116"/>
                      <a:gd name="T6" fmla="*/ 0 w 943"/>
                      <a:gd name="T7" fmla="*/ 0 h 116"/>
                      <a:gd name="T8" fmla="*/ 0 w 943"/>
                      <a:gd name="T9" fmla="*/ 0 h 116"/>
                      <a:gd name="T10" fmla="*/ 0 w 943"/>
                      <a:gd name="T11" fmla="*/ 0 h 116"/>
                      <a:gd name="T12" fmla="*/ 0 w 943"/>
                      <a:gd name="T13" fmla="*/ 0 h 116"/>
                      <a:gd name="T14" fmla="*/ 0 w 943"/>
                      <a:gd name="T15" fmla="*/ 0 h 116"/>
                      <a:gd name="T16" fmla="*/ 0 w 943"/>
                      <a:gd name="T17" fmla="*/ 0 h 116"/>
                      <a:gd name="T18" fmla="*/ 0 w 943"/>
                      <a:gd name="T19" fmla="*/ 0 h 116"/>
                      <a:gd name="T20" fmla="*/ 0 w 943"/>
                      <a:gd name="T21" fmla="*/ 0 h 116"/>
                      <a:gd name="T22" fmla="*/ 0 w 943"/>
                      <a:gd name="T23" fmla="*/ 0 h 116"/>
                      <a:gd name="T24" fmla="*/ 0 w 943"/>
                      <a:gd name="T25" fmla="*/ 0 h 116"/>
                      <a:gd name="T26" fmla="*/ 0 w 943"/>
                      <a:gd name="T27" fmla="*/ 0 h 116"/>
                      <a:gd name="T28" fmla="*/ 0 w 943"/>
                      <a:gd name="T29" fmla="*/ 0 h 116"/>
                      <a:gd name="T30" fmla="*/ 0 w 943"/>
                      <a:gd name="T31" fmla="*/ 0 h 116"/>
                      <a:gd name="T32" fmla="*/ 0 w 943"/>
                      <a:gd name="T33" fmla="*/ 0 h 116"/>
                      <a:gd name="T34" fmla="*/ 0 w 943"/>
                      <a:gd name="T35" fmla="*/ 0 h 116"/>
                      <a:gd name="T36" fmla="*/ 0 w 943"/>
                      <a:gd name="T37" fmla="*/ 0 h 116"/>
                      <a:gd name="T38" fmla="*/ 0 w 943"/>
                      <a:gd name="T39" fmla="*/ 0 h 116"/>
                      <a:gd name="T40" fmla="*/ 0 w 943"/>
                      <a:gd name="T41" fmla="*/ 0 h 116"/>
                      <a:gd name="T42" fmla="*/ 0 w 943"/>
                      <a:gd name="T43" fmla="*/ 0 h 116"/>
                      <a:gd name="T44" fmla="*/ 0 w 943"/>
                      <a:gd name="T45" fmla="*/ 0 h 116"/>
                      <a:gd name="T46" fmla="*/ 0 w 943"/>
                      <a:gd name="T47" fmla="*/ 0 h 116"/>
                      <a:gd name="T48" fmla="*/ 0 w 943"/>
                      <a:gd name="T49" fmla="*/ 0 h 116"/>
                      <a:gd name="T50" fmla="*/ 0 w 943"/>
                      <a:gd name="T51" fmla="*/ 0 h 116"/>
                      <a:gd name="T52" fmla="*/ 0 w 943"/>
                      <a:gd name="T53" fmla="*/ 0 h 116"/>
                      <a:gd name="T54" fmla="*/ 0 w 943"/>
                      <a:gd name="T55" fmla="*/ 0 h 116"/>
                      <a:gd name="T56" fmla="*/ 0 w 943"/>
                      <a:gd name="T57" fmla="*/ 0 h 116"/>
                      <a:gd name="T58" fmla="*/ 0 w 943"/>
                      <a:gd name="T59" fmla="*/ 0 h 116"/>
                      <a:gd name="T60" fmla="*/ 0 w 943"/>
                      <a:gd name="T61" fmla="*/ 0 h 116"/>
                      <a:gd name="T62" fmla="*/ 0 w 943"/>
                      <a:gd name="T63" fmla="*/ 0 h 116"/>
                      <a:gd name="T64" fmla="*/ 0 w 943"/>
                      <a:gd name="T65" fmla="*/ 0 h 116"/>
                      <a:gd name="T66" fmla="*/ 0 w 943"/>
                      <a:gd name="T67" fmla="*/ 0 h 116"/>
                      <a:gd name="T68" fmla="*/ 0 w 943"/>
                      <a:gd name="T69" fmla="*/ 0 h 116"/>
                      <a:gd name="T70" fmla="*/ 0 w 943"/>
                      <a:gd name="T71" fmla="*/ 0 h 116"/>
                      <a:gd name="T72" fmla="*/ 0 w 943"/>
                      <a:gd name="T73" fmla="*/ 0 h 116"/>
                      <a:gd name="T74" fmla="*/ 0 w 943"/>
                      <a:gd name="T75" fmla="*/ 0 h 116"/>
                      <a:gd name="T76" fmla="*/ 0 w 943"/>
                      <a:gd name="T77" fmla="*/ 0 h 116"/>
                      <a:gd name="T78" fmla="*/ 0 w 943"/>
                      <a:gd name="T79" fmla="*/ 0 h 116"/>
                      <a:gd name="T80" fmla="*/ 0 w 943"/>
                      <a:gd name="T81" fmla="*/ 0 h 116"/>
                      <a:gd name="T82" fmla="*/ 0 w 943"/>
                      <a:gd name="T83" fmla="*/ 0 h 116"/>
                      <a:gd name="T84" fmla="*/ 0 w 943"/>
                      <a:gd name="T85" fmla="*/ 0 h 116"/>
                      <a:gd name="T86" fmla="*/ 0 w 943"/>
                      <a:gd name="T87" fmla="*/ 0 h 116"/>
                      <a:gd name="T88" fmla="*/ 0 w 943"/>
                      <a:gd name="T89" fmla="*/ 0 h 116"/>
                      <a:gd name="T90" fmla="*/ 0 w 943"/>
                      <a:gd name="T91" fmla="*/ 0 h 116"/>
                      <a:gd name="T92" fmla="*/ 0 w 943"/>
                      <a:gd name="T93" fmla="*/ 0 h 116"/>
                      <a:gd name="T94" fmla="*/ 0 w 943"/>
                      <a:gd name="T95" fmla="*/ 0 h 116"/>
                      <a:gd name="T96" fmla="*/ 0 w 943"/>
                      <a:gd name="T97" fmla="*/ 0 h 116"/>
                      <a:gd name="T98" fmla="*/ 0 w 943"/>
                      <a:gd name="T99" fmla="*/ 0 h 116"/>
                      <a:gd name="T100" fmla="*/ 0 w 943"/>
                      <a:gd name="T101" fmla="*/ 0 h 116"/>
                      <a:gd name="T102" fmla="*/ 0 w 943"/>
                      <a:gd name="T103" fmla="*/ 0 h 116"/>
                      <a:gd name="T104" fmla="*/ 0 w 943"/>
                      <a:gd name="T105" fmla="*/ 0 h 116"/>
                      <a:gd name="T106" fmla="*/ 0 w 943"/>
                      <a:gd name="T107" fmla="*/ 0 h 116"/>
                      <a:gd name="T108" fmla="*/ 0 w 943"/>
                      <a:gd name="T109" fmla="*/ 0 h 116"/>
                      <a:gd name="T110" fmla="*/ 0 w 943"/>
                      <a:gd name="T111" fmla="*/ 0 h 1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43"/>
                      <a:gd name="T169" fmla="*/ 0 h 116"/>
                      <a:gd name="T170" fmla="*/ 943 w 943"/>
                      <a:gd name="T171" fmla="*/ 116 h 1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43" h="116">
                        <a:moveTo>
                          <a:pt x="435" y="0"/>
                        </a:moveTo>
                        <a:lnTo>
                          <a:pt x="442" y="0"/>
                        </a:lnTo>
                        <a:lnTo>
                          <a:pt x="450" y="1"/>
                        </a:lnTo>
                        <a:lnTo>
                          <a:pt x="458" y="1"/>
                        </a:lnTo>
                        <a:lnTo>
                          <a:pt x="465" y="1"/>
                        </a:lnTo>
                        <a:lnTo>
                          <a:pt x="472" y="1"/>
                        </a:lnTo>
                        <a:lnTo>
                          <a:pt x="480" y="1"/>
                        </a:lnTo>
                        <a:lnTo>
                          <a:pt x="488" y="1"/>
                        </a:lnTo>
                        <a:lnTo>
                          <a:pt x="496" y="2"/>
                        </a:lnTo>
                        <a:lnTo>
                          <a:pt x="503" y="2"/>
                        </a:lnTo>
                        <a:lnTo>
                          <a:pt x="510" y="2"/>
                        </a:lnTo>
                        <a:lnTo>
                          <a:pt x="518" y="2"/>
                        </a:lnTo>
                        <a:lnTo>
                          <a:pt x="525" y="4"/>
                        </a:lnTo>
                        <a:lnTo>
                          <a:pt x="533" y="4"/>
                        </a:lnTo>
                        <a:lnTo>
                          <a:pt x="540" y="5"/>
                        </a:lnTo>
                        <a:lnTo>
                          <a:pt x="548" y="5"/>
                        </a:lnTo>
                        <a:lnTo>
                          <a:pt x="555" y="5"/>
                        </a:lnTo>
                        <a:lnTo>
                          <a:pt x="562" y="5"/>
                        </a:lnTo>
                        <a:lnTo>
                          <a:pt x="571" y="5"/>
                        </a:lnTo>
                        <a:lnTo>
                          <a:pt x="578" y="5"/>
                        </a:lnTo>
                        <a:lnTo>
                          <a:pt x="586" y="5"/>
                        </a:lnTo>
                        <a:lnTo>
                          <a:pt x="593" y="5"/>
                        </a:lnTo>
                        <a:lnTo>
                          <a:pt x="600" y="6"/>
                        </a:lnTo>
                        <a:lnTo>
                          <a:pt x="609" y="6"/>
                        </a:lnTo>
                        <a:lnTo>
                          <a:pt x="616" y="7"/>
                        </a:lnTo>
                        <a:lnTo>
                          <a:pt x="623" y="7"/>
                        </a:lnTo>
                        <a:lnTo>
                          <a:pt x="630" y="7"/>
                        </a:lnTo>
                        <a:lnTo>
                          <a:pt x="638" y="7"/>
                        </a:lnTo>
                        <a:lnTo>
                          <a:pt x="645" y="7"/>
                        </a:lnTo>
                        <a:lnTo>
                          <a:pt x="652" y="7"/>
                        </a:lnTo>
                        <a:lnTo>
                          <a:pt x="661" y="8"/>
                        </a:lnTo>
                        <a:lnTo>
                          <a:pt x="668" y="9"/>
                        </a:lnTo>
                        <a:lnTo>
                          <a:pt x="676" y="9"/>
                        </a:lnTo>
                        <a:lnTo>
                          <a:pt x="683" y="9"/>
                        </a:lnTo>
                        <a:lnTo>
                          <a:pt x="690" y="9"/>
                        </a:lnTo>
                        <a:lnTo>
                          <a:pt x="699" y="9"/>
                        </a:lnTo>
                        <a:lnTo>
                          <a:pt x="706" y="11"/>
                        </a:lnTo>
                        <a:lnTo>
                          <a:pt x="713" y="11"/>
                        </a:lnTo>
                        <a:lnTo>
                          <a:pt x="720" y="12"/>
                        </a:lnTo>
                        <a:lnTo>
                          <a:pt x="728" y="12"/>
                        </a:lnTo>
                        <a:lnTo>
                          <a:pt x="735" y="12"/>
                        </a:lnTo>
                        <a:lnTo>
                          <a:pt x="743" y="12"/>
                        </a:lnTo>
                        <a:lnTo>
                          <a:pt x="750" y="13"/>
                        </a:lnTo>
                        <a:lnTo>
                          <a:pt x="757" y="14"/>
                        </a:lnTo>
                        <a:lnTo>
                          <a:pt x="765" y="14"/>
                        </a:lnTo>
                        <a:lnTo>
                          <a:pt x="772" y="15"/>
                        </a:lnTo>
                        <a:lnTo>
                          <a:pt x="779" y="17"/>
                        </a:lnTo>
                        <a:lnTo>
                          <a:pt x="787" y="17"/>
                        </a:lnTo>
                        <a:lnTo>
                          <a:pt x="795" y="18"/>
                        </a:lnTo>
                        <a:lnTo>
                          <a:pt x="802" y="18"/>
                        </a:lnTo>
                        <a:lnTo>
                          <a:pt x="809" y="19"/>
                        </a:lnTo>
                        <a:lnTo>
                          <a:pt x="816" y="19"/>
                        </a:lnTo>
                        <a:lnTo>
                          <a:pt x="824" y="20"/>
                        </a:lnTo>
                        <a:lnTo>
                          <a:pt x="832" y="23"/>
                        </a:lnTo>
                        <a:lnTo>
                          <a:pt x="839" y="23"/>
                        </a:lnTo>
                        <a:lnTo>
                          <a:pt x="846" y="24"/>
                        </a:lnTo>
                        <a:lnTo>
                          <a:pt x="853" y="25"/>
                        </a:lnTo>
                        <a:lnTo>
                          <a:pt x="860" y="26"/>
                        </a:lnTo>
                        <a:lnTo>
                          <a:pt x="867" y="27"/>
                        </a:lnTo>
                        <a:lnTo>
                          <a:pt x="876" y="28"/>
                        </a:lnTo>
                        <a:lnTo>
                          <a:pt x="883" y="30"/>
                        </a:lnTo>
                        <a:lnTo>
                          <a:pt x="890" y="31"/>
                        </a:lnTo>
                        <a:lnTo>
                          <a:pt x="897" y="32"/>
                        </a:lnTo>
                        <a:lnTo>
                          <a:pt x="904" y="34"/>
                        </a:lnTo>
                        <a:lnTo>
                          <a:pt x="912" y="36"/>
                        </a:lnTo>
                        <a:lnTo>
                          <a:pt x="916" y="39"/>
                        </a:lnTo>
                        <a:lnTo>
                          <a:pt x="919" y="44"/>
                        </a:lnTo>
                        <a:lnTo>
                          <a:pt x="923" y="49"/>
                        </a:lnTo>
                        <a:lnTo>
                          <a:pt x="928" y="52"/>
                        </a:lnTo>
                        <a:lnTo>
                          <a:pt x="931" y="57"/>
                        </a:lnTo>
                        <a:lnTo>
                          <a:pt x="934" y="62"/>
                        </a:lnTo>
                        <a:lnTo>
                          <a:pt x="938" y="65"/>
                        </a:lnTo>
                        <a:lnTo>
                          <a:pt x="943" y="70"/>
                        </a:lnTo>
                        <a:lnTo>
                          <a:pt x="940" y="75"/>
                        </a:lnTo>
                        <a:lnTo>
                          <a:pt x="936" y="78"/>
                        </a:lnTo>
                        <a:lnTo>
                          <a:pt x="934" y="83"/>
                        </a:lnTo>
                        <a:lnTo>
                          <a:pt x="931" y="88"/>
                        </a:lnTo>
                        <a:lnTo>
                          <a:pt x="929" y="91"/>
                        </a:lnTo>
                        <a:lnTo>
                          <a:pt x="927" y="95"/>
                        </a:lnTo>
                        <a:lnTo>
                          <a:pt x="925" y="101"/>
                        </a:lnTo>
                        <a:lnTo>
                          <a:pt x="923" y="106"/>
                        </a:lnTo>
                        <a:lnTo>
                          <a:pt x="918" y="106"/>
                        </a:lnTo>
                        <a:lnTo>
                          <a:pt x="915" y="106"/>
                        </a:lnTo>
                        <a:lnTo>
                          <a:pt x="911" y="106"/>
                        </a:lnTo>
                        <a:lnTo>
                          <a:pt x="906" y="106"/>
                        </a:lnTo>
                        <a:lnTo>
                          <a:pt x="902" y="106"/>
                        </a:lnTo>
                        <a:lnTo>
                          <a:pt x="898" y="106"/>
                        </a:lnTo>
                        <a:lnTo>
                          <a:pt x="893" y="106"/>
                        </a:lnTo>
                        <a:lnTo>
                          <a:pt x="889" y="106"/>
                        </a:lnTo>
                        <a:lnTo>
                          <a:pt x="885" y="106"/>
                        </a:lnTo>
                        <a:lnTo>
                          <a:pt x="880" y="106"/>
                        </a:lnTo>
                        <a:lnTo>
                          <a:pt x="876" y="106"/>
                        </a:lnTo>
                        <a:lnTo>
                          <a:pt x="872" y="106"/>
                        </a:lnTo>
                        <a:lnTo>
                          <a:pt x="867" y="106"/>
                        </a:lnTo>
                        <a:lnTo>
                          <a:pt x="864" y="106"/>
                        </a:lnTo>
                        <a:lnTo>
                          <a:pt x="859" y="106"/>
                        </a:lnTo>
                        <a:lnTo>
                          <a:pt x="855" y="106"/>
                        </a:lnTo>
                        <a:lnTo>
                          <a:pt x="851" y="104"/>
                        </a:lnTo>
                        <a:lnTo>
                          <a:pt x="847" y="104"/>
                        </a:lnTo>
                        <a:lnTo>
                          <a:pt x="842" y="103"/>
                        </a:lnTo>
                        <a:lnTo>
                          <a:pt x="838" y="103"/>
                        </a:lnTo>
                        <a:lnTo>
                          <a:pt x="834" y="103"/>
                        </a:lnTo>
                        <a:lnTo>
                          <a:pt x="829" y="102"/>
                        </a:lnTo>
                        <a:lnTo>
                          <a:pt x="826" y="102"/>
                        </a:lnTo>
                        <a:lnTo>
                          <a:pt x="822" y="102"/>
                        </a:lnTo>
                        <a:lnTo>
                          <a:pt x="817" y="101"/>
                        </a:lnTo>
                        <a:lnTo>
                          <a:pt x="814" y="101"/>
                        </a:lnTo>
                        <a:lnTo>
                          <a:pt x="809" y="100"/>
                        </a:lnTo>
                        <a:lnTo>
                          <a:pt x="806" y="100"/>
                        </a:lnTo>
                        <a:lnTo>
                          <a:pt x="801" y="100"/>
                        </a:lnTo>
                        <a:lnTo>
                          <a:pt x="797" y="99"/>
                        </a:lnTo>
                        <a:lnTo>
                          <a:pt x="792" y="99"/>
                        </a:lnTo>
                        <a:lnTo>
                          <a:pt x="789" y="99"/>
                        </a:lnTo>
                        <a:lnTo>
                          <a:pt x="784" y="97"/>
                        </a:lnTo>
                        <a:lnTo>
                          <a:pt x="781" y="97"/>
                        </a:lnTo>
                        <a:lnTo>
                          <a:pt x="776" y="96"/>
                        </a:lnTo>
                        <a:lnTo>
                          <a:pt x="772" y="95"/>
                        </a:lnTo>
                        <a:lnTo>
                          <a:pt x="768" y="95"/>
                        </a:lnTo>
                        <a:lnTo>
                          <a:pt x="764" y="95"/>
                        </a:lnTo>
                        <a:lnTo>
                          <a:pt x="759" y="94"/>
                        </a:lnTo>
                        <a:lnTo>
                          <a:pt x="756" y="94"/>
                        </a:lnTo>
                        <a:lnTo>
                          <a:pt x="751" y="93"/>
                        </a:lnTo>
                        <a:lnTo>
                          <a:pt x="746" y="93"/>
                        </a:lnTo>
                        <a:lnTo>
                          <a:pt x="743" y="93"/>
                        </a:lnTo>
                        <a:lnTo>
                          <a:pt x="739" y="93"/>
                        </a:lnTo>
                        <a:lnTo>
                          <a:pt x="734" y="91"/>
                        </a:lnTo>
                        <a:lnTo>
                          <a:pt x="731" y="91"/>
                        </a:lnTo>
                        <a:lnTo>
                          <a:pt x="726" y="91"/>
                        </a:lnTo>
                        <a:lnTo>
                          <a:pt x="722" y="91"/>
                        </a:lnTo>
                        <a:lnTo>
                          <a:pt x="719" y="90"/>
                        </a:lnTo>
                        <a:lnTo>
                          <a:pt x="713" y="90"/>
                        </a:lnTo>
                        <a:lnTo>
                          <a:pt x="709" y="90"/>
                        </a:lnTo>
                        <a:lnTo>
                          <a:pt x="706" y="90"/>
                        </a:lnTo>
                        <a:lnTo>
                          <a:pt x="701" y="89"/>
                        </a:lnTo>
                        <a:lnTo>
                          <a:pt x="696" y="89"/>
                        </a:lnTo>
                        <a:lnTo>
                          <a:pt x="693" y="89"/>
                        </a:lnTo>
                        <a:lnTo>
                          <a:pt x="688" y="89"/>
                        </a:lnTo>
                        <a:lnTo>
                          <a:pt x="684" y="89"/>
                        </a:lnTo>
                        <a:lnTo>
                          <a:pt x="680" y="89"/>
                        </a:lnTo>
                        <a:lnTo>
                          <a:pt x="675" y="89"/>
                        </a:lnTo>
                        <a:lnTo>
                          <a:pt x="671" y="89"/>
                        </a:lnTo>
                        <a:lnTo>
                          <a:pt x="667" y="89"/>
                        </a:lnTo>
                        <a:lnTo>
                          <a:pt x="663" y="89"/>
                        </a:lnTo>
                        <a:lnTo>
                          <a:pt x="658" y="89"/>
                        </a:lnTo>
                        <a:lnTo>
                          <a:pt x="655" y="90"/>
                        </a:lnTo>
                        <a:lnTo>
                          <a:pt x="650" y="89"/>
                        </a:lnTo>
                        <a:lnTo>
                          <a:pt x="645" y="88"/>
                        </a:lnTo>
                        <a:lnTo>
                          <a:pt x="641" y="88"/>
                        </a:lnTo>
                        <a:lnTo>
                          <a:pt x="636" y="88"/>
                        </a:lnTo>
                        <a:lnTo>
                          <a:pt x="632" y="87"/>
                        </a:lnTo>
                        <a:lnTo>
                          <a:pt x="628" y="87"/>
                        </a:lnTo>
                        <a:lnTo>
                          <a:pt x="623" y="85"/>
                        </a:lnTo>
                        <a:lnTo>
                          <a:pt x="619" y="85"/>
                        </a:lnTo>
                        <a:lnTo>
                          <a:pt x="614" y="85"/>
                        </a:lnTo>
                        <a:lnTo>
                          <a:pt x="610" y="84"/>
                        </a:lnTo>
                        <a:lnTo>
                          <a:pt x="605" y="84"/>
                        </a:lnTo>
                        <a:lnTo>
                          <a:pt x="600" y="84"/>
                        </a:lnTo>
                        <a:lnTo>
                          <a:pt x="595" y="83"/>
                        </a:lnTo>
                        <a:lnTo>
                          <a:pt x="592" y="83"/>
                        </a:lnTo>
                        <a:lnTo>
                          <a:pt x="587" y="83"/>
                        </a:lnTo>
                        <a:lnTo>
                          <a:pt x="582" y="83"/>
                        </a:lnTo>
                        <a:lnTo>
                          <a:pt x="578" y="82"/>
                        </a:lnTo>
                        <a:lnTo>
                          <a:pt x="573" y="82"/>
                        </a:lnTo>
                        <a:lnTo>
                          <a:pt x="568" y="81"/>
                        </a:lnTo>
                        <a:lnTo>
                          <a:pt x="563" y="81"/>
                        </a:lnTo>
                        <a:lnTo>
                          <a:pt x="559" y="81"/>
                        </a:lnTo>
                        <a:lnTo>
                          <a:pt x="554" y="81"/>
                        </a:lnTo>
                        <a:lnTo>
                          <a:pt x="549" y="81"/>
                        </a:lnTo>
                        <a:lnTo>
                          <a:pt x="544" y="81"/>
                        </a:lnTo>
                        <a:lnTo>
                          <a:pt x="540" y="81"/>
                        </a:lnTo>
                        <a:lnTo>
                          <a:pt x="536" y="81"/>
                        </a:lnTo>
                        <a:lnTo>
                          <a:pt x="531" y="81"/>
                        </a:lnTo>
                        <a:lnTo>
                          <a:pt x="525" y="81"/>
                        </a:lnTo>
                        <a:lnTo>
                          <a:pt x="521" y="81"/>
                        </a:lnTo>
                        <a:lnTo>
                          <a:pt x="516" y="81"/>
                        </a:lnTo>
                        <a:lnTo>
                          <a:pt x="512" y="81"/>
                        </a:lnTo>
                        <a:lnTo>
                          <a:pt x="508" y="82"/>
                        </a:lnTo>
                        <a:lnTo>
                          <a:pt x="501" y="81"/>
                        </a:lnTo>
                        <a:lnTo>
                          <a:pt x="493" y="81"/>
                        </a:lnTo>
                        <a:lnTo>
                          <a:pt x="485" y="81"/>
                        </a:lnTo>
                        <a:lnTo>
                          <a:pt x="479" y="81"/>
                        </a:lnTo>
                        <a:lnTo>
                          <a:pt x="472" y="80"/>
                        </a:lnTo>
                        <a:lnTo>
                          <a:pt x="465" y="80"/>
                        </a:lnTo>
                        <a:lnTo>
                          <a:pt x="458" y="80"/>
                        </a:lnTo>
                        <a:lnTo>
                          <a:pt x="451" y="80"/>
                        </a:lnTo>
                        <a:lnTo>
                          <a:pt x="444" y="78"/>
                        </a:lnTo>
                        <a:lnTo>
                          <a:pt x="438" y="78"/>
                        </a:lnTo>
                        <a:lnTo>
                          <a:pt x="429" y="78"/>
                        </a:lnTo>
                        <a:lnTo>
                          <a:pt x="422" y="78"/>
                        </a:lnTo>
                        <a:lnTo>
                          <a:pt x="415" y="78"/>
                        </a:lnTo>
                        <a:lnTo>
                          <a:pt x="409" y="78"/>
                        </a:lnTo>
                        <a:lnTo>
                          <a:pt x="402" y="78"/>
                        </a:lnTo>
                        <a:lnTo>
                          <a:pt x="395" y="78"/>
                        </a:lnTo>
                        <a:lnTo>
                          <a:pt x="387" y="78"/>
                        </a:lnTo>
                        <a:lnTo>
                          <a:pt x="381" y="78"/>
                        </a:lnTo>
                        <a:lnTo>
                          <a:pt x="374" y="78"/>
                        </a:lnTo>
                        <a:lnTo>
                          <a:pt x="366" y="78"/>
                        </a:lnTo>
                        <a:lnTo>
                          <a:pt x="359" y="78"/>
                        </a:lnTo>
                        <a:lnTo>
                          <a:pt x="352" y="78"/>
                        </a:lnTo>
                        <a:lnTo>
                          <a:pt x="345" y="80"/>
                        </a:lnTo>
                        <a:lnTo>
                          <a:pt x="339" y="80"/>
                        </a:lnTo>
                        <a:lnTo>
                          <a:pt x="331" y="80"/>
                        </a:lnTo>
                        <a:lnTo>
                          <a:pt x="325" y="80"/>
                        </a:lnTo>
                        <a:lnTo>
                          <a:pt x="318" y="81"/>
                        </a:lnTo>
                        <a:lnTo>
                          <a:pt x="311" y="81"/>
                        </a:lnTo>
                        <a:lnTo>
                          <a:pt x="304" y="81"/>
                        </a:lnTo>
                        <a:lnTo>
                          <a:pt x="298" y="82"/>
                        </a:lnTo>
                        <a:lnTo>
                          <a:pt x="291" y="82"/>
                        </a:lnTo>
                        <a:lnTo>
                          <a:pt x="283" y="83"/>
                        </a:lnTo>
                        <a:lnTo>
                          <a:pt x="276" y="83"/>
                        </a:lnTo>
                        <a:lnTo>
                          <a:pt x="269" y="83"/>
                        </a:lnTo>
                        <a:lnTo>
                          <a:pt x="263" y="84"/>
                        </a:lnTo>
                        <a:lnTo>
                          <a:pt x="256" y="84"/>
                        </a:lnTo>
                        <a:lnTo>
                          <a:pt x="249" y="85"/>
                        </a:lnTo>
                        <a:lnTo>
                          <a:pt x="242" y="85"/>
                        </a:lnTo>
                        <a:lnTo>
                          <a:pt x="235" y="87"/>
                        </a:lnTo>
                        <a:lnTo>
                          <a:pt x="229" y="88"/>
                        </a:lnTo>
                        <a:lnTo>
                          <a:pt x="222" y="88"/>
                        </a:lnTo>
                        <a:lnTo>
                          <a:pt x="215" y="89"/>
                        </a:lnTo>
                        <a:lnTo>
                          <a:pt x="208" y="90"/>
                        </a:lnTo>
                        <a:lnTo>
                          <a:pt x="202" y="90"/>
                        </a:lnTo>
                        <a:lnTo>
                          <a:pt x="194" y="91"/>
                        </a:lnTo>
                        <a:lnTo>
                          <a:pt x="187" y="93"/>
                        </a:lnTo>
                        <a:lnTo>
                          <a:pt x="181" y="94"/>
                        </a:lnTo>
                        <a:lnTo>
                          <a:pt x="174" y="95"/>
                        </a:lnTo>
                        <a:lnTo>
                          <a:pt x="167" y="95"/>
                        </a:lnTo>
                        <a:lnTo>
                          <a:pt x="161" y="96"/>
                        </a:lnTo>
                        <a:lnTo>
                          <a:pt x="154" y="97"/>
                        </a:lnTo>
                        <a:lnTo>
                          <a:pt x="147" y="99"/>
                        </a:lnTo>
                        <a:lnTo>
                          <a:pt x="141" y="100"/>
                        </a:lnTo>
                        <a:lnTo>
                          <a:pt x="134" y="101"/>
                        </a:lnTo>
                        <a:lnTo>
                          <a:pt x="127" y="103"/>
                        </a:lnTo>
                        <a:lnTo>
                          <a:pt x="121" y="104"/>
                        </a:lnTo>
                        <a:lnTo>
                          <a:pt x="114" y="106"/>
                        </a:lnTo>
                        <a:lnTo>
                          <a:pt x="108" y="107"/>
                        </a:lnTo>
                        <a:lnTo>
                          <a:pt x="101" y="108"/>
                        </a:lnTo>
                        <a:lnTo>
                          <a:pt x="95" y="110"/>
                        </a:lnTo>
                        <a:lnTo>
                          <a:pt x="88" y="112"/>
                        </a:lnTo>
                        <a:lnTo>
                          <a:pt x="82" y="113"/>
                        </a:lnTo>
                        <a:lnTo>
                          <a:pt x="76" y="115"/>
                        </a:lnTo>
                        <a:lnTo>
                          <a:pt x="69" y="116"/>
                        </a:lnTo>
                        <a:lnTo>
                          <a:pt x="65" y="115"/>
                        </a:lnTo>
                        <a:lnTo>
                          <a:pt x="62" y="115"/>
                        </a:lnTo>
                        <a:lnTo>
                          <a:pt x="58" y="114"/>
                        </a:lnTo>
                        <a:lnTo>
                          <a:pt x="56" y="114"/>
                        </a:lnTo>
                        <a:lnTo>
                          <a:pt x="52" y="113"/>
                        </a:lnTo>
                        <a:lnTo>
                          <a:pt x="49" y="113"/>
                        </a:lnTo>
                        <a:lnTo>
                          <a:pt x="45" y="113"/>
                        </a:lnTo>
                        <a:lnTo>
                          <a:pt x="43" y="113"/>
                        </a:lnTo>
                        <a:lnTo>
                          <a:pt x="39" y="113"/>
                        </a:lnTo>
                        <a:lnTo>
                          <a:pt x="37" y="113"/>
                        </a:lnTo>
                        <a:lnTo>
                          <a:pt x="33" y="113"/>
                        </a:lnTo>
                        <a:lnTo>
                          <a:pt x="31" y="113"/>
                        </a:lnTo>
                        <a:lnTo>
                          <a:pt x="27" y="113"/>
                        </a:lnTo>
                        <a:lnTo>
                          <a:pt x="25" y="113"/>
                        </a:lnTo>
                        <a:lnTo>
                          <a:pt x="22" y="113"/>
                        </a:lnTo>
                        <a:lnTo>
                          <a:pt x="19" y="113"/>
                        </a:lnTo>
                        <a:lnTo>
                          <a:pt x="18" y="109"/>
                        </a:lnTo>
                        <a:lnTo>
                          <a:pt x="16" y="107"/>
                        </a:lnTo>
                        <a:lnTo>
                          <a:pt x="15" y="103"/>
                        </a:lnTo>
                        <a:lnTo>
                          <a:pt x="14" y="101"/>
                        </a:lnTo>
                        <a:lnTo>
                          <a:pt x="12" y="95"/>
                        </a:lnTo>
                        <a:lnTo>
                          <a:pt x="9" y="91"/>
                        </a:lnTo>
                        <a:lnTo>
                          <a:pt x="7" y="87"/>
                        </a:lnTo>
                        <a:lnTo>
                          <a:pt x="5" y="83"/>
                        </a:lnTo>
                        <a:lnTo>
                          <a:pt x="2" y="78"/>
                        </a:lnTo>
                        <a:lnTo>
                          <a:pt x="0" y="75"/>
                        </a:lnTo>
                        <a:lnTo>
                          <a:pt x="2" y="70"/>
                        </a:lnTo>
                        <a:lnTo>
                          <a:pt x="6" y="68"/>
                        </a:lnTo>
                        <a:lnTo>
                          <a:pt x="8" y="64"/>
                        </a:lnTo>
                        <a:lnTo>
                          <a:pt x="12" y="61"/>
                        </a:lnTo>
                        <a:lnTo>
                          <a:pt x="14" y="58"/>
                        </a:lnTo>
                        <a:lnTo>
                          <a:pt x="18" y="55"/>
                        </a:lnTo>
                        <a:lnTo>
                          <a:pt x="21" y="52"/>
                        </a:lnTo>
                        <a:lnTo>
                          <a:pt x="25" y="51"/>
                        </a:lnTo>
                        <a:lnTo>
                          <a:pt x="27" y="49"/>
                        </a:lnTo>
                        <a:lnTo>
                          <a:pt x="31" y="46"/>
                        </a:lnTo>
                        <a:lnTo>
                          <a:pt x="34" y="44"/>
                        </a:lnTo>
                        <a:lnTo>
                          <a:pt x="38" y="43"/>
                        </a:lnTo>
                        <a:lnTo>
                          <a:pt x="41" y="40"/>
                        </a:lnTo>
                        <a:lnTo>
                          <a:pt x="45" y="39"/>
                        </a:lnTo>
                        <a:lnTo>
                          <a:pt x="49" y="38"/>
                        </a:lnTo>
                        <a:lnTo>
                          <a:pt x="53" y="37"/>
                        </a:lnTo>
                        <a:lnTo>
                          <a:pt x="56" y="34"/>
                        </a:lnTo>
                        <a:lnTo>
                          <a:pt x="60" y="33"/>
                        </a:lnTo>
                        <a:lnTo>
                          <a:pt x="64" y="32"/>
                        </a:lnTo>
                        <a:lnTo>
                          <a:pt x="67" y="31"/>
                        </a:lnTo>
                        <a:lnTo>
                          <a:pt x="71" y="30"/>
                        </a:lnTo>
                        <a:lnTo>
                          <a:pt x="76" y="30"/>
                        </a:lnTo>
                        <a:lnTo>
                          <a:pt x="79" y="28"/>
                        </a:lnTo>
                        <a:lnTo>
                          <a:pt x="83" y="27"/>
                        </a:lnTo>
                        <a:lnTo>
                          <a:pt x="88" y="27"/>
                        </a:lnTo>
                        <a:lnTo>
                          <a:pt x="91" y="26"/>
                        </a:lnTo>
                        <a:lnTo>
                          <a:pt x="95" y="25"/>
                        </a:lnTo>
                        <a:lnTo>
                          <a:pt x="98" y="25"/>
                        </a:lnTo>
                        <a:lnTo>
                          <a:pt x="103" y="25"/>
                        </a:lnTo>
                        <a:lnTo>
                          <a:pt x="107" y="25"/>
                        </a:lnTo>
                        <a:lnTo>
                          <a:pt x="111" y="24"/>
                        </a:lnTo>
                        <a:lnTo>
                          <a:pt x="116" y="24"/>
                        </a:lnTo>
                        <a:lnTo>
                          <a:pt x="120" y="23"/>
                        </a:lnTo>
                        <a:lnTo>
                          <a:pt x="123" y="23"/>
                        </a:lnTo>
                        <a:lnTo>
                          <a:pt x="127" y="23"/>
                        </a:lnTo>
                        <a:lnTo>
                          <a:pt x="132" y="23"/>
                        </a:lnTo>
                        <a:lnTo>
                          <a:pt x="135" y="23"/>
                        </a:lnTo>
                        <a:lnTo>
                          <a:pt x="140" y="21"/>
                        </a:lnTo>
                        <a:lnTo>
                          <a:pt x="143" y="21"/>
                        </a:lnTo>
                        <a:lnTo>
                          <a:pt x="148" y="21"/>
                        </a:lnTo>
                        <a:lnTo>
                          <a:pt x="152" y="20"/>
                        </a:lnTo>
                        <a:lnTo>
                          <a:pt x="156" y="20"/>
                        </a:lnTo>
                        <a:lnTo>
                          <a:pt x="161" y="20"/>
                        </a:lnTo>
                        <a:lnTo>
                          <a:pt x="165" y="20"/>
                        </a:lnTo>
                        <a:lnTo>
                          <a:pt x="170" y="19"/>
                        </a:lnTo>
                        <a:lnTo>
                          <a:pt x="173" y="19"/>
                        </a:lnTo>
                        <a:lnTo>
                          <a:pt x="177" y="19"/>
                        </a:lnTo>
                        <a:lnTo>
                          <a:pt x="181" y="19"/>
                        </a:lnTo>
                        <a:lnTo>
                          <a:pt x="186" y="19"/>
                        </a:lnTo>
                        <a:lnTo>
                          <a:pt x="190" y="19"/>
                        </a:lnTo>
                        <a:lnTo>
                          <a:pt x="194" y="18"/>
                        </a:lnTo>
                        <a:lnTo>
                          <a:pt x="198" y="18"/>
                        </a:lnTo>
                        <a:lnTo>
                          <a:pt x="202" y="17"/>
                        </a:lnTo>
                        <a:lnTo>
                          <a:pt x="206" y="17"/>
                        </a:lnTo>
                        <a:lnTo>
                          <a:pt x="210" y="15"/>
                        </a:lnTo>
                        <a:lnTo>
                          <a:pt x="215" y="15"/>
                        </a:lnTo>
                        <a:lnTo>
                          <a:pt x="218" y="14"/>
                        </a:lnTo>
                        <a:lnTo>
                          <a:pt x="222" y="14"/>
                        </a:lnTo>
                        <a:lnTo>
                          <a:pt x="225" y="13"/>
                        </a:lnTo>
                        <a:lnTo>
                          <a:pt x="230" y="12"/>
                        </a:lnTo>
                        <a:lnTo>
                          <a:pt x="234" y="12"/>
                        </a:lnTo>
                        <a:lnTo>
                          <a:pt x="237" y="11"/>
                        </a:lnTo>
                        <a:lnTo>
                          <a:pt x="242" y="9"/>
                        </a:lnTo>
                        <a:lnTo>
                          <a:pt x="245" y="9"/>
                        </a:lnTo>
                        <a:lnTo>
                          <a:pt x="249" y="7"/>
                        </a:lnTo>
                        <a:lnTo>
                          <a:pt x="251" y="7"/>
                        </a:lnTo>
                        <a:lnTo>
                          <a:pt x="255" y="7"/>
                        </a:lnTo>
                        <a:lnTo>
                          <a:pt x="257" y="7"/>
                        </a:lnTo>
                        <a:lnTo>
                          <a:pt x="260" y="7"/>
                        </a:lnTo>
                        <a:lnTo>
                          <a:pt x="263" y="6"/>
                        </a:lnTo>
                        <a:lnTo>
                          <a:pt x="266" y="6"/>
                        </a:lnTo>
                        <a:lnTo>
                          <a:pt x="269" y="6"/>
                        </a:lnTo>
                        <a:lnTo>
                          <a:pt x="272" y="5"/>
                        </a:lnTo>
                        <a:lnTo>
                          <a:pt x="275" y="5"/>
                        </a:lnTo>
                        <a:lnTo>
                          <a:pt x="278" y="5"/>
                        </a:lnTo>
                        <a:lnTo>
                          <a:pt x="281" y="5"/>
                        </a:lnTo>
                        <a:lnTo>
                          <a:pt x="283" y="5"/>
                        </a:lnTo>
                        <a:lnTo>
                          <a:pt x="287" y="5"/>
                        </a:lnTo>
                        <a:lnTo>
                          <a:pt x="289" y="5"/>
                        </a:lnTo>
                        <a:lnTo>
                          <a:pt x="293" y="5"/>
                        </a:lnTo>
                        <a:lnTo>
                          <a:pt x="295" y="5"/>
                        </a:lnTo>
                        <a:lnTo>
                          <a:pt x="298" y="5"/>
                        </a:lnTo>
                        <a:lnTo>
                          <a:pt x="301" y="5"/>
                        </a:lnTo>
                        <a:lnTo>
                          <a:pt x="304" y="5"/>
                        </a:lnTo>
                        <a:lnTo>
                          <a:pt x="307" y="5"/>
                        </a:lnTo>
                        <a:lnTo>
                          <a:pt x="311" y="5"/>
                        </a:lnTo>
                        <a:lnTo>
                          <a:pt x="313" y="5"/>
                        </a:lnTo>
                        <a:lnTo>
                          <a:pt x="315" y="5"/>
                        </a:lnTo>
                        <a:lnTo>
                          <a:pt x="319" y="5"/>
                        </a:lnTo>
                        <a:lnTo>
                          <a:pt x="321" y="5"/>
                        </a:lnTo>
                        <a:lnTo>
                          <a:pt x="325" y="5"/>
                        </a:lnTo>
                        <a:lnTo>
                          <a:pt x="329" y="5"/>
                        </a:lnTo>
                        <a:lnTo>
                          <a:pt x="331" y="5"/>
                        </a:lnTo>
                        <a:lnTo>
                          <a:pt x="333" y="5"/>
                        </a:lnTo>
                        <a:lnTo>
                          <a:pt x="337" y="5"/>
                        </a:lnTo>
                        <a:lnTo>
                          <a:pt x="340" y="6"/>
                        </a:lnTo>
                        <a:lnTo>
                          <a:pt x="343" y="5"/>
                        </a:lnTo>
                        <a:lnTo>
                          <a:pt x="346" y="5"/>
                        </a:lnTo>
                        <a:lnTo>
                          <a:pt x="349" y="5"/>
                        </a:lnTo>
                        <a:lnTo>
                          <a:pt x="351" y="5"/>
                        </a:lnTo>
                        <a:lnTo>
                          <a:pt x="355" y="5"/>
                        </a:lnTo>
                        <a:lnTo>
                          <a:pt x="357" y="5"/>
                        </a:lnTo>
                        <a:lnTo>
                          <a:pt x="361" y="5"/>
                        </a:lnTo>
                        <a:lnTo>
                          <a:pt x="364" y="5"/>
                        </a:lnTo>
                        <a:lnTo>
                          <a:pt x="366" y="5"/>
                        </a:lnTo>
                        <a:lnTo>
                          <a:pt x="369" y="5"/>
                        </a:lnTo>
                        <a:lnTo>
                          <a:pt x="371" y="5"/>
                        </a:lnTo>
                        <a:lnTo>
                          <a:pt x="376" y="5"/>
                        </a:lnTo>
                        <a:lnTo>
                          <a:pt x="378" y="5"/>
                        </a:lnTo>
                        <a:lnTo>
                          <a:pt x="382" y="5"/>
                        </a:lnTo>
                        <a:lnTo>
                          <a:pt x="384" y="5"/>
                        </a:lnTo>
                        <a:lnTo>
                          <a:pt x="387" y="5"/>
                        </a:lnTo>
                        <a:lnTo>
                          <a:pt x="390" y="5"/>
                        </a:lnTo>
                        <a:lnTo>
                          <a:pt x="394" y="5"/>
                        </a:lnTo>
                        <a:lnTo>
                          <a:pt x="396" y="5"/>
                        </a:lnTo>
                        <a:lnTo>
                          <a:pt x="400" y="5"/>
                        </a:lnTo>
                        <a:lnTo>
                          <a:pt x="402" y="5"/>
                        </a:lnTo>
                        <a:lnTo>
                          <a:pt x="404" y="5"/>
                        </a:lnTo>
                        <a:lnTo>
                          <a:pt x="407" y="4"/>
                        </a:lnTo>
                        <a:lnTo>
                          <a:pt x="410" y="4"/>
                        </a:lnTo>
                        <a:lnTo>
                          <a:pt x="414" y="2"/>
                        </a:lnTo>
                        <a:lnTo>
                          <a:pt x="418" y="2"/>
                        </a:lnTo>
                        <a:lnTo>
                          <a:pt x="420" y="1"/>
                        </a:lnTo>
                        <a:lnTo>
                          <a:pt x="422" y="1"/>
                        </a:lnTo>
                        <a:lnTo>
                          <a:pt x="426" y="1"/>
                        </a:lnTo>
                        <a:lnTo>
                          <a:pt x="428" y="1"/>
                        </a:lnTo>
                        <a:lnTo>
                          <a:pt x="432" y="0"/>
                        </a:lnTo>
                        <a:lnTo>
                          <a:pt x="435"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84" name="Freeform 226"/>
                  <p:cNvSpPr/>
                  <p:nvPr/>
                </p:nvSpPr>
                <p:spPr bwMode="auto">
                  <a:xfrm>
                    <a:off x="5406" y="1602"/>
                    <a:ext cx="36" cy="166"/>
                  </a:xfrm>
                  <a:custGeom>
                    <a:avLst/>
                    <a:gdLst>
                      <a:gd name="T0" fmla="*/ 0 w 107"/>
                      <a:gd name="T1" fmla="*/ 0 h 499"/>
                      <a:gd name="T2" fmla="*/ 0 w 107"/>
                      <a:gd name="T3" fmla="*/ 0 h 499"/>
                      <a:gd name="T4" fmla="*/ 0 w 107"/>
                      <a:gd name="T5" fmla="*/ 0 h 499"/>
                      <a:gd name="T6" fmla="*/ 0 w 107"/>
                      <a:gd name="T7" fmla="*/ 0 h 499"/>
                      <a:gd name="T8" fmla="*/ 0 w 107"/>
                      <a:gd name="T9" fmla="*/ 0 h 499"/>
                      <a:gd name="T10" fmla="*/ 0 w 107"/>
                      <a:gd name="T11" fmla="*/ 0 h 499"/>
                      <a:gd name="T12" fmla="*/ 0 w 107"/>
                      <a:gd name="T13" fmla="*/ 0 h 499"/>
                      <a:gd name="T14" fmla="*/ 0 w 107"/>
                      <a:gd name="T15" fmla="*/ 0 h 499"/>
                      <a:gd name="T16" fmla="*/ 0 w 107"/>
                      <a:gd name="T17" fmla="*/ 0 h 499"/>
                      <a:gd name="T18" fmla="*/ 0 w 107"/>
                      <a:gd name="T19" fmla="*/ 0 h 499"/>
                      <a:gd name="T20" fmla="*/ 0 w 107"/>
                      <a:gd name="T21" fmla="*/ 0 h 499"/>
                      <a:gd name="T22" fmla="*/ 0 w 107"/>
                      <a:gd name="T23" fmla="*/ 0 h 499"/>
                      <a:gd name="T24" fmla="*/ 0 w 107"/>
                      <a:gd name="T25" fmla="*/ 0 h 499"/>
                      <a:gd name="T26" fmla="*/ 0 w 107"/>
                      <a:gd name="T27" fmla="*/ 0 h 499"/>
                      <a:gd name="T28" fmla="*/ 0 w 107"/>
                      <a:gd name="T29" fmla="*/ 0 h 499"/>
                      <a:gd name="T30" fmla="*/ 0 w 107"/>
                      <a:gd name="T31" fmla="*/ 0 h 499"/>
                      <a:gd name="T32" fmla="*/ 0 w 107"/>
                      <a:gd name="T33" fmla="*/ 0 h 499"/>
                      <a:gd name="T34" fmla="*/ 0 w 107"/>
                      <a:gd name="T35" fmla="*/ 0 h 499"/>
                      <a:gd name="T36" fmla="*/ 0 w 107"/>
                      <a:gd name="T37" fmla="*/ 0 h 499"/>
                      <a:gd name="T38" fmla="*/ 0 w 107"/>
                      <a:gd name="T39" fmla="*/ 0 h 499"/>
                      <a:gd name="T40" fmla="*/ 0 w 107"/>
                      <a:gd name="T41" fmla="*/ 0 h 499"/>
                      <a:gd name="T42" fmla="*/ 0 w 107"/>
                      <a:gd name="T43" fmla="*/ 0 h 499"/>
                      <a:gd name="T44" fmla="*/ 0 w 107"/>
                      <a:gd name="T45" fmla="*/ 0 h 499"/>
                      <a:gd name="T46" fmla="*/ 0 w 107"/>
                      <a:gd name="T47" fmla="*/ 0 h 499"/>
                      <a:gd name="T48" fmla="*/ 0 w 107"/>
                      <a:gd name="T49" fmla="*/ 0 h 499"/>
                      <a:gd name="T50" fmla="*/ 0 w 107"/>
                      <a:gd name="T51" fmla="*/ 0 h 499"/>
                      <a:gd name="T52" fmla="*/ 0 w 107"/>
                      <a:gd name="T53" fmla="*/ 0 h 499"/>
                      <a:gd name="T54" fmla="*/ 0 w 107"/>
                      <a:gd name="T55" fmla="*/ 0 h 499"/>
                      <a:gd name="T56" fmla="*/ 0 w 107"/>
                      <a:gd name="T57" fmla="*/ 0 h 499"/>
                      <a:gd name="T58" fmla="*/ 0 w 107"/>
                      <a:gd name="T59" fmla="*/ 0 h 499"/>
                      <a:gd name="T60" fmla="*/ 0 w 107"/>
                      <a:gd name="T61" fmla="*/ 0 h 499"/>
                      <a:gd name="T62" fmla="*/ 0 w 107"/>
                      <a:gd name="T63" fmla="*/ 0 h 499"/>
                      <a:gd name="T64" fmla="*/ 0 w 107"/>
                      <a:gd name="T65" fmla="*/ 0 h 499"/>
                      <a:gd name="T66" fmla="*/ 0 w 107"/>
                      <a:gd name="T67" fmla="*/ 0 h 499"/>
                      <a:gd name="T68" fmla="*/ 0 w 107"/>
                      <a:gd name="T69" fmla="*/ 0 h 499"/>
                      <a:gd name="T70" fmla="*/ 0 w 107"/>
                      <a:gd name="T71" fmla="*/ 0 h 499"/>
                      <a:gd name="T72" fmla="*/ 0 w 107"/>
                      <a:gd name="T73" fmla="*/ 0 h 499"/>
                      <a:gd name="T74" fmla="*/ 0 w 107"/>
                      <a:gd name="T75" fmla="*/ 0 h 499"/>
                      <a:gd name="T76" fmla="*/ 0 w 107"/>
                      <a:gd name="T77" fmla="*/ 0 h 499"/>
                      <a:gd name="T78" fmla="*/ 0 w 107"/>
                      <a:gd name="T79" fmla="*/ 0 h 499"/>
                      <a:gd name="T80" fmla="*/ 0 w 107"/>
                      <a:gd name="T81" fmla="*/ 0 h 499"/>
                      <a:gd name="T82" fmla="*/ 0 w 107"/>
                      <a:gd name="T83" fmla="*/ 0 h 499"/>
                      <a:gd name="T84" fmla="*/ 0 w 107"/>
                      <a:gd name="T85" fmla="*/ 0 h 499"/>
                      <a:gd name="T86" fmla="*/ 0 w 107"/>
                      <a:gd name="T87" fmla="*/ 0 h 499"/>
                      <a:gd name="T88" fmla="*/ 0 w 107"/>
                      <a:gd name="T89" fmla="*/ 0 h 499"/>
                      <a:gd name="T90" fmla="*/ 0 w 107"/>
                      <a:gd name="T91" fmla="*/ 0 h 499"/>
                      <a:gd name="T92" fmla="*/ 0 w 107"/>
                      <a:gd name="T93" fmla="*/ 0 h 499"/>
                      <a:gd name="T94" fmla="*/ 0 w 107"/>
                      <a:gd name="T95" fmla="*/ 0 h 499"/>
                      <a:gd name="T96" fmla="*/ 0 w 107"/>
                      <a:gd name="T97" fmla="*/ 0 h 499"/>
                      <a:gd name="T98" fmla="*/ 0 w 107"/>
                      <a:gd name="T99" fmla="*/ 0 h 499"/>
                      <a:gd name="T100" fmla="*/ 0 w 107"/>
                      <a:gd name="T101" fmla="*/ 0 h 499"/>
                      <a:gd name="T102" fmla="*/ 0 w 107"/>
                      <a:gd name="T103" fmla="*/ 0 h 49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7"/>
                      <a:gd name="T157" fmla="*/ 0 h 499"/>
                      <a:gd name="T158" fmla="*/ 107 w 107"/>
                      <a:gd name="T159" fmla="*/ 499 h 49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7" h="499">
                        <a:moveTo>
                          <a:pt x="54" y="0"/>
                        </a:moveTo>
                        <a:lnTo>
                          <a:pt x="57" y="2"/>
                        </a:lnTo>
                        <a:lnTo>
                          <a:pt x="61" y="4"/>
                        </a:lnTo>
                        <a:lnTo>
                          <a:pt x="64" y="5"/>
                        </a:lnTo>
                        <a:lnTo>
                          <a:pt x="69" y="7"/>
                        </a:lnTo>
                        <a:lnTo>
                          <a:pt x="71" y="8"/>
                        </a:lnTo>
                        <a:lnTo>
                          <a:pt x="74" y="11"/>
                        </a:lnTo>
                        <a:lnTo>
                          <a:pt x="76" y="12"/>
                        </a:lnTo>
                        <a:lnTo>
                          <a:pt x="80" y="15"/>
                        </a:lnTo>
                        <a:lnTo>
                          <a:pt x="85" y="19"/>
                        </a:lnTo>
                        <a:lnTo>
                          <a:pt x="88" y="24"/>
                        </a:lnTo>
                        <a:lnTo>
                          <a:pt x="89" y="26"/>
                        </a:lnTo>
                        <a:lnTo>
                          <a:pt x="92" y="30"/>
                        </a:lnTo>
                        <a:lnTo>
                          <a:pt x="92" y="32"/>
                        </a:lnTo>
                        <a:lnTo>
                          <a:pt x="94" y="36"/>
                        </a:lnTo>
                        <a:lnTo>
                          <a:pt x="94" y="38"/>
                        </a:lnTo>
                        <a:lnTo>
                          <a:pt x="95" y="40"/>
                        </a:lnTo>
                        <a:lnTo>
                          <a:pt x="95" y="44"/>
                        </a:lnTo>
                        <a:lnTo>
                          <a:pt x="96" y="46"/>
                        </a:lnTo>
                        <a:lnTo>
                          <a:pt x="96" y="50"/>
                        </a:lnTo>
                        <a:lnTo>
                          <a:pt x="96" y="53"/>
                        </a:lnTo>
                        <a:lnTo>
                          <a:pt x="96" y="56"/>
                        </a:lnTo>
                        <a:lnTo>
                          <a:pt x="98" y="59"/>
                        </a:lnTo>
                        <a:lnTo>
                          <a:pt x="96" y="63"/>
                        </a:lnTo>
                        <a:lnTo>
                          <a:pt x="96" y="65"/>
                        </a:lnTo>
                        <a:lnTo>
                          <a:pt x="96" y="69"/>
                        </a:lnTo>
                        <a:lnTo>
                          <a:pt x="96" y="74"/>
                        </a:lnTo>
                        <a:lnTo>
                          <a:pt x="95" y="76"/>
                        </a:lnTo>
                        <a:lnTo>
                          <a:pt x="95" y="81"/>
                        </a:lnTo>
                        <a:lnTo>
                          <a:pt x="94" y="83"/>
                        </a:lnTo>
                        <a:lnTo>
                          <a:pt x="94" y="88"/>
                        </a:lnTo>
                        <a:lnTo>
                          <a:pt x="93" y="90"/>
                        </a:lnTo>
                        <a:lnTo>
                          <a:pt x="92" y="94"/>
                        </a:lnTo>
                        <a:lnTo>
                          <a:pt x="92" y="97"/>
                        </a:lnTo>
                        <a:lnTo>
                          <a:pt x="90" y="101"/>
                        </a:lnTo>
                        <a:lnTo>
                          <a:pt x="89" y="105"/>
                        </a:lnTo>
                        <a:lnTo>
                          <a:pt x="89" y="108"/>
                        </a:lnTo>
                        <a:lnTo>
                          <a:pt x="87" y="112"/>
                        </a:lnTo>
                        <a:lnTo>
                          <a:pt x="87" y="116"/>
                        </a:lnTo>
                        <a:lnTo>
                          <a:pt x="86" y="119"/>
                        </a:lnTo>
                        <a:lnTo>
                          <a:pt x="85" y="122"/>
                        </a:lnTo>
                        <a:lnTo>
                          <a:pt x="85" y="126"/>
                        </a:lnTo>
                        <a:lnTo>
                          <a:pt x="83" y="129"/>
                        </a:lnTo>
                        <a:lnTo>
                          <a:pt x="82" y="133"/>
                        </a:lnTo>
                        <a:lnTo>
                          <a:pt x="82" y="137"/>
                        </a:lnTo>
                        <a:lnTo>
                          <a:pt x="80" y="140"/>
                        </a:lnTo>
                        <a:lnTo>
                          <a:pt x="80" y="144"/>
                        </a:lnTo>
                        <a:lnTo>
                          <a:pt x="79" y="147"/>
                        </a:lnTo>
                        <a:lnTo>
                          <a:pt x="77" y="151"/>
                        </a:lnTo>
                        <a:lnTo>
                          <a:pt x="76" y="154"/>
                        </a:lnTo>
                        <a:lnTo>
                          <a:pt x="76" y="158"/>
                        </a:lnTo>
                        <a:lnTo>
                          <a:pt x="76" y="162"/>
                        </a:lnTo>
                        <a:lnTo>
                          <a:pt x="76" y="165"/>
                        </a:lnTo>
                        <a:lnTo>
                          <a:pt x="75" y="169"/>
                        </a:lnTo>
                        <a:lnTo>
                          <a:pt x="75" y="172"/>
                        </a:lnTo>
                        <a:lnTo>
                          <a:pt x="74" y="175"/>
                        </a:lnTo>
                        <a:lnTo>
                          <a:pt x="74" y="178"/>
                        </a:lnTo>
                        <a:lnTo>
                          <a:pt x="74" y="182"/>
                        </a:lnTo>
                        <a:lnTo>
                          <a:pt x="75" y="184"/>
                        </a:lnTo>
                        <a:lnTo>
                          <a:pt x="75" y="188"/>
                        </a:lnTo>
                        <a:lnTo>
                          <a:pt x="76" y="191"/>
                        </a:lnTo>
                        <a:lnTo>
                          <a:pt x="76" y="195"/>
                        </a:lnTo>
                        <a:lnTo>
                          <a:pt x="77" y="197"/>
                        </a:lnTo>
                        <a:lnTo>
                          <a:pt x="76" y="202"/>
                        </a:lnTo>
                        <a:lnTo>
                          <a:pt x="76" y="207"/>
                        </a:lnTo>
                        <a:lnTo>
                          <a:pt x="76" y="210"/>
                        </a:lnTo>
                        <a:lnTo>
                          <a:pt x="76" y="215"/>
                        </a:lnTo>
                        <a:lnTo>
                          <a:pt x="75" y="220"/>
                        </a:lnTo>
                        <a:lnTo>
                          <a:pt x="74" y="224"/>
                        </a:lnTo>
                        <a:lnTo>
                          <a:pt x="74" y="228"/>
                        </a:lnTo>
                        <a:lnTo>
                          <a:pt x="74" y="233"/>
                        </a:lnTo>
                        <a:lnTo>
                          <a:pt x="74" y="237"/>
                        </a:lnTo>
                        <a:lnTo>
                          <a:pt x="74" y="241"/>
                        </a:lnTo>
                        <a:lnTo>
                          <a:pt x="74" y="246"/>
                        </a:lnTo>
                        <a:lnTo>
                          <a:pt x="74" y="251"/>
                        </a:lnTo>
                        <a:lnTo>
                          <a:pt x="74" y="255"/>
                        </a:lnTo>
                        <a:lnTo>
                          <a:pt x="74" y="259"/>
                        </a:lnTo>
                        <a:lnTo>
                          <a:pt x="74" y="264"/>
                        </a:lnTo>
                        <a:lnTo>
                          <a:pt x="74" y="268"/>
                        </a:lnTo>
                        <a:lnTo>
                          <a:pt x="74" y="272"/>
                        </a:lnTo>
                        <a:lnTo>
                          <a:pt x="74" y="277"/>
                        </a:lnTo>
                        <a:lnTo>
                          <a:pt x="74" y="281"/>
                        </a:lnTo>
                        <a:lnTo>
                          <a:pt x="74" y="285"/>
                        </a:lnTo>
                        <a:lnTo>
                          <a:pt x="74" y="290"/>
                        </a:lnTo>
                        <a:lnTo>
                          <a:pt x="75" y="293"/>
                        </a:lnTo>
                        <a:lnTo>
                          <a:pt x="76" y="298"/>
                        </a:lnTo>
                        <a:lnTo>
                          <a:pt x="76" y="303"/>
                        </a:lnTo>
                        <a:lnTo>
                          <a:pt x="76" y="306"/>
                        </a:lnTo>
                        <a:lnTo>
                          <a:pt x="76" y="311"/>
                        </a:lnTo>
                        <a:lnTo>
                          <a:pt x="76" y="316"/>
                        </a:lnTo>
                        <a:lnTo>
                          <a:pt x="76" y="319"/>
                        </a:lnTo>
                        <a:lnTo>
                          <a:pt x="77" y="324"/>
                        </a:lnTo>
                        <a:lnTo>
                          <a:pt x="77" y="329"/>
                        </a:lnTo>
                        <a:lnTo>
                          <a:pt x="79" y="332"/>
                        </a:lnTo>
                        <a:lnTo>
                          <a:pt x="79" y="336"/>
                        </a:lnTo>
                        <a:lnTo>
                          <a:pt x="79" y="341"/>
                        </a:lnTo>
                        <a:lnTo>
                          <a:pt x="80" y="346"/>
                        </a:lnTo>
                        <a:lnTo>
                          <a:pt x="80" y="349"/>
                        </a:lnTo>
                        <a:lnTo>
                          <a:pt x="81" y="354"/>
                        </a:lnTo>
                        <a:lnTo>
                          <a:pt x="82" y="357"/>
                        </a:lnTo>
                        <a:lnTo>
                          <a:pt x="82" y="362"/>
                        </a:lnTo>
                        <a:lnTo>
                          <a:pt x="82" y="366"/>
                        </a:lnTo>
                        <a:lnTo>
                          <a:pt x="85" y="369"/>
                        </a:lnTo>
                        <a:lnTo>
                          <a:pt x="85" y="374"/>
                        </a:lnTo>
                        <a:lnTo>
                          <a:pt x="85" y="378"/>
                        </a:lnTo>
                        <a:lnTo>
                          <a:pt x="86" y="382"/>
                        </a:lnTo>
                        <a:lnTo>
                          <a:pt x="87" y="387"/>
                        </a:lnTo>
                        <a:lnTo>
                          <a:pt x="87" y="391"/>
                        </a:lnTo>
                        <a:lnTo>
                          <a:pt x="89" y="395"/>
                        </a:lnTo>
                        <a:lnTo>
                          <a:pt x="89" y="400"/>
                        </a:lnTo>
                        <a:lnTo>
                          <a:pt x="90" y="404"/>
                        </a:lnTo>
                        <a:lnTo>
                          <a:pt x="92" y="407"/>
                        </a:lnTo>
                        <a:lnTo>
                          <a:pt x="92" y="412"/>
                        </a:lnTo>
                        <a:lnTo>
                          <a:pt x="93" y="416"/>
                        </a:lnTo>
                        <a:lnTo>
                          <a:pt x="94" y="420"/>
                        </a:lnTo>
                        <a:lnTo>
                          <a:pt x="94" y="424"/>
                        </a:lnTo>
                        <a:lnTo>
                          <a:pt x="95" y="429"/>
                        </a:lnTo>
                        <a:lnTo>
                          <a:pt x="96" y="433"/>
                        </a:lnTo>
                        <a:lnTo>
                          <a:pt x="98" y="437"/>
                        </a:lnTo>
                        <a:lnTo>
                          <a:pt x="99" y="440"/>
                        </a:lnTo>
                        <a:lnTo>
                          <a:pt x="100" y="445"/>
                        </a:lnTo>
                        <a:lnTo>
                          <a:pt x="101" y="449"/>
                        </a:lnTo>
                        <a:lnTo>
                          <a:pt x="102" y="454"/>
                        </a:lnTo>
                        <a:lnTo>
                          <a:pt x="103" y="458"/>
                        </a:lnTo>
                        <a:lnTo>
                          <a:pt x="105" y="462"/>
                        </a:lnTo>
                        <a:lnTo>
                          <a:pt x="106" y="467"/>
                        </a:lnTo>
                        <a:lnTo>
                          <a:pt x="107" y="471"/>
                        </a:lnTo>
                        <a:lnTo>
                          <a:pt x="103" y="474"/>
                        </a:lnTo>
                        <a:lnTo>
                          <a:pt x="99" y="477"/>
                        </a:lnTo>
                        <a:lnTo>
                          <a:pt x="94" y="481"/>
                        </a:lnTo>
                        <a:lnTo>
                          <a:pt x="90" y="484"/>
                        </a:lnTo>
                        <a:lnTo>
                          <a:pt x="87" y="488"/>
                        </a:lnTo>
                        <a:lnTo>
                          <a:pt x="82" y="492"/>
                        </a:lnTo>
                        <a:lnTo>
                          <a:pt x="77" y="494"/>
                        </a:lnTo>
                        <a:lnTo>
                          <a:pt x="74" y="499"/>
                        </a:lnTo>
                        <a:lnTo>
                          <a:pt x="68" y="495"/>
                        </a:lnTo>
                        <a:lnTo>
                          <a:pt x="64" y="493"/>
                        </a:lnTo>
                        <a:lnTo>
                          <a:pt x="58" y="489"/>
                        </a:lnTo>
                        <a:lnTo>
                          <a:pt x="55" y="487"/>
                        </a:lnTo>
                        <a:lnTo>
                          <a:pt x="51" y="483"/>
                        </a:lnTo>
                        <a:lnTo>
                          <a:pt x="48" y="481"/>
                        </a:lnTo>
                        <a:lnTo>
                          <a:pt x="44" y="477"/>
                        </a:lnTo>
                        <a:lnTo>
                          <a:pt x="41" y="475"/>
                        </a:lnTo>
                        <a:lnTo>
                          <a:pt x="37" y="471"/>
                        </a:lnTo>
                        <a:lnTo>
                          <a:pt x="33" y="467"/>
                        </a:lnTo>
                        <a:lnTo>
                          <a:pt x="31" y="463"/>
                        </a:lnTo>
                        <a:lnTo>
                          <a:pt x="29" y="459"/>
                        </a:lnTo>
                        <a:lnTo>
                          <a:pt x="26" y="456"/>
                        </a:lnTo>
                        <a:lnTo>
                          <a:pt x="23" y="451"/>
                        </a:lnTo>
                        <a:lnTo>
                          <a:pt x="20" y="448"/>
                        </a:lnTo>
                        <a:lnTo>
                          <a:pt x="19" y="444"/>
                        </a:lnTo>
                        <a:lnTo>
                          <a:pt x="17" y="439"/>
                        </a:lnTo>
                        <a:lnTo>
                          <a:pt x="16" y="435"/>
                        </a:lnTo>
                        <a:lnTo>
                          <a:pt x="13" y="430"/>
                        </a:lnTo>
                        <a:lnTo>
                          <a:pt x="12" y="426"/>
                        </a:lnTo>
                        <a:lnTo>
                          <a:pt x="11" y="421"/>
                        </a:lnTo>
                        <a:lnTo>
                          <a:pt x="9" y="417"/>
                        </a:lnTo>
                        <a:lnTo>
                          <a:pt x="9" y="412"/>
                        </a:lnTo>
                        <a:lnTo>
                          <a:pt x="7" y="407"/>
                        </a:lnTo>
                        <a:lnTo>
                          <a:pt x="6" y="402"/>
                        </a:lnTo>
                        <a:lnTo>
                          <a:pt x="5" y="398"/>
                        </a:lnTo>
                        <a:lnTo>
                          <a:pt x="4" y="392"/>
                        </a:lnTo>
                        <a:lnTo>
                          <a:pt x="4" y="387"/>
                        </a:lnTo>
                        <a:lnTo>
                          <a:pt x="3" y="382"/>
                        </a:lnTo>
                        <a:lnTo>
                          <a:pt x="3" y="378"/>
                        </a:lnTo>
                        <a:lnTo>
                          <a:pt x="1" y="372"/>
                        </a:lnTo>
                        <a:lnTo>
                          <a:pt x="1" y="367"/>
                        </a:lnTo>
                        <a:lnTo>
                          <a:pt x="1" y="362"/>
                        </a:lnTo>
                        <a:lnTo>
                          <a:pt x="0" y="357"/>
                        </a:lnTo>
                        <a:lnTo>
                          <a:pt x="0" y="351"/>
                        </a:lnTo>
                        <a:lnTo>
                          <a:pt x="0" y="347"/>
                        </a:lnTo>
                        <a:lnTo>
                          <a:pt x="0" y="341"/>
                        </a:lnTo>
                        <a:lnTo>
                          <a:pt x="0" y="336"/>
                        </a:lnTo>
                        <a:lnTo>
                          <a:pt x="0" y="330"/>
                        </a:lnTo>
                        <a:lnTo>
                          <a:pt x="0" y="325"/>
                        </a:lnTo>
                        <a:lnTo>
                          <a:pt x="0" y="319"/>
                        </a:lnTo>
                        <a:lnTo>
                          <a:pt x="0" y="313"/>
                        </a:lnTo>
                        <a:lnTo>
                          <a:pt x="0" y="309"/>
                        </a:lnTo>
                        <a:lnTo>
                          <a:pt x="0" y="304"/>
                        </a:lnTo>
                        <a:lnTo>
                          <a:pt x="0" y="298"/>
                        </a:lnTo>
                        <a:lnTo>
                          <a:pt x="0" y="292"/>
                        </a:lnTo>
                        <a:lnTo>
                          <a:pt x="0" y="287"/>
                        </a:lnTo>
                        <a:lnTo>
                          <a:pt x="1" y="281"/>
                        </a:lnTo>
                        <a:lnTo>
                          <a:pt x="1" y="275"/>
                        </a:lnTo>
                        <a:lnTo>
                          <a:pt x="1" y="271"/>
                        </a:lnTo>
                        <a:lnTo>
                          <a:pt x="1" y="266"/>
                        </a:lnTo>
                        <a:lnTo>
                          <a:pt x="1" y="260"/>
                        </a:lnTo>
                        <a:lnTo>
                          <a:pt x="1" y="255"/>
                        </a:lnTo>
                        <a:lnTo>
                          <a:pt x="1" y="251"/>
                        </a:lnTo>
                        <a:lnTo>
                          <a:pt x="1" y="245"/>
                        </a:lnTo>
                        <a:lnTo>
                          <a:pt x="1" y="240"/>
                        </a:lnTo>
                        <a:lnTo>
                          <a:pt x="1" y="235"/>
                        </a:lnTo>
                        <a:lnTo>
                          <a:pt x="1" y="230"/>
                        </a:lnTo>
                        <a:lnTo>
                          <a:pt x="1" y="224"/>
                        </a:lnTo>
                        <a:lnTo>
                          <a:pt x="1" y="220"/>
                        </a:lnTo>
                        <a:lnTo>
                          <a:pt x="0" y="215"/>
                        </a:lnTo>
                        <a:lnTo>
                          <a:pt x="0" y="210"/>
                        </a:lnTo>
                        <a:lnTo>
                          <a:pt x="0" y="205"/>
                        </a:lnTo>
                        <a:lnTo>
                          <a:pt x="0" y="201"/>
                        </a:lnTo>
                        <a:lnTo>
                          <a:pt x="0" y="197"/>
                        </a:lnTo>
                        <a:lnTo>
                          <a:pt x="0" y="194"/>
                        </a:lnTo>
                        <a:lnTo>
                          <a:pt x="0" y="190"/>
                        </a:lnTo>
                        <a:lnTo>
                          <a:pt x="0" y="188"/>
                        </a:lnTo>
                        <a:lnTo>
                          <a:pt x="0" y="183"/>
                        </a:lnTo>
                        <a:lnTo>
                          <a:pt x="1" y="181"/>
                        </a:lnTo>
                        <a:lnTo>
                          <a:pt x="1" y="177"/>
                        </a:lnTo>
                        <a:lnTo>
                          <a:pt x="1" y="173"/>
                        </a:lnTo>
                        <a:lnTo>
                          <a:pt x="1" y="170"/>
                        </a:lnTo>
                        <a:lnTo>
                          <a:pt x="1" y="166"/>
                        </a:lnTo>
                        <a:lnTo>
                          <a:pt x="1" y="163"/>
                        </a:lnTo>
                        <a:lnTo>
                          <a:pt x="3" y="159"/>
                        </a:lnTo>
                        <a:lnTo>
                          <a:pt x="3" y="156"/>
                        </a:lnTo>
                        <a:lnTo>
                          <a:pt x="3" y="153"/>
                        </a:lnTo>
                        <a:lnTo>
                          <a:pt x="3" y="150"/>
                        </a:lnTo>
                        <a:lnTo>
                          <a:pt x="3" y="146"/>
                        </a:lnTo>
                        <a:lnTo>
                          <a:pt x="3" y="143"/>
                        </a:lnTo>
                        <a:lnTo>
                          <a:pt x="3" y="139"/>
                        </a:lnTo>
                        <a:lnTo>
                          <a:pt x="3" y="135"/>
                        </a:lnTo>
                        <a:lnTo>
                          <a:pt x="4" y="132"/>
                        </a:lnTo>
                        <a:lnTo>
                          <a:pt x="4" y="129"/>
                        </a:lnTo>
                        <a:lnTo>
                          <a:pt x="4" y="126"/>
                        </a:lnTo>
                        <a:lnTo>
                          <a:pt x="4" y="121"/>
                        </a:lnTo>
                        <a:lnTo>
                          <a:pt x="5" y="119"/>
                        </a:lnTo>
                        <a:lnTo>
                          <a:pt x="5" y="115"/>
                        </a:lnTo>
                        <a:lnTo>
                          <a:pt x="5" y="112"/>
                        </a:lnTo>
                        <a:lnTo>
                          <a:pt x="6" y="108"/>
                        </a:lnTo>
                        <a:lnTo>
                          <a:pt x="6" y="106"/>
                        </a:lnTo>
                        <a:lnTo>
                          <a:pt x="6" y="101"/>
                        </a:lnTo>
                        <a:lnTo>
                          <a:pt x="6" y="99"/>
                        </a:lnTo>
                        <a:lnTo>
                          <a:pt x="7" y="95"/>
                        </a:lnTo>
                        <a:lnTo>
                          <a:pt x="9" y="91"/>
                        </a:lnTo>
                        <a:lnTo>
                          <a:pt x="9" y="88"/>
                        </a:lnTo>
                        <a:lnTo>
                          <a:pt x="9" y="86"/>
                        </a:lnTo>
                        <a:lnTo>
                          <a:pt x="9" y="81"/>
                        </a:lnTo>
                        <a:lnTo>
                          <a:pt x="10" y="78"/>
                        </a:lnTo>
                        <a:lnTo>
                          <a:pt x="11" y="75"/>
                        </a:lnTo>
                        <a:lnTo>
                          <a:pt x="11" y="71"/>
                        </a:lnTo>
                        <a:lnTo>
                          <a:pt x="12" y="68"/>
                        </a:lnTo>
                        <a:lnTo>
                          <a:pt x="13" y="65"/>
                        </a:lnTo>
                        <a:lnTo>
                          <a:pt x="13" y="62"/>
                        </a:lnTo>
                        <a:lnTo>
                          <a:pt x="14" y="59"/>
                        </a:lnTo>
                        <a:lnTo>
                          <a:pt x="16" y="56"/>
                        </a:lnTo>
                        <a:lnTo>
                          <a:pt x="17" y="53"/>
                        </a:lnTo>
                        <a:lnTo>
                          <a:pt x="18" y="50"/>
                        </a:lnTo>
                        <a:lnTo>
                          <a:pt x="19" y="48"/>
                        </a:lnTo>
                        <a:lnTo>
                          <a:pt x="20" y="44"/>
                        </a:lnTo>
                        <a:lnTo>
                          <a:pt x="22" y="42"/>
                        </a:lnTo>
                        <a:lnTo>
                          <a:pt x="23" y="38"/>
                        </a:lnTo>
                        <a:lnTo>
                          <a:pt x="24" y="36"/>
                        </a:lnTo>
                        <a:lnTo>
                          <a:pt x="26" y="32"/>
                        </a:lnTo>
                        <a:lnTo>
                          <a:pt x="28" y="30"/>
                        </a:lnTo>
                        <a:lnTo>
                          <a:pt x="29" y="27"/>
                        </a:lnTo>
                        <a:lnTo>
                          <a:pt x="31" y="24"/>
                        </a:lnTo>
                        <a:lnTo>
                          <a:pt x="32" y="21"/>
                        </a:lnTo>
                        <a:lnTo>
                          <a:pt x="35" y="19"/>
                        </a:lnTo>
                        <a:lnTo>
                          <a:pt x="38" y="14"/>
                        </a:lnTo>
                        <a:lnTo>
                          <a:pt x="44" y="10"/>
                        </a:lnTo>
                        <a:lnTo>
                          <a:pt x="45" y="7"/>
                        </a:lnTo>
                        <a:lnTo>
                          <a:pt x="48" y="5"/>
                        </a:lnTo>
                        <a:lnTo>
                          <a:pt x="51" y="2"/>
                        </a:lnTo>
                        <a:lnTo>
                          <a:pt x="5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85" name="Freeform 227"/>
                  <p:cNvSpPr/>
                  <p:nvPr/>
                </p:nvSpPr>
                <p:spPr bwMode="auto">
                  <a:xfrm>
                    <a:off x="5636" y="1551"/>
                    <a:ext cx="53" cy="264"/>
                  </a:xfrm>
                  <a:custGeom>
                    <a:avLst/>
                    <a:gdLst>
                      <a:gd name="T0" fmla="*/ 0 w 159"/>
                      <a:gd name="T1" fmla="*/ 0 h 792"/>
                      <a:gd name="T2" fmla="*/ 0 w 159"/>
                      <a:gd name="T3" fmla="*/ 0 h 792"/>
                      <a:gd name="T4" fmla="*/ 0 w 159"/>
                      <a:gd name="T5" fmla="*/ 0 h 792"/>
                      <a:gd name="T6" fmla="*/ 0 w 159"/>
                      <a:gd name="T7" fmla="*/ 0 h 792"/>
                      <a:gd name="T8" fmla="*/ 0 w 159"/>
                      <a:gd name="T9" fmla="*/ 0 h 792"/>
                      <a:gd name="T10" fmla="*/ 0 w 159"/>
                      <a:gd name="T11" fmla="*/ 0 h 792"/>
                      <a:gd name="T12" fmla="*/ 0 w 159"/>
                      <a:gd name="T13" fmla="*/ 0 h 792"/>
                      <a:gd name="T14" fmla="*/ 0 w 159"/>
                      <a:gd name="T15" fmla="*/ 0 h 792"/>
                      <a:gd name="T16" fmla="*/ 0 w 159"/>
                      <a:gd name="T17" fmla="*/ 0 h 792"/>
                      <a:gd name="T18" fmla="*/ 0 w 159"/>
                      <a:gd name="T19" fmla="*/ 0 h 792"/>
                      <a:gd name="T20" fmla="*/ 0 w 159"/>
                      <a:gd name="T21" fmla="*/ 0 h 792"/>
                      <a:gd name="T22" fmla="*/ 0 w 159"/>
                      <a:gd name="T23" fmla="*/ 0 h 792"/>
                      <a:gd name="T24" fmla="*/ 0 w 159"/>
                      <a:gd name="T25" fmla="*/ 0 h 792"/>
                      <a:gd name="T26" fmla="*/ 0 w 159"/>
                      <a:gd name="T27" fmla="*/ 0 h 792"/>
                      <a:gd name="T28" fmla="*/ 0 w 159"/>
                      <a:gd name="T29" fmla="*/ 0 h 792"/>
                      <a:gd name="T30" fmla="*/ 0 w 159"/>
                      <a:gd name="T31" fmla="*/ 0 h 792"/>
                      <a:gd name="T32" fmla="*/ 0 w 159"/>
                      <a:gd name="T33" fmla="*/ 0 h 792"/>
                      <a:gd name="T34" fmla="*/ 0 w 159"/>
                      <a:gd name="T35" fmla="*/ 0 h 792"/>
                      <a:gd name="T36" fmla="*/ 0 w 159"/>
                      <a:gd name="T37" fmla="*/ 0 h 792"/>
                      <a:gd name="T38" fmla="*/ 0 w 159"/>
                      <a:gd name="T39" fmla="*/ 0 h 792"/>
                      <a:gd name="T40" fmla="*/ 0 w 159"/>
                      <a:gd name="T41" fmla="*/ 0 h 792"/>
                      <a:gd name="T42" fmla="*/ 0 w 159"/>
                      <a:gd name="T43" fmla="*/ 0 h 792"/>
                      <a:gd name="T44" fmla="*/ 0 w 159"/>
                      <a:gd name="T45" fmla="*/ 0 h 792"/>
                      <a:gd name="T46" fmla="*/ 0 w 159"/>
                      <a:gd name="T47" fmla="*/ 0 h 792"/>
                      <a:gd name="T48" fmla="*/ 0 w 159"/>
                      <a:gd name="T49" fmla="*/ 0 h 792"/>
                      <a:gd name="T50" fmla="*/ 0 w 159"/>
                      <a:gd name="T51" fmla="*/ 0 h 792"/>
                      <a:gd name="T52" fmla="*/ 0 w 159"/>
                      <a:gd name="T53" fmla="*/ 0 h 792"/>
                      <a:gd name="T54" fmla="*/ 0 w 159"/>
                      <a:gd name="T55" fmla="*/ 0 h 792"/>
                      <a:gd name="T56" fmla="*/ 0 w 159"/>
                      <a:gd name="T57" fmla="*/ 0 h 792"/>
                      <a:gd name="T58" fmla="*/ 0 w 159"/>
                      <a:gd name="T59" fmla="*/ 0 h 792"/>
                      <a:gd name="T60" fmla="*/ 0 w 159"/>
                      <a:gd name="T61" fmla="*/ 0 h 792"/>
                      <a:gd name="T62" fmla="*/ 0 w 159"/>
                      <a:gd name="T63" fmla="*/ 0 h 792"/>
                      <a:gd name="T64" fmla="*/ 0 w 159"/>
                      <a:gd name="T65" fmla="*/ 0 h 792"/>
                      <a:gd name="T66" fmla="*/ 0 w 159"/>
                      <a:gd name="T67" fmla="*/ 0 h 792"/>
                      <a:gd name="T68" fmla="*/ 0 w 159"/>
                      <a:gd name="T69" fmla="*/ 0 h 792"/>
                      <a:gd name="T70" fmla="*/ 0 w 159"/>
                      <a:gd name="T71" fmla="*/ 0 h 792"/>
                      <a:gd name="T72" fmla="*/ 0 w 159"/>
                      <a:gd name="T73" fmla="*/ 0 h 792"/>
                      <a:gd name="T74" fmla="*/ 0 w 159"/>
                      <a:gd name="T75" fmla="*/ 0 h 792"/>
                      <a:gd name="T76" fmla="*/ 0 w 159"/>
                      <a:gd name="T77" fmla="*/ 0 h 792"/>
                      <a:gd name="T78" fmla="*/ 0 w 159"/>
                      <a:gd name="T79" fmla="*/ 0 h 792"/>
                      <a:gd name="T80" fmla="*/ 0 w 159"/>
                      <a:gd name="T81" fmla="*/ 0 h 792"/>
                      <a:gd name="T82" fmla="*/ 0 w 159"/>
                      <a:gd name="T83" fmla="*/ 0 h 792"/>
                      <a:gd name="T84" fmla="*/ 0 w 159"/>
                      <a:gd name="T85" fmla="*/ 0 h 792"/>
                      <a:gd name="T86" fmla="*/ 0 w 159"/>
                      <a:gd name="T87" fmla="*/ 0 h 79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59"/>
                      <a:gd name="T133" fmla="*/ 0 h 792"/>
                      <a:gd name="T134" fmla="*/ 159 w 159"/>
                      <a:gd name="T135" fmla="*/ 792 h 79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59" h="792">
                        <a:moveTo>
                          <a:pt x="144" y="0"/>
                        </a:moveTo>
                        <a:lnTo>
                          <a:pt x="58" y="8"/>
                        </a:lnTo>
                        <a:lnTo>
                          <a:pt x="60" y="23"/>
                        </a:lnTo>
                        <a:lnTo>
                          <a:pt x="60" y="38"/>
                        </a:lnTo>
                        <a:lnTo>
                          <a:pt x="63" y="52"/>
                        </a:lnTo>
                        <a:lnTo>
                          <a:pt x="64" y="67"/>
                        </a:lnTo>
                        <a:lnTo>
                          <a:pt x="65" y="81"/>
                        </a:lnTo>
                        <a:lnTo>
                          <a:pt x="65" y="95"/>
                        </a:lnTo>
                        <a:lnTo>
                          <a:pt x="66" y="109"/>
                        </a:lnTo>
                        <a:lnTo>
                          <a:pt x="67" y="124"/>
                        </a:lnTo>
                        <a:lnTo>
                          <a:pt x="68" y="137"/>
                        </a:lnTo>
                        <a:lnTo>
                          <a:pt x="70" y="151"/>
                        </a:lnTo>
                        <a:lnTo>
                          <a:pt x="70" y="165"/>
                        </a:lnTo>
                        <a:lnTo>
                          <a:pt x="71" y="179"/>
                        </a:lnTo>
                        <a:lnTo>
                          <a:pt x="71" y="192"/>
                        </a:lnTo>
                        <a:lnTo>
                          <a:pt x="72" y="205"/>
                        </a:lnTo>
                        <a:lnTo>
                          <a:pt x="72" y="219"/>
                        </a:lnTo>
                        <a:lnTo>
                          <a:pt x="73" y="233"/>
                        </a:lnTo>
                        <a:lnTo>
                          <a:pt x="73" y="246"/>
                        </a:lnTo>
                        <a:lnTo>
                          <a:pt x="73" y="258"/>
                        </a:lnTo>
                        <a:lnTo>
                          <a:pt x="73" y="271"/>
                        </a:lnTo>
                        <a:lnTo>
                          <a:pt x="73" y="284"/>
                        </a:lnTo>
                        <a:lnTo>
                          <a:pt x="73" y="297"/>
                        </a:lnTo>
                        <a:lnTo>
                          <a:pt x="73" y="310"/>
                        </a:lnTo>
                        <a:lnTo>
                          <a:pt x="73" y="322"/>
                        </a:lnTo>
                        <a:lnTo>
                          <a:pt x="73" y="335"/>
                        </a:lnTo>
                        <a:lnTo>
                          <a:pt x="72" y="347"/>
                        </a:lnTo>
                        <a:lnTo>
                          <a:pt x="72" y="360"/>
                        </a:lnTo>
                        <a:lnTo>
                          <a:pt x="71" y="372"/>
                        </a:lnTo>
                        <a:lnTo>
                          <a:pt x="71" y="385"/>
                        </a:lnTo>
                        <a:lnTo>
                          <a:pt x="70" y="395"/>
                        </a:lnTo>
                        <a:lnTo>
                          <a:pt x="70" y="407"/>
                        </a:lnTo>
                        <a:lnTo>
                          <a:pt x="68" y="420"/>
                        </a:lnTo>
                        <a:lnTo>
                          <a:pt x="68" y="432"/>
                        </a:lnTo>
                        <a:lnTo>
                          <a:pt x="67" y="443"/>
                        </a:lnTo>
                        <a:lnTo>
                          <a:pt x="66" y="455"/>
                        </a:lnTo>
                        <a:lnTo>
                          <a:pt x="65" y="467"/>
                        </a:lnTo>
                        <a:lnTo>
                          <a:pt x="64" y="479"/>
                        </a:lnTo>
                        <a:lnTo>
                          <a:pt x="63" y="488"/>
                        </a:lnTo>
                        <a:lnTo>
                          <a:pt x="61" y="500"/>
                        </a:lnTo>
                        <a:lnTo>
                          <a:pt x="60" y="512"/>
                        </a:lnTo>
                        <a:lnTo>
                          <a:pt x="58" y="522"/>
                        </a:lnTo>
                        <a:lnTo>
                          <a:pt x="57" y="533"/>
                        </a:lnTo>
                        <a:lnTo>
                          <a:pt x="54" y="544"/>
                        </a:lnTo>
                        <a:lnTo>
                          <a:pt x="53" y="554"/>
                        </a:lnTo>
                        <a:lnTo>
                          <a:pt x="52" y="565"/>
                        </a:lnTo>
                        <a:lnTo>
                          <a:pt x="49" y="576"/>
                        </a:lnTo>
                        <a:lnTo>
                          <a:pt x="47" y="587"/>
                        </a:lnTo>
                        <a:lnTo>
                          <a:pt x="46" y="597"/>
                        </a:lnTo>
                        <a:lnTo>
                          <a:pt x="45" y="608"/>
                        </a:lnTo>
                        <a:lnTo>
                          <a:pt x="42" y="617"/>
                        </a:lnTo>
                        <a:lnTo>
                          <a:pt x="40" y="628"/>
                        </a:lnTo>
                        <a:lnTo>
                          <a:pt x="38" y="638"/>
                        </a:lnTo>
                        <a:lnTo>
                          <a:pt x="34" y="648"/>
                        </a:lnTo>
                        <a:lnTo>
                          <a:pt x="32" y="658"/>
                        </a:lnTo>
                        <a:lnTo>
                          <a:pt x="29" y="667"/>
                        </a:lnTo>
                        <a:lnTo>
                          <a:pt x="27" y="677"/>
                        </a:lnTo>
                        <a:lnTo>
                          <a:pt x="25" y="686"/>
                        </a:lnTo>
                        <a:lnTo>
                          <a:pt x="21" y="696"/>
                        </a:lnTo>
                        <a:lnTo>
                          <a:pt x="19" y="706"/>
                        </a:lnTo>
                        <a:lnTo>
                          <a:pt x="15" y="715"/>
                        </a:lnTo>
                        <a:lnTo>
                          <a:pt x="11" y="724"/>
                        </a:lnTo>
                        <a:lnTo>
                          <a:pt x="9" y="734"/>
                        </a:lnTo>
                        <a:lnTo>
                          <a:pt x="6" y="743"/>
                        </a:lnTo>
                        <a:lnTo>
                          <a:pt x="2" y="752"/>
                        </a:lnTo>
                        <a:lnTo>
                          <a:pt x="0" y="762"/>
                        </a:lnTo>
                        <a:lnTo>
                          <a:pt x="80" y="792"/>
                        </a:lnTo>
                        <a:lnTo>
                          <a:pt x="83" y="782"/>
                        </a:lnTo>
                        <a:lnTo>
                          <a:pt x="86" y="773"/>
                        </a:lnTo>
                        <a:lnTo>
                          <a:pt x="90" y="763"/>
                        </a:lnTo>
                        <a:lnTo>
                          <a:pt x="93" y="754"/>
                        </a:lnTo>
                        <a:lnTo>
                          <a:pt x="96" y="743"/>
                        </a:lnTo>
                        <a:lnTo>
                          <a:pt x="99" y="734"/>
                        </a:lnTo>
                        <a:lnTo>
                          <a:pt x="103" y="723"/>
                        </a:lnTo>
                        <a:lnTo>
                          <a:pt x="105" y="714"/>
                        </a:lnTo>
                        <a:lnTo>
                          <a:pt x="108" y="703"/>
                        </a:lnTo>
                        <a:lnTo>
                          <a:pt x="111" y="692"/>
                        </a:lnTo>
                        <a:lnTo>
                          <a:pt x="115" y="682"/>
                        </a:lnTo>
                        <a:lnTo>
                          <a:pt x="117" y="671"/>
                        </a:lnTo>
                        <a:lnTo>
                          <a:pt x="119" y="661"/>
                        </a:lnTo>
                        <a:lnTo>
                          <a:pt x="122" y="651"/>
                        </a:lnTo>
                        <a:lnTo>
                          <a:pt x="124" y="640"/>
                        </a:lnTo>
                        <a:lnTo>
                          <a:pt x="128" y="629"/>
                        </a:lnTo>
                        <a:lnTo>
                          <a:pt x="129" y="617"/>
                        </a:lnTo>
                        <a:lnTo>
                          <a:pt x="131" y="607"/>
                        </a:lnTo>
                        <a:lnTo>
                          <a:pt x="134" y="595"/>
                        </a:lnTo>
                        <a:lnTo>
                          <a:pt x="136" y="584"/>
                        </a:lnTo>
                        <a:lnTo>
                          <a:pt x="137" y="572"/>
                        </a:lnTo>
                        <a:lnTo>
                          <a:pt x="138" y="562"/>
                        </a:lnTo>
                        <a:lnTo>
                          <a:pt x="141" y="550"/>
                        </a:lnTo>
                        <a:lnTo>
                          <a:pt x="143" y="539"/>
                        </a:lnTo>
                        <a:lnTo>
                          <a:pt x="144" y="526"/>
                        </a:lnTo>
                        <a:lnTo>
                          <a:pt x="146" y="515"/>
                        </a:lnTo>
                        <a:lnTo>
                          <a:pt x="147" y="503"/>
                        </a:lnTo>
                        <a:lnTo>
                          <a:pt x="149" y="492"/>
                        </a:lnTo>
                        <a:lnTo>
                          <a:pt x="150" y="480"/>
                        </a:lnTo>
                        <a:lnTo>
                          <a:pt x="151" y="468"/>
                        </a:lnTo>
                        <a:lnTo>
                          <a:pt x="153" y="456"/>
                        </a:lnTo>
                        <a:lnTo>
                          <a:pt x="154" y="443"/>
                        </a:lnTo>
                        <a:lnTo>
                          <a:pt x="154" y="430"/>
                        </a:lnTo>
                        <a:lnTo>
                          <a:pt x="156" y="418"/>
                        </a:lnTo>
                        <a:lnTo>
                          <a:pt x="156" y="405"/>
                        </a:lnTo>
                        <a:lnTo>
                          <a:pt x="156" y="393"/>
                        </a:lnTo>
                        <a:lnTo>
                          <a:pt x="157" y="380"/>
                        </a:lnTo>
                        <a:lnTo>
                          <a:pt x="157" y="367"/>
                        </a:lnTo>
                        <a:lnTo>
                          <a:pt x="159" y="354"/>
                        </a:lnTo>
                        <a:lnTo>
                          <a:pt x="159" y="342"/>
                        </a:lnTo>
                        <a:lnTo>
                          <a:pt x="159" y="328"/>
                        </a:lnTo>
                        <a:lnTo>
                          <a:pt x="159" y="315"/>
                        </a:lnTo>
                        <a:lnTo>
                          <a:pt x="159" y="302"/>
                        </a:lnTo>
                        <a:lnTo>
                          <a:pt x="159" y="289"/>
                        </a:lnTo>
                        <a:lnTo>
                          <a:pt x="159" y="274"/>
                        </a:lnTo>
                        <a:lnTo>
                          <a:pt x="159" y="260"/>
                        </a:lnTo>
                        <a:lnTo>
                          <a:pt x="159" y="248"/>
                        </a:lnTo>
                        <a:lnTo>
                          <a:pt x="159" y="234"/>
                        </a:lnTo>
                        <a:lnTo>
                          <a:pt x="159" y="220"/>
                        </a:lnTo>
                        <a:lnTo>
                          <a:pt x="159" y="205"/>
                        </a:lnTo>
                        <a:lnTo>
                          <a:pt x="157" y="191"/>
                        </a:lnTo>
                        <a:lnTo>
                          <a:pt x="157" y="177"/>
                        </a:lnTo>
                        <a:lnTo>
                          <a:pt x="156" y="163"/>
                        </a:lnTo>
                        <a:lnTo>
                          <a:pt x="156" y="148"/>
                        </a:lnTo>
                        <a:lnTo>
                          <a:pt x="154" y="134"/>
                        </a:lnTo>
                        <a:lnTo>
                          <a:pt x="154" y="120"/>
                        </a:lnTo>
                        <a:lnTo>
                          <a:pt x="153" y="105"/>
                        </a:lnTo>
                        <a:lnTo>
                          <a:pt x="151" y="90"/>
                        </a:lnTo>
                        <a:lnTo>
                          <a:pt x="151" y="76"/>
                        </a:lnTo>
                        <a:lnTo>
                          <a:pt x="149" y="61"/>
                        </a:lnTo>
                        <a:lnTo>
                          <a:pt x="148" y="45"/>
                        </a:lnTo>
                        <a:lnTo>
                          <a:pt x="147" y="30"/>
                        </a:lnTo>
                        <a:lnTo>
                          <a:pt x="146" y="16"/>
                        </a:lnTo>
                        <a:lnTo>
                          <a:pt x="14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86" name="Freeform 228"/>
                  <p:cNvSpPr/>
                  <p:nvPr/>
                </p:nvSpPr>
                <p:spPr bwMode="auto">
                  <a:xfrm>
                    <a:off x="5345" y="1557"/>
                    <a:ext cx="318" cy="269"/>
                  </a:xfrm>
                  <a:custGeom>
                    <a:avLst/>
                    <a:gdLst>
                      <a:gd name="T0" fmla="*/ 0 w 954"/>
                      <a:gd name="T1" fmla="*/ 0 h 808"/>
                      <a:gd name="T2" fmla="*/ 0 w 954"/>
                      <a:gd name="T3" fmla="*/ 0 h 808"/>
                      <a:gd name="T4" fmla="*/ 0 w 954"/>
                      <a:gd name="T5" fmla="*/ 0 h 808"/>
                      <a:gd name="T6" fmla="*/ 0 w 954"/>
                      <a:gd name="T7" fmla="*/ 0 h 808"/>
                      <a:gd name="T8" fmla="*/ 0 w 954"/>
                      <a:gd name="T9" fmla="*/ 0 h 808"/>
                      <a:gd name="T10" fmla="*/ 0 w 954"/>
                      <a:gd name="T11" fmla="*/ 0 h 808"/>
                      <a:gd name="T12" fmla="*/ 0 w 954"/>
                      <a:gd name="T13" fmla="*/ 0 h 808"/>
                      <a:gd name="T14" fmla="*/ 0 w 954"/>
                      <a:gd name="T15" fmla="*/ 0 h 808"/>
                      <a:gd name="T16" fmla="*/ 0 w 954"/>
                      <a:gd name="T17" fmla="*/ 0 h 808"/>
                      <a:gd name="T18" fmla="*/ 0 w 954"/>
                      <a:gd name="T19" fmla="*/ 0 h 808"/>
                      <a:gd name="T20" fmla="*/ 0 w 954"/>
                      <a:gd name="T21" fmla="*/ 0 h 808"/>
                      <a:gd name="T22" fmla="*/ 0 w 954"/>
                      <a:gd name="T23" fmla="*/ 0 h 808"/>
                      <a:gd name="T24" fmla="*/ 0 w 954"/>
                      <a:gd name="T25" fmla="*/ 0 h 808"/>
                      <a:gd name="T26" fmla="*/ 0 w 954"/>
                      <a:gd name="T27" fmla="*/ 0 h 808"/>
                      <a:gd name="T28" fmla="*/ 0 w 954"/>
                      <a:gd name="T29" fmla="*/ 0 h 808"/>
                      <a:gd name="T30" fmla="*/ 0 w 954"/>
                      <a:gd name="T31" fmla="*/ 0 h 808"/>
                      <a:gd name="T32" fmla="*/ 0 w 954"/>
                      <a:gd name="T33" fmla="*/ 0 h 808"/>
                      <a:gd name="T34" fmla="*/ 0 w 954"/>
                      <a:gd name="T35" fmla="*/ 0 h 808"/>
                      <a:gd name="T36" fmla="*/ 0 w 954"/>
                      <a:gd name="T37" fmla="*/ 0 h 808"/>
                      <a:gd name="T38" fmla="*/ 0 w 954"/>
                      <a:gd name="T39" fmla="*/ 0 h 808"/>
                      <a:gd name="T40" fmla="*/ 0 w 954"/>
                      <a:gd name="T41" fmla="*/ 0 h 808"/>
                      <a:gd name="T42" fmla="*/ 0 w 954"/>
                      <a:gd name="T43" fmla="*/ 0 h 808"/>
                      <a:gd name="T44" fmla="*/ 0 w 954"/>
                      <a:gd name="T45" fmla="*/ 0 h 808"/>
                      <a:gd name="T46" fmla="*/ 0 w 954"/>
                      <a:gd name="T47" fmla="*/ 0 h 808"/>
                      <a:gd name="T48" fmla="*/ 0 w 954"/>
                      <a:gd name="T49" fmla="*/ 0 h 808"/>
                      <a:gd name="T50" fmla="*/ 0 w 954"/>
                      <a:gd name="T51" fmla="*/ 0 h 808"/>
                      <a:gd name="T52" fmla="*/ 0 w 954"/>
                      <a:gd name="T53" fmla="*/ 0 h 808"/>
                      <a:gd name="T54" fmla="*/ 0 w 954"/>
                      <a:gd name="T55" fmla="*/ 0 h 808"/>
                      <a:gd name="T56" fmla="*/ 0 w 954"/>
                      <a:gd name="T57" fmla="*/ 0 h 808"/>
                      <a:gd name="T58" fmla="*/ 0 w 954"/>
                      <a:gd name="T59" fmla="*/ 0 h 808"/>
                      <a:gd name="T60" fmla="*/ 0 w 954"/>
                      <a:gd name="T61" fmla="*/ 0 h 808"/>
                      <a:gd name="T62" fmla="*/ 0 w 954"/>
                      <a:gd name="T63" fmla="*/ 0 h 808"/>
                      <a:gd name="T64" fmla="*/ 0 w 954"/>
                      <a:gd name="T65" fmla="*/ 0 h 808"/>
                      <a:gd name="T66" fmla="*/ 0 w 954"/>
                      <a:gd name="T67" fmla="*/ 0 h 808"/>
                      <a:gd name="T68" fmla="*/ 0 w 954"/>
                      <a:gd name="T69" fmla="*/ 0 h 808"/>
                      <a:gd name="T70" fmla="*/ 0 w 954"/>
                      <a:gd name="T71" fmla="*/ 0 h 808"/>
                      <a:gd name="T72" fmla="*/ 0 w 954"/>
                      <a:gd name="T73" fmla="*/ 0 h 808"/>
                      <a:gd name="T74" fmla="*/ 0 w 954"/>
                      <a:gd name="T75" fmla="*/ 0 h 808"/>
                      <a:gd name="T76" fmla="*/ 0 w 954"/>
                      <a:gd name="T77" fmla="*/ 0 h 808"/>
                      <a:gd name="T78" fmla="*/ 0 w 954"/>
                      <a:gd name="T79" fmla="*/ 0 h 808"/>
                      <a:gd name="T80" fmla="*/ 0 w 954"/>
                      <a:gd name="T81" fmla="*/ 0 h 808"/>
                      <a:gd name="T82" fmla="*/ 0 w 954"/>
                      <a:gd name="T83" fmla="*/ 0 h 808"/>
                      <a:gd name="T84" fmla="*/ 0 w 954"/>
                      <a:gd name="T85" fmla="*/ 0 h 808"/>
                      <a:gd name="T86" fmla="*/ 0 w 954"/>
                      <a:gd name="T87" fmla="*/ 0 h 808"/>
                      <a:gd name="T88" fmla="*/ 0 w 954"/>
                      <a:gd name="T89" fmla="*/ 0 h 808"/>
                      <a:gd name="T90" fmla="*/ 0 w 954"/>
                      <a:gd name="T91" fmla="*/ 0 h 808"/>
                      <a:gd name="T92" fmla="*/ 0 w 954"/>
                      <a:gd name="T93" fmla="*/ 0 h 808"/>
                      <a:gd name="T94" fmla="*/ 0 w 954"/>
                      <a:gd name="T95" fmla="*/ 0 h 808"/>
                      <a:gd name="T96" fmla="*/ 0 w 954"/>
                      <a:gd name="T97" fmla="*/ 0 h 808"/>
                      <a:gd name="T98" fmla="*/ 0 w 954"/>
                      <a:gd name="T99" fmla="*/ 0 h 808"/>
                      <a:gd name="T100" fmla="*/ 0 w 954"/>
                      <a:gd name="T101" fmla="*/ 0 h 808"/>
                      <a:gd name="T102" fmla="*/ 0 w 954"/>
                      <a:gd name="T103" fmla="*/ 0 h 808"/>
                      <a:gd name="T104" fmla="*/ 0 w 954"/>
                      <a:gd name="T105" fmla="*/ 0 h 808"/>
                      <a:gd name="T106" fmla="*/ 0 w 954"/>
                      <a:gd name="T107" fmla="*/ 0 h 808"/>
                      <a:gd name="T108" fmla="*/ 0 w 954"/>
                      <a:gd name="T109" fmla="*/ 0 h 808"/>
                      <a:gd name="T110" fmla="*/ 0 w 954"/>
                      <a:gd name="T111" fmla="*/ 0 h 808"/>
                      <a:gd name="T112" fmla="*/ 0 w 954"/>
                      <a:gd name="T113" fmla="*/ 0 h 808"/>
                      <a:gd name="T114" fmla="*/ 0 w 954"/>
                      <a:gd name="T115" fmla="*/ 0 h 8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54"/>
                      <a:gd name="T175" fmla="*/ 0 h 808"/>
                      <a:gd name="T176" fmla="*/ 954 w 954"/>
                      <a:gd name="T177" fmla="*/ 808 h 80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54" h="808">
                        <a:moveTo>
                          <a:pt x="932" y="710"/>
                        </a:moveTo>
                        <a:lnTo>
                          <a:pt x="916" y="711"/>
                        </a:lnTo>
                        <a:lnTo>
                          <a:pt x="899" y="711"/>
                        </a:lnTo>
                        <a:lnTo>
                          <a:pt x="882" y="712"/>
                        </a:lnTo>
                        <a:lnTo>
                          <a:pt x="865" y="712"/>
                        </a:lnTo>
                        <a:lnTo>
                          <a:pt x="849" y="713"/>
                        </a:lnTo>
                        <a:lnTo>
                          <a:pt x="832" y="714"/>
                        </a:lnTo>
                        <a:lnTo>
                          <a:pt x="814" y="714"/>
                        </a:lnTo>
                        <a:lnTo>
                          <a:pt x="799" y="716"/>
                        </a:lnTo>
                        <a:lnTo>
                          <a:pt x="782" y="716"/>
                        </a:lnTo>
                        <a:lnTo>
                          <a:pt x="764" y="717"/>
                        </a:lnTo>
                        <a:lnTo>
                          <a:pt x="748" y="717"/>
                        </a:lnTo>
                        <a:lnTo>
                          <a:pt x="731" y="717"/>
                        </a:lnTo>
                        <a:lnTo>
                          <a:pt x="715" y="717"/>
                        </a:lnTo>
                        <a:lnTo>
                          <a:pt x="698" y="718"/>
                        </a:lnTo>
                        <a:lnTo>
                          <a:pt x="681" y="718"/>
                        </a:lnTo>
                        <a:lnTo>
                          <a:pt x="666" y="719"/>
                        </a:lnTo>
                        <a:lnTo>
                          <a:pt x="648" y="719"/>
                        </a:lnTo>
                        <a:lnTo>
                          <a:pt x="633" y="720"/>
                        </a:lnTo>
                        <a:lnTo>
                          <a:pt x="615" y="720"/>
                        </a:lnTo>
                        <a:lnTo>
                          <a:pt x="600" y="720"/>
                        </a:lnTo>
                        <a:lnTo>
                          <a:pt x="583" y="720"/>
                        </a:lnTo>
                        <a:lnTo>
                          <a:pt x="566" y="720"/>
                        </a:lnTo>
                        <a:lnTo>
                          <a:pt x="552" y="720"/>
                        </a:lnTo>
                        <a:lnTo>
                          <a:pt x="535" y="721"/>
                        </a:lnTo>
                        <a:lnTo>
                          <a:pt x="520" y="721"/>
                        </a:lnTo>
                        <a:lnTo>
                          <a:pt x="503" y="721"/>
                        </a:lnTo>
                        <a:lnTo>
                          <a:pt x="488" y="721"/>
                        </a:lnTo>
                        <a:lnTo>
                          <a:pt x="474" y="721"/>
                        </a:lnTo>
                        <a:lnTo>
                          <a:pt x="458" y="721"/>
                        </a:lnTo>
                        <a:lnTo>
                          <a:pt x="444" y="721"/>
                        </a:lnTo>
                        <a:lnTo>
                          <a:pt x="430" y="721"/>
                        </a:lnTo>
                        <a:lnTo>
                          <a:pt x="414" y="721"/>
                        </a:lnTo>
                        <a:lnTo>
                          <a:pt x="400" y="721"/>
                        </a:lnTo>
                        <a:lnTo>
                          <a:pt x="387" y="720"/>
                        </a:lnTo>
                        <a:lnTo>
                          <a:pt x="372" y="720"/>
                        </a:lnTo>
                        <a:lnTo>
                          <a:pt x="359" y="720"/>
                        </a:lnTo>
                        <a:lnTo>
                          <a:pt x="346" y="720"/>
                        </a:lnTo>
                        <a:lnTo>
                          <a:pt x="333" y="719"/>
                        </a:lnTo>
                        <a:lnTo>
                          <a:pt x="320" y="719"/>
                        </a:lnTo>
                        <a:lnTo>
                          <a:pt x="308" y="719"/>
                        </a:lnTo>
                        <a:lnTo>
                          <a:pt x="295" y="718"/>
                        </a:lnTo>
                        <a:lnTo>
                          <a:pt x="283" y="717"/>
                        </a:lnTo>
                        <a:lnTo>
                          <a:pt x="271" y="717"/>
                        </a:lnTo>
                        <a:lnTo>
                          <a:pt x="260" y="717"/>
                        </a:lnTo>
                        <a:lnTo>
                          <a:pt x="248" y="716"/>
                        </a:lnTo>
                        <a:lnTo>
                          <a:pt x="238" y="714"/>
                        </a:lnTo>
                        <a:lnTo>
                          <a:pt x="228" y="714"/>
                        </a:lnTo>
                        <a:lnTo>
                          <a:pt x="219" y="714"/>
                        </a:lnTo>
                        <a:lnTo>
                          <a:pt x="208" y="713"/>
                        </a:lnTo>
                        <a:lnTo>
                          <a:pt x="200" y="712"/>
                        </a:lnTo>
                        <a:lnTo>
                          <a:pt x="190" y="711"/>
                        </a:lnTo>
                        <a:lnTo>
                          <a:pt x="182" y="711"/>
                        </a:lnTo>
                        <a:lnTo>
                          <a:pt x="174" y="710"/>
                        </a:lnTo>
                        <a:lnTo>
                          <a:pt x="166" y="708"/>
                        </a:lnTo>
                        <a:lnTo>
                          <a:pt x="159" y="707"/>
                        </a:lnTo>
                        <a:lnTo>
                          <a:pt x="152" y="707"/>
                        </a:lnTo>
                        <a:lnTo>
                          <a:pt x="145" y="705"/>
                        </a:lnTo>
                        <a:lnTo>
                          <a:pt x="139" y="705"/>
                        </a:lnTo>
                        <a:lnTo>
                          <a:pt x="134" y="702"/>
                        </a:lnTo>
                        <a:lnTo>
                          <a:pt x="128" y="702"/>
                        </a:lnTo>
                        <a:lnTo>
                          <a:pt x="125" y="700"/>
                        </a:lnTo>
                        <a:lnTo>
                          <a:pt x="120" y="699"/>
                        </a:lnTo>
                        <a:lnTo>
                          <a:pt x="117" y="698"/>
                        </a:lnTo>
                        <a:lnTo>
                          <a:pt x="114" y="697"/>
                        </a:lnTo>
                        <a:lnTo>
                          <a:pt x="113" y="693"/>
                        </a:lnTo>
                        <a:lnTo>
                          <a:pt x="111" y="689"/>
                        </a:lnTo>
                        <a:lnTo>
                          <a:pt x="110" y="687"/>
                        </a:lnTo>
                        <a:lnTo>
                          <a:pt x="108" y="682"/>
                        </a:lnTo>
                        <a:lnTo>
                          <a:pt x="107" y="678"/>
                        </a:lnTo>
                        <a:lnTo>
                          <a:pt x="106" y="674"/>
                        </a:lnTo>
                        <a:lnTo>
                          <a:pt x="105" y="668"/>
                        </a:lnTo>
                        <a:lnTo>
                          <a:pt x="104" y="663"/>
                        </a:lnTo>
                        <a:lnTo>
                          <a:pt x="102" y="656"/>
                        </a:lnTo>
                        <a:lnTo>
                          <a:pt x="101" y="650"/>
                        </a:lnTo>
                        <a:lnTo>
                          <a:pt x="101" y="644"/>
                        </a:lnTo>
                        <a:lnTo>
                          <a:pt x="100" y="636"/>
                        </a:lnTo>
                        <a:lnTo>
                          <a:pt x="99" y="629"/>
                        </a:lnTo>
                        <a:lnTo>
                          <a:pt x="99" y="622"/>
                        </a:lnTo>
                        <a:lnTo>
                          <a:pt x="98" y="613"/>
                        </a:lnTo>
                        <a:lnTo>
                          <a:pt x="96" y="606"/>
                        </a:lnTo>
                        <a:lnTo>
                          <a:pt x="95" y="597"/>
                        </a:lnTo>
                        <a:lnTo>
                          <a:pt x="95" y="589"/>
                        </a:lnTo>
                        <a:lnTo>
                          <a:pt x="94" y="578"/>
                        </a:lnTo>
                        <a:lnTo>
                          <a:pt x="93" y="570"/>
                        </a:lnTo>
                        <a:lnTo>
                          <a:pt x="93" y="559"/>
                        </a:lnTo>
                        <a:lnTo>
                          <a:pt x="92" y="549"/>
                        </a:lnTo>
                        <a:lnTo>
                          <a:pt x="91" y="540"/>
                        </a:lnTo>
                        <a:lnTo>
                          <a:pt x="91" y="529"/>
                        </a:lnTo>
                        <a:lnTo>
                          <a:pt x="91" y="517"/>
                        </a:lnTo>
                        <a:lnTo>
                          <a:pt x="89" y="507"/>
                        </a:lnTo>
                        <a:lnTo>
                          <a:pt x="89" y="496"/>
                        </a:lnTo>
                        <a:lnTo>
                          <a:pt x="89" y="484"/>
                        </a:lnTo>
                        <a:lnTo>
                          <a:pt x="88" y="473"/>
                        </a:lnTo>
                        <a:lnTo>
                          <a:pt x="88" y="462"/>
                        </a:lnTo>
                        <a:lnTo>
                          <a:pt x="88" y="450"/>
                        </a:lnTo>
                        <a:lnTo>
                          <a:pt x="88" y="438"/>
                        </a:lnTo>
                        <a:lnTo>
                          <a:pt x="87" y="425"/>
                        </a:lnTo>
                        <a:lnTo>
                          <a:pt x="87" y="413"/>
                        </a:lnTo>
                        <a:lnTo>
                          <a:pt x="86" y="400"/>
                        </a:lnTo>
                        <a:lnTo>
                          <a:pt x="86" y="388"/>
                        </a:lnTo>
                        <a:lnTo>
                          <a:pt x="86" y="374"/>
                        </a:lnTo>
                        <a:lnTo>
                          <a:pt x="86" y="361"/>
                        </a:lnTo>
                        <a:lnTo>
                          <a:pt x="86" y="348"/>
                        </a:lnTo>
                        <a:lnTo>
                          <a:pt x="86" y="334"/>
                        </a:lnTo>
                        <a:lnTo>
                          <a:pt x="85" y="320"/>
                        </a:lnTo>
                        <a:lnTo>
                          <a:pt x="85" y="307"/>
                        </a:lnTo>
                        <a:lnTo>
                          <a:pt x="85" y="294"/>
                        </a:lnTo>
                        <a:lnTo>
                          <a:pt x="85" y="280"/>
                        </a:lnTo>
                        <a:lnTo>
                          <a:pt x="85" y="267"/>
                        </a:lnTo>
                        <a:lnTo>
                          <a:pt x="85" y="253"/>
                        </a:lnTo>
                        <a:lnTo>
                          <a:pt x="85" y="238"/>
                        </a:lnTo>
                        <a:lnTo>
                          <a:pt x="86" y="226"/>
                        </a:lnTo>
                        <a:lnTo>
                          <a:pt x="86" y="211"/>
                        </a:lnTo>
                        <a:lnTo>
                          <a:pt x="86" y="198"/>
                        </a:lnTo>
                        <a:lnTo>
                          <a:pt x="86" y="184"/>
                        </a:lnTo>
                        <a:lnTo>
                          <a:pt x="86" y="169"/>
                        </a:lnTo>
                        <a:lnTo>
                          <a:pt x="86" y="155"/>
                        </a:lnTo>
                        <a:lnTo>
                          <a:pt x="86" y="141"/>
                        </a:lnTo>
                        <a:lnTo>
                          <a:pt x="86" y="127"/>
                        </a:lnTo>
                        <a:lnTo>
                          <a:pt x="87" y="114"/>
                        </a:lnTo>
                        <a:lnTo>
                          <a:pt x="87" y="99"/>
                        </a:lnTo>
                        <a:lnTo>
                          <a:pt x="87" y="85"/>
                        </a:lnTo>
                        <a:lnTo>
                          <a:pt x="87" y="71"/>
                        </a:lnTo>
                        <a:lnTo>
                          <a:pt x="88" y="58"/>
                        </a:lnTo>
                        <a:lnTo>
                          <a:pt x="88" y="44"/>
                        </a:lnTo>
                        <a:lnTo>
                          <a:pt x="88" y="31"/>
                        </a:lnTo>
                        <a:lnTo>
                          <a:pt x="89" y="18"/>
                        </a:lnTo>
                        <a:lnTo>
                          <a:pt x="91" y="4"/>
                        </a:lnTo>
                        <a:lnTo>
                          <a:pt x="88" y="2"/>
                        </a:lnTo>
                        <a:lnTo>
                          <a:pt x="86" y="1"/>
                        </a:lnTo>
                        <a:lnTo>
                          <a:pt x="83" y="1"/>
                        </a:lnTo>
                        <a:lnTo>
                          <a:pt x="81" y="1"/>
                        </a:lnTo>
                        <a:lnTo>
                          <a:pt x="79" y="1"/>
                        </a:lnTo>
                        <a:lnTo>
                          <a:pt x="76" y="1"/>
                        </a:lnTo>
                        <a:lnTo>
                          <a:pt x="73" y="0"/>
                        </a:lnTo>
                        <a:lnTo>
                          <a:pt x="69" y="0"/>
                        </a:lnTo>
                        <a:lnTo>
                          <a:pt x="66" y="0"/>
                        </a:lnTo>
                        <a:lnTo>
                          <a:pt x="63" y="0"/>
                        </a:lnTo>
                        <a:lnTo>
                          <a:pt x="58" y="0"/>
                        </a:lnTo>
                        <a:lnTo>
                          <a:pt x="55" y="1"/>
                        </a:lnTo>
                        <a:lnTo>
                          <a:pt x="50" y="1"/>
                        </a:lnTo>
                        <a:lnTo>
                          <a:pt x="48" y="1"/>
                        </a:lnTo>
                        <a:lnTo>
                          <a:pt x="43" y="1"/>
                        </a:lnTo>
                        <a:lnTo>
                          <a:pt x="38" y="1"/>
                        </a:lnTo>
                        <a:lnTo>
                          <a:pt x="35" y="2"/>
                        </a:lnTo>
                        <a:lnTo>
                          <a:pt x="30" y="2"/>
                        </a:lnTo>
                        <a:lnTo>
                          <a:pt x="28" y="2"/>
                        </a:lnTo>
                        <a:lnTo>
                          <a:pt x="24" y="3"/>
                        </a:lnTo>
                        <a:lnTo>
                          <a:pt x="21" y="3"/>
                        </a:lnTo>
                        <a:lnTo>
                          <a:pt x="17" y="4"/>
                        </a:lnTo>
                        <a:lnTo>
                          <a:pt x="15" y="4"/>
                        </a:lnTo>
                        <a:lnTo>
                          <a:pt x="12" y="6"/>
                        </a:lnTo>
                        <a:lnTo>
                          <a:pt x="9" y="6"/>
                        </a:lnTo>
                        <a:lnTo>
                          <a:pt x="7" y="6"/>
                        </a:lnTo>
                        <a:lnTo>
                          <a:pt x="5" y="7"/>
                        </a:lnTo>
                        <a:lnTo>
                          <a:pt x="4" y="8"/>
                        </a:lnTo>
                        <a:lnTo>
                          <a:pt x="4" y="10"/>
                        </a:lnTo>
                        <a:lnTo>
                          <a:pt x="4" y="13"/>
                        </a:lnTo>
                        <a:lnTo>
                          <a:pt x="4" y="16"/>
                        </a:lnTo>
                        <a:lnTo>
                          <a:pt x="3" y="20"/>
                        </a:lnTo>
                        <a:lnTo>
                          <a:pt x="3" y="26"/>
                        </a:lnTo>
                        <a:lnTo>
                          <a:pt x="3" y="28"/>
                        </a:lnTo>
                        <a:lnTo>
                          <a:pt x="3" y="31"/>
                        </a:lnTo>
                        <a:lnTo>
                          <a:pt x="3" y="34"/>
                        </a:lnTo>
                        <a:lnTo>
                          <a:pt x="3" y="39"/>
                        </a:lnTo>
                        <a:lnTo>
                          <a:pt x="3" y="41"/>
                        </a:lnTo>
                        <a:lnTo>
                          <a:pt x="3" y="46"/>
                        </a:lnTo>
                        <a:lnTo>
                          <a:pt x="3" y="50"/>
                        </a:lnTo>
                        <a:lnTo>
                          <a:pt x="3" y="53"/>
                        </a:lnTo>
                        <a:lnTo>
                          <a:pt x="3" y="58"/>
                        </a:lnTo>
                        <a:lnTo>
                          <a:pt x="3" y="61"/>
                        </a:lnTo>
                        <a:lnTo>
                          <a:pt x="3" y="66"/>
                        </a:lnTo>
                        <a:lnTo>
                          <a:pt x="3" y="72"/>
                        </a:lnTo>
                        <a:lnTo>
                          <a:pt x="2" y="77"/>
                        </a:lnTo>
                        <a:lnTo>
                          <a:pt x="2" y="82"/>
                        </a:lnTo>
                        <a:lnTo>
                          <a:pt x="2" y="86"/>
                        </a:lnTo>
                        <a:lnTo>
                          <a:pt x="2" y="92"/>
                        </a:lnTo>
                        <a:lnTo>
                          <a:pt x="2" y="98"/>
                        </a:lnTo>
                        <a:lnTo>
                          <a:pt x="2" y="104"/>
                        </a:lnTo>
                        <a:lnTo>
                          <a:pt x="2" y="110"/>
                        </a:lnTo>
                        <a:lnTo>
                          <a:pt x="2" y="117"/>
                        </a:lnTo>
                        <a:lnTo>
                          <a:pt x="0" y="122"/>
                        </a:lnTo>
                        <a:lnTo>
                          <a:pt x="0" y="128"/>
                        </a:lnTo>
                        <a:lnTo>
                          <a:pt x="0" y="134"/>
                        </a:lnTo>
                        <a:lnTo>
                          <a:pt x="0" y="141"/>
                        </a:lnTo>
                        <a:lnTo>
                          <a:pt x="0" y="147"/>
                        </a:lnTo>
                        <a:lnTo>
                          <a:pt x="0" y="154"/>
                        </a:lnTo>
                        <a:lnTo>
                          <a:pt x="0" y="160"/>
                        </a:lnTo>
                        <a:lnTo>
                          <a:pt x="0" y="167"/>
                        </a:lnTo>
                        <a:lnTo>
                          <a:pt x="0" y="174"/>
                        </a:lnTo>
                        <a:lnTo>
                          <a:pt x="0" y="181"/>
                        </a:lnTo>
                        <a:lnTo>
                          <a:pt x="0" y="188"/>
                        </a:lnTo>
                        <a:lnTo>
                          <a:pt x="0" y="196"/>
                        </a:lnTo>
                        <a:lnTo>
                          <a:pt x="0" y="203"/>
                        </a:lnTo>
                        <a:lnTo>
                          <a:pt x="0" y="210"/>
                        </a:lnTo>
                        <a:lnTo>
                          <a:pt x="0" y="218"/>
                        </a:lnTo>
                        <a:lnTo>
                          <a:pt x="0" y="225"/>
                        </a:lnTo>
                        <a:lnTo>
                          <a:pt x="0" y="232"/>
                        </a:lnTo>
                        <a:lnTo>
                          <a:pt x="0" y="240"/>
                        </a:lnTo>
                        <a:lnTo>
                          <a:pt x="0" y="247"/>
                        </a:lnTo>
                        <a:lnTo>
                          <a:pt x="0" y="255"/>
                        </a:lnTo>
                        <a:lnTo>
                          <a:pt x="0" y="262"/>
                        </a:lnTo>
                        <a:lnTo>
                          <a:pt x="0" y="269"/>
                        </a:lnTo>
                        <a:lnTo>
                          <a:pt x="0" y="278"/>
                        </a:lnTo>
                        <a:lnTo>
                          <a:pt x="0" y="286"/>
                        </a:lnTo>
                        <a:lnTo>
                          <a:pt x="0" y="293"/>
                        </a:lnTo>
                        <a:lnTo>
                          <a:pt x="0" y="301"/>
                        </a:lnTo>
                        <a:lnTo>
                          <a:pt x="0" y="308"/>
                        </a:lnTo>
                        <a:lnTo>
                          <a:pt x="0" y="317"/>
                        </a:lnTo>
                        <a:lnTo>
                          <a:pt x="0" y="325"/>
                        </a:lnTo>
                        <a:lnTo>
                          <a:pt x="0" y="332"/>
                        </a:lnTo>
                        <a:lnTo>
                          <a:pt x="0" y="340"/>
                        </a:lnTo>
                        <a:lnTo>
                          <a:pt x="0" y="349"/>
                        </a:lnTo>
                        <a:lnTo>
                          <a:pt x="0" y="364"/>
                        </a:lnTo>
                        <a:lnTo>
                          <a:pt x="0" y="381"/>
                        </a:lnTo>
                        <a:lnTo>
                          <a:pt x="0" y="395"/>
                        </a:lnTo>
                        <a:lnTo>
                          <a:pt x="0" y="410"/>
                        </a:lnTo>
                        <a:lnTo>
                          <a:pt x="0" y="424"/>
                        </a:lnTo>
                        <a:lnTo>
                          <a:pt x="2" y="439"/>
                        </a:lnTo>
                        <a:lnTo>
                          <a:pt x="2" y="452"/>
                        </a:lnTo>
                        <a:lnTo>
                          <a:pt x="3" y="465"/>
                        </a:lnTo>
                        <a:lnTo>
                          <a:pt x="3" y="478"/>
                        </a:lnTo>
                        <a:lnTo>
                          <a:pt x="3" y="490"/>
                        </a:lnTo>
                        <a:lnTo>
                          <a:pt x="3" y="502"/>
                        </a:lnTo>
                        <a:lnTo>
                          <a:pt x="4" y="514"/>
                        </a:lnTo>
                        <a:lnTo>
                          <a:pt x="4" y="524"/>
                        </a:lnTo>
                        <a:lnTo>
                          <a:pt x="5" y="535"/>
                        </a:lnTo>
                        <a:lnTo>
                          <a:pt x="5" y="546"/>
                        </a:lnTo>
                        <a:lnTo>
                          <a:pt x="6" y="556"/>
                        </a:lnTo>
                        <a:lnTo>
                          <a:pt x="6" y="565"/>
                        </a:lnTo>
                        <a:lnTo>
                          <a:pt x="7" y="575"/>
                        </a:lnTo>
                        <a:lnTo>
                          <a:pt x="7" y="584"/>
                        </a:lnTo>
                        <a:lnTo>
                          <a:pt x="9" y="593"/>
                        </a:lnTo>
                        <a:lnTo>
                          <a:pt x="10" y="600"/>
                        </a:lnTo>
                        <a:lnTo>
                          <a:pt x="10" y="609"/>
                        </a:lnTo>
                        <a:lnTo>
                          <a:pt x="11" y="617"/>
                        </a:lnTo>
                        <a:lnTo>
                          <a:pt x="12" y="625"/>
                        </a:lnTo>
                        <a:lnTo>
                          <a:pt x="12" y="631"/>
                        </a:lnTo>
                        <a:lnTo>
                          <a:pt x="13" y="638"/>
                        </a:lnTo>
                        <a:lnTo>
                          <a:pt x="15" y="646"/>
                        </a:lnTo>
                        <a:lnTo>
                          <a:pt x="15" y="651"/>
                        </a:lnTo>
                        <a:lnTo>
                          <a:pt x="16" y="657"/>
                        </a:lnTo>
                        <a:lnTo>
                          <a:pt x="17" y="663"/>
                        </a:lnTo>
                        <a:lnTo>
                          <a:pt x="17" y="669"/>
                        </a:lnTo>
                        <a:lnTo>
                          <a:pt x="19" y="674"/>
                        </a:lnTo>
                        <a:lnTo>
                          <a:pt x="21" y="679"/>
                        </a:lnTo>
                        <a:lnTo>
                          <a:pt x="21" y="685"/>
                        </a:lnTo>
                        <a:lnTo>
                          <a:pt x="22" y="689"/>
                        </a:lnTo>
                        <a:lnTo>
                          <a:pt x="23" y="693"/>
                        </a:lnTo>
                        <a:lnTo>
                          <a:pt x="23" y="697"/>
                        </a:lnTo>
                        <a:lnTo>
                          <a:pt x="25" y="701"/>
                        </a:lnTo>
                        <a:lnTo>
                          <a:pt x="25" y="705"/>
                        </a:lnTo>
                        <a:lnTo>
                          <a:pt x="26" y="708"/>
                        </a:lnTo>
                        <a:lnTo>
                          <a:pt x="28" y="712"/>
                        </a:lnTo>
                        <a:lnTo>
                          <a:pt x="28" y="714"/>
                        </a:lnTo>
                        <a:lnTo>
                          <a:pt x="29" y="718"/>
                        </a:lnTo>
                        <a:lnTo>
                          <a:pt x="30" y="720"/>
                        </a:lnTo>
                        <a:lnTo>
                          <a:pt x="30" y="723"/>
                        </a:lnTo>
                        <a:lnTo>
                          <a:pt x="32" y="726"/>
                        </a:lnTo>
                        <a:lnTo>
                          <a:pt x="32" y="729"/>
                        </a:lnTo>
                        <a:lnTo>
                          <a:pt x="34" y="731"/>
                        </a:lnTo>
                        <a:lnTo>
                          <a:pt x="35" y="735"/>
                        </a:lnTo>
                        <a:lnTo>
                          <a:pt x="37" y="738"/>
                        </a:lnTo>
                        <a:lnTo>
                          <a:pt x="38" y="740"/>
                        </a:lnTo>
                        <a:lnTo>
                          <a:pt x="41" y="744"/>
                        </a:lnTo>
                        <a:lnTo>
                          <a:pt x="43" y="749"/>
                        </a:lnTo>
                        <a:lnTo>
                          <a:pt x="48" y="752"/>
                        </a:lnTo>
                        <a:lnTo>
                          <a:pt x="50" y="757"/>
                        </a:lnTo>
                        <a:lnTo>
                          <a:pt x="55" y="762"/>
                        </a:lnTo>
                        <a:lnTo>
                          <a:pt x="56" y="763"/>
                        </a:lnTo>
                        <a:lnTo>
                          <a:pt x="61" y="765"/>
                        </a:lnTo>
                        <a:lnTo>
                          <a:pt x="63" y="768"/>
                        </a:lnTo>
                        <a:lnTo>
                          <a:pt x="68" y="771"/>
                        </a:lnTo>
                        <a:lnTo>
                          <a:pt x="70" y="773"/>
                        </a:lnTo>
                        <a:lnTo>
                          <a:pt x="73" y="774"/>
                        </a:lnTo>
                        <a:lnTo>
                          <a:pt x="75" y="775"/>
                        </a:lnTo>
                        <a:lnTo>
                          <a:pt x="79" y="775"/>
                        </a:lnTo>
                        <a:lnTo>
                          <a:pt x="81" y="777"/>
                        </a:lnTo>
                        <a:lnTo>
                          <a:pt x="85" y="778"/>
                        </a:lnTo>
                        <a:lnTo>
                          <a:pt x="88" y="780"/>
                        </a:lnTo>
                        <a:lnTo>
                          <a:pt x="92" y="781"/>
                        </a:lnTo>
                        <a:lnTo>
                          <a:pt x="96" y="782"/>
                        </a:lnTo>
                        <a:lnTo>
                          <a:pt x="100" y="783"/>
                        </a:lnTo>
                        <a:lnTo>
                          <a:pt x="105" y="784"/>
                        </a:lnTo>
                        <a:lnTo>
                          <a:pt x="110" y="786"/>
                        </a:lnTo>
                        <a:lnTo>
                          <a:pt x="114" y="786"/>
                        </a:lnTo>
                        <a:lnTo>
                          <a:pt x="119" y="788"/>
                        </a:lnTo>
                        <a:lnTo>
                          <a:pt x="125" y="788"/>
                        </a:lnTo>
                        <a:lnTo>
                          <a:pt x="131" y="790"/>
                        </a:lnTo>
                        <a:lnTo>
                          <a:pt x="137" y="790"/>
                        </a:lnTo>
                        <a:lnTo>
                          <a:pt x="144" y="793"/>
                        </a:lnTo>
                        <a:lnTo>
                          <a:pt x="150" y="793"/>
                        </a:lnTo>
                        <a:lnTo>
                          <a:pt x="157" y="794"/>
                        </a:lnTo>
                        <a:lnTo>
                          <a:pt x="164" y="795"/>
                        </a:lnTo>
                        <a:lnTo>
                          <a:pt x="172" y="796"/>
                        </a:lnTo>
                        <a:lnTo>
                          <a:pt x="181" y="796"/>
                        </a:lnTo>
                        <a:lnTo>
                          <a:pt x="190" y="799"/>
                        </a:lnTo>
                        <a:lnTo>
                          <a:pt x="198" y="799"/>
                        </a:lnTo>
                        <a:lnTo>
                          <a:pt x="208" y="800"/>
                        </a:lnTo>
                        <a:lnTo>
                          <a:pt x="217" y="800"/>
                        </a:lnTo>
                        <a:lnTo>
                          <a:pt x="228" y="801"/>
                        </a:lnTo>
                        <a:lnTo>
                          <a:pt x="238" y="801"/>
                        </a:lnTo>
                        <a:lnTo>
                          <a:pt x="250" y="802"/>
                        </a:lnTo>
                        <a:lnTo>
                          <a:pt x="260" y="803"/>
                        </a:lnTo>
                        <a:lnTo>
                          <a:pt x="273" y="803"/>
                        </a:lnTo>
                        <a:lnTo>
                          <a:pt x="284" y="803"/>
                        </a:lnTo>
                        <a:lnTo>
                          <a:pt x="297" y="805"/>
                        </a:lnTo>
                        <a:lnTo>
                          <a:pt x="310" y="806"/>
                        </a:lnTo>
                        <a:lnTo>
                          <a:pt x="324" y="806"/>
                        </a:lnTo>
                        <a:lnTo>
                          <a:pt x="339" y="806"/>
                        </a:lnTo>
                        <a:lnTo>
                          <a:pt x="352" y="806"/>
                        </a:lnTo>
                        <a:lnTo>
                          <a:pt x="367" y="807"/>
                        </a:lnTo>
                        <a:lnTo>
                          <a:pt x="384" y="808"/>
                        </a:lnTo>
                        <a:lnTo>
                          <a:pt x="399" y="808"/>
                        </a:lnTo>
                        <a:lnTo>
                          <a:pt x="416" y="808"/>
                        </a:lnTo>
                        <a:lnTo>
                          <a:pt x="432" y="808"/>
                        </a:lnTo>
                        <a:lnTo>
                          <a:pt x="451" y="808"/>
                        </a:lnTo>
                        <a:lnTo>
                          <a:pt x="470" y="808"/>
                        </a:lnTo>
                        <a:lnTo>
                          <a:pt x="488" y="808"/>
                        </a:lnTo>
                        <a:lnTo>
                          <a:pt x="508" y="808"/>
                        </a:lnTo>
                        <a:lnTo>
                          <a:pt x="528" y="808"/>
                        </a:lnTo>
                        <a:lnTo>
                          <a:pt x="538" y="808"/>
                        </a:lnTo>
                        <a:lnTo>
                          <a:pt x="546" y="808"/>
                        </a:lnTo>
                        <a:lnTo>
                          <a:pt x="557" y="807"/>
                        </a:lnTo>
                        <a:lnTo>
                          <a:pt x="566" y="807"/>
                        </a:lnTo>
                        <a:lnTo>
                          <a:pt x="575" y="806"/>
                        </a:lnTo>
                        <a:lnTo>
                          <a:pt x="585" y="806"/>
                        </a:lnTo>
                        <a:lnTo>
                          <a:pt x="595" y="806"/>
                        </a:lnTo>
                        <a:lnTo>
                          <a:pt x="604" y="806"/>
                        </a:lnTo>
                        <a:lnTo>
                          <a:pt x="614" y="806"/>
                        </a:lnTo>
                        <a:lnTo>
                          <a:pt x="622" y="806"/>
                        </a:lnTo>
                        <a:lnTo>
                          <a:pt x="632" y="806"/>
                        </a:lnTo>
                        <a:lnTo>
                          <a:pt x="641" y="806"/>
                        </a:lnTo>
                        <a:lnTo>
                          <a:pt x="651" y="806"/>
                        </a:lnTo>
                        <a:lnTo>
                          <a:pt x="660" y="806"/>
                        </a:lnTo>
                        <a:lnTo>
                          <a:pt x="668" y="806"/>
                        </a:lnTo>
                        <a:lnTo>
                          <a:pt x="678" y="806"/>
                        </a:lnTo>
                        <a:lnTo>
                          <a:pt x="686" y="805"/>
                        </a:lnTo>
                        <a:lnTo>
                          <a:pt x="696" y="803"/>
                        </a:lnTo>
                        <a:lnTo>
                          <a:pt x="704" y="803"/>
                        </a:lnTo>
                        <a:lnTo>
                          <a:pt x="713" y="803"/>
                        </a:lnTo>
                        <a:lnTo>
                          <a:pt x="722" y="803"/>
                        </a:lnTo>
                        <a:lnTo>
                          <a:pt x="730" y="803"/>
                        </a:lnTo>
                        <a:lnTo>
                          <a:pt x="738" y="803"/>
                        </a:lnTo>
                        <a:lnTo>
                          <a:pt x="747" y="803"/>
                        </a:lnTo>
                        <a:lnTo>
                          <a:pt x="755" y="802"/>
                        </a:lnTo>
                        <a:lnTo>
                          <a:pt x="763" y="801"/>
                        </a:lnTo>
                        <a:lnTo>
                          <a:pt x="772" y="801"/>
                        </a:lnTo>
                        <a:lnTo>
                          <a:pt x="780" y="801"/>
                        </a:lnTo>
                        <a:lnTo>
                          <a:pt x="787" y="801"/>
                        </a:lnTo>
                        <a:lnTo>
                          <a:pt x="794" y="801"/>
                        </a:lnTo>
                        <a:lnTo>
                          <a:pt x="802" y="801"/>
                        </a:lnTo>
                        <a:lnTo>
                          <a:pt x="810" y="801"/>
                        </a:lnTo>
                        <a:lnTo>
                          <a:pt x="817" y="801"/>
                        </a:lnTo>
                        <a:lnTo>
                          <a:pt x="824" y="800"/>
                        </a:lnTo>
                        <a:lnTo>
                          <a:pt x="830" y="800"/>
                        </a:lnTo>
                        <a:lnTo>
                          <a:pt x="838" y="800"/>
                        </a:lnTo>
                        <a:lnTo>
                          <a:pt x="844" y="799"/>
                        </a:lnTo>
                        <a:lnTo>
                          <a:pt x="850" y="799"/>
                        </a:lnTo>
                        <a:lnTo>
                          <a:pt x="856" y="799"/>
                        </a:lnTo>
                        <a:lnTo>
                          <a:pt x="863" y="799"/>
                        </a:lnTo>
                        <a:lnTo>
                          <a:pt x="868" y="797"/>
                        </a:lnTo>
                        <a:lnTo>
                          <a:pt x="875" y="797"/>
                        </a:lnTo>
                        <a:lnTo>
                          <a:pt x="881" y="797"/>
                        </a:lnTo>
                        <a:lnTo>
                          <a:pt x="885" y="797"/>
                        </a:lnTo>
                        <a:lnTo>
                          <a:pt x="890" y="796"/>
                        </a:lnTo>
                        <a:lnTo>
                          <a:pt x="896" y="796"/>
                        </a:lnTo>
                        <a:lnTo>
                          <a:pt x="901" y="796"/>
                        </a:lnTo>
                        <a:lnTo>
                          <a:pt x="906" y="796"/>
                        </a:lnTo>
                        <a:lnTo>
                          <a:pt x="909" y="796"/>
                        </a:lnTo>
                        <a:lnTo>
                          <a:pt x="914" y="795"/>
                        </a:lnTo>
                        <a:lnTo>
                          <a:pt x="919" y="795"/>
                        </a:lnTo>
                        <a:lnTo>
                          <a:pt x="921" y="795"/>
                        </a:lnTo>
                        <a:lnTo>
                          <a:pt x="925" y="794"/>
                        </a:lnTo>
                        <a:lnTo>
                          <a:pt x="928" y="794"/>
                        </a:lnTo>
                        <a:lnTo>
                          <a:pt x="932" y="794"/>
                        </a:lnTo>
                        <a:lnTo>
                          <a:pt x="935" y="794"/>
                        </a:lnTo>
                        <a:lnTo>
                          <a:pt x="940" y="794"/>
                        </a:lnTo>
                        <a:lnTo>
                          <a:pt x="944" y="794"/>
                        </a:lnTo>
                        <a:lnTo>
                          <a:pt x="947" y="794"/>
                        </a:lnTo>
                        <a:lnTo>
                          <a:pt x="950" y="794"/>
                        </a:lnTo>
                        <a:lnTo>
                          <a:pt x="952" y="793"/>
                        </a:lnTo>
                        <a:lnTo>
                          <a:pt x="954" y="790"/>
                        </a:lnTo>
                        <a:lnTo>
                          <a:pt x="954" y="788"/>
                        </a:lnTo>
                        <a:lnTo>
                          <a:pt x="954" y="786"/>
                        </a:lnTo>
                        <a:lnTo>
                          <a:pt x="954" y="783"/>
                        </a:lnTo>
                        <a:lnTo>
                          <a:pt x="954" y="781"/>
                        </a:lnTo>
                        <a:lnTo>
                          <a:pt x="954" y="777"/>
                        </a:lnTo>
                        <a:lnTo>
                          <a:pt x="953" y="774"/>
                        </a:lnTo>
                        <a:lnTo>
                          <a:pt x="952" y="770"/>
                        </a:lnTo>
                        <a:lnTo>
                          <a:pt x="952" y="767"/>
                        </a:lnTo>
                        <a:lnTo>
                          <a:pt x="951" y="763"/>
                        </a:lnTo>
                        <a:lnTo>
                          <a:pt x="950" y="759"/>
                        </a:lnTo>
                        <a:lnTo>
                          <a:pt x="950" y="755"/>
                        </a:lnTo>
                        <a:lnTo>
                          <a:pt x="948" y="751"/>
                        </a:lnTo>
                        <a:lnTo>
                          <a:pt x="946" y="748"/>
                        </a:lnTo>
                        <a:lnTo>
                          <a:pt x="945" y="743"/>
                        </a:lnTo>
                        <a:lnTo>
                          <a:pt x="944" y="739"/>
                        </a:lnTo>
                        <a:lnTo>
                          <a:pt x="942" y="736"/>
                        </a:lnTo>
                        <a:lnTo>
                          <a:pt x="941" y="732"/>
                        </a:lnTo>
                        <a:lnTo>
                          <a:pt x="939" y="729"/>
                        </a:lnTo>
                        <a:lnTo>
                          <a:pt x="939" y="725"/>
                        </a:lnTo>
                        <a:lnTo>
                          <a:pt x="938" y="723"/>
                        </a:lnTo>
                        <a:lnTo>
                          <a:pt x="937" y="720"/>
                        </a:lnTo>
                        <a:lnTo>
                          <a:pt x="934" y="717"/>
                        </a:lnTo>
                        <a:lnTo>
                          <a:pt x="934" y="714"/>
                        </a:lnTo>
                        <a:lnTo>
                          <a:pt x="934" y="713"/>
                        </a:lnTo>
                        <a:lnTo>
                          <a:pt x="932" y="711"/>
                        </a:lnTo>
                        <a:lnTo>
                          <a:pt x="932" y="71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87" name="Freeform 229"/>
                  <p:cNvSpPr/>
                  <p:nvPr/>
                </p:nvSpPr>
                <p:spPr bwMode="auto">
                  <a:xfrm>
                    <a:off x="5409" y="1590"/>
                    <a:ext cx="202" cy="39"/>
                  </a:xfrm>
                  <a:custGeom>
                    <a:avLst/>
                    <a:gdLst>
                      <a:gd name="T0" fmla="*/ 0 w 605"/>
                      <a:gd name="T1" fmla="*/ 0 h 119"/>
                      <a:gd name="T2" fmla="*/ 0 w 605"/>
                      <a:gd name="T3" fmla="*/ 0 h 119"/>
                      <a:gd name="T4" fmla="*/ 0 w 605"/>
                      <a:gd name="T5" fmla="*/ 0 h 119"/>
                      <a:gd name="T6" fmla="*/ 0 w 605"/>
                      <a:gd name="T7" fmla="*/ 0 h 119"/>
                      <a:gd name="T8" fmla="*/ 0 w 605"/>
                      <a:gd name="T9" fmla="*/ 0 h 119"/>
                      <a:gd name="T10" fmla="*/ 0 w 605"/>
                      <a:gd name="T11" fmla="*/ 0 h 119"/>
                      <a:gd name="T12" fmla="*/ 0 w 605"/>
                      <a:gd name="T13" fmla="*/ 0 h 119"/>
                      <a:gd name="T14" fmla="*/ 0 w 605"/>
                      <a:gd name="T15" fmla="*/ 0 h 119"/>
                      <a:gd name="T16" fmla="*/ 0 w 605"/>
                      <a:gd name="T17" fmla="*/ 0 h 119"/>
                      <a:gd name="T18" fmla="*/ 0 w 605"/>
                      <a:gd name="T19" fmla="*/ 0 h 119"/>
                      <a:gd name="T20" fmla="*/ 0 w 605"/>
                      <a:gd name="T21" fmla="*/ 0 h 119"/>
                      <a:gd name="T22" fmla="*/ 0 w 605"/>
                      <a:gd name="T23" fmla="*/ 0 h 119"/>
                      <a:gd name="T24" fmla="*/ 0 w 605"/>
                      <a:gd name="T25" fmla="*/ 0 h 119"/>
                      <a:gd name="T26" fmla="*/ 0 w 605"/>
                      <a:gd name="T27" fmla="*/ 0 h 119"/>
                      <a:gd name="T28" fmla="*/ 0 w 605"/>
                      <a:gd name="T29" fmla="*/ 0 h 119"/>
                      <a:gd name="T30" fmla="*/ 0 w 605"/>
                      <a:gd name="T31" fmla="*/ 0 h 119"/>
                      <a:gd name="T32" fmla="*/ 0 w 605"/>
                      <a:gd name="T33" fmla="*/ 0 h 119"/>
                      <a:gd name="T34" fmla="*/ 0 w 605"/>
                      <a:gd name="T35" fmla="*/ 0 h 119"/>
                      <a:gd name="T36" fmla="*/ 0 w 605"/>
                      <a:gd name="T37" fmla="*/ 0 h 119"/>
                      <a:gd name="T38" fmla="*/ 0 w 605"/>
                      <a:gd name="T39" fmla="*/ 0 h 119"/>
                      <a:gd name="T40" fmla="*/ 0 w 605"/>
                      <a:gd name="T41" fmla="*/ 0 h 119"/>
                      <a:gd name="T42" fmla="*/ 0 w 605"/>
                      <a:gd name="T43" fmla="*/ 0 h 119"/>
                      <a:gd name="T44" fmla="*/ 0 w 605"/>
                      <a:gd name="T45" fmla="*/ 0 h 119"/>
                      <a:gd name="T46" fmla="*/ 0 w 605"/>
                      <a:gd name="T47" fmla="*/ 0 h 119"/>
                      <a:gd name="T48" fmla="*/ 0 w 605"/>
                      <a:gd name="T49" fmla="*/ 0 h 119"/>
                      <a:gd name="T50" fmla="*/ 0 w 605"/>
                      <a:gd name="T51" fmla="*/ 0 h 119"/>
                      <a:gd name="T52" fmla="*/ 0 w 605"/>
                      <a:gd name="T53" fmla="*/ 0 h 119"/>
                      <a:gd name="T54" fmla="*/ 0 w 605"/>
                      <a:gd name="T55" fmla="*/ 0 h 119"/>
                      <a:gd name="T56" fmla="*/ 0 w 605"/>
                      <a:gd name="T57" fmla="*/ 0 h 119"/>
                      <a:gd name="T58" fmla="*/ 0 w 605"/>
                      <a:gd name="T59" fmla="*/ 0 h 119"/>
                      <a:gd name="T60" fmla="*/ 0 w 605"/>
                      <a:gd name="T61" fmla="*/ 0 h 119"/>
                      <a:gd name="T62" fmla="*/ 0 w 605"/>
                      <a:gd name="T63" fmla="*/ 0 h 119"/>
                      <a:gd name="T64" fmla="*/ 0 w 605"/>
                      <a:gd name="T65" fmla="*/ 0 h 119"/>
                      <a:gd name="T66" fmla="*/ 0 w 605"/>
                      <a:gd name="T67" fmla="*/ 0 h 119"/>
                      <a:gd name="T68" fmla="*/ 0 w 605"/>
                      <a:gd name="T69" fmla="*/ 0 h 119"/>
                      <a:gd name="T70" fmla="*/ 0 w 605"/>
                      <a:gd name="T71" fmla="*/ 0 h 119"/>
                      <a:gd name="T72" fmla="*/ 0 w 605"/>
                      <a:gd name="T73" fmla="*/ 0 h 119"/>
                      <a:gd name="T74" fmla="*/ 0 w 605"/>
                      <a:gd name="T75" fmla="*/ 0 h 119"/>
                      <a:gd name="T76" fmla="*/ 0 w 605"/>
                      <a:gd name="T77" fmla="*/ 0 h 119"/>
                      <a:gd name="T78" fmla="*/ 0 w 605"/>
                      <a:gd name="T79" fmla="*/ 0 h 119"/>
                      <a:gd name="T80" fmla="*/ 0 w 605"/>
                      <a:gd name="T81" fmla="*/ 0 h 119"/>
                      <a:gd name="T82" fmla="*/ 0 w 605"/>
                      <a:gd name="T83" fmla="*/ 0 h 119"/>
                      <a:gd name="T84" fmla="*/ 0 w 605"/>
                      <a:gd name="T85" fmla="*/ 0 h 119"/>
                      <a:gd name="T86" fmla="*/ 0 w 605"/>
                      <a:gd name="T87" fmla="*/ 0 h 11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05"/>
                      <a:gd name="T133" fmla="*/ 0 h 119"/>
                      <a:gd name="T134" fmla="*/ 605 w 605"/>
                      <a:gd name="T135" fmla="*/ 119 h 11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05" h="119">
                        <a:moveTo>
                          <a:pt x="0" y="34"/>
                        </a:moveTo>
                        <a:lnTo>
                          <a:pt x="14" y="119"/>
                        </a:lnTo>
                        <a:lnTo>
                          <a:pt x="23" y="117"/>
                        </a:lnTo>
                        <a:lnTo>
                          <a:pt x="34" y="114"/>
                        </a:lnTo>
                        <a:lnTo>
                          <a:pt x="42" y="112"/>
                        </a:lnTo>
                        <a:lnTo>
                          <a:pt x="52" y="111"/>
                        </a:lnTo>
                        <a:lnTo>
                          <a:pt x="62" y="110"/>
                        </a:lnTo>
                        <a:lnTo>
                          <a:pt x="72" y="108"/>
                        </a:lnTo>
                        <a:lnTo>
                          <a:pt x="80" y="106"/>
                        </a:lnTo>
                        <a:lnTo>
                          <a:pt x="91" y="105"/>
                        </a:lnTo>
                        <a:lnTo>
                          <a:pt x="100" y="104"/>
                        </a:lnTo>
                        <a:lnTo>
                          <a:pt x="110" y="101"/>
                        </a:lnTo>
                        <a:lnTo>
                          <a:pt x="119" y="101"/>
                        </a:lnTo>
                        <a:lnTo>
                          <a:pt x="129" y="99"/>
                        </a:lnTo>
                        <a:lnTo>
                          <a:pt x="138" y="98"/>
                        </a:lnTo>
                        <a:lnTo>
                          <a:pt x="148" y="97"/>
                        </a:lnTo>
                        <a:lnTo>
                          <a:pt x="156" y="97"/>
                        </a:lnTo>
                        <a:lnTo>
                          <a:pt x="166" y="95"/>
                        </a:lnTo>
                        <a:lnTo>
                          <a:pt x="176" y="94"/>
                        </a:lnTo>
                        <a:lnTo>
                          <a:pt x="185" y="94"/>
                        </a:lnTo>
                        <a:lnTo>
                          <a:pt x="194" y="93"/>
                        </a:lnTo>
                        <a:lnTo>
                          <a:pt x="204" y="92"/>
                        </a:lnTo>
                        <a:lnTo>
                          <a:pt x="212" y="92"/>
                        </a:lnTo>
                        <a:lnTo>
                          <a:pt x="221" y="91"/>
                        </a:lnTo>
                        <a:lnTo>
                          <a:pt x="231" y="89"/>
                        </a:lnTo>
                        <a:lnTo>
                          <a:pt x="239" y="89"/>
                        </a:lnTo>
                        <a:lnTo>
                          <a:pt x="249" y="89"/>
                        </a:lnTo>
                        <a:lnTo>
                          <a:pt x="257" y="88"/>
                        </a:lnTo>
                        <a:lnTo>
                          <a:pt x="268" y="88"/>
                        </a:lnTo>
                        <a:lnTo>
                          <a:pt x="276" y="88"/>
                        </a:lnTo>
                        <a:lnTo>
                          <a:pt x="286" y="87"/>
                        </a:lnTo>
                        <a:lnTo>
                          <a:pt x="294" y="87"/>
                        </a:lnTo>
                        <a:lnTo>
                          <a:pt x="303" y="87"/>
                        </a:lnTo>
                        <a:lnTo>
                          <a:pt x="313" y="87"/>
                        </a:lnTo>
                        <a:lnTo>
                          <a:pt x="321" y="86"/>
                        </a:lnTo>
                        <a:lnTo>
                          <a:pt x="329" y="86"/>
                        </a:lnTo>
                        <a:lnTo>
                          <a:pt x="339" y="86"/>
                        </a:lnTo>
                        <a:lnTo>
                          <a:pt x="347" y="86"/>
                        </a:lnTo>
                        <a:lnTo>
                          <a:pt x="356" y="86"/>
                        </a:lnTo>
                        <a:lnTo>
                          <a:pt x="365" y="86"/>
                        </a:lnTo>
                        <a:lnTo>
                          <a:pt x="373" y="86"/>
                        </a:lnTo>
                        <a:lnTo>
                          <a:pt x="383" y="87"/>
                        </a:lnTo>
                        <a:lnTo>
                          <a:pt x="391" y="87"/>
                        </a:lnTo>
                        <a:lnTo>
                          <a:pt x="399" y="88"/>
                        </a:lnTo>
                        <a:lnTo>
                          <a:pt x="409" y="88"/>
                        </a:lnTo>
                        <a:lnTo>
                          <a:pt x="417" y="89"/>
                        </a:lnTo>
                        <a:lnTo>
                          <a:pt x="427" y="89"/>
                        </a:lnTo>
                        <a:lnTo>
                          <a:pt x="435" y="91"/>
                        </a:lnTo>
                        <a:lnTo>
                          <a:pt x="443" y="91"/>
                        </a:lnTo>
                        <a:lnTo>
                          <a:pt x="453" y="92"/>
                        </a:lnTo>
                        <a:lnTo>
                          <a:pt x="461" y="92"/>
                        </a:lnTo>
                        <a:lnTo>
                          <a:pt x="469" y="93"/>
                        </a:lnTo>
                        <a:lnTo>
                          <a:pt x="478" y="94"/>
                        </a:lnTo>
                        <a:lnTo>
                          <a:pt x="487" y="95"/>
                        </a:lnTo>
                        <a:lnTo>
                          <a:pt x="496" y="97"/>
                        </a:lnTo>
                        <a:lnTo>
                          <a:pt x="503" y="97"/>
                        </a:lnTo>
                        <a:lnTo>
                          <a:pt x="512" y="98"/>
                        </a:lnTo>
                        <a:lnTo>
                          <a:pt x="520" y="99"/>
                        </a:lnTo>
                        <a:lnTo>
                          <a:pt x="529" y="100"/>
                        </a:lnTo>
                        <a:lnTo>
                          <a:pt x="537" y="101"/>
                        </a:lnTo>
                        <a:lnTo>
                          <a:pt x="545" y="104"/>
                        </a:lnTo>
                        <a:lnTo>
                          <a:pt x="555" y="104"/>
                        </a:lnTo>
                        <a:lnTo>
                          <a:pt x="563" y="106"/>
                        </a:lnTo>
                        <a:lnTo>
                          <a:pt x="571" y="107"/>
                        </a:lnTo>
                        <a:lnTo>
                          <a:pt x="580" y="110"/>
                        </a:lnTo>
                        <a:lnTo>
                          <a:pt x="589" y="111"/>
                        </a:lnTo>
                        <a:lnTo>
                          <a:pt x="605" y="25"/>
                        </a:lnTo>
                        <a:lnTo>
                          <a:pt x="594" y="23"/>
                        </a:lnTo>
                        <a:lnTo>
                          <a:pt x="586" y="22"/>
                        </a:lnTo>
                        <a:lnTo>
                          <a:pt x="576" y="21"/>
                        </a:lnTo>
                        <a:lnTo>
                          <a:pt x="568" y="18"/>
                        </a:lnTo>
                        <a:lnTo>
                          <a:pt x="558" y="18"/>
                        </a:lnTo>
                        <a:lnTo>
                          <a:pt x="550" y="16"/>
                        </a:lnTo>
                        <a:lnTo>
                          <a:pt x="541" y="15"/>
                        </a:lnTo>
                        <a:lnTo>
                          <a:pt x="532" y="14"/>
                        </a:lnTo>
                        <a:lnTo>
                          <a:pt x="523" y="12"/>
                        </a:lnTo>
                        <a:lnTo>
                          <a:pt x="513" y="11"/>
                        </a:lnTo>
                        <a:lnTo>
                          <a:pt x="505" y="10"/>
                        </a:lnTo>
                        <a:lnTo>
                          <a:pt x="496" y="9"/>
                        </a:lnTo>
                        <a:lnTo>
                          <a:pt x="487" y="8"/>
                        </a:lnTo>
                        <a:lnTo>
                          <a:pt x="478" y="8"/>
                        </a:lnTo>
                        <a:lnTo>
                          <a:pt x="468" y="6"/>
                        </a:lnTo>
                        <a:lnTo>
                          <a:pt x="460" y="5"/>
                        </a:lnTo>
                        <a:lnTo>
                          <a:pt x="450" y="4"/>
                        </a:lnTo>
                        <a:lnTo>
                          <a:pt x="441" y="4"/>
                        </a:lnTo>
                        <a:lnTo>
                          <a:pt x="431" y="3"/>
                        </a:lnTo>
                        <a:lnTo>
                          <a:pt x="423" y="3"/>
                        </a:lnTo>
                        <a:lnTo>
                          <a:pt x="414" y="2"/>
                        </a:lnTo>
                        <a:lnTo>
                          <a:pt x="404" y="2"/>
                        </a:lnTo>
                        <a:lnTo>
                          <a:pt x="395" y="0"/>
                        </a:lnTo>
                        <a:lnTo>
                          <a:pt x="386" y="0"/>
                        </a:lnTo>
                        <a:lnTo>
                          <a:pt x="377" y="0"/>
                        </a:lnTo>
                        <a:lnTo>
                          <a:pt x="369" y="0"/>
                        </a:lnTo>
                        <a:lnTo>
                          <a:pt x="359" y="0"/>
                        </a:lnTo>
                        <a:lnTo>
                          <a:pt x="350" y="0"/>
                        </a:lnTo>
                        <a:lnTo>
                          <a:pt x="340" y="0"/>
                        </a:lnTo>
                        <a:lnTo>
                          <a:pt x="331" y="0"/>
                        </a:lnTo>
                        <a:lnTo>
                          <a:pt x="321" y="0"/>
                        </a:lnTo>
                        <a:lnTo>
                          <a:pt x="312" y="0"/>
                        </a:lnTo>
                        <a:lnTo>
                          <a:pt x="302" y="0"/>
                        </a:lnTo>
                        <a:lnTo>
                          <a:pt x="293" y="0"/>
                        </a:lnTo>
                        <a:lnTo>
                          <a:pt x="283" y="0"/>
                        </a:lnTo>
                        <a:lnTo>
                          <a:pt x="274" y="0"/>
                        </a:lnTo>
                        <a:lnTo>
                          <a:pt x="264" y="0"/>
                        </a:lnTo>
                        <a:lnTo>
                          <a:pt x="255" y="2"/>
                        </a:lnTo>
                        <a:lnTo>
                          <a:pt x="245" y="2"/>
                        </a:lnTo>
                        <a:lnTo>
                          <a:pt x="236" y="3"/>
                        </a:lnTo>
                        <a:lnTo>
                          <a:pt x="226" y="3"/>
                        </a:lnTo>
                        <a:lnTo>
                          <a:pt x="217" y="4"/>
                        </a:lnTo>
                        <a:lnTo>
                          <a:pt x="207" y="5"/>
                        </a:lnTo>
                        <a:lnTo>
                          <a:pt x="197" y="5"/>
                        </a:lnTo>
                        <a:lnTo>
                          <a:pt x="187" y="6"/>
                        </a:lnTo>
                        <a:lnTo>
                          <a:pt x="178" y="8"/>
                        </a:lnTo>
                        <a:lnTo>
                          <a:pt x="168" y="8"/>
                        </a:lnTo>
                        <a:lnTo>
                          <a:pt x="159" y="10"/>
                        </a:lnTo>
                        <a:lnTo>
                          <a:pt x="149" y="10"/>
                        </a:lnTo>
                        <a:lnTo>
                          <a:pt x="138" y="11"/>
                        </a:lnTo>
                        <a:lnTo>
                          <a:pt x="128" y="14"/>
                        </a:lnTo>
                        <a:lnTo>
                          <a:pt x="118" y="14"/>
                        </a:lnTo>
                        <a:lnTo>
                          <a:pt x="109" y="16"/>
                        </a:lnTo>
                        <a:lnTo>
                          <a:pt x="99" y="17"/>
                        </a:lnTo>
                        <a:lnTo>
                          <a:pt x="89" y="18"/>
                        </a:lnTo>
                        <a:lnTo>
                          <a:pt x="80" y="19"/>
                        </a:lnTo>
                        <a:lnTo>
                          <a:pt x="70" y="21"/>
                        </a:lnTo>
                        <a:lnTo>
                          <a:pt x="60" y="23"/>
                        </a:lnTo>
                        <a:lnTo>
                          <a:pt x="49" y="24"/>
                        </a:lnTo>
                        <a:lnTo>
                          <a:pt x="40" y="25"/>
                        </a:lnTo>
                        <a:lnTo>
                          <a:pt x="29" y="28"/>
                        </a:lnTo>
                        <a:lnTo>
                          <a:pt x="20" y="29"/>
                        </a:lnTo>
                        <a:lnTo>
                          <a:pt x="9" y="31"/>
                        </a:lnTo>
                        <a:lnTo>
                          <a:pt x="0" y="3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88" name="Freeform 230"/>
                  <p:cNvSpPr/>
                  <p:nvPr/>
                </p:nvSpPr>
                <p:spPr bwMode="auto">
                  <a:xfrm>
                    <a:off x="5338" y="1833"/>
                    <a:ext cx="380" cy="33"/>
                  </a:xfrm>
                  <a:custGeom>
                    <a:avLst/>
                    <a:gdLst>
                      <a:gd name="T0" fmla="*/ 0 w 1140"/>
                      <a:gd name="T1" fmla="*/ 0 h 99"/>
                      <a:gd name="T2" fmla="*/ 0 w 1140"/>
                      <a:gd name="T3" fmla="*/ 0 h 99"/>
                      <a:gd name="T4" fmla="*/ 0 w 1140"/>
                      <a:gd name="T5" fmla="*/ 0 h 99"/>
                      <a:gd name="T6" fmla="*/ 0 w 1140"/>
                      <a:gd name="T7" fmla="*/ 0 h 99"/>
                      <a:gd name="T8" fmla="*/ 0 w 1140"/>
                      <a:gd name="T9" fmla="*/ 0 h 99"/>
                      <a:gd name="T10" fmla="*/ 0 w 1140"/>
                      <a:gd name="T11" fmla="*/ 0 h 99"/>
                      <a:gd name="T12" fmla="*/ 0 w 1140"/>
                      <a:gd name="T13" fmla="*/ 0 h 99"/>
                      <a:gd name="T14" fmla="*/ 0 w 1140"/>
                      <a:gd name="T15" fmla="*/ 0 h 99"/>
                      <a:gd name="T16" fmla="*/ 0 w 1140"/>
                      <a:gd name="T17" fmla="*/ 0 h 99"/>
                      <a:gd name="T18" fmla="*/ 0 w 1140"/>
                      <a:gd name="T19" fmla="*/ 0 h 99"/>
                      <a:gd name="T20" fmla="*/ 0 w 1140"/>
                      <a:gd name="T21" fmla="*/ 0 h 99"/>
                      <a:gd name="T22" fmla="*/ 0 w 1140"/>
                      <a:gd name="T23" fmla="*/ 0 h 99"/>
                      <a:gd name="T24" fmla="*/ 0 w 1140"/>
                      <a:gd name="T25" fmla="*/ 0 h 99"/>
                      <a:gd name="T26" fmla="*/ 0 w 1140"/>
                      <a:gd name="T27" fmla="*/ 0 h 99"/>
                      <a:gd name="T28" fmla="*/ 0 w 1140"/>
                      <a:gd name="T29" fmla="*/ 0 h 99"/>
                      <a:gd name="T30" fmla="*/ 0 w 1140"/>
                      <a:gd name="T31" fmla="*/ 0 h 99"/>
                      <a:gd name="T32" fmla="*/ 0 w 1140"/>
                      <a:gd name="T33" fmla="*/ 0 h 99"/>
                      <a:gd name="T34" fmla="*/ 0 w 1140"/>
                      <a:gd name="T35" fmla="*/ 0 h 99"/>
                      <a:gd name="T36" fmla="*/ 0 w 1140"/>
                      <a:gd name="T37" fmla="*/ 0 h 99"/>
                      <a:gd name="T38" fmla="*/ 0 w 1140"/>
                      <a:gd name="T39" fmla="*/ 0 h 99"/>
                      <a:gd name="T40" fmla="*/ 0 w 1140"/>
                      <a:gd name="T41" fmla="*/ 0 h 99"/>
                      <a:gd name="T42" fmla="*/ 0 w 1140"/>
                      <a:gd name="T43" fmla="*/ 0 h 99"/>
                      <a:gd name="T44" fmla="*/ 0 w 1140"/>
                      <a:gd name="T45" fmla="*/ 0 h 99"/>
                      <a:gd name="T46" fmla="*/ 0 w 1140"/>
                      <a:gd name="T47" fmla="*/ 0 h 99"/>
                      <a:gd name="T48" fmla="*/ 0 w 1140"/>
                      <a:gd name="T49" fmla="*/ 0 h 99"/>
                      <a:gd name="T50" fmla="*/ 0 w 1140"/>
                      <a:gd name="T51" fmla="*/ 0 h 99"/>
                      <a:gd name="T52" fmla="*/ 0 w 1140"/>
                      <a:gd name="T53" fmla="*/ 0 h 99"/>
                      <a:gd name="T54" fmla="*/ 0 w 1140"/>
                      <a:gd name="T55" fmla="*/ 0 h 99"/>
                      <a:gd name="T56" fmla="*/ 0 w 1140"/>
                      <a:gd name="T57" fmla="*/ 0 h 99"/>
                      <a:gd name="T58" fmla="*/ 0 w 1140"/>
                      <a:gd name="T59" fmla="*/ 0 h 99"/>
                      <a:gd name="T60" fmla="*/ 0 w 1140"/>
                      <a:gd name="T61" fmla="*/ 0 h 99"/>
                      <a:gd name="T62" fmla="*/ 0 w 1140"/>
                      <a:gd name="T63" fmla="*/ 0 h 99"/>
                      <a:gd name="T64" fmla="*/ 0 w 1140"/>
                      <a:gd name="T65" fmla="*/ 0 h 99"/>
                      <a:gd name="T66" fmla="*/ 0 w 1140"/>
                      <a:gd name="T67" fmla="*/ 0 h 99"/>
                      <a:gd name="T68" fmla="*/ 0 w 1140"/>
                      <a:gd name="T69" fmla="*/ 0 h 99"/>
                      <a:gd name="T70" fmla="*/ 0 w 1140"/>
                      <a:gd name="T71" fmla="*/ 0 h 99"/>
                      <a:gd name="T72" fmla="*/ 0 w 1140"/>
                      <a:gd name="T73" fmla="*/ 0 h 99"/>
                      <a:gd name="T74" fmla="*/ 0 w 1140"/>
                      <a:gd name="T75" fmla="*/ 0 h 99"/>
                      <a:gd name="T76" fmla="*/ 0 w 1140"/>
                      <a:gd name="T77" fmla="*/ 0 h 99"/>
                      <a:gd name="T78" fmla="*/ 0 w 1140"/>
                      <a:gd name="T79" fmla="*/ 0 h 99"/>
                      <a:gd name="T80" fmla="*/ 0 w 1140"/>
                      <a:gd name="T81" fmla="*/ 0 h 99"/>
                      <a:gd name="T82" fmla="*/ 0 w 1140"/>
                      <a:gd name="T83" fmla="*/ 0 h 99"/>
                      <a:gd name="T84" fmla="*/ 0 w 1140"/>
                      <a:gd name="T85" fmla="*/ 0 h 99"/>
                      <a:gd name="T86" fmla="*/ 0 w 1140"/>
                      <a:gd name="T87" fmla="*/ 0 h 9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40"/>
                      <a:gd name="T133" fmla="*/ 0 h 99"/>
                      <a:gd name="T134" fmla="*/ 1140 w 1140"/>
                      <a:gd name="T135" fmla="*/ 99 h 9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40" h="99">
                        <a:moveTo>
                          <a:pt x="0" y="13"/>
                        </a:moveTo>
                        <a:lnTo>
                          <a:pt x="3" y="99"/>
                        </a:lnTo>
                        <a:lnTo>
                          <a:pt x="19" y="97"/>
                        </a:lnTo>
                        <a:lnTo>
                          <a:pt x="35" y="97"/>
                        </a:lnTo>
                        <a:lnTo>
                          <a:pt x="52" y="97"/>
                        </a:lnTo>
                        <a:lnTo>
                          <a:pt x="69" y="96"/>
                        </a:lnTo>
                        <a:lnTo>
                          <a:pt x="86" y="94"/>
                        </a:lnTo>
                        <a:lnTo>
                          <a:pt x="102" y="94"/>
                        </a:lnTo>
                        <a:lnTo>
                          <a:pt x="120" y="94"/>
                        </a:lnTo>
                        <a:lnTo>
                          <a:pt x="137" y="94"/>
                        </a:lnTo>
                        <a:lnTo>
                          <a:pt x="154" y="93"/>
                        </a:lnTo>
                        <a:lnTo>
                          <a:pt x="171" y="92"/>
                        </a:lnTo>
                        <a:lnTo>
                          <a:pt x="188" y="92"/>
                        </a:lnTo>
                        <a:lnTo>
                          <a:pt x="204" y="92"/>
                        </a:lnTo>
                        <a:lnTo>
                          <a:pt x="222" y="92"/>
                        </a:lnTo>
                        <a:lnTo>
                          <a:pt x="240" y="91"/>
                        </a:lnTo>
                        <a:lnTo>
                          <a:pt x="256" y="91"/>
                        </a:lnTo>
                        <a:lnTo>
                          <a:pt x="274" y="91"/>
                        </a:lnTo>
                        <a:lnTo>
                          <a:pt x="291" y="90"/>
                        </a:lnTo>
                        <a:lnTo>
                          <a:pt x="309" y="90"/>
                        </a:lnTo>
                        <a:lnTo>
                          <a:pt x="326" y="90"/>
                        </a:lnTo>
                        <a:lnTo>
                          <a:pt x="343" y="90"/>
                        </a:lnTo>
                        <a:lnTo>
                          <a:pt x="361" y="89"/>
                        </a:lnTo>
                        <a:lnTo>
                          <a:pt x="379" y="89"/>
                        </a:lnTo>
                        <a:lnTo>
                          <a:pt x="395" y="87"/>
                        </a:lnTo>
                        <a:lnTo>
                          <a:pt x="413" y="87"/>
                        </a:lnTo>
                        <a:lnTo>
                          <a:pt x="430" y="87"/>
                        </a:lnTo>
                        <a:lnTo>
                          <a:pt x="447" y="87"/>
                        </a:lnTo>
                        <a:lnTo>
                          <a:pt x="465" y="87"/>
                        </a:lnTo>
                        <a:lnTo>
                          <a:pt x="483" y="87"/>
                        </a:lnTo>
                        <a:lnTo>
                          <a:pt x="501" y="87"/>
                        </a:lnTo>
                        <a:lnTo>
                          <a:pt x="519" y="87"/>
                        </a:lnTo>
                        <a:lnTo>
                          <a:pt x="536" y="87"/>
                        </a:lnTo>
                        <a:lnTo>
                          <a:pt x="554" y="87"/>
                        </a:lnTo>
                        <a:lnTo>
                          <a:pt x="572" y="86"/>
                        </a:lnTo>
                        <a:lnTo>
                          <a:pt x="590" y="86"/>
                        </a:lnTo>
                        <a:lnTo>
                          <a:pt x="606" y="86"/>
                        </a:lnTo>
                        <a:lnTo>
                          <a:pt x="625" y="86"/>
                        </a:lnTo>
                        <a:lnTo>
                          <a:pt x="643" y="86"/>
                        </a:lnTo>
                        <a:lnTo>
                          <a:pt x="661" y="86"/>
                        </a:lnTo>
                        <a:lnTo>
                          <a:pt x="679" y="86"/>
                        </a:lnTo>
                        <a:lnTo>
                          <a:pt x="698" y="87"/>
                        </a:lnTo>
                        <a:lnTo>
                          <a:pt x="714" y="87"/>
                        </a:lnTo>
                        <a:lnTo>
                          <a:pt x="733" y="87"/>
                        </a:lnTo>
                        <a:lnTo>
                          <a:pt x="751" y="87"/>
                        </a:lnTo>
                        <a:lnTo>
                          <a:pt x="769" y="87"/>
                        </a:lnTo>
                        <a:lnTo>
                          <a:pt x="787" y="87"/>
                        </a:lnTo>
                        <a:lnTo>
                          <a:pt x="805" y="87"/>
                        </a:lnTo>
                        <a:lnTo>
                          <a:pt x="824" y="87"/>
                        </a:lnTo>
                        <a:lnTo>
                          <a:pt x="843" y="89"/>
                        </a:lnTo>
                        <a:lnTo>
                          <a:pt x="860" y="89"/>
                        </a:lnTo>
                        <a:lnTo>
                          <a:pt x="878" y="89"/>
                        </a:lnTo>
                        <a:lnTo>
                          <a:pt x="896" y="90"/>
                        </a:lnTo>
                        <a:lnTo>
                          <a:pt x="915" y="90"/>
                        </a:lnTo>
                        <a:lnTo>
                          <a:pt x="934" y="90"/>
                        </a:lnTo>
                        <a:lnTo>
                          <a:pt x="952" y="91"/>
                        </a:lnTo>
                        <a:lnTo>
                          <a:pt x="970" y="91"/>
                        </a:lnTo>
                        <a:lnTo>
                          <a:pt x="989" y="92"/>
                        </a:lnTo>
                        <a:lnTo>
                          <a:pt x="1006" y="92"/>
                        </a:lnTo>
                        <a:lnTo>
                          <a:pt x="1024" y="93"/>
                        </a:lnTo>
                        <a:lnTo>
                          <a:pt x="1043" y="94"/>
                        </a:lnTo>
                        <a:lnTo>
                          <a:pt x="1062" y="94"/>
                        </a:lnTo>
                        <a:lnTo>
                          <a:pt x="1080" y="96"/>
                        </a:lnTo>
                        <a:lnTo>
                          <a:pt x="1099" y="97"/>
                        </a:lnTo>
                        <a:lnTo>
                          <a:pt x="1118" y="97"/>
                        </a:lnTo>
                        <a:lnTo>
                          <a:pt x="1136" y="99"/>
                        </a:lnTo>
                        <a:lnTo>
                          <a:pt x="1140" y="13"/>
                        </a:lnTo>
                        <a:lnTo>
                          <a:pt x="1121" y="11"/>
                        </a:lnTo>
                        <a:lnTo>
                          <a:pt x="1102" y="10"/>
                        </a:lnTo>
                        <a:lnTo>
                          <a:pt x="1083" y="9"/>
                        </a:lnTo>
                        <a:lnTo>
                          <a:pt x="1066" y="9"/>
                        </a:lnTo>
                        <a:lnTo>
                          <a:pt x="1047" y="8"/>
                        </a:lnTo>
                        <a:lnTo>
                          <a:pt x="1028" y="7"/>
                        </a:lnTo>
                        <a:lnTo>
                          <a:pt x="1010" y="7"/>
                        </a:lnTo>
                        <a:lnTo>
                          <a:pt x="991" y="7"/>
                        </a:lnTo>
                        <a:lnTo>
                          <a:pt x="972" y="4"/>
                        </a:lnTo>
                        <a:lnTo>
                          <a:pt x="954" y="4"/>
                        </a:lnTo>
                        <a:lnTo>
                          <a:pt x="936" y="4"/>
                        </a:lnTo>
                        <a:lnTo>
                          <a:pt x="917" y="4"/>
                        </a:lnTo>
                        <a:lnTo>
                          <a:pt x="898" y="3"/>
                        </a:lnTo>
                        <a:lnTo>
                          <a:pt x="881" y="2"/>
                        </a:lnTo>
                        <a:lnTo>
                          <a:pt x="863" y="2"/>
                        </a:lnTo>
                        <a:lnTo>
                          <a:pt x="844" y="2"/>
                        </a:lnTo>
                        <a:lnTo>
                          <a:pt x="825" y="1"/>
                        </a:lnTo>
                        <a:lnTo>
                          <a:pt x="807" y="1"/>
                        </a:lnTo>
                        <a:lnTo>
                          <a:pt x="789" y="1"/>
                        </a:lnTo>
                        <a:lnTo>
                          <a:pt x="771" y="1"/>
                        </a:lnTo>
                        <a:lnTo>
                          <a:pt x="752" y="1"/>
                        </a:lnTo>
                        <a:lnTo>
                          <a:pt x="733" y="1"/>
                        </a:lnTo>
                        <a:lnTo>
                          <a:pt x="716" y="1"/>
                        </a:lnTo>
                        <a:lnTo>
                          <a:pt x="698" y="1"/>
                        </a:lnTo>
                        <a:lnTo>
                          <a:pt x="680" y="0"/>
                        </a:lnTo>
                        <a:lnTo>
                          <a:pt x="662" y="0"/>
                        </a:lnTo>
                        <a:lnTo>
                          <a:pt x="643" y="0"/>
                        </a:lnTo>
                        <a:lnTo>
                          <a:pt x="625" y="0"/>
                        </a:lnTo>
                        <a:lnTo>
                          <a:pt x="608" y="0"/>
                        </a:lnTo>
                        <a:lnTo>
                          <a:pt x="590" y="0"/>
                        </a:lnTo>
                        <a:lnTo>
                          <a:pt x="572" y="0"/>
                        </a:lnTo>
                        <a:lnTo>
                          <a:pt x="554" y="1"/>
                        </a:lnTo>
                        <a:lnTo>
                          <a:pt x="536" y="1"/>
                        </a:lnTo>
                        <a:lnTo>
                          <a:pt x="519" y="1"/>
                        </a:lnTo>
                        <a:lnTo>
                          <a:pt x="501" y="1"/>
                        </a:lnTo>
                        <a:lnTo>
                          <a:pt x="483" y="1"/>
                        </a:lnTo>
                        <a:lnTo>
                          <a:pt x="465" y="1"/>
                        </a:lnTo>
                        <a:lnTo>
                          <a:pt x="447" y="1"/>
                        </a:lnTo>
                        <a:lnTo>
                          <a:pt x="430" y="1"/>
                        </a:lnTo>
                        <a:lnTo>
                          <a:pt x="412" y="1"/>
                        </a:lnTo>
                        <a:lnTo>
                          <a:pt x="394" y="1"/>
                        </a:lnTo>
                        <a:lnTo>
                          <a:pt x="376" y="2"/>
                        </a:lnTo>
                        <a:lnTo>
                          <a:pt x="359" y="2"/>
                        </a:lnTo>
                        <a:lnTo>
                          <a:pt x="342" y="3"/>
                        </a:lnTo>
                        <a:lnTo>
                          <a:pt x="324" y="3"/>
                        </a:lnTo>
                        <a:lnTo>
                          <a:pt x="307" y="4"/>
                        </a:lnTo>
                        <a:lnTo>
                          <a:pt x="291" y="4"/>
                        </a:lnTo>
                        <a:lnTo>
                          <a:pt x="273" y="4"/>
                        </a:lnTo>
                        <a:lnTo>
                          <a:pt x="255" y="4"/>
                        </a:lnTo>
                        <a:lnTo>
                          <a:pt x="237" y="4"/>
                        </a:lnTo>
                        <a:lnTo>
                          <a:pt x="221" y="5"/>
                        </a:lnTo>
                        <a:lnTo>
                          <a:pt x="203" y="7"/>
                        </a:lnTo>
                        <a:lnTo>
                          <a:pt x="186" y="7"/>
                        </a:lnTo>
                        <a:lnTo>
                          <a:pt x="169" y="7"/>
                        </a:lnTo>
                        <a:lnTo>
                          <a:pt x="151" y="7"/>
                        </a:lnTo>
                        <a:lnTo>
                          <a:pt x="135" y="8"/>
                        </a:lnTo>
                        <a:lnTo>
                          <a:pt x="118" y="8"/>
                        </a:lnTo>
                        <a:lnTo>
                          <a:pt x="101" y="9"/>
                        </a:lnTo>
                        <a:lnTo>
                          <a:pt x="83" y="9"/>
                        </a:lnTo>
                        <a:lnTo>
                          <a:pt x="68" y="9"/>
                        </a:lnTo>
                        <a:lnTo>
                          <a:pt x="50" y="10"/>
                        </a:lnTo>
                        <a:lnTo>
                          <a:pt x="33" y="11"/>
                        </a:lnTo>
                        <a:lnTo>
                          <a:pt x="17" y="11"/>
                        </a:lnTo>
                        <a:lnTo>
                          <a:pt x="0" y="13"/>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89" name="Freeform 231"/>
                  <p:cNvSpPr/>
                  <p:nvPr/>
                </p:nvSpPr>
                <p:spPr bwMode="auto">
                  <a:xfrm>
                    <a:off x="5285" y="1836"/>
                    <a:ext cx="67" cy="128"/>
                  </a:xfrm>
                  <a:custGeom>
                    <a:avLst/>
                    <a:gdLst>
                      <a:gd name="T0" fmla="*/ 0 w 202"/>
                      <a:gd name="T1" fmla="*/ 0 h 383"/>
                      <a:gd name="T2" fmla="*/ 0 w 202"/>
                      <a:gd name="T3" fmla="*/ 0 h 383"/>
                      <a:gd name="T4" fmla="*/ 0 w 202"/>
                      <a:gd name="T5" fmla="*/ 0 h 383"/>
                      <a:gd name="T6" fmla="*/ 0 w 202"/>
                      <a:gd name="T7" fmla="*/ 0 h 383"/>
                      <a:gd name="T8" fmla="*/ 0 w 202"/>
                      <a:gd name="T9" fmla="*/ 0 h 383"/>
                      <a:gd name="T10" fmla="*/ 0 w 202"/>
                      <a:gd name="T11" fmla="*/ 0 h 383"/>
                      <a:gd name="T12" fmla="*/ 0 w 202"/>
                      <a:gd name="T13" fmla="*/ 0 h 383"/>
                      <a:gd name="T14" fmla="*/ 0 w 202"/>
                      <a:gd name="T15" fmla="*/ 0 h 383"/>
                      <a:gd name="T16" fmla="*/ 0 w 202"/>
                      <a:gd name="T17" fmla="*/ 0 h 383"/>
                      <a:gd name="T18" fmla="*/ 0 w 202"/>
                      <a:gd name="T19" fmla="*/ 0 h 383"/>
                      <a:gd name="T20" fmla="*/ 0 w 202"/>
                      <a:gd name="T21" fmla="*/ 0 h 383"/>
                      <a:gd name="T22" fmla="*/ 0 w 202"/>
                      <a:gd name="T23" fmla="*/ 0 h 383"/>
                      <a:gd name="T24" fmla="*/ 0 w 202"/>
                      <a:gd name="T25" fmla="*/ 0 h 383"/>
                      <a:gd name="T26" fmla="*/ 0 w 202"/>
                      <a:gd name="T27" fmla="*/ 0 h 383"/>
                      <a:gd name="T28" fmla="*/ 0 w 202"/>
                      <a:gd name="T29" fmla="*/ 0 h 383"/>
                      <a:gd name="T30" fmla="*/ 0 w 202"/>
                      <a:gd name="T31" fmla="*/ 0 h 383"/>
                      <a:gd name="T32" fmla="*/ 0 w 202"/>
                      <a:gd name="T33" fmla="*/ 0 h 383"/>
                      <a:gd name="T34" fmla="*/ 0 w 202"/>
                      <a:gd name="T35" fmla="*/ 0 h 383"/>
                      <a:gd name="T36" fmla="*/ 0 w 202"/>
                      <a:gd name="T37" fmla="*/ 0 h 383"/>
                      <a:gd name="T38" fmla="*/ 0 w 202"/>
                      <a:gd name="T39" fmla="*/ 0 h 383"/>
                      <a:gd name="T40" fmla="*/ 0 w 202"/>
                      <a:gd name="T41" fmla="*/ 0 h 383"/>
                      <a:gd name="T42" fmla="*/ 0 w 202"/>
                      <a:gd name="T43" fmla="*/ 0 h 383"/>
                      <a:gd name="T44" fmla="*/ 0 w 202"/>
                      <a:gd name="T45" fmla="*/ 0 h 383"/>
                      <a:gd name="T46" fmla="*/ 0 w 202"/>
                      <a:gd name="T47" fmla="*/ 0 h 383"/>
                      <a:gd name="T48" fmla="*/ 0 w 202"/>
                      <a:gd name="T49" fmla="*/ 0 h 383"/>
                      <a:gd name="T50" fmla="*/ 0 w 202"/>
                      <a:gd name="T51" fmla="*/ 0 h 383"/>
                      <a:gd name="T52" fmla="*/ 0 w 202"/>
                      <a:gd name="T53" fmla="*/ 0 h 383"/>
                      <a:gd name="T54" fmla="*/ 0 w 202"/>
                      <a:gd name="T55" fmla="*/ 0 h 383"/>
                      <a:gd name="T56" fmla="*/ 0 w 202"/>
                      <a:gd name="T57" fmla="*/ 0 h 383"/>
                      <a:gd name="T58" fmla="*/ 0 w 202"/>
                      <a:gd name="T59" fmla="*/ 0 h 383"/>
                      <a:gd name="T60" fmla="*/ 0 w 202"/>
                      <a:gd name="T61" fmla="*/ 0 h 383"/>
                      <a:gd name="T62" fmla="*/ 0 w 202"/>
                      <a:gd name="T63" fmla="*/ 0 h 383"/>
                      <a:gd name="T64" fmla="*/ 0 w 202"/>
                      <a:gd name="T65" fmla="*/ 0 h 383"/>
                      <a:gd name="T66" fmla="*/ 0 w 202"/>
                      <a:gd name="T67" fmla="*/ 0 h 383"/>
                      <a:gd name="T68" fmla="*/ 0 w 202"/>
                      <a:gd name="T69" fmla="*/ 0 h 383"/>
                      <a:gd name="T70" fmla="*/ 0 w 202"/>
                      <a:gd name="T71" fmla="*/ 0 h 383"/>
                      <a:gd name="T72" fmla="*/ 0 w 202"/>
                      <a:gd name="T73" fmla="*/ 0 h 383"/>
                      <a:gd name="T74" fmla="*/ 0 w 202"/>
                      <a:gd name="T75" fmla="*/ 0 h 383"/>
                      <a:gd name="T76" fmla="*/ 0 w 202"/>
                      <a:gd name="T77" fmla="*/ 0 h 383"/>
                      <a:gd name="T78" fmla="*/ 0 w 202"/>
                      <a:gd name="T79" fmla="*/ 0 h 383"/>
                      <a:gd name="T80" fmla="*/ 0 w 202"/>
                      <a:gd name="T81" fmla="*/ 0 h 383"/>
                      <a:gd name="T82" fmla="*/ 0 w 202"/>
                      <a:gd name="T83" fmla="*/ 0 h 383"/>
                      <a:gd name="T84" fmla="*/ 0 w 202"/>
                      <a:gd name="T85" fmla="*/ 0 h 383"/>
                      <a:gd name="T86" fmla="*/ 0 w 202"/>
                      <a:gd name="T87" fmla="*/ 0 h 38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2"/>
                      <a:gd name="T133" fmla="*/ 0 h 383"/>
                      <a:gd name="T134" fmla="*/ 202 w 202"/>
                      <a:gd name="T135" fmla="*/ 383 h 38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2" h="383">
                        <a:moveTo>
                          <a:pt x="109" y="6"/>
                        </a:moveTo>
                        <a:lnTo>
                          <a:pt x="104" y="13"/>
                        </a:lnTo>
                        <a:lnTo>
                          <a:pt x="101" y="20"/>
                        </a:lnTo>
                        <a:lnTo>
                          <a:pt x="98" y="27"/>
                        </a:lnTo>
                        <a:lnTo>
                          <a:pt x="96" y="34"/>
                        </a:lnTo>
                        <a:lnTo>
                          <a:pt x="94" y="42"/>
                        </a:lnTo>
                        <a:lnTo>
                          <a:pt x="90" y="49"/>
                        </a:lnTo>
                        <a:lnTo>
                          <a:pt x="88" y="56"/>
                        </a:lnTo>
                        <a:lnTo>
                          <a:pt x="85" y="63"/>
                        </a:lnTo>
                        <a:lnTo>
                          <a:pt x="82" y="69"/>
                        </a:lnTo>
                        <a:lnTo>
                          <a:pt x="79" y="76"/>
                        </a:lnTo>
                        <a:lnTo>
                          <a:pt x="77" y="82"/>
                        </a:lnTo>
                        <a:lnTo>
                          <a:pt x="75" y="88"/>
                        </a:lnTo>
                        <a:lnTo>
                          <a:pt x="72" y="95"/>
                        </a:lnTo>
                        <a:lnTo>
                          <a:pt x="70" y="101"/>
                        </a:lnTo>
                        <a:lnTo>
                          <a:pt x="68" y="108"/>
                        </a:lnTo>
                        <a:lnTo>
                          <a:pt x="65" y="114"/>
                        </a:lnTo>
                        <a:lnTo>
                          <a:pt x="63" y="121"/>
                        </a:lnTo>
                        <a:lnTo>
                          <a:pt x="61" y="126"/>
                        </a:lnTo>
                        <a:lnTo>
                          <a:pt x="58" y="133"/>
                        </a:lnTo>
                        <a:lnTo>
                          <a:pt x="56" y="139"/>
                        </a:lnTo>
                        <a:lnTo>
                          <a:pt x="53" y="145"/>
                        </a:lnTo>
                        <a:lnTo>
                          <a:pt x="52" y="152"/>
                        </a:lnTo>
                        <a:lnTo>
                          <a:pt x="50" y="157"/>
                        </a:lnTo>
                        <a:lnTo>
                          <a:pt x="49" y="164"/>
                        </a:lnTo>
                        <a:lnTo>
                          <a:pt x="46" y="170"/>
                        </a:lnTo>
                        <a:lnTo>
                          <a:pt x="45" y="175"/>
                        </a:lnTo>
                        <a:lnTo>
                          <a:pt x="43" y="180"/>
                        </a:lnTo>
                        <a:lnTo>
                          <a:pt x="42" y="186"/>
                        </a:lnTo>
                        <a:lnTo>
                          <a:pt x="39" y="192"/>
                        </a:lnTo>
                        <a:lnTo>
                          <a:pt x="38" y="198"/>
                        </a:lnTo>
                        <a:lnTo>
                          <a:pt x="37" y="204"/>
                        </a:lnTo>
                        <a:lnTo>
                          <a:pt x="36" y="210"/>
                        </a:lnTo>
                        <a:lnTo>
                          <a:pt x="33" y="215"/>
                        </a:lnTo>
                        <a:lnTo>
                          <a:pt x="32" y="221"/>
                        </a:lnTo>
                        <a:lnTo>
                          <a:pt x="31" y="226"/>
                        </a:lnTo>
                        <a:lnTo>
                          <a:pt x="28" y="232"/>
                        </a:lnTo>
                        <a:lnTo>
                          <a:pt x="28" y="237"/>
                        </a:lnTo>
                        <a:lnTo>
                          <a:pt x="26" y="243"/>
                        </a:lnTo>
                        <a:lnTo>
                          <a:pt x="25" y="248"/>
                        </a:lnTo>
                        <a:lnTo>
                          <a:pt x="23" y="253"/>
                        </a:lnTo>
                        <a:lnTo>
                          <a:pt x="21" y="259"/>
                        </a:lnTo>
                        <a:lnTo>
                          <a:pt x="20" y="264"/>
                        </a:lnTo>
                        <a:lnTo>
                          <a:pt x="20" y="269"/>
                        </a:lnTo>
                        <a:lnTo>
                          <a:pt x="18" y="275"/>
                        </a:lnTo>
                        <a:lnTo>
                          <a:pt x="18" y="281"/>
                        </a:lnTo>
                        <a:lnTo>
                          <a:pt x="15" y="286"/>
                        </a:lnTo>
                        <a:lnTo>
                          <a:pt x="15" y="291"/>
                        </a:lnTo>
                        <a:lnTo>
                          <a:pt x="14" y="297"/>
                        </a:lnTo>
                        <a:lnTo>
                          <a:pt x="13" y="302"/>
                        </a:lnTo>
                        <a:lnTo>
                          <a:pt x="12" y="307"/>
                        </a:lnTo>
                        <a:lnTo>
                          <a:pt x="11" y="312"/>
                        </a:lnTo>
                        <a:lnTo>
                          <a:pt x="11" y="319"/>
                        </a:lnTo>
                        <a:lnTo>
                          <a:pt x="8" y="324"/>
                        </a:lnTo>
                        <a:lnTo>
                          <a:pt x="7" y="329"/>
                        </a:lnTo>
                        <a:lnTo>
                          <a:pt x="7" y="334"/>
                        </a:lnTo>
                        <a:lnTo>
                          <a:pt x="7" y="340"/>
                        </a:lnTo>
                        <a:lnTo>
                          <a:pt x="5" y="345"/>
                        </a:lnTo>
                        <a:lnTo>
                          <a:pt x="5" y="350"/>
                        </a:lnTo>
                        <a:lnTo>
                          <a:pt x="5" y="356"/>
                        </a:lnTo>
                        <a:lnTo>
                          <a:pt x="4" y="362"/>
                        </a:lnTo>
                        <a:lnTo>
                          <a:pt x="2" y="367"/>
                        </a:lnTo>
                        <a:lnTo>
                          <a:pt x="2" y="372"/>
                        </a:lnTo>
                        <a:lnTo>
                          <a:pt x="1" y="378"/>
                        </a:lnTo>
                        <a:lnTo>
                          <a:pt x="0" y="383"/>
                        </a:lnTo>
                        <a:lnTo>
                          <a:pt x="93" y="383"/>
                        </a:lnTo>
                        <a:lnTo>
                          <a:pt x="93" y="378"/>
                        </a:lnTo>
                        <a:lnTo>
                          <a:pt x="94" y="372"/>
                        </a:lnTo>
                        <a:lnTo>
                          <a:pt x="94" y="367"/>
                        </a:lnTo>
                        <a:lnTo>
                          <a:pt x="95" y="362"/>
                        </a:lnTo>
                        <a:lnTo>
                          <a:pt x="96" y="357"/>
                        </a:lnTo>
                        <a:lnTo>
                          <a:pt x="96" y="351"/>
                        </a:lnTo>
                        <a:lnTo>
                          <a:pt x="98" y="347"/>
                        </a:lnTo>
                        <a:lnTo>
                          <a:pt x="98" y="342"/>
                        </a:lnTo>
                        <a:lnTo>
                          <a:pt x="100" y="336"/>
                        </a:lnTo>
                        <a:lnTo>
                          <a:pt x="101" y="331"/>
                        </a:lnTo>
                        <a:lnTo>
                          <a:pt x="101" y="325"/>
                        </a:lnTo>
                        <a:lnTo>
                          <a:pt x="103" y="321"/>
                        </a:lnTo>
                        <a:lnTo>
                          <a:pt x="104" y="315"/>
                        </a:lnTo>
                        <a:lnTo>
                          <a:pt x="107" y="310"/>
                        </a:lnTo>
                        <a:lnTo>
                          <a:pt x="107" y="304"/>
                        </a:lnTo>
                        <a:lnTo>
                          <a:pt x="109" y="299"/>
                        </a:lnTo>
                        <a:lnTo>
                          <a:pt x="109" y="293"/>
                        </a:lnTo>
                        <a:lnTo>
                          <a:pt x="112" y="288"/>
                        </a:lnTo>
                        <a:lnTo>
                          <a:pt x="113" y="284"/>
                        </a:lnTo>
                        <a:lnTo>
                          <a:pt x="114" y="278"/>
                        </a:lnTo>
                        <a:lnTo>
                          <a:pt x="116" y="272"/>
                        </a:lnTo>
                        <a:lnTo>
                          <a:pt x="117" y="266"/>
                        </a:lnTo>
                        <a:lnTo>
                          <a:pt x="119" y="261"/>
                        </a:lnTo>
                        <a:lnTo>
                          <a:pt x="121" y="255"/>
                        </a:lnTo>
                        <a:lnTo>
                          <a:pt x="122" y="249"/>
                        </a:lnTo>
                        <a:lnTo>
                          <a:pt x="125" y="243"/>
                        </a:lnTo>
                        <a:lnTo>
                          <a:pt x="126" y="237"/>
                        </a:lnTo>
                        <a:lnTo>
                          <a:pt x="127" y="233"/>
                        </a:lnTo>
                        <a:lnTo>
                          <a:pt x="129" y="227"/>
                        </a:lnTo>
                        <a:lnTo>
                          <a:pt x="132" y="221"/>
                        </a:lnTo>
                        <a:lnTo>
                          <a:pt x="133" y="215"/>
                        </a:lnTo>
                        <a:lnTo>
                          <a:pt x="134" y="209"/>
                        </a:lnTo>
                        <a:lnTo>
                          <a:pt x="136" y="203"/>
                        </a:lnTo>
                        <a:lnTo>
                          <a:pt x="138" y="197"/>
                        </a:lnTo>
                        <a:lnTo>
                          <a:pt x="140" y="190"/>
                        </a:lnTo>
                        <a:lnTo>
                          <a:pt x="142" y="185"/>
                        </a:lnTo>
                        <a:lnTo>
                          <a:pt x="144" y="178"/>
                        </a:lnTo>
                        <a:lnTo>
                          <a:pt x="145" y="172"/>
                        </a:lnTo>
                        <a:lnTo>
                          <a:pt x="147" y="166"/>
                        </a:lnTo>
                        <a:lnTo>
                          <a:pt x="150" y="160"/>
                        </a:lnTo>
                        <a:lnTo>
                          <a:pt x="152" y="154"/>
                        </a:lnTo>
                        <a:lnTo>
                          <a:pt x="153" y="147"/>
                        </a:lnTo>
                        <a:lnTo>
                          <a:pt x="155" y="141"/>
                        </a:lnTo>
                        <a:lnTo>
                          <a:pt x="158" y="134"/>
                        </a:lnTo>
                        <a:lnTo>
                          <a:pt x="159" y="128"/>
                        </a:lnTo>
                        <a:lnTo>
                          <a:pt x="163" y="121"/>
                        </a:lnTo>
                        <a:lnTo>
                          <a:pt x="164" y="116"/>
                        </a:lnTo>
                        <a:lnTo>
                          <a:pt x="166" y="109"/>
                        </a:lnTo>
                        <a:lnTo>
                          <a:pt x="168" y="103"/>
                        </a:lnTo>
                        <a:lnTo>
                          <a:pt x="171" y="96"/>
                        </a:lnTo>
                        <a:lnTo>
                          <a:pt x="172" y="89"/>
                        </a:lnTo>
                        <a:lnTo>
                          <a:pt x="174" y="83"/>
                        </a:lnTo>
                        <a:lnTo>
                          <a:pt x="177" y="76"/>
                        </a:lnTo>
                        <a:lnTo>
                          <a:pt x="179" y="70"/>
                        </a:lnTo>
                        <a:lnTo>
                          <a:pt x="182" y="63"/>
                        </a:lnTo>
                        <a:lnTo>
                          <a:pt x="184" y="56"/>
                        </a:lnTo>
                        <a:lnTo>
                          <a:pt x="185" y="49"/>
                        </a:lnTo>
                        <a:lnTo>
                          <a:pt x="187" y="43"/>
                        </a:lnTo>
                        <a:lnTo>
                          <a:pt x="190" y="36"/>
                        </a:lnTo>
                        <a:lnTo>
                          <a:pt x="192" y="29"/>
                        </a:lnTo>
                        <a:lnTo>
                          <a:pt x="195" y="21"/>
                        </a:lnTo>
                        <a:lnTo>
                          <a:pt x="197" y="15"/>
                        </a:lnTo>
                        <a:lnTo>
                          <a:pt x="198" y="7"/>
                        </a:lnTo>
                        <a:lnTo>
                          <a:pt x="202" y="0"/>
                        </a:lnTo>
                        <a:lnTo>
                          <a:pt x="109" y="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0" name="Freeform 232"/>
                  <p:cNvSpPr/>
                  <p:nvPr/>
                </p:nvSpPr>
                <p:spPr bwMode="auto">
                  <a:xfrm>
                    <a:off x="5695" y="1837"/>
                    <a:ext cx="64" cy="124"/>
                  </a:xfrm>
                  <a:custGeom>
                    <a:avLst/>
                    <a:gdLst>
                      <a:gd name="T0" fmla="*/ 0 w 193"/>
                      <a:gd name="T1" fmla="*/ 0 h 372"/>
                      <a:gd name="T2" fmla="*/ 0 w 193"/>
                      <a:gd name="T3" fmla="*/ 0 h 372"/>
                      <a:gd name="T4" fmla="*/ 0 w 193"/>
                      <a:gd name="T5" fmla="*/ 0 h 372"/>
                      <a:gd name="T6" fmla="*/ 0 w 193"/>
                      <a:gd name="T7" fmla="*/ 0 h 372"/>
                      <a:gd name="T8" fmla="*/ 0 w 193"/>
                      <a:gd name="T9" fmla="*/ 0 h 372"/>
                      <a:gd name="T10" fmla="*/ 0 w 193"/>
                      <a:gd name="T11" fmla="*/ 0 h 372"/>
                      <a:gd name="T12" fmla="*/ 0 w 193"/>
                      <a:gd name="T13" fmla="*/ 0 h 372"/>
                      <a:gd name="T14" fmla="*/ 0 w 193"/>
                      <a:gd name="T15" fmla="*/ 0 h 372"/>
                      <a:gd name="T16" fmla="*/ 0 w 193"/>
                      <a:gd name="T17" fmla="*/ 0 h 372"/>
                      <a:gd name="T18" fmla="*/ 0 w 193"/>
                      <a:gd name="T19" fmla="*/ 0 h 372"/>
                      <a:gd name="T20" fmla="*/ 0 w 193"/>
                      <a:gd name="T21" fmla="*/ 0 h 372"/>
                      <a:gd name="T22" fmla="*/ 0 w 193"/>
                      <a:gd name="T23" fmla="*/ 0 h 372"/>
                      <a:gd name="T24" fmla="*/ 0 w 193"/>
                      <a:gd name="T25" fmla="*/ 0 h 372"/>
                      <a:gd name="T26" fmla="*/ 0 w 193"/>
                      <a:gd name="T27" fmla="*/ 0 h 372"/>
                      <a:gd name="T28" fmla="*/ 0 w 193"/>
                      <a:gd name="T29" fmla="*/ 0 h 372"/>
                      <a:gd name="T30" fmla="*/ 0 w 193"/>
                      <a:gd name="T31" fmla="*/ 0 h 372"/>
                      <a:gd name="T32" fmla="*/ 0 w 193"/>
                      <a:gd name="T33" fmla="*/ 0 h 372"/>
                      <a:gd name="T34" fmla="*/ 0 w 193"/>
                      <a:gd name="T35" fmla="*/ 0 h 372"/>
                      <a:gd name="T36" fmla="*/ 0 w 193"/>
                      <a:gd name="T37" fmla="*/ 0 h 372"/>
                      <a:gd name="T38" fmla="*/ 0 w 193"/>
                      <a:gd name="T39" fmla="*/ 0 h 372"/>
                      <a:gd name="T40" fmla="*/ 0 w 193"/>
                      <a:gd name="T41" fmla="*/ 0 h 372"/>
                      <a:gd name="T42" fmla="*/ 0 w 193"/>
                      <a:gd name="T43" fmla="*/ 0 h 372"/>
                      <a:gd name="T44" fmla="*/ 0 w 193"/>
                      <a:gd name="T45" fmla="*/ 0 h 372"/>
                      <a:gd name="T46" fmla="*/ 0 w 193"/>
                      <a:gd name="T47" fmla="*/ 0 h 372"/>
                      <a:gd name="T48" fmla="*/ 0 w 193"/>
                      <a:gd name="T49" fmla="*/ 0 h 372"/>
                      <a:gd name="T50" fmla="*/ 0 w 193"/>
                      <a:gd name="T51" fmla="*/ 0 h 372"/>
                      <a:gd name="T52" fmla="*/ 0 w 193"/>
                      <a:gd name="T53" fmla="*/ 0 h 372"/>
                      <a:gd name="T54" fmla="*/ 0 w 193"/>
                      <a:gd name="T55" fmla="*/ 0 h 372"/>
                      <a:gd name="T56" fmla="*/ 0 w 193"/>
                      <a:gd name="T57" fmla="*/ 0 h 372"/>
                      <a:gd name="T58" fmla="*/ 0 w 193"/>
                      <a:gd name="T59" fmla="*/ 0 h 372"/>
                      <a:gd name="T60" fmla="*/ 0 w 193"/>
                      <a:gd name="T61" fmla="*/ 0 h 372"/>
                      <a:gd name="T62" fmla="*/ 0 w 193"/>
                      <a:gd name="T63" fmla="*/ 0 h 372"/>
                      <a:gd name="T64" fmla="*/ 0 w 193"/>
                      <a:gd name="T65" fmla="*/ 0 h 372"/>
                      <a:gd name="T66" fmla="*/ 0 w 193"/>
                      <a:gd name="T67" fmla="*/ 0 h 372"/>
                      <a:gd name="T68" fmla="*/ 0 w 193"/>
                      <a:gd name="T69" fmla="*/ 0 h 372"/>
                      <a:gd name="T70" fmla="*/ 0 w 193"/>
                      <a:gd name="T71" fmla="*/ 0 h 372"/>
                      <a:gd name="T72" fmla="*/ 0 w 193"/>
                      <a:gd name="T73" fmla="*/ 0 h 372"/>
                      <a:gd name="T74" fmla="*/ 0 w 193"/>
                      <a:gd name="T75" fmla="*/ 0 h 372"/>
                      <a:gd name="T76" fmla="*/ 0 w 193"/>
                      <a:gd name="T77" fmla="*/ 0 h 372"/>
                      <a:gd name="T78" fmla="*/ 0 w 193"/>
                      <a:gd name="T79" fmla="*/ 0 h 372"/>
                      <a:gd name="T80" fmla="*/ 0 w 193"/>
                      <a:gd name="T81" fmla="*/ 0 h 372"/>
                      <a:gd name="T82" fmla="*/ 0 w 193"/>
                      <a:gd name="T83" fmla="*/ 0 h 372"/>
                      <a:gd name="T84" fmla="*/ 0 w 193"/>
                      <a:gd name="T85" fmla="*/ 0 h 372"/>
                      <a:gd name="T86" fmla="*/ 0 w 193"/>
                      <a:gd name="T87" fmla="*/ 0 h 3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
                      <a:gd name="T133" fmla="*/ 0 h 372"/>
                      <a:gd name="T134" fmla="*/ 193 w 193"/>
                      <a:gd name="T135" fmla="*/ 372 h 3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 h="372">
                        <a:moveTo>
                          <a:pt x="74" y="0"/>
                        </a:moveTo>
                        <a:lnTo>
                          <a:pt x="0" y="49"/>
                        </a:lnTo>
                        <a:lnTo>
                          <a:pt x="3" y="54"/>
                        </a:lnTo>
                        <a:lnTo>
                          <a:pt x="5" y="60"/>
                        </a:lnTo>
                        <a:lnTo>
                          <a:pt x="9" y="66"/>
                        </a:lnTo>
                        <a:lnTo>
                          <a:pt x="11" y="72"/>
                        </a:lnTo>
                        <a:lnTo>
                          <a:pt x="15" y="76"/>
                        </a:lnTo>
                        <a:lnTo>
                          <a:pt x="17" y="82"/>
                        </a:lnTo>
                        <a:lnTo>
                          <a:pt x="21" y="88"/>
                        </a:lnTo>
                        <a:lnTo>
                          <a:pt x="23" y="94"/>
                        </a:lnTo>
                        <a:lnTo>
                          <a:pt x="25" y="99"/>
                        </a:lnTo>
                        <a:lnTo>
                          <a:pt x="28" y="104"/>
                        </a:lnTo>
                        <a:lnTo>
                          <a:pt x="30" y="110"/>
                        </a:lnTo>
                        <a:lnTo>
                          <a:pt x="34" y="114"/>
                        </a:lnTo>
                        <a:lnTo>
                          <a:pt x="36" y="120"/>
                        </a:lnTo>
                        <a:lnTo>
                          <a:pt x="38" y="126"/>
                        </a:lnTo>
                        <a:lnTo>
                          <a:pt x="41" y="131"/>
                        </a:lnTo>
                        <a:lnTo>
                          <a:pt x="43" y="137"/>
                        </a:lnTo>
                        <a:lnTo>
                          <a:pt x="45" y="142"/>
                        </a:lnTo>
                        <a:lnTo>
                          <a:pt x="48" y="148"/>
                        </a:lnTo>
                        <a:lnTo>
                          <a:pt x="50" y="152"/>
                        </a:lnTo>
                        <a:lnTo>
                          <a:pt x="53" y="157"/>
                        </a:lnTo>
                        <a:lnTo>
                          <a:pt x="54" y="162"/>
                        </a:lnTo>
                        <a:lnTo>
                          <a:pt x="56" y="168"/>
                        </a:lnTo>
                        <a:lnTo>
                          <a:pt x="59" y="173"/>
                        </a:lnTo>
                        <a:lnTo>
                          <a:pt x="61" y="178"/>
                        </a:lnTo>
                        <a:lnTo>
                          <a:pt x="63" y="183"/>
                        </a:lnTo>
                        <a:lnTo>
                          <a:pt x="64" y="188"/>
                        </a:lnTo>
                        <a:lnTo>
                          <a:pt x="66" y="194"/>
                        </a:lnTo>
                        <a:lnTo>
                          <a:pt x="68" y="199"/>
                        </a:lnTo>
                        <a:lnTo>
                          <a:pt x="70" y="203"/>
                        </a:lnTo>
                        <a:lnTo>
                          <a:pt x="72" y="209"/>
                        </a:lnTo>
                        <a:lnTo>
                          <a:pt x="74" y="214"/>
                        </a:lnTo>
                        <a:lnTo>
                          <a:pt x="76" y="220"/>
                        </a:lnTo>
                        <a:lnTo>
                          <a:pt x="78" y="225"/>
                        </a:lnTo>
                        <a:lnTo>
                          <a:pt x="79" y="230"/>
                        </a:lnTo>
                        <a:lnTo>
                          <a:pt x="80" y="234"/>
                        </a:lnTo>
                        <a:lnTo>
                          <a:pt x="81" y="239"/>
                        </a:lnTo>
                        <a:lnTo>
                          <a:pt x="83" y="244"/>
                        </a:lnTo>
                        <a:lnTo>
                          <a:pt x="85" y="248"/>
                        </a:lnTo>
                        <a:lnTo>
                          <a:pt x="86" y="253"/>
                        </a:lnTo>
                        <a:lnTo>
                          <a:pt x="87" y="259"/>
                        </a:lnTo>
                        <a:lnTo>
                          <a:pt x="89" y="264"/>
                        </a:lnTo>
                        <a:lnTo>
                          <a:pt x="89" y="269"/>
                        </a:lnTo>
                        <a:lnTo>
                          <a:pt x="92" y="273"/>
                        </a:lnTo>
                        <a:lnTo>
                          <a:pt x="92" y="278"/>
                        </a:lnTo>
                        <a:lnTo>
                          <a:pt x="93" y="283"/>
                        </a:lnTo>
                        <a:lnTo>
                          <a:pt x="94" y="288"/>
                        </a:lnTo>
                        <a:lnTo>
                          <a:pt x="95" y="292"/>
                        </a:lnTo>
                        <a:lnTo>
                          <a:pt x="97" y="297"/>
                        </a:lnTo>
                        <a:lnTo>
                          <a:pt x="97" y="302"/>
                        </a:lnTo>
                        <a:lnTo>
                          <a:pt x="98" y="307"/>
                        </a:lnTo>
                        <a:lnTo>
                          <a:pt x="99" y="311"/>
                        </a:lnTo>
                        <a:lnTo>
                          <a:pt x="99" y="316"/>
                        </a:lnTo>
                        <a:lnTo>
                          <a:pt x="100" y="320"/>
                        </a:lnTo>
                        <a:lnTo>
                          <a:pt x="101" y="324"/>
                        </a:lnTo>
                        <a:lnTo>
                          <a:pt x="101" y="329"/>
                        </a:lnTo>
                        <a:lnTo>
                          <a:pt x="102" y="335"/>
                        </a:lnTo>
                        <a:lnTo>
                          <a:pt x="102" y="339"/>
                        </a:lnTo>
                        <a:lnTo>
                          <a:pt x="104" y="343"/>
                        </a:lnTo>
                        <a:lnTo>
                          <a:pt x="104" y="348"/>
                        </a:lnTo>
                        <a:lnTo>
                          <a:pt x="104" y="353"/>
                        </a:lnTo>
                        <a:lnTo>
                          <a:pt x="105" y="358"/>
                        </a:lnTo>
                        <a:lnTo>
                          <a:pt x="105" y="362"/>
                        </a:lnTo>
                        <a:lnTo>
                          <a:pt x="106" y="367"/>
                        </a:lnTo>
                        <a:lnTo>
                          <a:pt x="106" y="372"/>
                        </a:lnTo>
                        <a:lnTo>
                          <a:pt x="193" y="366"/>
                        </a:lnTo>
                        <a:lnTo>
                          <a:pt x="191" y="360"/>
                        </a:lnTo>
                        <a:lnTo>
                          <a:pt x="191" y="355"/>
                        </a:lnTo>
                        <a:lnTo>
                          <a:pt x="190" y="349"/>
                        </a:lnTo>
                        <a:lnTo>
                          <a:pt x="190" y="345"/>
                        </a:lnTo>
                        <a:lnTo>
                          <a:pt x="190" y="340"/>
                        </a:lnTo>
                        <a:lnTo>
                          <a:pt x="189" y="334"/>
                        </a:lnTo>
                        <a:lnTo>
                          <a:pt x="188" y="329"/>
                        </a:lnTo>
                        <a:lnTo>
                          <a:pt x="188" y="323"/>
                        </a:lnTo>
                        <a:lnTo>
                          <a:pt x="188" y="317"/>
                        </a:lnTo>
                        <a:lnTo>
                          <a:pt x="186" y="313"/>
                        </a:lnTo>
                        <a:lnTo>
                          <a:pt x="186" y="307"/>
                        </a:lnTo>
                        <a:lnTo>
                          <a:pt x="186" y="302"/>
                        </a:lnTo>
                        <a:lnTo>
                          <a:pt x="183" y="297"/>
                        </a:lnTo>
                        <a:lnTo>
                          <a:pt x="182" y="291"/>
                        </a:lnTo>
                        <a:lnTo>
                          <a:pt x="182" y="286"/>
                        </a:lnTo>
                        <a:lnTo>
                          <a:pt x="182" y="282"/>
                        </a:lnTo>
                        <a:lnTo>
                          <a:pt x="180" y="276"/>
                        </a:lnTo>
                        <a:lnTo>
                          <a:pt x="180" y="269"/>
                        </a:lnTo>
                        <a:lnTo>
                          <a:pt x="177" y="264"/>
                        </a:lnTo>
                        <a:lnTo>
                          <a:pt x="177" y="259"/>
                        </a:lnTo>
                        <a:lnTo>
                          <a:pt x="175" y="253"/>
                        </a:lnTo>
                        <a:lnTo>
                          <a:pt x="174" y="247"/>
                        </a:lnTo>
                        <a:lnTo>
                          <a:pt x="172" y="241"/>
                        </a:lnTo>
                        <a:lnTo>
                          <a:pt x="171" y="235"/>
                        </a:lnTo>
                        <a:lnTo>
                          <a:pt x="170" y="231"/>
                        </a:lnTo>
                        <a:lnTo>
                          <a:pt x="168" y="225"/>
                        </a:lnTo>
                        <a:lnTo>
                          <a:pt x="167" y="219"/>
                        </a:lnTo>
                        <a:lnTo>
                          <a:pt x="165" y="214"/>
                        </a:lnTo>
                        <a:lnTo>
                          <a:pt x="163" y="208"/>
                        </a:lnTo>
                        <a:lnTo>
                          <a:pt x="162" y="203"/>
                        </a:lnTo>
                        <a:lnTo>
                          <a:pt x="159" y="197"/>
                        </a:lnTo>
                        <a:lnTo>
                          <a:pt x="158" y="192"/>
                        </a:lnTo>
                        <a:lnTo>
                          <a:pt x="156" y="186"/>
                        </a:lnTo>
                        <a:lnTo>
                          <a:pt x="155" y="180"/>
                        </a:lnTo>
                        <a:lnTo>
                          <a:pt x="152" y="175"/>
                        </a:lnTo>
                        <a:lnTo>
                          <a:pt x="150" y="169"/>
                        </a:lnTo>
                        <a:lnTo>
                          <a:pt x="148" y="163"/>
                        </a:lnTo>
                        <a:lnTo>
                          <a:pt x="146" y="157"/>
                        </a:lnTo>
                        <a:lnTo>
                          <a:pt x="144" y="152"/>
                        </a:lnTo>
                        <a:lnTo>
                          <a:pt x="142" y="145"/>
                        </a:lnTo>
                        <a:lnTo>
                          <a:pt x="139" y="139"/>
                        </a:lnTo>
                        <a:lnTo>
                          <a:pt x="137" y="135"/>
                        </a:lnTo>
                        <a:lnTo>
                          <a:pt x="134" y="127"/>
                        </a:lnTo>
                        <a:lnTo>
                          <a:pt x="132" y="121"/>
                        </a:lnTo>
                        <a:lnTo>
                          <a:pt x="130" y="116"/>
                        </a:lnTo>
                        <a:lnTo>
                          <a:pt x="127" y="110"/>
                        </a:lnTo>
                        <a:lnTo>
                          <a:pt x="125" y="104"/>
                        </a:lnTo>
                        <a:lnTo>
                          <a:pt x="123" y="99"/>
                        </a:lnTo>
                        <a:lnTo>
                          <a:pt x="119" y="92"/>
                        </a:lnTo>
                        <a:lnTo>
                          <a:pt x="117" y="86"/>
                        </a:lnTo>
                        <a:lnTo>
                          <a:pt x="114" y="80"/>
                        </a:lnTo>
                        <a:lnTo>
                          <a:pt x="111" y="74"/>
                        </a:lnTo>
                        <a:lnTo>
                          <a:pt x="108" y="68"/>
                        </a:lnTo>
                        <a:lnTo>
                          <a:pt x="105" y="62"/>
                        </a:lnTo>
                        <a:lnTo>
                          <a:pt x="102" y="56"/>
                        </a:lnTo>
                        <a:lnTo>
                          <a:pt x="99" y="50"/>
                        </a:lnTo>
                        <a:lnTo>
                          <a:pt x="97" y="43"/>
                        </a:lnTo>
                        <a:lnTo>
                          <a:pt x="93" y="37"/>
                        </a:lnTo>
                        <a:lnTo>
                          <a:pt x="89" y="31"/>
                        </a:lnTo>
                        <a:lnTo>
                          <a:pt x="86" y="25"/>
                        </a:lnTo>
                        <a:lnTo>
                          <a:pt x="83" y="18"/>
                        </a:lnTo>
                        <a:lnTo>
                          <a:pt x="80" y="12"/>
                        </a:lnTo>
                        <a:lnTo>
                          <a:pt x="76" y="5"/>
                        </a:lnTo>
                        <a:lnTo>
                          <a:pt x="74"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1" name="Freeform 233"/>
                  <p:cNvSpPr/>
                  <p:nvPr/>
                </p:nvSpPr>
                <p:spPr bwMode="auto">
                  <a:xfrm>
                    <a:off x="5361" y="1875"/>
                    <a:ext cx="25" cy="26"/>
                  </a:xfrm>
                  <a:custGeom>
                    <a:avLst/>
                    <a:gdLst>
                      <a:gd name="T0" fmla="*/ 0 w 77"/>
                      <a:gd name="T1" fmla="*/ 0 h 79"/>
                      <a:gd name="T2" fmla="*/ 0 w 77"/>
                      <a:gd name="T3" fmla="*/ 0 h 79"/>
                      <a:gd name="T4" fmla="*/ 0 w 77"/>
                      <a:gd name="T5" fmla="*/ 0 h 79"/>
                      <a:gd name="T6" fmla="*/ 0 w 77"/>
                      <a:gd name="T7" fmla="*/ 0 h 79"/>
                      <a:gd name="T8" fmla="*/ 0 w 77"/>
                      <a:gd name="T9" fmla="*/ 0 h 79"/>
                      <a:gd name="T10" fmla="*/ 0 w 77"/>
                      <a:gd name="T11" fmla="*/ 0 h 79"/>
                      <a:gd name="T12" fmla="*/ 0 w 77"/>
                      <a:gd name="T13" fmla="*/ 0 h 79"/>
                      <a:gd name="T14" fmla="*/ 0 w 77"/>
                      <a:gd name="T15" fmla="*/ 0 h 79"/>
                      <a:gd name="T16" fmla="*/ 0 w 77"/>
                      <a:gd name="T17" fmla="*/ 0 h 79"/>
                      <a:gd name="T18" fmla="*/ 0 w 77"/>
                      <a:gd name="T19" fmla="*/ 0 h 79"/>
                      <a:gd name="T20" fmla="*/ 0 w 77"/>
                      <a:gd name="T21" fmla="*/ 0 h 79"/>
                      <a:gd name="T22" fmla="*/ 0 w 77"/>
                      <a:gd name="T23" fmla="*/ 0 h 79"/>
                      <a:gd name="T24" fmla="*/ 0 w 77"/>
                      <a:gd name="T25" fmla="*/ 0 h 79"/>
                      <a:gd name="T26" fmla="*/ 0 w 77"/>
                      <a:gd name="T27" fmla="*/ 0 h 79"/>
                      <a:gd name="T28" fmla="*/ 0 w 77"/>
                      <a:gd name="T29" fmla="*/ 0 h 79"/>
                      <a:gd name="T30" fmla="*/ 0 w 77"/>
                      <a:gd name="T31" fmla="*/ 0 h 79"/>
                      <a:gd name="T32" fmla="*/ 0 w 77"/>
                      <a:gd name="T33" fmla="*/ 0 h 79"/>
                      <a:gd name="T34" fmla="*/ 0 w 77"/>
                      <a:gd name="T35" fmla="*/ 0 h 79"/>
                      <a:gd name="T36" fmla="*/ 0 w 77"/>
                      <a:gd name="T37" fmla="*/ 0 h 79"/>
                      <a:gd name="T38" fmla="*/ 0 w 77"/>
                      <a:gd name="T39" fmla="*/ 0 h 79"/>
                      <a:gd name="T40" fmla="*/ 0 w 77"/>
                      <a:gd name="T41" fmla="*/ 0 h 79"/>
                      <a:gd name="T42" fmla="*/ 0 w 77"/>
                      <a:gd name="T43" fmla="*/ 0 h 79"/>
                      <a:gd name="T44" fmla="*/ 0 w 77"/>
                      <a:gd name="T45" fmla="*/ 0 h 79"/>
                      <a:gd name="T46" fmla="*/ 0 w 77"/>
                      <a:gd name="T47" fmla="*/ 0 h 79"/>
                      <a:gd name="T48" fmla="*/ 0 w 77"/>
                      <a:gd name="T49" fmla="*/ 0 h 79"/>
                      <a:gd name="T50" fmla="*/ 0 w 77"/>
                      <a:gd name="T51" fmla="*/ 0 h 79"/>
                      <a:gd name="T52" fmla="*/ 0 w 77"/>
                      <a:gd name="T53" fmla="*/ 0 h 79"/>
                      <a:gd name="T54" fmla="*/ 0 w 77"/>
                      <a:gd name="T55" fmla="*/ 0 h 79"/>
                      <a:gd name="T56" fmla="*/ 0 w 77"/>
                      <a:gd name="T57" fmla="*/ 0 h 79"/>
                      <a:gd name="T58" fmla="*/ 0 w 77"/>
                      <a:gd name="T59" fmla="*/ 0 h 79"/>
                      <a:gd name="T60" fmla="*/ 0 w 77"/>
                      <a:gd name="T61" fmla="*/ 0 h 79"/>
                      <a:gd name="T62" fmla="*/ 0 w 77"/>
                      <a:gd name="T63" fmla="*/ 0 h 79"/>
                      <a:gd name="T64" fmla="*/ 0 w 77"/>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9"/>
                      <a:gd name="T101" fmla="*/ 77 w 77"/>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9">
                        <a:moveTo>
                          <a:pt x="38" y="79"/>
                        </a:moveTo>
                        <a:lnTo>
                          <a:pt x="41" y="78"/>
                        </a:lnTo>
                        <a:lnTo>
                          <a:pt x="45" y="78"/>
                        </a:lnTo>
                        <a:lnTo>
                          <a:pt x="49" y="76"/>
                        </a:lnTo>
                        <a:lnTo>
                          <a:pt x="53" y="75"/>
                        </a:lnTo>
                        <a:lnTo>
                          <a:pt x="57" y="73"/>
                        </a:lnTo>
                        <a:lnTo>
                          <a:pt x="59" y="72"/>
                        </a:lnTo>
                        <a:lnTo>
                          <a:pt x="63" y="69"/>
                        </a:lnTo>
                        <a:lnTo>
                          <a:pt x="65" y="67"/>
                        </a:lnTo>
                        <a:lnTo>
                          <a:pt x="67" y="63"/>
                        </a:lnTo>
                        <a:lnTo>
                          <a:pt x="70" y="61"/>
                        </a:lnTo>
                        <a:lnTo>
                          <a:pt x="72" y="57"/>
                        </a:lnTo>
                        <a:lnTo>
                          <a:pt x="74" y="55"/>
                        </a:lnTo>
                        <a:lnTo>
                          <a:pt x="74" y="51"/>
                        </a:lnTo>
                        <a:lnTo>
                          <a:pt x="77" y="47"/>
                        </a:lnTo>
                        <a:lnTo>
                          <a:pt x="77" y="43"/>
                        </a:lnTo>
                        <a:lnTo>
                          <a:pt x="77" y="40"/>
                        </a:lnTo>
                        <a:lnTo>
                          <a:pt x="77" y="36"/>
                        </a:lnTo>
                        <a:lnTo>
                          <a:pt x="77" y="31"/>
                        </a:lnTo>
                        <a:lnTo>
                          <a:pt x="74" y="28"/>
                        </a:lnTo>
                        <a:lnTo>
                          <a:pt x="74" y="24"/>
                        </a:lnTo>
                        <a:lnTo>
                          <a:pt x="72" y="21"/>
                        </a:lnTo>
                        <a:lnTo>
                          <a:pt x="70" y="18"/>
                        </a:lnTo>
                        <a:lnTo>
                          <a:pt x="67" y="15"/>
                        </a:lnTo>
                        <a:lnTo>
                          <a:pt x="65" y="12"/>
                        </a:lnTo>
                        <a:lnTo>
                          <a:pt x="63" y="10"/>
                        </a:lnTo>
                        <a:lnTo>
                          <a:pt x="59" y="7"/>
                        </a:lnTo>
                        <a:lnTo>
                          <a:pt x="57" y="5"/>
                        </a:lnTo>
                        <a:lnTo>
                          <a:pt x="53" y="3"/>
                        </a:lnTo>
                        <a:lnTo>
                          <a:pt x="49" y="3"/>
                        </a:lnTo>
                        <a:lnTo>
                          <a:pt x="45" y="0"/>
                        </a:lnTo>
                        <a:lnTo>
                          <a:pt x="41" y="0"/>
                        </a:lnTo>
                        <a:lnTo>
                          <a:pt x="38" y="0"/>
                        </a:lnTo>
                        <a:lnTo>
                          <a:pt x="34" y="0"/>
                        </a:lnTo>
                        <a:lnTo>
                          <a:pt x="29" y="0"/>
                        </a:lnTo>
                        <a:lnTo>
                          <a:pt x="26" y="3"/>
                        </a:lnTo>
                        <a:lnTo>
                          <a:pt x="22" y="3"/>
                        </a:lnTo>
                        <a:lnTo>
                          <a:pt x="19" y="5"/>
                        </a:lnTo>
                        <a:lnTo>
                          <a:pt x="16" y="7"/>
                        </a:lnTo>
                        <a:lnTo>
                          <a:pt x="14" y="10"/>
                        </a:lnTo>
                        <a:lnTo>
                          <a:pt x="11" y="12"/>
                        </a:lnTo>
                        <a:lnTo>
                          <a:pt x="8" y="15"/>
                        </a:lnTo>
                        <a:lnTo>
                          <a:pt x="6" y="18"/>
                        </a:lnTo>
                        <a:lnTo>
                          <a:pt x="3" y="21"/>
                        </a:lnTo>
                        <a:lnTo>
                          <a:pt x="3" y="24"/>
                        </a:lnTo>
                        <a:lnTo>
                          <a:pt x="1" y="28"/>
                        </a:lnTo>
                        <a:lnTo>
                          <a:pt x="1" y="31"/>
                        </a:lnTo>
                        <a:lnTo>
                          <a:pt x="0" y="36"/>
                        </a:lnTo>
                        <a:lnTo>
                          <a:pt x="0" y="40"/>
                        </a:lnTo>
                        <a:lnTo>
                          <a:pt x="0" y="43"/>
                        </a:lnTo>
                        <a:lnTo>
                          <a:pt x="1" y="47"/>
                        </a:lnTo>
                        <a:lnTo>
                          <a:pt x="1" y="51"/>
                        </a:lnTo>
                        <a:lnTo>
                          <a:pt x="3" y="55"/>
                        </a:lnTo>
                        <a:lnTo>
                          <a:pt x="3" y="57"/>
                        </a:lnTo>
                        <a:lnTo>
                          <a:pt x="6" y="61"/>
                        </a:lnTo>
                        <a:lnTo>
                          <a:pt x="8" y="63"/>
                        </a:lnTo>
                        <a:lnTo>
                          <a:pt x="11" y="67"/>
                        </a:lnTo>
                        <a:lnTo>
                          <a:pt x="14" y="69"/>
                        </a:lnTo>
                        <a:lnTo>
                          <a:pt x="16" y="72"/>
                        </a:lnTo>
                        <a:lnTo>
                          <a:pt x="19" y="73"/>
                        </a:lnTo>
                        <a:lnTo>
                          <a:pt x="22" y="75"/>
                        </a:lnTo>
                        <a:lnTo>
                          <a:pt x="26" y="76"/>
                        </a:lnTo>
                        <a:lnTo>
                          <a:pt x="29" y="78"/>
                        </a:lnTo>
                        <a:lnTo>
                          <a:pt x="34" y="78"/>
                        </a:lnTo>
                        <a:lnTo>
                          <a:pt x="38" y="7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2" name="Freeform 234"/>
                  <p:cNvSpPr/>
                  <p:nvPr/>
                </p:nvSpPr>
                <p:spPr bwMode="auto">
                  <a:xfrm>
                    <a:off x="5412" y="1877"/>
                    <a:ext cx="26"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3" y="76"/>
                        </a:lnTo>
                        <a:lnTo>
                          <a:pt x="46" y="76"/>
                        </a:lnTo>
                        <a:lnTo>
                          <a:pt x="50" y="75"/>
                        </a:lnTo>
                        <a:lnTo>
                          <a:pt x="53" y="74"/>
                        </a:lnTo>
                        <a:lnTo>
                          <a:pt x="56" y="71"/>
                        </a:lnTo>
                        <a:lnTo>
                          <a:pt x="59" y="70"/>
                        </a:lnTo>
                        <a:lnTo>
                          <a:pt x="63" y="68"/>
                        </a:lnTo>
                        <a:lnTo>
                          <a:pt x="67" y="65"/>
                        </a:lnTo>
                        <a:lnTo>
                          <a:pt x="69" y="62"/>
                        </a:lnTo>
                        <a:lnTo>
                          <a:pt x="71" y="59"/>
                        </a:lnTo>
                        <a:lnTo>
                          <a:pt x="72" y="56"/>
                        </a:lnTo>
                        <a:lnTo>
                          <a:pt x="74" y="54"/>
                        </a:lnTo>
                        <a:lnTo>
                          <a:pt x="75" y="49"/>
                        </a:lnTo>
                        <a:lnTo>
                          <a:pt x="76" y="46"/>
                        </a:lnTo>
                        <a:lnTo>
                          <a:pt x="77" y="42"/>
                        </a:lnTo>
                        <a:lnTo>
                          <a:pt x="77" y="38"/>
                        </a:lnTo>
                        <a:lnTo>
                          <a:pt x="77" y="33"/>
                        </a:lnTo>
                        <a:lnTo>
                          <a:pt x="76" y="31"/>
                        </a:lnTo>
                        <a:lnTo>
                          <a:pt x="75" y="26"/>
                        </a:lnTo>
                        <a:lnTo>
                          <a:pt x="74" y="23"/>
                        </a:lnTo>
                        <a:lnTo>
                          <a:pt x="72" y="19"/>
                        </a:lnTo>
                        <a:lnTo>
                          <a:pt x="71" y="16"/>
                        </a:lnTo>
                        <a:lnTo>
                          <a:pt x="69" y="13"/>
                        </a:lnTo>
                        <a:lnTo>
                          <a:pt x="67" y="11"/>
                        </a:lnTo>
                        <a:lnTo>
                          <a:pt x="63" y="8"/>
                        </a:lnTo>
                        <a:lnTo>
                          <a:pt x="59" y="6"/>
                        </a:lnTo>
                        <a:lnTo>
                          <a:pt x="56" y="5"/>
                        </a:lnTo>
                        <a:lnTo>
                          <a:pt x="53" y="2"/>
                        </a:lnTo>
                        <a:lnTo>
                          <a:pt x="50" y="1"/>
                        </a:lnTo>
                        <a:lnTo>
                          <a:pt x="46" y="0"/>
                        </a:lnTo>
                        <a:lnTo>
                          <a:pt x="43" y="0"/>
                        </a:lnTo>
                        <a:lnTo>
                          <a:pt x="38" y="0"/>
                        </a:lnTo>
                        <a:lnTo>
                          <a:pt x="34" y="0"/>
                        </a:lnTo>
                        <a:lnTo>
                          <a:pt x="31" y="0"/>
                        </a:lnTo>
                        <a:lnTo>
                          <a:pt x="26" y="1"/>
                        </a:lnTo>
                        <a:lnTo>
                          <a:pt x="23" y="2"/>
                        </a:lnTo>
                        <a:lnTo>
                          <a:pt x="20" y="5"/>
                        </a:lnTo>
                        <a:lnTo>
                          <a:pt x="17" y="6"/>
                        </a:lnTo>
                        <a:lnTo>
                          <a:pt x="13" y="8"/>
                        </a:lnTo>
                        <a:lnTo>
                          <a:pt x="11" y="11"/>
                        </a:lnTo>
                        <a:lnTo>
                          <a:pt x="8" y="13"/>
                        </a:lnTo>
                        <a:lnTo>
                          <a:pt x="6" y="16"/>
                        </a:lnTo>
                        <a:lnTo>
                          <a:pt x="5" y="19"/>
                        </a:lnTo>
                        <a:lnTo>
                          <a:pt x="2" y="23"/>
                        </a:lnTo>
                        <a:lnTo>
                          <a:pt x="1" y="26"/>
                        </a:lnTo>
                        <a:lnTo>
                          <a:pt x="0" y="31"/>
                        </a:lnTo>
                        <a:lnTo>
                          <a:pt x="0" y="33"/>
                        </a:lnTo>
                        <a:lnTo>
                          <a:pt x="0" y="38"/>
                        </a:lnTo>
                        <a:lnTo>
                          <a:pt x="0" y="42"/>
                        </a:lnTo>
                        <a:lnTo>
                          <a:pt x="0" y="46"/>
                        </a:lnTo>
                        <a:lnTo>
                          <a:pt x="1" y="49"/>
                        </a:lnTo>
                        <a:lnTo>
                          <a:pt x="2" y="54"/>
                        </a:lnTo>
                        <a:lnTo>
                          <a:pt x="5" y="56"/>
                        </a:lnTo>
                        <a:lnTo>
                          <a:pt x="6" y="59"/>
                        </a:lnTo>
                        <a:lnTo>
                          <a:pt x="8" y="62"/>
                        </a:lnTo>
                        <a:lnTo>
                          <a:pt x="11" y="65"/>
                        </a:lnTo>
                        <a:lnTo>
                          <a:pt x="13" y="68"/>
                        </a:lnTo>
                        <a:lnTo>
                          <a:pt x="17" y="70"/>
                        </a:lnTo>
                        <a:lnTo>
                          <a:pt x="20" y="71"/>
                        </a:lnTo>
                        <a:lnTo>
                          <a:pt x="23" y="74"/>
                        </a:lnTo>
                        <a:lnTo>
                          <a:pt x="26" y="75"/>
                        </a:lnTo>
                        <a:lnTo>
                          <a:pt x="31" y="76"/>
                        </a:lnTo>
                        <a:lnTo>
                          <a:pt x="34" y="76"/>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3" name="Freeform 235"/>
                  <p:cNvSpPr/>
                  <p:nvPr/>
                </p:nvSpPr>
                <p:spPr bwMode="auto">
                  <a:xfrm>
                    <a:off x="5461" y="187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41" y="77"/>
                        </a:moveTo>
                        <a:lnTo>
                          <a:pt x="43" y="76"/>
                        </a:lnTo>
                        <a:lnTo>
                          <a:pt x="48" y="76"/>
                        </a:lnTo>
                        <a:lnTo>
                          <a:pt x="51" y="75"/>
                        </a:lnTo>
                        <a:lnTo>
                          <a:pt x="55" y="73"/>
                        </a:lnTo>
                        <a:lnTo>
                          <a:pt x="57" y="71"/>
                        </a:lnTo>
                        <a:lnTo>
                          <a:pt x="61" y="70"/>
                        </a:lnTo>
                        <a:lnTo>
                          <a:pt x="63" y="67"/>
                        </a:lnTo>
                        <a:lnTo>
                          <a:pt x="67" y="65"/>
                        </a:lnTo>
                        <a:lnTo>
                          <a:pt x="69" y="61"/>
                        </a:lnTo>
                        <a:lnTo>
                          <a:pt x="71" y="59"/>
                        </a:lnTo>
                        <a:lnTo>
                          <a:pt x="74" y="56"/>
                        </a:lnTo>
                        <a:lnTo>
                          <a:pt x="75" y="53"/>
                        </a:lnTo>
                        <a:lnTo>
                          <a:pt x="76" y="48"/>
                        </a:lnTo>
                        <a:lnTo>
                          <a:pt x="77" y="45"/>
                        </a:lnTo>
                        <a:lnTo>
                          <a:pt x="78" y="41"/>
                        </a:lnTo>
                        <a:lnTo>
                          <a:pt x="78" y="38"/>
                        </a:lnTo>
                        <a:lnTo>
                          <a:pt x="78" y="34"/>
                        </a:lnTo>
                        <a:lnTo>
                          <a:pt x="77" y="31"/>
                        </a:lnTo>
                        <a:lnTo>
                          <a:pt x="76" y="26"/>
                        </a:lnTo>
                        <a:lnTo>
                          <a:pt x="75" y="22"/>
                        </a:lnTo>
                        <a:lnTo>
                          <a:pt x="74" y="19"/>
                        </a:lnTo>
                        <a:lnTo>
                          <a:pt x="71" y="15"/>
                        </a:lnTo>
                        <a:lnTo>
                          <a:pt x="69" y="13"/>
                        </a:lnTo>
                        <a:lnTo>
                          <a:pt x="67" y="10"/>
                        </a:lnTo>
                        <a:lnTo>
                          <a:pt x="63" y="7"/>
                        </a:lnTo>
                        <a:lnTo>
                          <a:pt x="61" y="4"/>
                        </a:lnTo>
                        <a:lnTo>
                          <a:pt x="57" y="3"/>
                        </a:lnTo>
                        <a:lnTo>
                          <a:pt x="55" y="2"/>
                        </a:lnTo>
                        <a:lnTo>
                          <a:pt x="51" y="0"/>
                        </a:lnTo>
                        <a:lnTo>
                          <a:pt x="48" y="0"/>
                        </a:lnTo>
                        <a:lnTo>
                          <a:pt x="43" y="0"/>
                        </a:lnTo>
                        <a:lnTo>
                          <a:pt x="41" y="0"/>
                        </a:lnTo>
                        <a:lnTo>
                          <a:pt x="36" y="0"/>
                        </a:lnTo>
                        <a:lnTo>
                          <a:pt x="31" y="0"/>
                        </a:lnTo>
                        <a:lnTo>
                          <a:pt x="27" y="0"/>
                        </a:lnTo>
                        <a:lnTo>
                          <a:pt x="25" y="2"/>
                        </a:lnTo>
                        <a:lnTo>
                          <a:pt x="20" y="3"/>
                        </a:lnTo>
                        <a:lnTo>
                          <a:pt x="18" y="4"/>
                        </a:lnTo>
                        <a:lnTo>
                          <a:pt x="16" y="7"/>
                        </a:lnTo>
                        <a:lnTo>
                          <a:pt x="13" y="10"/>
                        </a:lnTo>
                        <a:lnTo>
                          <a:pt x="10" y="13"/>
                        </a:lnTo>
                        <a:lnTo>
                          <a:pt x="7" y="15"/>
                        </a:lnTo>
                        <a:lnTo>
                          <a:pt x="5" y="19"/>
                        </a:lnTo>
                        <a:lnTo>
                          <a:pt x="4" y="22"/>
                        </a:lnTo>
                        <a:lnTo>
                          <a:pt x="3" y="26"/>
                        </a:lnTo>
                        <a:lnTo>
                          <a:pt x="1" y="31"/>
                        </a:lnTo>
                        <a:lnTo>
                          <a:pt x="0" y="34"/>
                        </a:lnTo>
                        <a:lnTo>
                          <a:pt x="0" y="38"/>
                        </a:lnTo>
                        <a:lnTo>
                          <a:pt x="0" y="41"/>
                        </a:lnTo>
                        <a:lnTo>
                          <a:pt x="1" y="45"/>
                        </a:lnTo>
                        <a:lnTo>
                          <a:pt x="3" y="48"/>
                        </a:lnTo>
                        <a:lnTo>
                          <a:pt x="4" y="53"/>
                        </a:lnTo>
                        <a:lnTo>
                          <a:pt x="5" y="56"/>
                        </a:lnTo>
                        <a:lnTo>
                          <a:pt x="7" y="59"/>
                        </a:lnTo>
                        <a:lnTo>
                          <a:pt x="10" y="61"/>
                        </a:lnTo>
                        <a:lnTo>
                          <a:pt x="13" y="65"/>
                        </a:lnTo>
                        <a:lnTo>
                          <a:pt x="16" y="67"/>
                        </a:lnTo>
                        <a:lnTo>
                          <a:pt x="18" y="70"/>
                        </a:lnTo>
                        <a:lnTo>
                          <a:pt x="20" y="71"/>
                        </a:lnTo>
                        <a:lnTo>
                          <a:pt x="25" y="73"/>
                        </a:lnTo>
                        <a:lnTo>
                          <a:pt x="27" y="75"/>
                        </a:lnTo>
                        <a:lnTo>
                          <a:pt x="31" y="76"/>
                        </a:lnTo>
                        <a:lnTo>
                          <a:pt x="36" y="76"/>
                        </a:lnTo>
                        <a:lnTo>
                          <a:pt x="41"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4" name="Freeform 236"/>
                  <p:cNvSpPr/>
                  <p:nvPr/>
                </p:nvSpPr>
                <p:spPr bwMode="auto">
                  <a:xfrm>
                    <a:off x="5511" y="1877"/>
                    <a:ext cx="26" cy="26"/>
                  </a:xfrm>
                  <a:custGeom>
                    <a:avLst/>
                    <a:gdLst>
                      <a:gd name="T0" fmla="*/ 0 w 76"/>
                      <a:gd name="T1" fmla="*/ 0 h 78"/>
                      <a:gd name="T2" fmla="*/ 0 w 76"/>
                      <a:gd name="T3" fmla="*/ 0 h 78"/>
                      <a:gd name="T4" fmla="*/ 0 w 76"/>
                      <a:gd name="T5" fmla="*/ 0 h 78"/>
                      <a:gd name="T6" fmla="*/ 0 w 76"/>
                      <a:gd name="T7" fmla="*/ 0 h 78"/>
                      <a:gd name="T8" fmla="*/ 0 w 76"/>
                      <a:gd name="T9" fmla="*/ 0 h 78"/>
                      <a:gd name="T10" fmla="*/ 0 w 76"/>
                      <a:gd name="T11" fmla="*/ 0 h 78"/>
                      <a:gd name="T12" fmla="*/ 0 w 76"/>
                      <a:gd name="T13" fmla="*/ 0 h 78"/>
                      <a:gd name="T14" fmla="*/ 0 w 76"/>
                      <a:gd name="T15" fmla="*/ 0 h 78"/>
                      <a:gd name="T16" fmla="*/ 0 w 76"/>
                      <a:gd name="T17" fmla="*/ 0 h 78"/>
                      <a:gd name="T18" fmla="*/ 0 w 76"/>
                      <a:gd name="T19" fmla="*/ 0 h 78"/>
                      <a:gd name="T20" fmla="*/ 0 w 76"/>
                      <a:gd name="T21" fmla="*/ 0 h 78"/>
                      <a:gd name="T22" fmla="*/ 0 w 76"/>
                      <a:gd name="T23" fmla="*/ 0 h 78"/>
                      <a:gd name="T24" fmla="*/ 0 w 76"/>
                      <a:gd name="T25" fmla="*/ 0 h 78"/>
                      <a:gd name="T26" fmla="*/ 0 w 76"/>
                      <a:gd name="T27" fmla="*/ 0 h 78"/>
                      <a:gd name="T28" fmla="*/ 0 w 76"/>
                      <a:gd name="T29" fmla="*/ 0 h 78"/>
                      <a:gd name="T30" fmla="*/ 0 w 76"/>
                      <a:gd name="T31" fmla="*/ 0 h 78"/>
                      <a:gd name="T32" fmla="*/ 0 w 76"/>
                      <a:gd name="T33" fmla="*/ 0 h 78"/>
                      <a:gd name="T34" fmla="*/ 0 w 76"/>
                      <a:gd name="T35" fmla="*/ 0 h 78"/>
                      <a:gd name="T36" fmla="*/ 0 w 76"/>
                      <a:gd name="T37" fmla="*/ 0 h 78"/>
                      <a:gd name="T38" fmla="*/ 0 w 76"/>
                      <a:gd name="T39" fmla="*/ 0 h 78"/>
                      <a:gd name="T40" fmla="*/ 0 w 76"/>
                      <a:gd name="T41" fmla="*/ 0 h 78"/>
                      <a:gd name="T42" fmla="*/ 0 w 76"/>
                      <a:gd name="T43" fmla="*/ 0 h 78"/>
                      <a:gd name="T44" fmla="*/ 0 w 76"/>
                      <a:gd name="T45" fmla="*/ 0 h 78"/>
                      <a:gd name="T46" fmla="*/ 0 w 76"/>
                      <a:gd name="T47" fmla="*/ 0 h 78"/>
                      <a:gd name="T48" fmla="*/ 0 w 76"/>
                      <a:gd name="T49" fmla="*/ 0 h 78"/>
                      <a:gd name="T50" fmla="*/ 0 w 76"/>
                      <a:gd name="T51" fmla="*/ 0 h 78"/>
                      <a:gd name="T52" fmla="*/ 0 w 76"/>
                      <a:gd name="T53" fmla="*/ 0 h 78"/>
                      <a:gd name="T54" fmla="*/ 0 w 76"/>
                      <a:gd name="T55" fmla="*/ 0 h 78"/>
                      <a:gd name="T56" fmla="*/ 0 w 76"/>
                      <a:gd name="T57" fmla="*/ 0 h 78"/>
                      <a:gd name="T58" fmla="*/ 0 w 76"/>
                      <a:gd name="T59" fmla="*/ 0 h 78"/>
                      <a:gd name="T60" fmla="*/ 0 w 76"/>
                      <a:gd name="T61" fmla="*/ 0 h 78"/>
                      <a:gd name="T62" fmla="*/ 0 w 76"/>
                      <a:gd name="T63" fmla="*/ 0 h 78"/>
                      <a:gd name="T64" fmla="*/ 0 w 76"/>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6"/>
                      <a:gd name="T100" fmla="*/ 0 h 78"/>
                      <a:gd name="T101" fmla="*/ 76 w 76"/>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6" h="78">
                        <a:moveTo>
                          <a:pt x="38" y="78"/>
                        </a:moveTo>
                        <a:lnTo>
                          <a:pt x="41" y="77"/>
                        </a:lnTo>
                        <a:lnTo>
                          <a:pt x="45" y="77"/>
                        </a:lnTo>
                        <a:lnTo>
                          <a:pt x="50" y="76"/>
                        </a:lnTo>
                        <a:lnTo>
                          <a:pt x="53" y="75"/>
                        </a:lnTo>
                        <a:lnTo>
                          <a:pt x="55" y="73"/>
                        </a:lnTo>
                        <a:lnTo>
                          <a:pt x="59" y="71"/>
                        </a:lnTo>
                        <a:lnTo>
                          <a:pt x="63" y="69"/>
                        </a:lnTo>
                        <a:lnTo>
                          <a:pt x="65" y="67"/>
                        </a:lnTo>
                        <a:lnTo>
                          <a:pt x="67" y="64"/>
                        </a:lnTo>
                        <a:lnTo>
                          <a:pt x="70" y="61"/>
                        </a:lnTo>
                        <a:lnTo>
                          <a:pt x="71" y="57"/>
                        </a:lnTo>
                        <a:lnTo>
                          <a:pt x="73" y="55"/>
                        </a:lnTo>
                        <a:lnTo>
                          <a:pt x="74" y="51"/>
                        </a:lnTo>
                        <a:lnTo>
                          <a:pt x="76" y="46"/>
                        </a:lnTo>
                        <a:lnTo>
                          <a:pt x="76" y="43"/>
                        </a:lnTo>
                        <a:lnTo>
                          <a:pt x="76" y="39"/>
                        </a:lnTo>
                        <a:lnTo>
                          <a:pt x="76" y="36"/>
                        </a:lnTo>
                        <a:lnTo>
                          <a:pt x="76" y="31"/>
                        </a:lnTo>
                        <a:lnTo>
                          <a:pt x="74" y="27"/>
                        </a:lnTo>
                        <a:lnTo>
                          <a:pt x="73" y="24"/>
                        </a:lnTo>
                        <a:lnTo>
                          <a:pt x="71" y="20"/>
                        </a:lnTo>
                        <a:lnTo>
                          <a:pt x="70" y="17"/>
                        </a:lnTo>
                        <a:lnTo>
                          <a:pt x="67" y="14"/>
                        </a:lnTo>
                        <a:lnTo>
                          <a:pt x="65" y="12"/>
                        </a:lnTo>
                        <a:lnTo>
                          <a:pt x="63" y="8"/>
                        </a:lnTo>
                        <a:lnTo>
                          <a:pt x="59" y="7"/>
                        </a:lnTo>
                        <a:lnTo>
                          <a:pt x="55" y="5"/>
                        </a:lnTo>
                        <a:lnTo>
                          <a:pt x="53" y="2"/>
                        </a:lnTo>
                        <a:lnTo>
                          <a:pt x="50" y="2"/>
                        </a:lnTo>
                        <a:lnTo>
                          <a:pt x="45" y="0"/>
                        </a:lnTo>
                        <a:lnTo>
                          <a:pt x="41" y="0"/>
                        </a:lnTo>
                        <a:lnTo>
                          <a:pt x="38" y="0"/>
                        </a:lnTo>
                        <a:lnTo>
                          <a:pt x="34" y="0"/>
                        </a:lnTo>
                        <a:lnTo>
                          <a:pt x="29" y="0"/>
                        </a:lnTo>
                        <a:lnTo>
                          <a:pt x="26" y="2"/>
                        </a:lnTo>
                        <a:lnTo>
                          <a:pt x="22" y="2"/>
                        </a:lnTo>
                        <a:lnTo>
                          <a:pt x="19" y="5"/>
                        </a:lnTo>
                        <a:lnTo>
                          <a:pt x="15" y="7"/>
                        </a:lnTo>
                        <a:lnTo>
                          <a:pt x="13" y="8"/>
                        </a:lnTo>
                        <a:lnTo>
                          <a:pt x="10" y="12"/>
                        </a:lnTo>
                        <a:lnTo>
                          <a:pt x="7" y="14"/>
                        </a:lnTo>
                        <a:lnTo>
                          <a:pt x="6" y="17"/>
                        </a:lnTo>
                        <a:lnTo>
                          <a:pt x="3" y="20"/>
                        </a:lnTo>
                        <a:lnTo>
                          <a:pt x="2" y="24"/>
                        </a:lnTo>
                        <a:lnTo>
                          <a:pt x="1" y="27"/>
                        </a:lnTo>
                        <a:lnTo>
                          <a:pt x="0" y="31"/>
                        </a:lnTo>
                        <a:lnTo>
                          <a:pt x="0" y="36"/>
                        </a:lnTo>
                        <a:lnTo>
                          <a:pt x="0" y="39"/>
                        </a:lnTo>
                        <a:lnTo>
                          <a:pt x="0" y="43"/>
                        </a:lnTo>
                        <a:lnTo>
                          <a:pt x="0" y="46"/>
                        </a:lnTo>
                        <a:lnTo>
                          <a:pt x="1" y="51"/>
                        </a:lnTo>
                        <a:lnTo>
                          <a:pt x="2" y="55"/>
                        </a:lnTo>
                        <a:lnTo>
                          <a:pt x="3" y="57"/>
                        </a:lnTo>
                        <a:lnTo>
                          <a:pt x="6" y="61"/>
                        </a:lnTo>
                        <a:lnTo>
                          <a:pt x="7" y="64"/>
                        </a:lnTo>
                        <a:lnTo>
                          <a:pt x="10" y="67"/>
                        </a:lnTo>
                        <a:lnTo>
                          <a:pt x="13" y="69"/>
                        </a:lnTo>
                        <a:lnTo>
                          <a:pt x="15" y="71"/>
                        </a:lnTo>
                        <a:lnTo>
                          <a:pt x="19" y="73"/>
                        </a:lnTo>
                        <a:lnTo>
                          <a:pt x="22" y="75"/>
                        </a:lnTo>
                        <a:lnTo>
                          <a:pt x="26" y="76"/>
                        </a:lnTo>
                        <a:lnTo>
                          <a:pt x="29" y="77"/>
                        </a:lnTo>
                        <a:lnTo>
                          <a:pt x="34" y="77"/>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5" name="Freeform 237"/>
                  <p:cNvSpPr/>
                  <p:nvPr/>
                </p:nvSpPr>
                <p:spPr bwMode="auto">
                  <a:xfrm>
                    <a:off x="5560" y="1876"/>
                    <a:ext cx="26" cy="26"/>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9" y="77"/>
                        </a:moveTo>
                        <a:lnTo>
                          <a:pt x="42" y="76"/>
                        </a:lnTo>
                        <a:lnTo>
                          <a:pt x="46" y="76"/>
                        </a:lnTo>
                        <a:lnTo>
                          <a:pt x="49" y="75"/>
                        </a:lnTo>
                        <a:lnTo>
                          <a:pt x="53" y="73"/>
                        </a:lnTo>
                        <a:lnTo>
                          <a:pt x="55" y="71"/>
                        </a:lnTo>
                        <a:lnTo>
                          <a:pt x="59" y="70"/>
                        </a:lnTo>
                        <a:lnTo>
                          <a:pt x="63" y="67"/>
                        </a:lnTo>
                        <a:lnTo>
                          <a:pt x="66" y="65"/>
                        </a:lnTo>
                        <a:lnTo>
                          <a:pt x="67" y="61"/>
                        </a:lnTo>
                        <a:lnTo>
                          <a:pt x="70" y="59"/>
                        </a:lnTo>
                        <a:lnTo>
                          <a:pt x="72" y="56"/>
                        </a:lnTo>
                        <a:lnTo>
                          <a:pt x="73" y="53"/>
                        </a:lnTo>
                        <a:lnTo>
                          <a:pt x="74" y="48"/>
                        </a:lnTo>
                        <a:lnTo>
                          <a:pt x="77" y="45"/>
                        </a:lnTo>
                        <a:lnTo>
                          <a:pt x="77" y="41"/>
                        </a:lnTo>
                        <a:lnTo>
                          <a:pt x="77" y="38"/>
                        </a:lnTo>
                        <a:lnTo>
                          <a:pt x="77" y="34"/>
                        </a:lnTo>
                        <a:lnTo>
                          <a:pt x="77" y="31"/>
                        </a:lnTo>
                        <a:lnTo>
                          <a:pt x="74" y="26"/>
                        </a:lnTo>
                        <a:lnTo>
                          <a:pt x="73" y="22"/>
                        </a:lnTo>
                        <a:lnTo>
                          <a:pt x="72" y="19"/>
                        </a:lnTo>
                        <a:lnTo>
                          <a:pt x="70" y="15"/>
                        </a:lnTo>
                        <a:lnTo>
                          <a:pt x="67" y="13"/>
                        </a:lnTo>
                        <a:lnTo>
                          <a:pt x="66" y="10"/>
                        </a:lnTo>
                        <a:lnTo>
                          <a:pt x="63" y="7"/>
                        </a:lnTo>
                        <a:lnTo>
                          <a:pt x="59" y="4"/>
                        </a:lnTo>
                        <a:lnTo>
                          <a:pt x="55" y="3"/>
                        </a:lnTo>
                        <a:lnTo>
                          <a:pt x="53" y="2"/>
                        </a:lnTo>
                        <a:lnTo>
                          <a:pt x="49" y="0"/>
                        </a:lnTo>
                        <a:lnTo>
                          <a:pt x="46" y="0"/>
                        </a:lnTo>
                        <a:lnTo>
                          <a:pt x="42" y="0"/>
                        </a:lnTo>
                        <a:lnTo>
                          <a:pt x="39" y="0"/>
                        </a:lnTo>
                        <a:lnTo>
                          <a:pt x="35" y="0"/>
                        </a:lnTo>
                        <a:lnTo>
                          <a:pt x="30" y="0"/>
                        </a:lnTo>
                        <a:lnTo>
                          <a:pt x="27" y="0"/>
                        </a:lnTo>
                        <a:lnTo>
                          <a:pt x="23" y="2"/>
                        </a:lnTo>
                        <a:lnTo>
                          <a:pt x="20" y="3"/>
                        </a:lnTo>
                        <a:lnTo>
                          <a:pt x="16" y="4"/>
                        </a:lnTo>
                        <a:lnTo>
                          <a:pt x="13" y="7"/>
                        </a:lnTo>
                        <a:lnTo>
                          <a:pt x="11" y="10"/>
                        </a:lnTo>
                        <a:lnTo>
                          <a:pt x="8" y="13"/>
                        </a:lnTo>
                        <a:lnTo>
                          <a:pt x="6" y="15"/>
                        </a:lnTo>
                        <a:lnTo>
                          <a:pt x="4" y="19"/>
                        </a:lnTo>
                        <a:lnTo>
                          <a:pt x="3" y="22"/>
                        </a:lnTo>
                        <a:lnTo>
                          <a:pt x="1" y="26"/>
                        </a:lnTo>
                        <a:lnTo>
                          <a:pt x="1" y="31"/>
                        </a:lnTo>
                        <a:lnTo>
                          <a:pt x="0" y="34"/>
                        </a:lnTo>
                        <a:lnTo>
                          <a:pt x="0" y="38"/>
                        </a:lnTo>
                        <a:lnTo>
                          <a:pt x="0" y="41"/>
                        </a:lnTo>
                        <a:lnTo>
                          <a:pt x="1" y="45"/>
                        </a:lnTo>
                        <a:lnTo>
                          <a:pt x="1" y="48"/>
                        </a:lnTo>
                        <a:lnTo>
                          <a:pt x="3" y="53"/>
                        </a:lnTo>
                        <a:lnTo>
                          <a:pt x="4" y="56"/>
                        </a:lnTo>
                        <a:lnTo>
                          <a:pt x="6" y="59"/>
                        </a:lnTo>
                        <a:lnTo>
                          <a:pt x="8" y="61"/>
                        </a:lnTo>
                        <a:lnTo>
                          <a:pt x="11" y="65"/>
                        </a:lnTo>
                        <a:lnTo>
                          <a:pt x="13" y="67"/>
                        </a:lnTo>
                        <a:lnTo>
                          <a:pt x="16" y="70"/>
                        </a:lnTo>
                        <a:lnTo>
                          <a:pt x="20" y="71"/>
                        </a:lnTo>
                        <a:lnTo>
                          <a:pt x="23" y="73"/>
                        </a:lnTo>
                        <a:lnTo>
                          <a:pt x="27" y="75"/>
                        </a:lnTo>
                        <a:lnTo>
                          <a:pt x="30" y="76"/>
                        </a:lnTo>
                        <a:lnTo>
                          <a:pt x="35" y="76"/>
                        </a:lnTo>
                        <a:lnTo>
                          <a:pt x="39"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6" name="Freeform 238"/>
                  <p:cNvSpPr/>
                  <p:nvPr/>
                </p:nvSpPr>
                <p:spPr bwMode="auto">
                  <a:xfrm>
                    <a:off x="5612" y="1877"/>
                    <a:ext cx="26"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w 78"/>
                      <a:gd name="T25" fmla="*/ 0 h 78"/>
                      <a:gd name="T26" fmla="*/ 0 w 78"/>
                      <a:gd name="T27" fmla="*/ 0 h 78"/>
                      <a:gd name="T28" fmla="*/ 0 w 78"/>
                      <a:gd name="T29" fmla="*/ 0 h 78"/>
                      <a:gd name="T30" fmla="*/ 0 w 78"/>
                      <a:gd name="T31" fmla="*/ 0 h 78"/>
                      <a:gd name="T32" fmla="*/ 0 w 78"/>
                      <a:gd name="T33" fmla="*/ 0 h 78"/>
                      <a:gd name="T34" fmla="*/ 0 w 78"/>
                      <a:gd name="T35" fmla="*/ 0 h 78"/>
                      <a:gd name="T36" fmla="*/ 0 w 78"/>
                      <a:gd name="T37" fmla="*/ 0 h 78"/>
                      <a:gd name="T38" fmla="*/ 0 w 78"/>
                      <a:gd name="T39" fmla="*/ 0 h 78"/>
                      <a:gd name="T40" fmla="*/ 0 w 78"/>
                      <a:gd name="T41" fmla="*/ 0 h 78"/>
                      <a:gd name="T42" fmla="*/ 0 w 78"/>
                      <a:gd name="T43" fmla="*/ 0 h 78"/>
                      <a:gd name="T44" fmla="*/ 0 w 78"/>
                      <a:gd name="T45" fmla="*/ 0 h 78"/>
                      <a:gd name="T46" fmla="*/ 0 w 78"/>
                      <a:gd name="T47" fmla="*/ 0 h 78"/>
                      <a:gd name="T48" fmla="*/ 0 w 78"/>
                      <a:gd name="T49" fmla="*/ 0 h 78"/>
                      <a:gd name="T50" fmla="*/ 0 w 78"/>
                      <a:gd name="T51" fmla="*/ 0 h 78"/>
                      <a:gd name="T52" fmla="*/ 0 w 78"/>
                      <a:gd name="T53" fmla="*/ 0 h 78"/>
                      <a:gd name="T54" fmla="*/ 0 w 78"/>
                      <a:gd name="T55" fmla="*/ 0 h 78"/>
                      <a:gd name="T56" fmla="*/ 0 w 78"/>
                      <a:gd name="T57" fmla="*/ 0 h 78"/>
                      <a:gd name="T58" fmla="*/ 0 w 78"/>
                      <a:gd name="T59" fmla="*/ 0 h 78"/>
                      <a:gd name="T60" fmla="*/ 0 w 78"/>
                      <a:gd name="T61" fmla="*/ 0 h 78"/>
                      <a:gd name="T62" fmla="*/ 0 w 78"/>
                      <a:gd name="T63" fmla="*/ 0 h 78"/>
                      <a:gd name="T64" fmla="*/ 0 w 78"/>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8"/>
                      <a:gd name="T101" fmla="*/ 78 w 78"/>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8">
                        <a:moveTo>
                          <a:pt x="39" y="78"/>
                        </a:moveTo>
                        <a:lnTo>
                          <a:pt x="43" y="77"/>
                        </a:lnTo>
                        <a:lnTo>
                          <a:pt x="46" y="77"/>
                        </a:lnTo>
                        <a:lnTo>
                          <a:pt x="50" y="76"/>
                        </a:lnTo>
                        <a:lnTo>
                          <a:pt x="55" y="75"/>
                        </a:lnTo>
                        <a:lnTo>
                          <a:pt x="57" y="73"/>
                        </a:lnTo>
                        <a:lnTo>
                          <a:pt x="61" y="71"/>
                        </a:lnTo>
                        <a:lnTo>
                          <a:pt x="63" y="69"/>
                        </a:lnTo>
                        <a:lnTo>
                          <a:pt x="67" y="67"/>
                        </a:lnTo>
                        <a:lnTo>
                          <a:pt x="68" y="64"/>
                        </a:lnTo>
                        <a:lnTo>
                          <a:pt x="70" y="61"/>
                        </a:lnTo>
                        <a:lnTo>
                          <a:pt x="74" y="57"/>
                        </a:lnTo>
                        <a:lnTo>
                          <a:pt x="75" y="55"/>
                        </a:lnTo>
                        <a:lnTo>
                          <a:pt x="76" y="51"/>
                        </a:lnTo>
                        <a:lnTo>
                          <a:pt x="77" y="46"/>
                        </a:lnTo>
                        <a:lnTo>
                          <a:pt x="78" y="43"/>
                        </a:lnTo>
                        <a:lnTo>
                          <a:pt x="78" y="39"/>
                        </a:lnTo>
                        <a:lnTo>
                          <a:pt x="78" y="36"/>
                        </a:lnTo>
                        <a:lnTo>
                          <a:pt x="77" y="31"/>
                        </a:lnTo>
                        <a:lnTo>
                          <a:pt x="76" y="27"/>
                        </a:lnTo>
                        <a:lnTo>
                          <a:pt x="75" y="24"/>
                        </a:lnTo>
                        <a:lnTo>
                          <a:pt x="74" y="20"/>
                        </a:lnTo>
                        <a:lnTo>
                          <a:pt x="70" y="17"/>
                        </a:lnTo>
                        <a:lnTo>
                          <a:pt x="68" y="14"/>
                        </a:lnTo>
                        <a:lnTo>
                          <a:pt x="67" y="12"/>
                        </a:lnTo>
                        <a:lnTo>
                          <a:pt x="63" y="8"/>
                        </a:lnTo>
                        <a:lnTo>
                          <a:pt x="61" y="7"/>
                        </a:lnTo>
                        <a:lnTo>
                          <a:pt x="57" y="5"/>
                        </a:lnTo>
                        <a:lnTo>
                          <a:pt x="55" y="2"/>
                        </a:lnTo>
                        <a:lnTo>
                          <a:pt x="50" y="2"/>
                        </a:lnTo>
                        <a:lnTo>
                          <a:pt x="46" y="0"/>
                        </a:lnTo>
                        <a:lnTo>
                          <a:pt x="43" y="0"/>
                        </a:lnTo>
                        <a:lnTo>
                          <a:pt x="39" y="0"/>
                        </a:lnTo>
                        <a:lnTo>
                          <a:pt x="36" y="0"/>
                        </a:lnTo>
                        <a:lnTo>
                          <a:pt x="31" y="0"/>
                        </a:lnTo>
                        <a:lnTo>
                          <a:pt x="27" y="2"/>
                        </a:lnTo>
                        <a:lnTo>
                          <a:pt x="24" y="2"/>
                        </a:lnTo>
                        <a:lnTo>
                          <a:pt x="20" y="5"/>
                        </a:lnTo>
                        <a:lnTo>
                          <a:pt x="18" y="7"/>
                        </a:lnTo>
                        <a:lnTo>
                          <a:pt x="14" y="8"/>
                        </a:lnTo>
                        <a:lnTo>
                          <a:pt x="12" y="12"/>
                        </a:lnTo>
                        <a:lnTo>
                          <a:pt x="8" y="14"/>
                        </a:lnTo>
                        <a:lnTo>
                          <a:pt x="7" y="17"/>
                        </a:lnTo>
                        <a:lnTo>
                          <a:pt x="5" y="20"/>
                        </a:lnTo>
                        <a:lnTo>
                          <a:pt x="4" y="24"/>
                        </a:lnTo>
                        <a:lnTo>
                          <a:pt x="2" y="27"/>
                        </a:lnTo>
                        <a:lnTo>
                          <a:pt x="1" y="31"/>
                        </a:lnTo>
                        <a:lnTo>
                          <a:pt x="0" y="36"/>
                        </a:lnTo>
                        <a:lnTo>
                          <a:pt x="0" y="39"/>
                        </a:lnTo>
                        <a:lnTo>
                          <a:pt x="0" y="43"/>
                        </a:lnTo>
                        <a:lnTo>
                          <a:pt x="1" y="46"/>
                        </a:lnTo>
                        <a:lnTo>
                          <a:pt x="2" y="51"/>
                        </a:lnTo>
                        <a:lnTo>
                          <a:pt x="4" y="55"/>
                        </a:lnTo>
                        <a:lnTo>
                          <a:pt x="5" y="57"/>
                        </a:lnTo>
                        <a:lnTo>
                          <a:pt x="7" y="61"/>
                        </a:lnTo>
                        <a:lnTo>
                          <a:pt x="8" y="64"/>
                        </a:lnTo>
                        <a:lnTo>
                          <a:pt x="12" y="67"/>
                        </a:lnTo>
                        <a:lnTo>
                          <a:pt x="14" y="69"/>
                        </a:lnTo>
                        <a:lnTo>
                          <a:pt x="18" y="71"/>
                        </a:lnTo>
                        <a:lnTo>
                          <a:pt x="20" y="73"/>
                        </a:lnTo>
                        <a:lnTo>
                          <a:pt x="24" y="75"/>
                        </a:lnTo>
                        <a:lnTo>
                          <a:pt x="27" y="76"/>
                        </a:lnTo>
                        <a:lnTo>
                          <a:pt x="31" y="77"/>
                        </a:lnTo>
                        <a:lnTo>
                          <a:pt x="36" y="77"/>
                        </a:lnTo>
                        <a:lnTo>
                          <a:pt x="39"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7" name="Freeform 239"/>
                  <p:cNvSpPr/>
                  <p:nvPr/>
                </p:nvSpPr>
                <p:spPr bwMode="auto">
                  <a:xfrm>
                    <a:off x="5662" y="1876"/>
                    <a:ext cx="25" cy="26"/>
                  </a:xfrm>
                  <a:custGeom>
                    <a:avLst/>
                    <a:gdLst>
                      <a:gd name="T0" fmla="*/ 0 w 75"/>
                      <a:gd name="T1" fmla="*/ 0 h 78"/>
                      <a:gd name="T2" fmla="*/ 0 w 75"/>
                      <a:gd name="T3" fmla="*/ 0 h 78"/>
                      <a:gd name="T4" fmla="*/ 0 w 75"/>
                      <a:gd name="T5" fmla="*/ 0 h 78"/>
                      <a:gd name="T6" fmla="*/ 0 w 75"/>
                      <a:gd name="T7" fmla="*/ 0 h 78"/>
                      <a:gd name="T8" fmla="*/ 0 w 75"/>
                      <a:gd name="T9" fmla="*/ 0 h 78"/>
                      <a:gd name="T10" fmla="*/ 0 w 75"/>
                      <a:gd name="T11" fmla="*/ 0 h 78"/>
                      <a:gd name="T12" fmla="*/ 0 w 75"/>
                      <a:gd name="T13" fmla="*/ 0 h 78"/>
                      <a:gd name="T14" fmla="*/ 0 w 75"/>
                      <a:gd name="T15" fmla="*/ 0 h 78"/>
                      <a:gd name="T16" fmla="*/ 0 w 75"/>
                      <a:gd name="T17" fmla="*/ 0 h 78"/>
                      <a:gd name="T18" fmla="*/ 0 w 75"/>
                      <a:gd name="T19" fmla="*/ 0 h 78"/>
                      <a:gd name="T20" fmla="*/ 0 w 75"/>
                      <a:gd name="T21" fmla="*/ 0 h 78"/>
                      <a:gd name="T22" fmla="*/ 0 w 75"/>
                      <a:gd name="T23" fmla="*/ 0 h 78"/>
                      <a:gd name="T24" fmla="*/ 0 w 75"/>
                      <a:gd name="T25" fmla="*/ 0 h 78"/>
                      <a:gd name="T26" fmla="*/ 0 w 75"/>
                      <a:gd name="T27" fmla="*/ 0 h 78"/>
                      <a:gd name="T28" fmla="*/ 0 w 75"/>
                      <a:gd name="T29" fmla="*/ 0 h 78"/>
                      <a:gd name="T30" fmla="*/ 0 w 75"/>
                      <a:gd name="T31" fmla="*/ 0 h 78"/>
                      <a:gd name="T32" fmla="*/ 0 w 75"/>
                      <a:gd name="T33" fmla="*/ 0 h 78"/>
                      <a:gd name="T34" fmla="*/ 0 w 75"/>
                      <a:gd name="T35" fmla="*/ 0 h 78"/>
                      <a:gd name="T36" fmla="*/ 0 w 75"/>
                      <a:gd name="T37" fmla="*/ 0 h 78"/>
                      <a:gd name="T38" fmla="*/ 0 w 75"/>
                      <a:gd name="T39" fmla="*/ 0 h 78"/>
                      <a:gd name="T40" fmla="*/ 0 w 75"/>
                      <a:gd name="T41" fmla="*/ 0 h 78"/>
                      <a:gd name="T42" fmla="*/ 0 w 75"/>
                      <a:gd name="T43" fmla="*/ 0 h 78"/>
                      <a:gd name="T44" fmla="*/ 0 w 75"/>
                      <a:gd name="T45" fmla="*/ 0 h 78"/>
                      <a:gd name="T46" fmla="*/ 0 w 75"/>
                      <a:gd name="T47" fmla="*/ 0 h 78"/>
                      <a:gd name="T48" fmla="*/ 0 w 75"/>
                      <a:gd name="T49" fmla="*/ 0 h 78"/>
                      <a:gd name="T50" fmla="*/ 0 w 75"/>
                      <a:gd name="T51" fmla="*/ 0 h 78"/>
                      <a:gd name="T52" fmla="*/ 0 w 75"/>
                      <a:gd name="T53" fmla="*/ 0 h 78"/>
                      <a:gd name="T54" fmla="*/ 0 w 75"/>
                      <a:gd name="T55" fmla="*/ 0 h 78"/>
                      <a:gd name="T56" fmla="*/ 0 w 75"/>
                      <a:gd name="T57" fmla="*/ 0 h 78"/>
                      <a:gd name="T58" fmla="*/ 0 w 75"/>
                      <a:gd name="T59" fmla="*/ 0 h 78"/>
                      <a:gd name="T60" fmla="*/ 0 w 75"/>
                      <a:gd name="T61" fmla="*/ 0 h 78"/>
                      <a:gd name="T62" fmla="*/ 0 w 75"/>
                      <a:gd name="T63" fmla="*/ 0 h 78"/>
                      <a:gd name="T64" fmla="*/ 0 w 75"/>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8"/>
                      <a:gd name="T101" fmla="*/ 75 w 75"/>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8">
                        <a:moveTo>
                          <a:pt x="38" y="78"/>
                        </a:moveTo>
                        <a:lnTo>
                          <a:pt x="41" y="78"/>
                        </a:lnTo>
                        <a:lnTo>
                          <a:pt x="45" y="77"/>
                        </a:lnTo>
                        <a:lnTo>
                          <a:pt x="48" y="76"/>
                        </a:lnTo>
                        <a:lnTo>
                          <a:pt x="52" y="75"/>
                        </a:lnTo>
                        <a:lnTo>
                          <a:pt x="54" y="72"/>
                        </a:lnTo>
                        <a:lnTo>
                          <a:pt x="58" y="71"/>
                        </a:lnTo>
                        <a:lnTo>
                          <a:pt x="61" y="69"/>
                        </a:lnTo>
                        <a:lnTo>
                          <a:pt x="65" y="66"/>
                        </a:lnTo>
                        <a:lnTo>
                          <a:pt x="66" y="63"/>
                        </a:lnTo>
                        <a:lnTo>
                          <a:pt x="68" y="60"/>
                        </a:lnTo>
                        <a:lnTo>
                          <a:pt x="70" y="57"/>
                        </a:lnTo>
                        <a:lnTo>
                          <a:pt x="72" y="53"/>
                        </a:lnTo>
                        <a:lnTo>
                          <a:pt x="73" y="51"/>
                        </a:lnTo>
                        <a:lnTo>
                          <a:pt x="75" y="46"/>
                        </a:lnTo>
                        <a:lnTo>
                          <a:pt x="75" y="42"/>
                        </a:lnTo>
                        <a:lnTo>
                          <a:pt x="75" y="39"/>
                        </a:lnTo>
                        <a:lnTo>
                          <a:pt x="75" y="35"/>
                        </a:lnTo>
                        <a:lnTo>
                          <a:pt x="75" y="31"/>
                        </a:lnTo>
                        <a:lnTo>
                          <a:pt x="73" y="26"/>
                        </a:lnTo>
                        <a:lnTo>
                          <a:pt x="72" y="23"/>
                        </a:lnTo>
                        <a:lnTo>
                          <a:pt x="70" y="20"/>
                        </a:lnTo>
                        <a:lnTo>
                          <a:pt x="68" y="18"/>
                        </a:lnTo>
                        <a:lnTo>
                          <a:pt x="66" y="14"/>
                        </a:lnTo>
                        <a:lnTo>
                          <a:pt x="65" y="12"/>
                        </a:lnTo>
                        <a:lnTo>
                          <a:pt x="61" y="9"/>
                        </a:lnTo>
                        <a:lnTo>
                          <a:pt x="58" y="7"/>
                        </a:lnTo>
                        <a:lnTo>
                          <a:pt x="54" y="4"/>
                        </a:lnTo>
                        <a:lnTo>
                          <a:pt x="52" y="2"/>
                        </a:lnTo>
                        <a:lnTo>
                          <a:pt x="48" y="2"/>
                        </a:lnTo>
                        <a:lnTo>
                          <a:pt x="45" y="1"/>
                        </a:lnTo>
                        <a:lnTo>
                          <a:pt x="41" y="0"/>
                        </a:lnTo>
                        <a:lnTo>
                          <a:pt x="38" y="0"/>
                        </a:lnTo>
                        <a:lnTo>
                          <a:pt x="33" y="0"/>
                        </a:lnTo>
                        <a:lnTo>
                          <a:pt x="29" y="1"/>
                        </a:lnTo>
                        <a:lnTo>
                          <a:pt x="24" y="2"/>
                        </a:lnTo>
                        <a:lnTo>
                          <a:pt x="22" y="2"/>
                        </a:lnTo>
                        <a:lnTo>
                          <a:pt x="19" y="4"/>
                        </a:lnTo>
                        <a:lnTo>
                          <a:pt x="15" y="7"/>
                        </a:lnTo>
                        <a:lnTo>
                          <a:pt x="13" y="9"/>
                        </a:lnTo>
                        <a:lnTo>
                          <a:pt x="10" y="12"/>
                        </a:lnTo>
                        <a:lnTo>
                          <a:pt x="7" y="14"/>
                        </a:lnTo>
                        <a:lnTo>
                          <a:pt x="4" y="18"/>
                        </a:lnTo>
                        <a:lnTo>
                          <a:pt x="3" y="20"/>
                        </a:lnTo>
                        <a:lnTo>
                          <a:pt x="2" y="23"/>
                        </a:lnTo>
                        <a:lnTo>
                          <a:pt x="0" y="26"/>
                        </a:lnTo>
                        <a:lnTo>
                          <a:pt x="0" y="31"/>
                        </a:lnTo>
                        <a:lnTo>
                          <a:pt x="0" y="35"/>
                        </a:lnTo>
                        <a:lnTo>
                          <a:pt x="0" y="39"/>
                        </a:lnTo>
                        <a:lnTo>
                          <a:pt x="0" y="42"/>
                        </a:lnTo>
                        <a:lnTo>
                          <a:pt x="0" y="46"/>
                        </a:lnTo>
                        <a:lnTo>
                          <a:pt x="0" y="51"/>
                        </a:lnTo>
                        <a:lnTo>
                          <a:pt x="2" y="53"/>
                        </a:lnTo>
                        <a:lnTo>
                          <a:pt x="3" y="57"/>
                        </a:lnTo>
                        <a:lnTo>
                          <a:pt x="4" y="60"/>
                        </a:lnTo>
                        <a:lnTo>
                          <a:pt x="7" y="63"/>
                        </a:lnTo>
                        <a:lnTo>
                          <a:pt x="10" y="66"/>
                        </a:lnTo>
                        <a:lnTo>
                          <a:pt x="13" y="69"/>
                        </a:lnTo>
                        <a:lnTo>
                          <a:pt x="15" y="71"/>
                        </a:lnTo>
                        <a:lnTo>
                          <a:pt x="19" y="72"/>
                        </a:lnTo>
                        <a:lnTo>
                          <a:pt x="22" y="75"/>
                        </a:lnTo>
                        <a:lnTo>
                          <a:pt x="24" y="76"/>
                        </a:lnTo>
                        <a:lnTo>
                          <a:pt x="29" y="77"/>
                        </a:lnTo>
                        <a:lnTo>
                          <a:pt x="33" y="78"/>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8" name="Freeform 240"/>
                  <p:cNvSpPr/>
                  <p:nvPr/>
                </p:nvSpPr>
                <p:spPr bwMode="auto">
                  <a:xfrm>
                    <a:off x="5386" y="1906"/>
                    <a:ext cx="26" cy="26"/>
                  </a:xfrm>
                  <a:custGeom>
                    <a:avLst/>
                    <a:gdLst>
                      <a:gd name="T0" fmla="*/ 0 w 77"/>
                      <a:gd name="T1" fmla="*/ 0 h 78"/>
                      <a:gd name="T2" fmla="*/ 0 w 77"/>
                      <a:gd name="T3" fmla="*/ 0 h 78"/>
                      <a:gd name="T4" fmla="*/ 0 w 77"/>
                      <a:gd name="T5" fmla="*/ 0 h 78"/>
                      <a:gd name="T6" fmla="*/ 0 w 77"/>
                      <a:gd name="T7" fmla="*/ 0 h 78"/>
                      <a:gd name="T8" fmla="*/ 0 w 77"/>
                      <a:gd name="T9" fmla="*/ 0 h 78"/>
                      <a:gd name="T10" fmla="*/ 0 w 77"/>
                      <a:gd name="T11" fmla="*/ 0 h 78"/>
                      <a:gd name="T12" fmla="*/ 0 w 77"/>
                      <a:gd name="T13" fmla="*/ 0 h 78"/>
                      <a:gd name="T14" fmla="*/ 0 w 77"/>
                      <a:gd name="T15" fmla="*/ 0 h 78"/>
                      <a:gd name="T16" fmla="*/ 0 w 77"/>
                      <a:gd name="T17" fmla="*/ 0 h 78"/>
                      <a:gd name="T18" fmla="*/ 0 w 77"/>
                      <a:gd name="T19" fmla="*/ 0 h 78"/>
                      <a:gd name="T20" fmla="*/ 0 w 77"/>
                      <a:gd name="T21" fmla="*/ 0 h 78"/>
                      <a:gd name="T22" fmla="*/ 0 w 77"/>
                      <a:gd name="T23" fmla="*/ 0 h 78"/>
                      <a:gd name="T24" fmla="*/ 0 w 77"/>
                      <a:gd name="T25" fmla="*/ 0 h 78"/>
                      <a:gd name="T26" fmla="*/ 0 w 77"/>
                      <a:gd name="T27" fmla="*/ 0 h 78"/>
                      <a:gd name="T28" fmla="*/ 0 w 77"/>
                      <a:gd name="T29" fmla="*/ 0 h 78"/>
                      <a:gd name="T30" fmla="*/ 0 w 77"/>
                      <a:gd name="T31" fmla="*/ 0 h 78"/>
                      <a:gd name="T32" fmla="*/ 0 w 77"/>
                      <a:gd name="T33" fmla="*/ 0 h 78"/>
                      <a:gd name="T34" fmla="*/ 0 w 77"/>
                      <a:gd name="T35" fmla="*/ 0 h 78"/>
                      <a:gd name="T36" fmla="*/ 0 w 77"/>
                      <a:gd name="T37" fmla="*/ 0 h 78"/>
                      <a:gd name="T38" fmla="*/ 0 w 77"/>
                      <a:gd name="T39" fmla="*/ 0 h 78"/>
                      <a:gd name="T40" fmla="*/ 0 w 77"/>
                      <a:gd name="T41" fmla="*/ 0 h 78"/>
                      <a:gd name="T42" fmla="*/ 0 w 77"/>
                      <a:gd name="T43" fmla="*/ 0 h 78"/>
                      <a:gd name="T44" fmla="*/ 0 w 77"/>
                      <a:gd name="T45" fmla="*/ 0 h 78"/>
                      <a:gd name="T46" fmla="*/ 0 w 77"/>
                      <a:gd name="T47" fmla="*/ 0 h 78"/>
                      <a:gd name="T48" fmla="*/ 0 w 77"/>
                      <a:gd name="T49" fmla="*/ 0 h 78"/>
                      <a:gd name="T50" fmla="*/ 0 w 77"/>
                      <a:gd name="T51" fmla="*/ 0 h 78"/>
                      <a:gd name="T52" fmla="*/ 0 w 77"/>
                      <a:gd name="T53" fmla="*/ 0 h 78"/>
                      <a:gd name="T54" fmla="*/ 0 w 77"/>
                      <a:gd name="T55" fmla="*/ 0 h 78"/>
                      <a:gd name="T56" fmla="*/ 0 w 77"/>
                      <a:gd name="T57" fmla="*/ 0 h 78"/>
                      <a:gd name="T58" fmla="*/ 0 w 77"/>
                      <a:gd name="T59" fmla="*/ 0 h 78"/>
                      <a:gd name="T60" fmla="*/ 0 w 77"/>
                      <a:gd name="T61" fmla="*/ 0 h 78"/>
                      <a:gd name="T62" fmla="*/ 0 w 77"/>
                      <a:gd name="T63" fmla="*/ 0 h 78"/>
                      <a:gd name="T64" fmla="*/ 0 w 77"/>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8"/>
                      <a:gd name="T101" fmla="*/ 77 w 77"/>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8">
                        <a:moveTo>
                          <a:pt x="38" y="78"/>
                        </a:moveTo>
                        <a:lnTo>
                          <a:pt x="41" y="77"/>
                        </a:lnTo>
                        <a:lnTo>
                          <a:pt x="45" y="76"/>
                        </a:lnTo>
                        <a:lnTo>
                          <a:pt x="50" y="76"/>
                        </a:lnTo>
                        <a:lnTo>
                          <a:pt x="53" y="73"/>
                        </a:lnTo>
                        <a:lnTo>
                          <a:pt x="56" y="72"/>
                        </a:lnTo>
                        <a:lnTo>
                          <a:pt x="59" y="70"/>
                        </a:lnTo>
                        <a:lnTo>
                          <a:pt x="63" y="67"/>
                        </a:lnTo>
                        <a:lnTo>
                          <a:pt x="65" y="65"/>
                        </a:lnTo>
                        <a:lnTo>
                          <a:pt x="67" y="63"/>
                        </a:lnTo>
                        <a:lnTo>
                          <a:pt x="70" y="60"/>
                        </a:lnTo>
                        <a:lnTo>
                          <a:pt x="71" y="56"/>
                        </a:lnTo>
                        <a:lnTo>
                          <a:pt x="73" y="53"/>
                        </a:lnTo>
                        <a:lnTo>
                          <a:pt x="74" y="50"/>
                        </a:lnTo>
                        <a:lnTo>
                          <a:pt x="76" y="46"/>
                        </a:lnTo>
                        <a:lnTo>
                          <a:pt x="76" y="42"/>
                        </a:lnTo>
                        <a:lnTo>
                          <a:pt x="77" y="39"/>
                        </a:lnTo>
                        <a:lnTo>
                          <a:pt x="76" y="35"/>
                        </a:lnTo>
                        <a:lnTo>
                          <a:pt x="76" y="29"/>
                        </a:lnTo>
                        <a:lnTo>
                          <a:pt x="74" y="27"/>
                        </a:lnTo>
                        <a:lnTo>
                          <a:pt x="73" y="24"/>
                        </a:lnTo>
                        <a:lnTo>
                          <a:pt x="71" y="20"/>
                        </a:lnTo>
                        <a:lnTo>
                          <a:pt x="70" y="16"/>
                        </a:lnTo>
                        <a:lnTo>
                          <a:pt x="67" y="14"/>
                        </a:lnTo>
                        <a:lnTo>
                          <a:pt x="65" y="12"/>
                        </a:lnTo>
                        <a:lnTo>
                          <a:pt x="63" y="8"/>
                        </a:lnTo>
                        <a:lnTo>
                          <a:pt x="59" y="6"/>
                        </a:lnTo>
                        <a:lnTo>
                          <a:pt x="56" y="5"/>
                        </a:lnTo>
                        <a:lnTo>
                          <a:pt x="53" y="2"/>
                        </a:lnTo>
                        <a:lnTo>
                          <a:pt x="50" y="1"/>
                        </a:lnTo>
                        <a:lnTo>
                          <a:pt x="45" y="0"/>
                        </a:lnTo>
                        <a:lnTo>
                          <a:pt x="41" y="0"/>
                        </a:lnTo>
                        <a:lnTo>
                          <a:pt x="38" y="0"/>
                        </a:lnTo>
                        <a:lnTo>
                          <a:pt x="34" y="0"/>
                        </a:lnTo>
                        <a:lnTo>
                          <a:pt x="31" y="0"/>
                        </a:lnTo>
                        <a:lnTo>
                          <a:pt x="26" y="1"/>
                        </a:lnTo>
                        <a:lnTo>
                          <a:pt x="22" y="2"/>
                        </a:lnTo>
                        <a:lnTo>
                          <a:pt x="20" y="5"/>
                        </a:lnTo>
                        <a:lnTo>
                          <a:pt x="16" y="6"/>
                        </a:lnTo>
                        <a:lnTo>
                          <a:pt x="13" y="8"/>
                        </a:lnTo>
                        <a:lnTo>
                          <a:pt x="10" y="12"/>
                        </a:lnTo>
                        <a:lnTo>
                          <a:pt x="7" y="14"/>
                        </a:lnTo>
                        <a:lnTo>
                          <a:pt x="4" y="16"/>
                        </a:lnTo>
                        <a:lnTo>
                          <a:pt x="3" y="20"/>
                        </a:lnTo>
                        <a:lnTo>
                          <a:pt x="2" y="24"/>
                        </a:lnTo>
                        <a:lnTo>
                          <a:pt x="1" y="27"/>
                        </a:lnTo>
                        <a:lnTo>
                          <a:pt x="0" y="29"/>
                        </a:lnTo>
                        <a:lnTo>
                          <a:pt x="0" y="35"/>
                        </a:lnTo>
                        <a:lnTo>
                          <a:pt x="0" y="39"/>
                        </a:lnTo>
                        <a:lnTo>
                          <a:pt x="0" y="42"/>
                        </a:lnTo>
                        <a:lnTo>
                          <a:pt x="0" y="46"/>
                        </a:lnTo>
                        <a:lnTo>
                          <a:pt x="1" y="50"/>
                        </a:lnTo>
                        <a:lnTo>
                          <a:pt x="2" y="53"/>
                        </a:lnTo>
                        <a:lnTo>
                          <a:pt x="3" y="56"/>
                        </a:lnTo>
                        <a:lnTo>
                          <a:pt x="4" y="60"/>
                        </a:lnTo>
                        <a:lnTo>
                          <a:pt x="7" y="63"/>
                        </a:lnTo>
                        <a:lnTo>
                          <a:pt x="10" y="65"/>
                        </a:lnTo>
                        <a:lnTo>
                          <a:pt x="13" y="67"/>
                        </a:lnTo>
                        <a:lnTo>
                          <a:pt x="16" y="70"/>
                        </a:lnTo>
                        <a:lnTo>
                          <a:pt x="20" y="72"/>
                        </a:lnTo>
                        <a:lnTo>
                          <a:pt x="22" y="73"/>
                        </a:lnTo>
                        <a:lnTo>
                          <a:pt x="26" y="76"/>
                        </a:lnTo>
                        <a:lnTo>
                          <a:pt x="31" y="76"/>
                        </a:lnTo>
                        <a:lnTo>
                          <a:pt x="34" y="77"/>
                        </a:lnTo>
                        <a:lnTo>
                          <a:pt x="38" y="78"/>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9" name="Freeform 241"/>
                  <p:cNvSpPr/>
                  <p:nvPr/>
                </p:nvSpPr>
                <p:spPr bwMode="auto">
                  <a:xfrm>
                    <a:off x="5438" y="1906"/>
                    <a:ext cx="27" cy="25"/>
                  </a:xfrm>
                  <a:custGeom>
                    <a:avLst/>
                    <a:gdLst>
                      <a:gd name="T0" fmla="*/ 0 w 79"/>
                      <a:gd name="T1" fmla="*/ 0 h 76"/>
                      <a:gd name="T2" fmla="*/ 0 w 79"/>
                      <a:gd name="T3" fmla="*/ 0 h 76"/>
                      <a:gd name="T4" fmla="*/ 0 w 79"/>
                      <a:gd name="T5" fmla="*/ 0 h 76"/>
                      <a:gd name="T6" fmla="*/ 0 w 79"/>
                      <a:gd name="T7" fmla="*/ 0 h 76"/>
                      <a:gd name="T8" fmla="*/ 0 w 79"/>
                      <a:gd name="T9" fmla="*/ 0 h 76"/>
                      <a:gd name="T10" fmla="*/ 0 w 79"/>
                      <a:gd name="T11" fmla="*/ 0 h 76"/>
                      <a:gd name="T12" fmla="*/ 0 w 79"/>
                      <a:gd name="T13" fmla="*/ 0 h 76"/>
                      <a:gd name="T14" fmla="*/ 0 w 79"/>
                      <a:gd name="T15" fmla="*/ 0 h 76"/>
                      <a:gd name="T16" fmla="*/ 0 w 79"/>
                      <a:gd name="T17" fmla="*/ 0 h 76"/>
                      <a:gd name="T18" fmla="*/ 0 w 79"/>
                      <a:gd name="T19" fmla="*/ 0 h 76"/>
                      <a:gd name="T20" fmla="*/ 0 w 79"/>
                      <a:gd name="T21" fmla="*/ 0 h 76"/>
                      <a:gd name="T22" fmla="*/ 0 w 79"/>
                      <a:gd name="T23" fmla="*/ 0 h 76"/>
                      <a:gd name="T24" fmla="*/ 0 w 79"/>
                      <a:gd name="T25" fmla="*/ 0 h 76"/>
                      <a:gd name="T26" fmla="*/ 0 w 79"/>
                      <a:gd name="T27" fmla="*/ 0 h 76"/>
                      <a:gd name="T28" fmla="*/ 0 w 79"/>
                      <a:gd name="T29" fmla="*/ 0 h 76"/>
                      <a:gd name="T30" fmla="*/ 0 w 79"/>
                      <a:gd name="T31" fmla="*/ 0 h 76"/>
                      <a:gd name="T32" fmla="*/ 0 w 79"/>
                      <a:gd name="T33" fmla="*/ 0 h 76"/>
                      <a:gd name="T34" fmla="*/ 0 w 79"/>
                      <a:gd name="T35" fmla="*/ 0 h 76"/>
                      <a:gd name="T36" fmla="*/ 0 w 79"/>
                      <a:gd name="T37" fmla="*/ 0 h 76"/>
                      <a:gd name="T38" fmla="*/ 0 w 79"/>
                      <a:gd name="T39" fmla="*/ 0 h 76"/>
                      <a:gd name="T40" fmla="*/ 0 w 79"/>
                      <a:gd name="T41" fmla="*/ 0 h 76"/>
                      <a:gd name="T42" fmla="*/ 0 w 79"/>
                      <a:gd name="T43" fmla="*/ 0 h 76"/>
                      <a:gd name="T44" fmla="*/ 0 w 79"/>
                      <a:gd name="T45" fmla="*/ 0 h 76"/>
                      <a:gd name="T46" fmla="*/ 0 w 79"/>
                      <a:gd name="T47" fmla="*/ 0 h 76"/>
                      <a:gd name="T48" fmla="*/ 0 w 79"/>
                      <a:gd name="T49" fmla="*/ 0 h 76"/>
                      <a:gd name="T50" fmla="*/ 0 w 79"/>
                      <a:gd name="T51" fmla="*/ 0 h 76"/>
                      <a:gd name="T52" fmla="*/ 0 w 79"/>
                      <a:gd name="T53" fmla="*/ 0 h 76"/>
                      <a:gd name="T54" fmla="*/ 0 w 79"/>
                      <a:gd name="T55" fmla="*/ 0 h 76"/>
                      <a:gd name="T56" fmla="*/ 0 w 79"/>
                      <a:gd name="T57" fmla="*/ 0 h 76"/>
                      <a:gd name="T58" fmla="*/ 0 w 79"/>
                      <a:gd name="T59" fmla="*/ 0 h 76"/>
                      <a:gd name="T60" fmla="*/ 0 w 79"/>
                      <a:gd name="T61" fmla="*/ 0 h 76"/>
                      <a:gd name="T62" fmla="*/ 0 w 79"/>
                      <a:gd name="T63" fmla="*/ 0 h 76"/>
                      <a:gd name="T64" fmla="*/ 0 w 79"/>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6"/>
                      <a:gd name="T101" fmla="*/ 79 w 79"/>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6">
                        <a:moveTo>
                          <a:pt x="40" y="76"/>
                        </a:moveTo>
                        <a:lnTo>
                          <a:pt x="43" y="76"/>
                        </a:lnTo>
                        <a:lnTo>
                          <a:pt x="47" y="76"/>
                        </a:lnTo>
                        <a:lnTo>
                          <a:pt x="50" y="73"/>
                        </a:lnTo>
                        <a:lnTo>
                          <a:pt x="54" y="73"/>
                        </a:lnTo>
                        <a:lnTo>
                          <a:pt x="56" y="71"/>
                        </a:lnTo>
                        <a:lnTo>
                          <a:pt x="61" y="70"/>
                        </a:lnTo>
                        <a:lnTo>
                          <a:pt x="63" y="67"/>
                        </a:lnTo>
                        <a:lnTo>
                          <a:pt x="67" y="65"/>
                        </a:lnTo>
                        <a:lnTo>
                          <a:pt x="69" y="61"/>
                        </a:lnTo>
                        <a:lnTo>
                          <a:pt x="72" y="58"/>
                        </a:lnTo>
                        <a:lnTo>
                          <a:pt x="73" y="56"/>
                        </a:lnTo>
                        <a:lnTo>
                          <a:pt x="74" y="53"/>
                        </a:lnTo>
                        <a:lnTo>
                          <a:pt x="76" y="48"/>
                        </a:lnTo>
                        <a:lnTo>
                          <a:pt x="76" y="45"/>
                        </a:lnTo>
                        <a:lnTo>
                          <a:pt x="77" y="40"/>
                        </a:lnTo>
                        <a:lnTo>
                          <a:pt x="79" y="38"/>
                        </a:lnTo>
                        <a:lnTo>
                          <a:pt x="77" y="33"/>
                        </a:lnTo>
                        <a:lnTo>
                          <a:pt x="76" y="29"/>
                        </a:lnTo>
                        <a:lnTo>
                          <a:pt x="76" y="25"/>
                        </a:lnTo>
                        <a:lnTo>
                          <a:pt x="74" y="22"/>
                        </a:lnTo>
                        <a:lnTo>
                          <a:pt x="73" y="19"/>
                        </a:lnTo>
                        <a:lnTo>
                          <a:pt x="72" y="15"/>
                        </a:lnTo>
                        <a:lnTo>
                          <a:pt x="69" y="13"/>
                        </a:lnTo>
                        <a:lnTo>
                          <a:pt x="67" y="10"/>
                        </a:lnTo>
                        <a:lnTo>
                          <a:pt x="63" y="7"/>
                        </a:lnTo>
                        <a:lnTo>
                          <a:pt x="61" y="5"/>
                        </a:lnTo>
                        <a:lnTo>
                          <a:pt x="56" y="3"/>
                        </a:lnTo>
                        <a:lnTo>
                          <a:pt x="54" y="2"/>
                        </a:lnTo>
                        <a:lnTo>
                          <a:pt x="50" y="0"/>
                        </a:lnTo>
                        <a:lnTo>
                          <a:pt x="47" y="0"/>
                        </a:lnTo>
                        <a:lnTo>
                          <a:pt x="43" y="0"/>
                        </a:lnTo>
                        <a:lnTo>
                          <a:pt x="40" y="0"/>
                        </a:lnTo>
                        <a:lnTo>
                          <a:pt x="35" y="0"/>
                        </a:lnTo>
                        <a:lnTo>
                          <a:pt x="31" y="0"/>
                        </a:lnTo>
                        <a:lnTo>
                          <a:pt x="28" y="0"/>
                        </a:lnTo>
                        <a:lnTo>
                          <a:pt x="24" y="2"/>
                        </a:lnTo>
                        <a:lnTo>
                          <a:pt x="21" y="3"/>
                        </a:lnTo>
                        <a:lnTo>
                          <a:pt x="17" y="5"/>
                        </a:lnTo>
                        <a:lnTo>
                          <a:pt x="15" y="7"/>
                        </a:lnTo>
                        <a:lnTo>
                          <a:pt x="12" y="10"/>
                        </a:lnTo>
                        <a:lnTo>
                          <a:pt x="9" y="13"/>
                        </a:lnTo>
                        <a:lnTo>
                          <a:pt x="6" y="15"/>
                        </a:lnTo>
                        <a:lnTo>
                          <a:pt x="5" y="19"/>
                        </a:lnTo>
                        <a:lnTo>
                          <a:pt x="3" y="22"/>
                        </a:lnTo>
                        <a:lnTo>
                          <a:pt x="2" y="25"/>
                        </a:lnTo>
                        <a:lnTo>
                          <a:pt x="0" y="29"/>
                        </a:lnTo>
                        <a:lnTo>
                          <a:pt x="0" y="33"/>
                        </a:lnTo>
                        <a:lnTo>
                          <a:pt x="0" y="38"/>
                        </a:lnTo>
                        <a:lnTo>
                          <a:pt x="0" y="40"/>
                        </a:lnTo>
                        <a:lnTo>
                          <a:pt x="0" y="45"/>
                        </a:lnTo>
                        <a:lnTo>
                          <a:pt x="2" y="48"/>
                        </a:lnTo>
                        <a:lnTo>
                          <a:pt x="3" y="53"/>
                        </a:lnTo>
                        <a:lnTo>
                          <a:pt x="5" y="56"/>
                        </a:lnTo>
                        <a:lnTo>
                          <a:pt x="6" y="58"/>
                        </a:lnTo>
                        <a:lnTo>
                          <a:pt x="9" y="61"/>
                        </a:lnTo>
                        <a:lnTo>
                          <a:pt x="12" y="65"/>
                        </a:lnTo>
                        <a:lnTo>
                          <a:pt x="15" y="67"/>
                        </a:lnTo>
                        <a:lnTo>
                          <a:pt x="17" y="70"/>
                        </a:lnTo>
                        <a:lnTo>
                          <a:pt x="21" y="71"/>
                        </a:lnTo>
                        <a:lnTo>
                          <a:pt x="24" y="73"/>
                        </a:lnTo>
                        <a:lnTo>
                          <a:pt x="28" y="73"/>
                        </a:lnTo>
                        <a:lnTo>
                          <a:pt x="31" y="76"/>
                        </a:lnTo>
                        <a:lnTo>
                          <a:pt x="35" y="76"/>
                        </a:lnTo>
                        <a:lnTo>
                          <a:pt x="40" y="7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0" name="Freeform 242"/>
                  <p:cNvSpPr/>
                  <p:nvPr/>
                </p:nvSpPr>
                <p:spPr bwMode="auto">
                  <a:xfrm>
                    <a:off x="5487" y="1905"/>
                    <a:ext cx="27" cy="26"/>
                  </a:xfrm>
                  <a:custGeom>
                    <a:avLst/>
                    <a:gdLst>
                      <a:gd name="T0" fmla="*/ 0 w 79"/>
                      <a:gd name="T1" fmla="*/ 0 h 79"/>
                      <a:gd name="T2" fmla="*/ 0 w 79"/>
                      <a:gd name="T3" fmla="*/ 0 h 79"/>
                      <a:gd name="T4" fmla="*/ 0 w 79"/>
                      <a:gd name="T5" fmla="*/ 0 h 79"/>
                      <a:gd name="T6" fmla="*/ 0 w 79"/>
                      <a:gd name="T7" fmla="*/ 0 h 79"/>
                      <a:gd name="T8" fmla="*/ 0 w 79"/>
                      <a:gd name="T9" fmla="*/ 0 h 79"/>
                      <a:gd name="T10" fmla="*/ 0 w 79"/>
                      <a:gd name="T11" fmla="*/ 0 h 79"/>
                      <a:gd name="T12" fmla="*/ 0 w 79"/>
                      <a:gd name="T13" fmla="*/ 0 h 79"/>
                      <a:gd name="T14" fmla="*/ 0 w 79"/>
                      <a:gd name="T15" fmla="*/ 0 h 79"/>
                      <a:gd name="T16" fmla="*/ 0 w 79"/>
                      <a:gd name="T17" fmla="*/ 0 h 79"/>
                      <a:gd name="T18" fmla="*/ 0 w 79"/>
                      <a:gd name="T19" fmla="*/ 0 h 79"/>
                      <a:gd name="T20" fmla="*/ 0 w 79"/>
                      <a:gd name="T21" fmla="*/ 0 h 79"/>
                      <a:gd name="T22" fmla="*/ 0 w 79"/>
                      <a:gd name="T23" fmla="*/ 0 h 79"/>
                      <a:gd name="T24" fmla="*/ 0 w 79"/>
                      <a:gd name="T25" fmla="*/ 0 h 79"/>
                      <a:gd name="T26" fmla="*/ 0 w 79"/>
                      <a:gd name="T27" fmla="*/ 0 h 79"/>
                      <a:gd name="T28" fmla="*/ 0 w 79"/>
                      <a:gd name="T29" fmla="*/ 0 h 79"/>
                      <a:gd name="T30" fmla="*/ 0 w 79"/>
                      <a:gd name="T31" fmla="*/ 0 h 79"/>
                      <a:gd name="T32" fmla="*/ 0 w 79"/>
                      <a:gd name="T33" fmla="*/ 0 h 79"/>
                      <a:gd name="T34" fmla="*/ 0 w 79"/>
                      <a:gd name="T35" fmla="*/ 0 h 79"/>
                      <a:gd name="T36" fmla="*/ 0 w 79"/>
                      <a:gd name="T37" fmla="*/ 0 h 79"/>
                      <a:gd name="T38" fmla="*/ 0 w 79"/>
                      <a:gd name="T39" fmla="*/ 0 h 79"/>
                      <a:gd name="T40" fmla="*/ 0 w 79"/>
                      <a:gd name="T41" fmla="*/ 0 h 79"/>
                      <a:gd name="T42" fmla="*/ 0 w 79"/>
                      <a:gd name="T43" fmla="*/ 0 h 79"/>
                      <a:gd name="T44" fmla="*/ 0 w 79"/>
                      <a:gd name="T45" fmla="*/ 0 h 79"/>
                      <a:gd name="T46" fmla="*/ 0 w 79"/>
                      <a:gd name="T47" fmla="*/ 0 h 79"/>
                      <a:gd name="T48" fmla="*/ 0 w 79"/>
                      <a:gd name="T49" fmla="*/ 0 h 79"/>
                      <a:gd name="T50" fmla="*/ 0 w 79"/>
                      <a:gd name="T51" fmla="*/ 0 h 79"/>
                      <a:gd name="T52" fmla="*/ 0 w 79"/>
                      <a:gd name="T53" fmla="*/ 0 h 79"/>
                      <a:gd name="T54" fmla="*/ 0 w 79"/>
                      <a:gd name="T55" fmla="*/ 0 h 79"/>
                      <a:gd name="T56" fmla="*/ 0 w 79"/>
                      <a:gd name="T57" fmla="*/ 0 h 79"/>
                      <a:gd name="T58" fmla="*/ 0 w 79"/>
                      <a:gd name="T59" fmla="*/ 0 h 79"/>
                      <a:gd name="T60" fmla="*/ 0 w 79"/>
                      <a:gd name="T61" fmla="*/ 0 h 79"/>
                      <a:gd name="T62" fmla="*/ 0 w 79"/>
                      <a:gd name="T63" fmla="*/ 0 h 79"/>
                      <a:gd name="T64" fmla="*/ 0 w 79"/>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9"/>
                      <a:gd name="T101" fmla="*/ 79 w 79"/>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9">
                        <a:moveTo>
                          <a:pt x="40" y="79"/>
                        </a:moveTo>
                        <a:lnTo>
                          <a:pt x="43" y="79"/>
                        </a:lnTo>
                        <a:lnTo>
                          <a:pt x="47" y="78"/>
                        </a:lnTo>
                        <a:lnTo>
                          <a:pt x="52" y="76"/>
                        </a:lnTo>
                        <a:lnTo>
                          <a:pt x="54" y="75"/>
                        </a:lnTo>
                        <a:lnTo>
                          <a:pt x="57" y="73"/>
                        </a:lnTo>
                        <a:lnTo>
                          <a:pt x="61" y="70"/>
                        </a:lnTo>
                        <a:lnTo>
                          <a:pt x="63" y="68"/>
                        </a:lnTo>
                        <a:lnTo>
                          <a:pt x="67" y="67"/>
                        </a:lnTo>
                        <a:lnTo>
                          <a:pt x="69" y="63"/>
                        </a:lnTo>
                        <a:lnTo>
                          <a:pt x="72" y="61"/>
                        </a:lnTo>
                        <a:lnTo>
                          <a:pt x="73" y="59"/>
                        </a:lnTo>
                        <a:lnTo>
                          <a:pt x="75" y="55"/>
                        </a:lnTo>
                        <a:lnTo>
                          <a:pt x="76" y="50"/>
                        </a:lnTo>
                        <a:lnTo>
                          <a:pt x="78" y="48"/>
                        </a:lnTo>
                        <a:lnTo>
                          <a:pt x="78" y="43"/>
                        </a:lnTo>
                        <a:lnTo>
                          <a:pt x="79" y="41"/>
                        </a:lnTo>
                        <a:lnTo>
                          <a:pt x="78" y="35"/>
                        </a:lnTo>
                        <a:lnTo>
                          <a:pt x="78" y="31"/>
                        </a:lnTo>
                        <a:lnTo>
                          <a:pt x="76" y="28"/>
                        </a:lnTo>
                        <a:lnTo>
                          <a:pt x="75" y="25"/>
                        </a:lnTo>
                        <a:lnTo>
                          <a:pt x="73" y="21"/>
                        </a:lnTo>
                        <a:lnTo>
                          <a:pt x="72" y="18"/>
                        </a:lnTo>
                        <a:lnTo>
                          <a:pt x="69" y="15"/>
                        </a:lnTo>
                        <a:lnTo>
                          <a:pt x="67" y="12"/>
                        </a:lnTo>
                        <a:lnTo>
                          <a:pt x="63" y="10"/>
                        </a:lnTo>
                        <a:lnTo>
                          <a:pt x="61" y="8"/>
                        </a:lnTo>
                        <a:lnTo>
                          <a:pt x="57" y="5"/>
                        </a:lnTo>
                        <a:lnTo>
                          <a:pt x="54" y="4"/>
                        </a:lnTo>
                        <a:lnTo>
                          <a:pt x="52" y="3"/>
                        </a:lnTo>
                        <a:lnTo>
                          <a:pt x="47" y="2"/>
                        </a:lnTo>
                        <a:lnTo>
                          <a:pt x="43" y="0"/>
                        </a:lnTo>
                        <a:lnTo>
                          <a:pt x="40" y="0"/>
                        </a:lnTo>
                        <a:lnTo>
                          <a:pt x="36" y="0"/>
                        </a:lnTo>
                        <a:lnTo>
                          <a:pt x="31" y="2"/>
                        </a:lnTo>
                        <a:lnTo>
                          <a:pt x="28" y="3"/>
                        </a:lnTo>
                        <a:lnTo>
                          <a:pt x="24" y="4"/>
                        </a:lnTo>
                        <a:lnTo>
                          <a:pt x="21" y="5"/>
                        </a:lnTo>
                        <a:lnTo>
                          <a:pt x="18" y="8"/>
                        </a:lnTo>
                        <a:lnTo>
                          <a:pt x="15" y="10"/>
                        </a:lnTo>
                        <a:lnTo>
                          <a:pt x="12" y="12"/>
                        </a:lnTo>
                        <a:lnTo>
                          <a:pt x="10" y="15"/>
                        </a:lnTo>
                        <a:lnTo>
                          <a:pt x="8" y="18"/>
                        </a:lnTo>
                        <a:lnTo>
                          <a:pt x="5" y="21"/>
                        </a:lnTo>
                        <a:lnTo>
                          <a:pt x="4" y="25"/>
                        </a:lnTo>
                        <a:lnTo>
                          <a:pt x="3" y="28"/>
                        </a:lnTo>
                        <a:lnTo>
                          <a:pt x="2" y="31"/>
                        </a:lnTo>
                        <a:lnTo>
                          <a:pt x="0" y="35"/>
                        </a:lnTo>
                        <a:lnTo>
                          <a:pt x="0" y="41"/>
                        </a:lnTo>
                        <a:lnTo>
                          <a:pt x="0" y="43"/>
                        </a:lnTo>
                        <a:lnTo>
                          <a:pt x="2" y="48"/>
                        </a:lnTo>
                        <a:lnTo>
                          <a:pt x="3" y="50"/>
                        </a:lnTo>
                        <a:lnTo>
                          <a:pt x="4" y="55"/>
                        </a:lnTo>
                        <a:lnTo>
                          <a:pt x="5" y="59"/>
                        </a:lnTo>
                        <a:lnTo>
                          <a:pt x="8" y="61"/>
                        </a:lnTo>
                        <a:lnTo>
                          <a:pt x="10" y="63"/>
                        </a:lnTo>
                        <a:lnTo>
                          <a:pt x="12" y="67"/>
                        </a:lnTo>
                        <a:lnTo>
                          <a:pt x="15" y="68"/>
                        </a:lnTo>
                        <a:lnTo>
                          <a:pt x="18" y="70"/>
                        </a:lnTo>
                        <a:lnTo>
                          <a:pt x="21" y="73"/>
                        </a:lnTo>
                        <a:lnTo>
                          <a:pt x="24" y="75"/>
                        </a:lnTo>
                        <a:lnTo>
                          <a:pt x="28" y="76"/>
                        </a:lnTo>
                        <a:lnTo>
                          <a:pt x="31" y="78"/>
                        </a:lnTo>
                        <a:lnTo>
                          <a:pt x="36" y="79"/>
                        </a:lnTo>
                        <a:lnTo>
                          <a:pt x="40" y="7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1" name="Freeform 243"/>
                  <p:cNvSpPr/>
                  <p:nvPr/>
                </p:nvSpPr>
                <p:spPr bwMode="auto">
                  <a:xfrm>
                    <a:off x="5536" y="1906"/>
                    <a:ext cx="26" cy="25"/>
                  </a:xfrm>
                  <a:custGeom>
                    <a:avLst/>
                    <a:gdLst>
                      <a:gd name="T0" fmla="*/ 0 w 78"/>
                      <a:gd name="T1" fmla="*/ 0 h 76"/>
                      <a:gd name="T2" fmla="*/ 0 w 78"/>
                      <a:gd name="T3" fmla="*/ 0 h 76"/>
                      <a:gd name="T4" fmla="*/ 0 w 78"/>
                      <a:gd name="T5" fmla="*/ 0 h 76"/>
                      <a:gd name="T6" fmla="*/ 0 w 78"/>
                      <a:gd name="T7" fmla="*/ 0 h 76"/>
                      <a:gd name="T8" fmla="*/ 0 w 78"/>
                      <a:gd name="T9" fmla="*/ 0 h 76"/>
                      <a:gd name="T10" fmla="*/ 0 w 78"/>
                      <a:gd name="T11" fmla="*/ 0 h 76"/>
                      <a:gd name="T12" fmla="*/ 0 w 78"/>
                      <a:gd name="T13" fmla="*/ 0 h 76"/>
                      <a:gd name="T14" fmla="*/ 0 w 78"/>
                      <a:gd name="T15" fmla="*/ 0 h 76"/>
                      <a:gd name="T16" fmla="*/ 0 w 78"/>
                      <a:gd name="T17" fmla="*/ 0 h 76"/>
                      <a:gd name="T18" fmla="*/ 0 w 78"/>
                      <a:gd name="T19" fmla="*/ 0 h 76"/>
                      <a:gd name="T20" fmla="*/ 0 w 78"/>
                      <a:gd name="T21" fmla="*/ 0 h 76"/>
                      <a:gd name="T22" fmla="*/ 0 w 78"/>
                      <a:gd name="T23" fmla="*/ 0 h 76"/>
                      <a:gd name="T24" fmla="*/ 0 w 78"/>
                      <a:gd name="T25" fmla="*/ 0 h 76"/>
                      <a:gd name="T26" fmla="*/ 0 w 78"/>
                      <a:gd name="T27" fmla="*/ 0 h 76"/>
                      <a:gd name="T28" fmla="*/ 0 w 78"/>
                      <a:gd name="T29" fmla="*/ 0 h 76"/>
                      <a:gd name="T30" fmla="*/ 0 w 78"/>
                      <a:gd name="T31" fmla="*/ 0 h 76"/>
                      <a:gd name="T32" fmla="*/ 0 w 78"/>
                      <a:gd name="T33" fmla="*/ 0 h 76"/>
                      <a:gd name="T34" fmla="*/ 0 w 78"/>
                      <a:gd name="T35" fmla="*/ 0 h 76"/>
                      <a:gd name="T36" fmla="*/ 0 w 78"/>
                      <a:gd name="T37" fmla="*/ 0 h 76"/>
                      <a:gd name="T38" fmla="*/ 0 w 78"/>
                      <a:gd name="T39" fmla="*/ 0 h 76"/>
                      <a:gd name="T40" fmla="*/ 0 w 78"/>
                      <a:gd name="T41" fmla="*/ 0 h 76"/>
                      <a:gd name="T42" fmla="*/ 0 w 78"/>
                      <a:gd name="T43" fmla="*/ 0 h 76"/>
                      <a:gd name="T44" fmla="*/ 0 w 78"/>
                      <a:gd name="T45" fmla="*/ 0 h 76"/>
                      <a:gd name="T46" fmla="*/ 0 w 78"/>
                      <a:gd name="T47" fmla="*/ 0 h 76"/>
                      <a:gd name="T48" fmla="*/ 0 w 78"/>
                      <a:gd name="T49" fmla="*/ 0 h 76"/>
                      <a:gd name="T50" fmla="*/ 0 w 78"/>
                      <a:gd name="T51" fmla="*/ 0 h 76"/>
                      <a:gd name="T52" fmla="*/ 0 w 78"/>
                      <a:gd name="T53" fmla="*/ 0 h 76"/>
                      <a:gd name="T54" fmla="*/ 0 w 78"/>
                      <a:gd name="T55" fmla="*/ 0 h 76"/>
                      <a:gd name="T56" fmla="*/ 0 w 78"/>
                      <a:gd name="T57" fmla="*/ 0 h 76"/>
                      <a:gd name="T58" fmla="*/ 0 w 78"/>
                      <a:gd name="T59" fmla="*/ 0 h 76"/>
                      <a:gd name="T60" fmla="*/ 0 w 78"/>
                      <a:gd name="T61" fmla="*/ 0 h 76"/>
                      <a:gd name="T62" fmla="*/ 0 w 78"/>
                      <a:gd name="T63" fmla="*/ 0 h 76"/>
                      <a:gd name="T64" fmla="*/ 0 w 78"/>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6"/>
                      <a:gd name="T101" fmla="*/ 78 w 78"/>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6">
                        <a:moveTo>
                          <a:pt x="40" y="76"/>
                        </a:moveTo>
                        <a:lnTo>
                          <a:pt x="43" y="76"/>
                        </a:lnTo>
                        <a:lnTo>
                          <a:pt x="47" y="76"/>
                        </a:lnTo>
                        <a:lnTo>
                          <a:pt x="50" y="73"/>
                        </a:lnTo>
                        <a:lnTo>
                          <a:pt x="54" y="73"/>
                        </a:lnTo>
                        <a:lnTo>
                          <a:pt x="57" y="71"/>
                        </a:lnTo>
                        <a:lnTo>
                          <a:pt x="60" y="70"/>
                        </a:lnTo>
                        <a:lnTo>
                          <a:pt x="63" y="67"/>
                        </a:lnTo>
                        <a:lnTo>
                          <a:pt x="67" y="65"/>
                        </a:lnTo>
                        <a:lnTo>
                          <a:pt x="68" y="63"/>
                        </a:lnTo>
                        <a:lnTo>
                          <a:pt x="70" y="59"/>
                        </a:lnTo>
                        <a:lnTo>
                          <a:pt x="73" y="56"/>
                        </a:lnTo>
                        <a:lnTo>
                          <a:pt x="75" y="53"/>
                        </a:lnTo>
                        <a:lnTo>
                          <a:pt x="75" y="50"/>
                        </a:lnTo>
                        <a:lnTo>
                          <a:pt x="78" y="45"/>
                        </a:lnTo>
                        <a:lnTo>
                          <a:pt x="78" y="41"/>
                        </a:lnTo>
                        <a:lnTo>
                          <a:pt x="78" y="38"/>
                        </a:lnTo>
                        <a:lnTo>
                          <a:pt x="78" y="34"/>
                        </a:lnTo>
                        <a:lnTo>
                          <a:pt x="78" y="29"/>
                        </a:lnTo>
                        <a:lnTo>
                          <a:pt x="75" y="26"/>
                        </a:lnTo>
                        <a:lnTo>
                          <a:pt x="75" y="22"/>
                        </a:lnTo>
                        <a:lnTo>
                          <a:pt x="73" y="19"/>
                        </a:lnTo>
                        <a:lnTo>
                          <a:pt x="70" y="15"/>
                        </a:lnTo>
                        <a:lnTo>
                          <a:pt x="68" y="13"/>
                        </a:lnTo>
                        <a:lnTo>
                          <a:pt x="67" y="10"/>
                        </a:lnTo>
                        <a:lnTo>
                          <a:pt x="63" y="7"/>
                        </a:lnTo>
                        <a:lnTo>
                          <a:pt x="60" y="6"/>
                        </a:lnTo>
                        <a:lnTo>
                          <a:pt x="57" y="3"/>
                        </a:lnTo>
                        <a:lnTo>
                          <a:pt x="54" y="2"/>
                        </a:lnTo>
                        <a:lnTo>
                          <a:pt x="50" y="1"/>
                        </a:lnTo>
                        <a:lnTo>
                          <a:pt x="47" y="0"/>
                        </a:lnTo>
                        <a:lnTo>
                          <a:pt x="43" y="0"/>
                        </a:lnTo>
                        <a:lnTo>
                          <a:pt x="40" y="0"/>
                        </a:lnTo>
                        <a:lnTo>
                          <a:pt x="35" y="0"/>
                        </a:lnTo>
                        <a:lnTo>
                          <a:pt x="31" y="0"/>
                        </a:lnTo>
                        <a:lnTo>
                          <a:pt x="27" y="1"/>
                        </a:lnTo>
                        <a:lnTo>
                          <a:pt x="24" y="2"/>
                        </a:lnTo>
                        <a:lnTo>
                          <a:pt x="21" y="3"/>
                        </a:lnTo>
                        <a:lnTo>
                          <a:pt x="17" y="6"/>
                        </a:lnTo>
                        <a:lnTo>
                          <a:pt x="13" y="7"/>
                        </a:lnTo>
                        <a:lnTo>
                          <a:pt x="11" y="10"/>
                        </a:lnTo>
                        <a:lnTo>
                          <a:pt x="9" y="13"/>
                        </a:lnTo>
                        <a:lnTo>
                          <a:pt x="6" y="15"/>
                        </a:lnTo>
                        <a:lnTo>
                          <a:pt x="4" y="19"/>
                        </a:lnTo>
                        <a:lnTo>
                          <a:pt x="4" y="22"/>
                        </a:lnTo>
                        <a:lnTo>
                          <a:pt x="2" y="26"/>
                        </a:lnTo>
                        <a:lnTo>
                          <a:pt x="2" y="29"/>
                        </a:lnTo>
                        <a:lnTo>
                          <a:pt x="0" y="34"/>
                        </a:lnTo>
                        <a:lnTo>
                          <a:pt x="0" y="38"/>
                        </a:lnTo>
                        <a:lnTo>
                          <a:pt x="0" y="41"/>
                        </a:lnTo>
                        <a:lnTo>
                          <a:pt x="2" y="45"/>
                        </a:lnTo>
                        <a:lnTo>
                          <a:pt x="2" y="50"/>
                        </a:lnTo>
                        <a:lnTo>
                          <a:pt x="4" y="53"/>
                        </a:lnTo>
                        <a:lnTo>
                          <a:pt x="4" y="56"/>
                        </a:lnTo>
                        <a:lnTo>
                          <a:pt x="6" y="59"/>
                        </a:lnTo>
                        <a:lnTo>
                          <a:pt x="9" y="63"/>
                        </a:lnTo>
                        <a:lnTo>
                          <a:pt x="11" y="65"/>
                        </a:lnTo>
                        <a:lnTo>
                          <a:pt x="13" y="67"/>
                        </a:lnTo>
                        <a:lnTo>
                          <a:pt x="17" y="70"/>
                        </a:lnTo>
                        <a:lnTo>
                          <a:pt x="21" y="71"/>
                        </a:lnTo>
                        <a:lnTo>
                          <a:pt x="24" y="73"/>
                        </a:lnTo>
                        <a:lnTo>
                          <a:pt x="27" y="73"/>
                        </a:lnTo>
                        <a:lnTo>
                          <a:pt x="31" y="76"/>
                        </a:lnTo>
                        <a:lnTo>
                          <a:pt x="35" y="76"/>
                        </a:lnTo>
                        <a:lnTo>
                          <a:pt x="40" y="7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2" name="Freeform 244"/>
                  <p:cNvSpPr/>
                  <p:nvPr/>
                </p:nvSpPr>
                <p:spPr bwMode="auto">
                  <a:xfrm>
                    <a:off x="5588" y="190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38" y="77"/>
                        </a:moveTo>
                        <a:lnTo>
                          <a:pt x="41" y="76"/>
                        </a:lnTo>
                        <a:lnTo>
                          <a:pt x="45" y="75"/>
                        </a:lnTo>
                        <a:lnTo>
                          <a:pt x="50" y="75"/>
                        </a:lnTo>
                        <a:lnTo>
                          <a:pt x="53" y="72"/>
                        </a:lnTo>
                        <a:lnTo>
                          <a:pt x="56" y="71"/>
                        </a:lnTo>
                        <a:lnTo>
                          <a:pt x="60" y="69"/>
                        </a:lnTo>
                        <a:lnTo>
                          <a:pt x="63" y="66"/>
                        </a:lnTo>
                        <a:lnTo>
                          <a:pt x="65" y="64"/>
                        </a:lnTo>
                        <a:lnTo>
                          <a:pt x="67" y="62"/>
                        </a:lnTo>
                        <a:lnTo>
                          <a:pt x="70" y="59"/>
                        </a:lnTo>
                        <a:lnTo>
                          <a:pt x="71" y="56"/>
                        </a:lnTo>
                        <a:lnTo>
                          <a:pt x="73" y="53"/>
                        </a:lnTo>
                        <a:lnTo>
                          <a:pt x="76" y="49"/>
                        </a:lnTo>
                        <a:lnTo>
                          <a:pt x="76" y="45"/>
                        </a:lnTo>
                        <a:lnTo>
                          <a:pt x="77" y="41"/>
                        </a:lnTo>
                        <a:lnTo>
                          <a:pt x="78" y="38"/>
                        </a:lnTo>
                        <a:lnTo>
                          <a:pt x="77" y="34"/>
                        </a:lnTo>
                        <a:lnTo>
                          <a:pt x="76" y="28"/>
                        </a:lnTo>
                        <a:lnTo>
                          <a:pt x="76" y="26"/>
                        </a:lnTo>
                        <a:lnTo>
                          <a:pt x="73" y="23"/>
                        </a:lnTo>
                        <a:lnTo>
                          <a:pt x="71" y="19"/>
                        </a:lnTo>
                        <a:lnTo>
                          <a:pt x="70" y="17"/>
                        </a:lnTo>
                        <a:lnTo>
                          <a:pt x="67" y="13"/>
                        </a:lnTo>
                        <a:lnTo>
                          <a:pt x="65" y="11"/>
                        </a:lnTo>
                        <a:lnTo>
                          <a:pt x="63" y="8"/>
                        </a:lnTo>
                        <a:lnTo>
                          <a:pt x="60" y="6"/>
                        </a:lnTo>
                        <a:lnTo>
                          <a:pt x="56" y="4"/>
                        </a:lnTo>
                        <a:lnTo>
                          <a:pt x="53" y="2"/>
                        </a:lnTo>
                        <a:lnTo>
                          <a:pt x="50" y="1"/>
                        </a:lnTo>
                        <a:lnTo>
                          <a:pt x="45" y="0"/>
                        </a:lnTo>
                        <a:lnTo>
                          <a:pt x="41" y="0"/>
                        </a:lnTo>
                        <a:lnTo>
                          <a:pt x="38" y="0"/>
                        </a:lnTo>
                        <a:lnTo>
                          <a:pt x="34" y="0"/>
                        </a:lnTo>
                        <a:lnTo>
                          <a:pt x="31" y="0"/>
                        </a:lnTo>
                        <a:lnTo>
                          <a:pt x="26" y="1"/>
                        </a:lnTo>
                        <a:lnTo>
                          <a:pt x="22" y="2"/>
                        </a:lnTo>
                        <a:lnTo>
                          <a:pt x="20" y="4"/>
                        </a:lnTo>
                        <a:lnTo>
                          <a:pt x="16" y="6"/>
                        </a:lnTo>
                        <a:lnTo>
                          <a:pt x="13" y="8"/>
                        </a:lnTo>
                        <a:lnTo>
                          <a:pt x="11" y="11"/>
                        </a:lnTo>
                        <a:lnTo>
                          <a:pt x="8" y="13"/>
                        </a:lnTo>
                        <a:lnTo>
                          <a:pt x="6" y="17"/>
                        </a:lnTo>
                        <a:lnTo>
                          <a:pt x="5" y="19"/>
                        </a:lnTo>
                        <a:lnTo>
                          <a:pt x="2" y="23"/>
                        </a:lnTo>
                        <a:lnTo>
                          <a:pt x="1" y="26"/>
                        </a:lnTo>
                        <a:lnTo>
                          <a:pt x="0" y="28"/>
                        </a:lnTo>
                        <a:lnTo>
                          <a:pt x="0" y="34"/>
                        </a:lnTo>
                        <a:lnTo>
                          <a:pt x="0" y="38"/>
                        </a:lnTo>
                        <a:lnTo>
                          <a:pt x="0" y="41"/>
                        </a:lnTo>
                        <a:lnTo>
                          <a:pt x="0" y="45"/>
                        </a:lnTo>
                        <a:lnTo>
                          <a:pt x="1" y="49"/>
                        </a:lnTo>
                        <a:lnTo>
                          <a:pt x="2" y="53"/>
                        </a:lnTo>
                        <a:lnTo>
                          <a:pt x="5" y="56"/>
                        </a:lnTo>
                        <a:lnTo>
                          <a:pt x="6" y="59"/>
                        </a:lnTo>
                        <a:lnTo>
                          <a:pt x="8" y="62"/>
                        </a:lnTo>
                        <a:lnTo>
                          <a:pt x="11" y="64"/>
                        </a:lnTo>
                        <a:lnTo>
                          <a:pt x="13" y="66"/>
                        </a:lnTo>
                        <a:lnTo>
                          <a:pt x="16" y="69"/>
                        </a:lnTo>
                        <a:lnTo>
                          <a:pt x="20" y="71"/>
                        </a:lnTo>
                        <a:lnTo>
                          <a:pt x="22" y="72"/>
                        </a:lnTo>
                        <a:lnTo>
                          <a:pt x="26" y="75"/>
                        </a:lnTo>
                        <a:lnTo>
                          <a:pt x="31" y="75"/>
                        </a:lnTo>
                        <a:lnTo>
                          <a:pt x="34" y="76"/>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3" name="Freeform 245"/>
                  <p:cNvSpPr/>
                  <p:nvPr/>
                </p:nvSpPr>
                <p:spPr bwMode="auto">
                  <a:xfrm>
                    <a:off x="5639" y="1907"/>
                    <a:ext cx="25"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1" y="77"/>
                        </a:lnTo>
                        <a:lnTo>
                          <a:pt x="45" y="76"/>
                        </a:lnTo>
                        <a:lnTo>
                          <a:pt x="48" y="75"/>
                        </a:lnTo>
                        <a:lnTo>
                          <a:pt x="53" y="75"/>
                        </a:lnTo>
                        <a:lnTo>
                          <a:pt x="56" y="73"/>
                        </a:lnTo>
                        <a:lnTo>
                          <a:pt x="59" y="70"/>
                        </a:lnTo>
                        <a:lnTo>
                          <a:pt x="61" y="67"/>
                        </a:lnTo>
                        <a:lnTo>
                          <a:pt x="65" y="66"/>
                        </a:lnTo>
                        <a:lnTo>
                          <a:pt x="67" y="62"/>
                        </a:lnTo>
                        <a:lnTo>
                          <a:pt x="70" y="60"/>
                        </a:lnTo>
                        <a:lnTo>
                          <a:pt x="71" y="57"/>
                        </a:lnTo>
                        <a:lnTo>
                          <a:pt x="73" y="53"/>
                        </a:lnTo>
                        <a:lnTo>
                          <a:pt x="74" y="50"/>
                        </a:lnTo>
                        <a:lnTo>
                          <a:pt x="76" y="45"/>
                        </a:lnTo>
                        <a:lnTo>
                          <a:pt x="76" y="42"/>
                        </a:lnTo>
                        <a:lnTo>
                          <a:pt x="77" y="38"/>
                        </a:lnTo>
                        <a:lnTo>
                          <a:pt x="76" y="35"/>
                        </a:lnTo>
                        <a:lnTo>
                          <a:pt x="76" y="30"/>
                        </a:lnTo>
                        <a:lnTo>
                          <a:pt x="74" y="26"/>
                        </a:lnTo>
                        <a:lnTo>
                          <a:pt x="73" y="23"/>
                        </a:lnTo>
                        <a:lnTo>
                          <a:pt x="71" y="19"/>
                        </a:lnTo>
                        <a:lnTo>
                          <a:pt x="70" y="17"/>
                        </a:lnTo>
                        <a:lnTo>
                          <a:pt x="67" y="13"/>
                        </a:lnTo>
                        <a:lnTo>
                          <a:pt x="65" y="11"/>
                        </a:lnTo>
                        <a:lnTo>
                          <a:pt x="61" y="9"/>
                        </a:lnTo>
                        <a:lnTo>
                          <a:pt x="59" y="6"/>
                        </a:lnTo>
                        <a:lnTo>
                          <a:pt x="56" y="4"/>
                        </a:lnTo>
                        <a:lnTo>
                          <a:pt x="53" y="3"/>
                        </a:lnTo>
                        <a:lnTo>
                          <a:pt x="48" y="2"/>
                        </a:lnTo>
                        <a:lnTo>
                          <a:pt x="45" y="0"/>
                        </a:lnTo>
                        <a:lnTo>
                          <a:pt x="41" y="0"/>
                        </a:lnTo>
                        <a:lnTo>
                          <a:pt x="38" y="0"/>
                        </a:lnTo>
                        <a:lnTo>
                          <a:pt x="33" y="0"/>
                        </a:lnTo>
                        <a:lnTo>
                          <a:pt x="31" y="0"/>
                        </a:lnTo>
                        <a:lnTo>
                          <a:pt x="26" y="2"/>
                        </a:lnTo>
                        <a:lnTo>
                          <a:pt x="22" y="3"/>
                        </a:lnTo>
                        <a:lnTo>
                          <a:pt x="19" y="4"/>
                        </a:lnTo>
                        <a:lnTo>
                          <a:pt x="15" y="6"/>
                        </a:lnTo>
                        <a:lnTo>
                          <a:pt x="13" y="9"/>
                        </a:lnTo>
                        <a:lnTo>
                          <a:pt x="10" y="11"/>
                        </a:lnTo>
                        <a:lnTo>
                          <a:pt x="7" y="13"/>
                        </a:lnTo>
                        <a:lnTo>
                          <a:pt x="4" y="17"/>
                        </a:lnTo>
                        <a:lnTo>
                          <a:pt x="3" y="19"/>
                        </a:lnTo>
                        <a:lnTo>
                          <a:pt x="2" y="23"/>
                        </a:lnTo>
                        <a:lnTo>
                          <a:pt x="0" y="26"/>
                        </a:lnTo>
                        <a:lnTo>
                          <a:pt x="0" y="30"/>
                        </a:lnTo>
                        <a:lnTo>
                          <a:pt x="0" y="35"/>
                        </a:lnTo>
                        <a:lnTo>
                          <a:pt x="0" y="38"/>
                        </a:lnTo>
                        <a:lnTo>
                          <a:pt x="0" y="42"/>
                        </a:lnTo>
                        <a:lnTo>
                          <a:pt x="0" y="45"/>
                        </a:lnTo>
                        <a:lnTo>
                          <a:pt x="0" y="50"/>
                        </a:lnTo>
                        <a:lnTo>
                          <a:pt x="2" y="53"/>
                        </a:lnTo>
                        <a:lnTo>
                          <a:pt x="3" y="57"/>
                        </a:lnTo>
                        <a:lnTo>
                          <a:pt x="4" y="60"/>
                        </a:lnTo>
                        <a:lnTo>
                          <a:pt x="7" y="62"/>
                        </a:lnTo>
                        <a:lnTo>
                          <a:pt x="10" y="66"/>
                        </a:lnTo>
                        <a:lnTo>
                          <a:pt x="13" y="67"/>
                        </a:lnTo>
                        <a:lnTo>
                          <a:pt x="15" y="70"/>
                        </a:lnTo>
                        <a:lnTo>
                          <a:pt x="19" y="73"/>
                        </a:lnTo>
                        <a:lnTo>
                          <a:pt x="22" y="75"/>
                        </a:lnTo>
                        <a:lnTo>
                          <a:pt x="26" y="75"/>
                        </a:lnTo>
                        <a:lnTo>
                          <a:pt x="31" y="76"/>
                        </a:lnTo>
                        <a:lnTo>
                          <a:pt x="33" y="77"/>
                        </a:lnTo>
                        <a:lnTo>
                          <a:pt x="38" y="77"/>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4" name="Freeform 246"/>
                  <p:cNvSpPr/>
                  <p:nvPr/>
                </p:nvSpPr>
                <p:spPr bwMode="auto">
                  <a:xfrm>
                    <a:off x="5491" y="1538"/>
                    <a:ext cx="19" cy="9"/>
                  </a:xfrm>
                  <a:custGeom>
                    <a:avLst/>
                    <a:gdLst>
                      <a:gd name="T0" fmla="*/ 0 w 56"/>
                      <a:gd name="T1" fmla="*/ 0 h 27"/>
                      <a:gd name="T2" fmla="*/ 0 w 56"/>
                      <a:gd name="T3" fmla="*/ 0 h 27"/>
                      <a:gd name="T4" fmla="*/ 0 w 56"/>
                      <a:gd name="T5" fmla="*/ 0 h 27"/>
                      <a:gd name="T6" fmla="*/ 0 w 56"/>
                      <a:gd name="T7" fmla="*/ 0 h 27"/>
                      <a:gd name="T8" fmla="*/ 0 w 56"/>
                      <a:gd name="T9" fmla="*/ 0 h 27"/>
                      <a:gd name="T10" fmla="*/ 0 w 56"/>
                      <a:gd name="T11" fmla="*/ 0 h 27"/>
                      <a:gd name="T12" fmla="*/ 0 w 56"/>
                      <a:gd name="T13" fmla="*/ 0 h 27"/>
                      <a:gd name="T14" fmla="*/ 0 w 56"/>
                      <a:gd name="T15" fmla="*/ 0 h 27"/>
                      <a:gd name="T16" fmla="*/ 0 w 56"/>
                      <a:gd name="T17" fmla="*/ 0 h 27"/>
                      <a:gd name="T18" fmla="*/ 0 w 56"/>
                      <a:gd name="T19" fmla="*/ 0 h 27"/>
                      <a:gd name="T20" fmla="*/ 0 w 56"/>
                      <a:gd name="T21" fmla="*/ 0 h 27"/>
                      <a:gd name="T22" fmla="*/ 0 w 56"/>
                      <a:gd name="T23" fmla="*/ 0 h 27"/>
                      <a:gd name="T24" fmla="*/ 0 w 56"/>
                      <a:gd name="T25" fmla="*/ 0 h 27"/>
                      <a:gd name="T26" fmla="*/ 0 w 56"/>
                      <a:gd name="T27" fmla="*/ 0 h 27"/>
                      <a:gd name="T28" fmla="*/ 0 w 56"/>
                      <a:gd name="T29" fmla="*/ 0 h 27"/>
                      <a:gd name="T30" fmla="*/ 0 w 56"/>
                      <a:gd name="T31" fmla="*/ 0 h 27"/>
                      <a:gd name="T32" fmla="*/ 0 w 56"/>
                      <a:gd name="T33" fmla="*/ 0 h 27"/>
                      <a:gd name="T34" fmla="*/ 0 w 56"/>
                      <a:gd name="T35" fmla="*/ 0 h 27"/>
                      <a:gd name="T36" fmla="*/ 0 w 56"/>
                      <a:gd name="T37" fmla="*/ 0 h 27"/>
                      <a:gd name="T38" fmla="*/ 0 w 56"/>
                      <a:gd name="T39" fmla="*/ 0 h 27"/>
                      <a:gd name="T40" fmla="*/ 0 w 56"/>
                      <a:gd name="T41" fmla="*/ 0 h 27"/>
                      <a:gd name="T42" fmla="*/ 0 w 56"/>
                      <a:gd name="T43" fmla="*/ 0 h 27"/>
                      <a:gd name="T44" fmla="*/ 0 w 56"/>
                      <a:gd name="T45" fmla="*/ 0 h 27"/>
                      <a:gd name="T46" fmla="*/ 0 w 56"/>
                      <a:gd name="T47" fmla="*/ 0 h 27"/>
                      <a:gd name="T48" fmla="*/ 0 w 56"/>
                      <a:gd name="T49" fmla="*/ 0 h 27"/>
                      <a:gd name="T50" fmla="*/ 0 w 56"/>
                      <a:gd name="T51" fmla="*/ 0 h 27"/>
                      <a:gd name="T52" fmla="*/ 0 w 56"/>
                      <a:gd name="T53" fmla="*/ 0 h 27"/>
                      <a:gd name="T54" fmla="*/ 0 w 56"/>
                      <a:gd name="T55" fmla="*/ 0 h 27"/>
                      <a:gd name="T56" fmla="*/ 0 w 56"/>
                      <a:gd name="T57" fmla="*/ 0 h 27"/>
                      <a:gd name="T58" fmla="*/ 0 w 56"/>
                      <a:gd name="T59" fmla="*/ 0 h 27"/>
                      <a:gd name="T60" fmla="*/ 0 w 56"/>
                      <a:gd name="T61" fmla="*/ 0 h 27"/>
                      <a:gd name="T62" fmla="*/ 0 w 56"/>
                      <a:gd name="T63" fmla="*/ 0 h 27"/>
                      <a:gd name="T64" fmla="*/ 0 w 56"/>
                      <a:gd name="T65" fmla="*/ 0 h 27"/>
                      <a:gd name="T66" fmla="*/ 0 w 56"/>
                      <a:gd name="T67" fmla="*/ 0 h 27"/>
                      <a:gd name="T68" fmla="*/ 0 w 56"/>
                      <a:gd name="T69" fmla="*/ 0 h 27"/>
                      <a:gd name="T70" fmla="*/ 0 w 56"/>
                      <a:gd name="T71" fmla="*/ 0 h 27"/>
                      <a:gd name="T72" fmla="*/ 0 w 56"/>
                      <a:gd name="T73" fmla="*/ 0 h 27"/>
                      <a:gd name="T74" fmla="*/ 0 w 56"/>
                      <a:gd name="T75" fmla="*/ 0 h 27"/>
                      <a:gd name="T76" fmla="*/ 0 w 56"/>
                      <a:gd name="T77" fmla="*/ 0 h 27"/>
                      <a:gd name="T78" fmla="*/ 0 w 56"/>
                      <a:gd name="T79" fmla="*/ 0 h 27"/>
                      <a:gd name="T80" fmla="*/ 0 w 56"/>
                      <a:gd name="T81" fmla="*/ 0 h 27"/>
                      <a:gd name="T82" fmla="*/ 0 w 56"/>
                      <a:gd name="T83" fmla="*/ 0 h 2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6"/>
                      <a:gd name="T127" fmla="*/ 0 h 27"/>
                      <a:gd name="T128" fmla="*/ 56 w 56"/>
                      <a:gd name="T129" fmla="*/ 27 h 2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6" h="27">
                        <a:moveTo>
                          <a:pt x="51" y="0"/>
                        </a:moveTo>
                        <a:lnTo>
                          <a:pt x="51" y="4"/>
                        </a:lnTo>
                        <a:lnTo>
                          <a:pt x="51" y="8"/>
                        </a:lnTo>
                        <a:lnTo>
                          <a:pt x="51" y="12"/>
                        </a:lnTo>
                        <a:lnTo>
                          <a:pt x="53" y="15"/>
                        </a:lnTo>
                        <a:lnTo>
                          <a:pt x="53" y="19"/>
                        </a:lnTo>
                        <a:lnTo>
                          <a:pt x="54" y="22"/>
                        </a:lnTo>
                        <a:lnTo>
                          <a:pt x="55" y="25"/>
                        </a:lnTo>
                        <a:lnTo>
                          <a:pt x="56" y="27"/>
                        </a:lnTo>
                        <a:lnTo>
                          <a:pt x="51" y="27"/>
                        </a:lnTo>
                        <a:lnTo>
                          <a:pt x="48" y="27"/>
                        </a:lnTo>
                        <a:lnTo>
                          <a:pt x="44" y="27"/>
                        </a:lnTo>
                        <a:lnTo>
                          <a:pt x="41" y="27"/>
                        </a:lnTo>
                        <a:lnTo>
                          <a:pt x="37" y="26"/>
                        </a:lnTo>
                        <a:lnTo>
                          <a:pt x="34" y="25"/>
                        </a:lnTo>
                        <a:lnTo>
                          <a:pt x="29" y="23"/>
                        </a:lnTo>
                        <a:lnTo>
                          <a:pt x="26" y="22"/>
                        </a:lnTo>
                        <a:lnTo>
                          <a:pt x="23" y="20"/>
                        </a:lnTo>
                        <a:lnTo>
                          <a:pt x="19" y="18"/>
                        </a:lnTo>
                        <a:lnTo>
                          <a:pt x="16" y="14"/>
                        </a:lnTo>
                        <a:lnTo>
                          <a:pt x="13" y="12"/>
                        </a:lnTo>
                        <a:lnTo>
                          <a:pt x="9" y="9"/>
                        </a:lnTo>
                        <a:lnTo>
                          <a:pt x="6" y="7"/>
                        </a:lnTo>
                        <a:lnTo>
                          <a:pt x="3" y="4"/>
                        </a:lnTo>
                        <a:lnTo>
                          <a:pt x="0" y="2"/>
                        </a:lnTo>
                        <a:lnTo>
                          <a:pt x="3" y="1"/>
                        </a:lnTo>
                        <a:lnTo>
                          <a:pt x="6" y="1"/>
                        </a:lnTo>
                        <a:lnTo>
                          <a:pt x="9" y="1"/>
                        </a:lnTo>
                        <a:lnTo>
                          <a:pt x="13" y="1"/>
                        </a:lnTo>
                        <a:lnTo>
                          <a:pt x="16" y="1"/>
                        </a:lnTo>
                        <a:lnTo>
                          <a:pt x="19" y="1"/>
                        </a:lnTo>
                        <a:lnTo>
                          <a:pt x="23" y="1"/>
                        </a:lnTo>
                        <a:lnTo>
                          <a:pt x="26" y="1"/>
                        </a:lnTo>
                        <a:lnTo>
                          <a:pt x="29" y="0"/>
                        </a:lnTo>
                        <a:lnTo>
                          <a:pt x="31" y="0"/>
                        </a:lnTo>
                        <a:lnTo>
                          <a:pt x="35" y="0"/>
                        </a:lnTo>
                        <a:lnTo>
                          <a:pt x="40" y="0"/>
                        </a:lnTo>
                        <a:lnTo>
                          <a:pt x="42" y="0"/>
                        </a:lnTo>
                        <a:lnTo>
                          <a:pt x="44" y="0"/>
                        </a:lnTo>
                        <a:lnTo>
                          <a:pt x="48" y="0"/>
                        </a:lnTo>
                        <a:lnTo>
                          <a:pt x="51"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5" name="Freeform 247"/>
                  <p:cNvSpPr/>
                  <p:nvPr/>
                </p:nvSpPr>
                <p:spPr bwMode="auto">
                  <a:xfrm>
                    <a:off x="5354" y="1538"/>
                    <a:ext cx="326" cy="47"/>
                  </a:xfrm>
                  <a:custGeom>
                    <a:avLst/>
                    <a:gdLst>
                      <a:gd name="T0" fmla="*/ 0 w 976"/>
                      <a:gd name="T1" fmla="*/ 0 h 139"/>
                      <a:gd name="T2" fmla="*/ 0 w 976"/>
                      <a:gd name="T3" fmla="*/ 0 h 139"/>
                      <a:gd name="T4" fmla="*/ 0 w 976"/>
                      <a:gd name="T5" fmla="*/ 0 h 139"/>
                      <a:gd name="T6" fmla="*/ 0 w 976"/>
                      <a:gd name="T7" fmla="*/ 0 h 139"/>
                      <a:gd name="T8" fmla="*/ 0 w 976"/>
                      <a:gd name="T9" fmla="*/ 0 h 139"/>
                      <a:gd name="T10" fmla="*/ 0 w 976"/>
                      <a:gd name="T11" fmla="*/ 0 h 139"/>
                      <a:gd name="T12" fmla="*/ 0 w 976"/>
                      <a:gd name="T13" fmla="*/ 0 h 139"/>
                      <a:gd name="T14" fmla="*/ 0 w 976"/>
                      <a:gd name="T15" fmla="*/ 0 h 139"/>
                      <a:gd name="T16" fmla="*/ 0 w 976"/>
                      <a:gd name="T17" fmla="*/ 0 h 139"/>
                      <a:gd name="T18" fmla="*/ 0 w 976"/>
                      <a:gd name="T19" fmla="*/ 0 h 139"/>
                      <a:gd name="T20" fmla="*/ 0 w 976"/>
                      <a:gd name="T21" fmla="*/ 0 h 139"/>
                      <a:gd name="T22" fmla="*/ 0 w 976"/>
                      <a:gd name="T23" fmla="*/ 0 h 139"/>
                      <a:gd name="T24" fmla="*/ 0 w 976"/>
                      <a:gd name="T25" fmla="*/ 0 h 139"/>
                      <a:gd name="T26" fmla="*/ 0 w 976"/>
                      <a:gd name="T27" fmla="*/ 0 h 139"/>
                      <a:gd name="T28" fmla="*/ 0 w 976"/>
                      <a:gd name="T29" fmla="*/ 0 h 139"/>
                      <a:gd name="T30" fmla="*/ 0 w 976"/>
                      <a:gd name="T31" fmla="*/ 0 h 139"/>
                      <a:gd name="T32" fmla="*/ 0 w 976"/>
                      <a:gd name="T33" fmla="*/ 0 h 139"/>
                      <a:gd name="T34" fmla="*/ 0 w 976"/>
                      <a:gd name="T35" fmla="*/ 0 h 139"/>
                      <a:gd name="T36" fmla="*/ 0 w 976"/>
                      <a:gd name="T37" fmla="*/ 0 h 139"/>
                      <a:gd name="T38" fmla="*/ 0 w 976"/>
                      <a:gd name="T39" fmla="*/ 0 h 139"/>
                      <a:gd name="T40" fmla="*/ 0 w 976"/>
                      <a:gd name="T41" fmla="*/ 0 h 139"/>
                      <a:gd name="T42" fmla="*/ 0 w 976"/>
                      <a:gd name="T43" fmla="*/ 0 h 139"/>
                      <a:gd name="T44" fmla="*/ 0 w 976"/>
                      <a:gd name="T45" fmla="*/ 0 h 139"/>
                      <a:gd name="T46" fmla="*/ 0 w 976"/>
                      <a:gd name="T47" fmla="*/ 0 h 139"/>
                      <a:gd name="T48" fmla="*/ 0 w 976"/>
                      <a:gd name="T49" fmla="*/ 0 h 139"/>
                      <a:gd name="T50" fmla="*/ 0 w 976"/>
                      <a:gd name="T51" fmla="*/ 0 h 139"/>
                      <a:gd name="T52" fmla="*/ 0 w 976"/>
                      <a:gd name="T53" fmla="*/ 0 h 139"/>
                      <a:gd name="T54" fmla="*/ 0 w 976"/>
                      <a:gd name="T55" fmla="*/ 0 h 139"/>
                      <a:gd name="T56" fmla="*/ 0 w 976"/>
                      <a:gd name="T57" fmla="*/ 0 h 139"/>
                      <a:gd name="T58" fmla="*/ 0 w 976"/>
                      <a:gd name="T59" fmla="*/ 0 h 139"/>
                      <a:gd name="T60" fmla="*/ 0 w 976"/>
                      <a:gd name="T61" fmla="*/ 0 h 139"/>
                      <a:gd name="T62" fmla="*/ 0 w 976"/>
                      <a:gd name="T63" fmla="*/ 0 h 139"/>
                      <a:gd name="T64" fmla="*/ 0 w 976"/>
                      <a:gd name="T65" fmla="*/ 0 h 139"/>
                      <a:gd name="T66" fmla="*/ 0 w 976"/>
                      <a:gd name="T67" fmla="*/ 0 h 139"/>
                      <a:gd name="T68" fmla="*/ 0 w 976"/>
                      <a:gd name="T69" fmla="*/ 0 h 139"/>
                      <a:gd name="T70" fmla="*/ 0 w 976"/>
                      <a:gd name="T71" fmla="*/ 0 h 139"/>
                      <a:gd name="T72" fmla="*/ 0 w 976"/>
                      <a:gd name="T73" fmla="*/ 0 h 139"/>
                      <a:gd name="T74" fmla="*/ 0 w 976"/>
                      <a:gd name="T75" fmla="*/ 0 h 139"/>
                      <a:gd name="T76" fmla="*/ 0 w 976"/>
                      <a:gd name="T77" fmla="*/ 0 h 139"/>
                      <a:gd name="T78" fmla="*/ 0 w 976"/>
                      <a:gd name="T79" fmla="*/ 0 h 139"/>
                      <a:gd name="T80" fmla="*/ 0 w 976"/>
                      <a:gd name="T81" fmla="*/ 0 h 139"/>
                      <a:gd name="T82" fmla="*/ 0 w 976"/>
                      <a:gd name="T83" fmla="*/ 0 h 139"/>
                      <a:gd name="T84" fmla="*/ 0 w 976"/>
                      <a:gd name="T85" fmla="*/ 0 h 139"/>
                      <a:gd name="T86" fmla="*/ 0 w 976"/>
                      <a:gd name="T87" fmla="*/ 0 h 139"/>
                      <a:gd name="T88" fmla="*/ 0 w 976"/>
                      <a:gd name="T89" fmla="*/ 0 h 139"/>
                      <a:gd name="T90" fmla="*/ 0 w 976"/>
                      <a:gd name="T91" fmla="*/ 0 h 139"/>
                      <a:gd name="T92" fmla="*/ 0 w 976"/>
                      <a:gd name="T93" fmla="*/ 0 h 139"/>
                      <a:gd name="T94" fmla="*/ 0 w 976"/>
                      <a:gd name="T95" fmla="*/ 0 h 139"/>
                      <a:gd name="T96" fmla="*/ 0 w 976"/>
                      <a:gd name="T97" fmla="*/ 0 h 139"/>
                      <a:gd name="T98" fmla="*/ 0 w 976"/>
                      <a:gd name="T99" fmla="*/ 0 h 139"/>
                      <a:gd name="T100" fmla="*/ 0 w 976"/>
                      <a:gd name="T101" fmla="*/ 0 h 139"/>
                      <a:gd name="T102" fmla="*/ 0 w 976"/>
                      <a:gd name="T103" fmla="*/ 0 h 139"/>
                      <a:gd name="T104" fmla="*/ 0 w 976"/>
                      <a:gd name="T105" fmla="*/ 0 h 139"/>
                      <a:gd name="T106" fmla="*/ 0 w 976"/>
                      <a:gd name="T107" fmla="*/ 0 h 139"/>
                      <a:gd name="T108" fmla="*/ 0 w 976"/>
                      <a:gd name="T109" fmla="*/ 0 h 139"/>
                      <a:gd name="T110" fmla="*/ 0 w 976"/>
                      <a:gd name="T111" fmla="*/ 0 h 139"/>
                      <a:gd name="T112" fmla="*/ 0 w 976"/>
                      <a:gd name="T113" fmla="*/ 0 h 139"/>
                      <a:gd name="T114" fmla="*/ 0 w 976"/>
                      <a:gd name="T115" fmla="*/ 0 h 139"/>
                      <a:gd name="T116" fmla="*/ 0 w 976"/>
                      <a:gd name="T117" fmla="*/ 0 h 139"/>
                      <a:gd name="T118" fmla="*/ 0 w 976"/>
                      <a:gd name="T119" fmla="*/ 0 h 139"/>
                      <a:gd name="T120" fmla="*/ 0 w 976"/>
                      <a:gd name="T121" fmla="*/ 0 h 139"/>
                      <a:gd name="T122" fmla="*/ 0 w 976"/>
                      <a:gd name="T123" fmla="*/ 0 h 1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6"/>
                      <a:gd name="T187" fmla="*/ 0 h 139"/>
                      <a:gd name="T188" fmla="*/ 976 w 976"/>
                      <a:gd name="T189" fmla="*/ 139 h 1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6" h="139">
                        <a:moveTo>
                          <a:pt x="811" y="11"/>
                        </a:moveTo>
                        <a:lnTo>
                          <a:pt x="812" y="11"/>
                        </a:lnTo>
                        <a:lnTo>
                          <a:pt x="816" y="11"/>
                        </a:lnTo>
                        <a:lnTo>
                          <a:pt x="818" y="11"/>
                        </a:lnTo>
                        <a:lnTo>
                          <a:pt x="822" y="12"/>
                        </a:lnTo>
                        <a:lnTo>
                          <a:pt x="824" y="12"/>
                        </a:lnTo>
                        <a:lnTo>
                          <a:pt x="829" y="12"/>
                        </a:lnTo>
                        <a:lnTo>
                          <a:pt x="827" y="13"/>
                        </a:lnTo>
                        <a:lnTo>
                          <a:pt x="824" y="14"/>
                        </a:lnTo>
                        <a:lnTo>
                          <a:pt x="821" y="16"/>
                        </a:lnTo>
                        <a:lnTo>
                          <a:pt x="818" y="18"/>
                        </a:lnTo>
                        <a:lnTo>
                          <a:pt x="816" y="18"/>
                        </a:lnTo>
                        <a:lnTo>
                          <a:pt x="812" y="20"/>
                        </a:lnTo>
                        <a:lnTo>
                          <a:pt x="810" y="21"/>
                        </a:lnTo>
                        <a:lnTo>
                          <a:pt x="808" y="23"/>
                        </a:lnTo>
                        <a:lnTo>
                          <a:pt x="804" y="24"/>
                        </a:lnTo>
                        <a:lnTo>
                          <a:pt x="802" y="25"/>
                        </a:lnTo>
                        <a:lnTo>
                          <a:pt x="798" y="26"/>
                        </a:lnTo>
                        <a:lnTo>
                          <a:pt x="795" y="27"/>
                        </a:lnTo>
                        <a:lnTo>
                          <a:pt x="792" y="29"/>
                        </a:lnTo>
                        <a:lnTo>
                          <a:pt x="790" y="30"/>
                        </a:lnTo>
                        <a:lnTo>
                          <a:pt x="785" y="31"/>
                        </a:lnTo>
                        <a:lnTo>
                          <a:pt x="783" y="32"/>
                        </a:lnTo>
                        <a:lnTo>
                          <a:pt x="779" y="33"/>
                        </a:lnTo>
                        <a:lnTo>
                          <a:pt x="777" y="33"/>
                        </a:lnTo>
                        <a:lnTo>
                          <a:pt x="772" y="35"/>
                        </a:lnTo>
                        <a:lnTo>
                          <a:pt x="770" y="36"/>
                        </a:lnTo>
                        <a:lnTo>
                          <a:pt x="766" y="36"/>
                        </a:lnTo>
                        <a:lnTo>
                          <a:pt x="764" y="36"/>
                        </a:lnTo>
                        <a:lnTo>
                          <a:pt x="761" y="36"/>
                        </a:lnTo>
                        <a:lnTo>
                          <a:pt x="758" y="36"/>
                        </a:lnTo>
                        <a:lnTo>
                          <a:pt x="755" y="35"/>
                        </a:lnTo>
                        <a:lnTo>
                          <a:pt x="752" y="33"/>
                        </a:lnTo>
                        <a:lnTo>
                          <a:pt x="750" y="32"/>
                        </a:lnTo>
                        <a:lnTo>
                          <a:pt x="748" y="31"/>
                        </a:lnTo>
                        <a:lnTo>
                          <a:pt x="746" y="29"/>
                        </a:lnTo>
                        <a:lnTo>
                          <a:pt x="744" y="26"/>
                        </a:lnTo>
                        <a:lnTo>
                          <a:pt x="741" y="24"/>
                        </a:lnTo>
                        <a:lnTo>
                          <a:pt x="740" y="21"/>
                        </a:lnTo>
                        <a:lnTo>
                          <a:pt x="735" y="24"/>
                        </a:lnTo>
                        <a:lnTo>
                          <a:pt x="732" y="25"/>
                        </a:lnTo>
                        <a:lnTo>
                          <a:pt x="727" y="27"/>
                        </a:lnTo>
                        <a:lnTo>
                          <a:pt x="723" y="30"/>
                        </a:lnTo>
                        <a:lnTo>
                          <a:pt x="721" y="32"/>
                        </a:lnTo>
                        <a:lnTo>
                          <a:pt x="719" y="33"/>
                        </a:lnTo>
                        <a:lnTo>
                          <a:pt x="716" y="36"/>
                        </a:lnTo>
                        <a:lnTo>
                          <a:pt x="715" y="38"/>
                        </a:lnTo>
                        <a:lnTo>
                          <a:pt x="712" y="40"/>
                        </a:lnTo>
                        <a:lnTo>
                          <a:pt x="710" y="43"/>
                        </a:lnTo>
                        <a:lnTo>
                          <a:pt x="708" y="45"/>
                        </a:lnTo>
                        <a:lnTo>
                          <a:pt x="707" y="46"/>
                        </a:lnTo>
                        <a:lnTo>
                          <a:pt x="704" y="46"/>
                        </a:lnTo>
                        <a:lnTo>
                          <a:pt x="702" y="46"/>
                        </a:lnTo>
                        <a:lnTo>
                          <a:pt x="698" y="44"/>
                        </a:lnTo>
                        <a:lnTo>
                          <a:pt x="695" y="42"/>
                        </a:lnTo>
                        <a:lnTo>
                          <a:pt x="691" y="39"/>
                        </a:lnTo>
                        <a:lnTo>
                          <a:pt x="688" y="38"/>
                        </a:lnTo>
                        <a:lnTo>
                          <a:pt x="684" y="36"/>
                        </a:lnTo>
                        <a:lnTo>
                          <a:pt x="681" y="32"/>
                        </a:lnTo>
                        <a:lnTo>
                          <a:pt x="678" y="31"/>
                        </a:lnTo>
                        <a:lnTo>
                          <a:pt x="676" y="30"/>
                        </a:lnTo>
                        <a:lnTo>
                          <a:pt x="672" y="27"/>
                        </a:lnTo>
                        <a:lnTo>
                          <a:pt x="670" y="26"/>
                        </a:lnTo>
                        <a:lnTo>
                          <a:pt x="666" y="24"/>
                        </a:lnTo>
                        <a:lnTo>
                          <a:pt x="664" y="23"/>
                        </a:lnTo>
                        <a:lnTo>
                          <a:pt x="661" y="20"/>
                        </a:lnTo>
                        <a:lnTo>
                          <a:pt x="658" y="18"/>
                        </a:lnTo>
                        <a:lnTo>
                          <a:pt x="656" y="23"/>
                        </a:lnTo>
                        <a:lnTo>
                          <a:pt x="653" y="29"/>
                        </a:lnTo>
                        <a:lnTo>
                          <a:pt x="652" y="32"/>
                        </a:lnTo>
                        <a:lnTo>
                          <a:pt x="650" y="38"/>
                        </a:lnTo>
                        <a:lnTo>
                          <a:pt x="650" y="42"/>
                        </a:lnTo>
                        <a:lnTo>
                          <a:pt x="649" y="45"/>
                        </a:lnTo>
                        <a:lnTo>
                          <a:pt x="647" y="49"/>
                        </a:lnTo>
                        <a:lnTo>
                          <a:pt x="647" y="52"/>
                        </a:lnTo>
                        <a:lnTo>
                          <a:pt x="647" y="55"/>
                        </a:lnTo>
                        <a:lnTo>
                          <a:pt x="647" y="58"/>
                        </a:lnTo>
                        <a:lnTo>
                          <a:pt x="647" y="61"/>
                        </a:lnTo>
                        <a:lnTo>
                          <a:pt x="650" y="63"/>
                        </a:lnTo>
                        <a:lnTo>
                          <a:pt x="650" y="67"/>
                        </a:lnTo>
                        <a:lnTo>
                          <a:pt x="653" y="70"/>
                        </a:lnTo>
                        <a:lnTo>
                          <a:pt x="657" y="71"/>
                        </a:lnTo>
                        <a:lnTo>
                          <a:pt x="661" y="74"/>
                        </a:lnTo>
                        <a:lnTo>
                          <a:pt x="664" y="74"/>
                        </a:lnTo>
                        <a:lnTo>
                          <a:pt x="669" y="74"/>
                        </a:lnTo>
                        <a:lnTo>
                          <a:pt x="671" y="74"/>
                        </a:lnTo>
                        <a:lnTo>
                          <a:pt x="674" y="74"/>
                        </a:lnTo>
                        <a:lnTo>
                          <a:pt x="677" y="74"/>
                        </a:lnTo>
                        <a:lnTo>
                          <a:pt x="681" y="74"/>
                        </a:lnTo>
                        <a:lnTo>
                          <a:pt x="683" y="73"/>
                        </a:lnTo>
                        <a:lnTo>
                          <a:pt x="685" y="73"/>
                        </a:lnTo>
                        <a:lnTo>
                          <a:pt x="688" y="71"/>
                        </a:lnTo>
                        <a:lnTo>
                          <a:pt x="691" y="71"/>
                        </a:lnTo>
                        <a:lnTo>
                          <a:pt x="695" y="70"/>
                        </a:lnTo>
                        <a:lnTo>
                          <a:pt x="697" y="69"/>
                        </a:lnTo>
                        <a:lnTo>
                          <a:pt x="701" y="68"/>
                        </a:lnTo>
                        <a:lnTo>
                          <a:pt x="704" y="67"/>
                        </a:lnTo>
                        <a:lnTo>
                          <a:pt x="707" y="65"/>
                        </a:lnTo>
                        <a:lnTo>
                          <a:pt x="710" y="65"/>
                        </a:lnTo>
                        <a:lnTo>
                          <a:pt x="714" y="64"/>
                        </a:lnTo>
                        <a:lnTo>
                          <a:pt x="717" y="63"/>
                        </a:lnTo>
                        <a:lnTo>
                          <a:pt x="720" y="62"/>
                        </a:lnTo>
                        <a:lnTo>
                          <a:pt x="723" y="61"/>
                        </a:lnTo>
                        <a:lnTo>
                          <a:pt x="726" y="59"/>
                        </a:lnTo>
                        <a:lnTo>
                          <a:pt x="729" y="58"/>
                        </a:lnTo>
                        <a:lnTo>
                          <a:pt x="733" y="58"/>
                        </a:lnTo>
                        <a:lnTo>
                          <a:pt x="736" y="57"/>
                        </a:lnTo>
                        <a:lnTo>
                          <a:pt x="739" y="56"/>
                        </a:lnTo>
                        <a:lnTo>
                          <a:pt x="741" y="56"/>
                        </a:lnTo>
                        <a:lnTo>
                          <a:pt x="744" y="55"/>
                        </a:lnTo>
                        <a:lnTo>
                          <a:pt x="747" y="55"/>
                        </a:lnTo>
                        <a:lnTo>
                          <a:pt x="751" y="54"/>
                        </a:lnTo>
                        <a:lnTo>
                          <a:pt x="753" y="54"/>
                        </a:lnTo>
                        <a:lnTo>
                          <a:pt x="758" y="52"/>
                        </a:lnTo>
                        <a:lnTo>
                          <a:pt x="763" y="54"/>
                        </a:lnTo>
                        <a:lnTo>
                          <a:pt x="766" y="54"/>
                        </a:lnTo>
                        <a:lnTo>
                          <a:pt x="770" y="55"/>
                        </a:lnTo>
                        <a:lnTo>
                          <a:pt x="772" y="56"/>
                        </a:lnTo>
                        <a:lnTo>
                          <a:pt x="774" y="59"/>
                        </a:lnTo>
                        <a:lnTo>
                          <a:pt x="774" y="63"/>
                        </a:lnTo>
                        <a:lnTo>
                          <a:pt x="777" y="65"/>
                        </a:lnTo>
                        <a:lnTo>
                          <a:pt x="777" y="68"/>
                        </a:lnTo>
                        <a:lnTo>
                          <a:pt x="779" y="71"/>
                        </a:lnTo>
                        <a:lnTo>
                          <a:pt x="780" y="74"/>
                        </a:lnTo>
                        <a:lnTo>
                          <a:pt x="782" y="77"/>
                        </a:lnTo>
                        <a:lnTo>
                          <a:pt x="784" y="80"/>
                        </a:lnTo>
                        <a:lnTo>
                          <a:pt x="786" y="82"/>
                        </a:lnTo>
                        <a:lnTo>
                          <a:pt x="790" y="83"/>
                        </a:lnTo>
                        <a:lnTo>
                          <a:pt x="792" y="86"/>
                        </a:lnTo>
                        <a:lnTo>
                          <a:pt x="795" y="87"/>
                        </a:lnTo>
                        <a:lnTo>
                          <a:pt x="798" y="88"/>
                        </a:lnTo>
                        <a:lnTo>
                          <a:pt x="801" y="88"/>
                        </a:lnTo>
                        <a:lnTo>
                          <a:pt x="804" y="90"/>
                        </a:lnTo>
                        <a:lnTo>
                          <a:pt x="808" y="90"/>
                        </a:lnTo>
                        <a:lnTo>
                          <a:pt x="812" y="92"/>
                        </a:lnTo>
                        <a:lnTo>
                          <a:pt x="816" y="92"/>
                        </a:lnTo>
                        <a:lnTo>
                          <a:pt x="820" y="92"/>
                        </a:lnTo>
                        <a:lnTo>
                          <a:pt x="823" y="90"/>
                        </a:lnTo>
                        <a:lnTo>
                          <a:pt x="828" y="89"/>
                        </a:lnTo>
                        <a:lnTo>
                          <a:pt x="831" y="88"/>
                        </a:lnTo>
                        <a:lnTo>
                          <a:pt x="836" y="86"/>
                        </a:lnTo>
                        <a:lnTo>
                          <a:pt x="840" y="83"/>
                        </a:lnTo>
                        <a:lnTo>
                          <a:pt x="846" y="82"/>
                        </a:lnTo>
                        <a:lnTo>
                          <a:pt x="849" y="78"/>
                        </a:lnTo>
                        <a:lnTo>
                          <a:pt x="853" y="76"/>
                        </a:lnTo>
                        <a:lnTo>
                          <a:pt x="857" y="71"/>
                        </a:lnTo>
                        <a:lnTo>
                          <a:pt x="862" y="68"/>
                        </a:lnTo>
                        <a:lnTo>
                          <a:pt x="867" y="63"/>
                        </a:lnTo>
                        <a:lnTo>
                          <a:pt x="871" y="58"/>
                        </a:lnTo>
                        <a:lnTo>
                          <a:pt x="873" y="56"/>
                        </a:lnTo>
                        <a:lnTo>
                          <a:pt x="875" y="54"/>
                        </a:lnTo>
                        <a:lnTo>
                          <a:pt x="878" y="50"/>
                        </a:lnTo>
                        <a:lnTo>
                          <a:pt x="880" y="48"/>
                        </a:lnTo>
                        <a:lnTo>
                          <a:pt x="878" y="45"/>
                        </a:lnTo>
                        <a:lnTo>
                          <a:pt x="875" y="44"/>
                        </a:lnTo>
                        <a:lnTo>
                          <a:pt x="873" y="43"/>
                        </a:lnTo>
                        <a:lnTo>
                          <a:pt x="868" y="43"/>
                        </a:lnTo>
                        <a:lnTo>
                          <a:pt x="865" y="43"/>
                        </a:lnTo>
                        <a:lnTo>
                          <a:pt x="860" y="43"/>
                        </a:lnTo>
                        <a:lnTo>
                          <a:pt x="855" y="43"/>
                        </a:lnTo>
                        <a:lnTo>
                          <a:pt x="850" y="43"/>
                        </a:lnTo>
                        <a:lnTo>
                          <a:pt x="847" y="43"/>
                        </a:lnTo>
                        <a:lnTo>
                          <a:pt x="844" y="43"/>
                        </a:lnTo>
                        <a:lnTo>
                          <a:pt x="842" y="43"/>
                        </a:lnTo>
                        <a:lnTo>
                          <a:pt x="840" y="44"/>
                        </a:lnTo>
                        <a:lnTo>
                          <a:pt x="835" y="44"/>
                        </a:lnTo>
                        <a:lnTo>
                          <a:pt x="830" y="44"/>
                        </a:lnTo>
                        <a:lnTo>
                          <a:pt x="825" y="43"/>
                        </a:lnTo>
                        <a:lnTo>
                          <a:pt x="823" y="43"/>
                        </a:lnTo>
                        <a:lnTo>
                          <a:pt x="820" y="40"/>
                        </a:lnTo>
                        <a:lnTo>
                          <a:pt x="820" y="39"/>
                        </a:lnTo>
                        <a:lnTo>
                          <a:pt x="821" y="37"/>
                        </a:lnTo>
                        <a:lnTo>
                          <a:pt x="822" y="33"/>
                        </a:lnTo>
                        <a:lnTo>
                          <a:pt x="824" y="31"/>
                        </a:lnTo>
                        <a:lnTo>
                          <a:pt x="827" y="30"/>
                        </a:lnTo>
                        <a:lnTo>
                          <a:pt x="829" y="25"/>
                        </a:lnTo>
                        <a:lnTo>
                          <a:pt x="833" y="23"/>
                        </a:lnTo>
                        <a:lnTo>
                          <a:pt x="834" y="19"/>
                        </a:lnTo>
                        <a:lnTo>
                          <a:pt x="836" y="17"/>
                        </a:lnTo>
                        <a:lnTo>
                          <a:pt x="837" y="14"/>
                        </a:lnTo>
                        <a:lnTo>
                          <a:pt x="839" y="12"/>
                        </a:lnTo>
                        <a:lnTo>
                          <a:pt x="842" y="12"/>
                        </a:lnTo>
                        <a:lnTo>
                          <a:pt x="847" y="12"/>
                        </a:lnTo>
                        <a:lnTo>
                          <a:pt x="852" y="12"/>
                        </a:lnTo>
                        <a:lnTo>
                          <a:pt x="857" y="13"/>
                        </a:lnTo>
                        <a:lnTo>
                          <a:pt x="860" y="13"/>
                        </a:lnTo>
                        <a:lnTo>
                          <a:pt x="862" y="13"/>
                        </a:lnTo>
                        <a:lnTo>
                          <a:pt x="865" y="13"/>
                        </a:lnTo>
                        <a:lnTo>
                          <a:pt x="868" y="13"/>
                        </a:lnTo>
                        <a:lnTo>
                          <a:pt x="871" y="13"/>
                        </a:lnTo>
                        <a:lnTo>
                          <a:pt x="873" y="14"/>
                        </a:lnTo>
                        <a:lnTo>
                          <a:pt x="875" y="14"/>
                        </a:lnTo>
                        <a:lnTo>
                          <a:pt x="879" y="16"/>
                        </a:lnTo>
                        <a:lnTo>
                          <a:pt x="881" y="16"/>
                        </a:lnTo>
                        <a:lnTo>
                          <a:pt x="885" y="16"/>
                        </a:lnTo>
                        <a:lnTo>
                          <a:pt x="888" y="16"/>
                        </a:lnTo>
                        <a:lnTo>
                          <a:pt x="891" y="16"/>
                        </a:lnTo>
                        <a:lnTo>
                          <a:pt x="893" y="16"/>
                        </a:lnTo>
                        <a:lnTo>
                          <a:pt x="895" y="16"/>
                        </a:lnTo>
                        <a:lnTo>
                          <a:pt x="899" y="16"/>
                        </a:lnTo>
                        <a:lnTo>
                          <a:pt x="901" y="16"/>
                        </a:lnTo>
                        <a:lnTo>
                          <a:pt x="904" y="16"/>
                        </a:lnTo>
                        <a:lnTo>
                          <a:pt x="907" y="16"/>
                        </a:lnTo>
                        <a:lnTo>
                          <a:pt x="910" y="16"/>
                        </a:lnTo>
                        <a:lnTo>
                          <a:pt x="913" y="16"/>
                        </a:lnTo>
                        <a:lnTo>
                          <a:pt x="916" y="16"/>
                        </a:lnTo>
                        <a:lnTo>
                          <a:pt x="918" y="17"/>
                        </a:lnTo>
                        <a:lnTo>
                          <a:pt x="922" y="17"/>
                        </a:lnTo>
                        <a:lnTo>
                          <a:pt x="924" y="18"/>
                        </a:lnTo>
                        <a:lnTo>
                          <a:pt x="929" y="18"/>
                        </a:lnTo>
                        <a:lnTo>
                          <a:pt x="935" y="18"/>
                        </a:lnTo>
                        <a:lnTo>
                          <a:pt x="939" y="18"/>
                        </a:lnTo>
                        <a:lnTo>
                          <a:pt x="944" y="18"/>
                        </a:lnTo>
                        <a:lnTo>
                          <a:pt x="949" y="18"/>
                        </a:lnTo>
                        <a:lnTo>
                          <a:pt x="954" y="18"/>
                        </a:lnTo>
                        <a:lnTo>
                          <a:pt x="956" y="18"/>
                        </a:lnTo>
                        <a:lnTo>
                          <a:pt x="961" y="19"/>
                        </a:lnTo>
                        <a:lnTo>
                          <a:pt x="964" y="19"/>
                        </a:lnTo>
                        <a:lnTo>
                          <a:pt x="967" y="19"/>
                        </a:lnTo>
                        <a:lnTo>
                          <a:pt x="969" y="19"/>
                        </a:lnTo>
                        <a:lnTo>
                          <a:pt x="971" y="20"/>
                        </a:lnTo>
                        <a:lnTo>
                          <a:pt x="974" y="20"/>
                        </a:lnTo>
                        <a:lnTo>
                          <a:pt x="976" y="20"/>
                        </a:lnTo>
                        <a:lnTo>
                          <a:pt x="973" y="106"/>
                        </a:lnTo>
                        <a:lnTo>
                          <a:pt x="806" y="97"/>
                        </a:lnTo>
                        <a:lnTo>
                          <a:pt x="793" y="96"/>
                        </a:lnTo>
                        <a:lnTo>
                          <a:pt x="782" y="96"/>
                        </a:lnTo>
                        <a:lnTo>
                          <a:pt x="770" y="95"/>
                        </a:lnTo>
                        <a:lnTo>
                          <a:pt x="757" y="95"/>
                        </a:lnTo>
                        <a:lnTo>
                          <a:pt x="744" y="94"/>
                        </a:lnTo>
                        <a:lnTo>
                          <a:pt x="732" y="94"/>
                        </a:lnTo>
                        <a:lnTo>
                          <a:pt x="719" y="93"/>
                        </a:lnTo>
                        <a:lnTo>
                          <a:pt x="706" y="92"/>
                        </a:lnTo>
                        <a:lnTo>
                          <a:pt x="694" y="92"/>
                        </a:lnTo>
                        <a:lnTo>
                          <a:pt x="681" y="90"/>
                        </a:lnTo>
                        <a:lnTo>
                          <a:pt x="668" y="89"/>
                        </a:lnTo>
                        <a:lnTo>
                          <a:pt x="656" y="88"/>
                        </a:lnTo>
                        <a:lnTo>
                          <a:pt x="643" y="88"/>
                        </a:lnTo>
                        <a:lnTo>
                          <a:pt x="630" y="88"/>
                        </a:lnTo>
                        <a:lnTo>
                          <a:pt x="618" y="87"/>
                        </a:lnTo>
                        <a:lnTo>
                          <a:pt x="606" y="87"/>
                        </a:lnTo>
                        <a:lnTo>
                          <a:pt x="593" y="86"/>
                        </a:lnTo>
                        <a:lnTo>
                          <a:pt x="580" y="86"/>
                        </a:lnTo>
                        <a:lnTo>
                          <a:pt x="568" y="86"/>
                        </a:lnTo>
                        <a:lnTo>
                          <a:pt x="555" y="86"/>
                        </a:lnTo>
                        <a:lnTo>
                          <a:pt x="543" y="84"/>
                        </a:lnTo>
                        <a:lnTo>
                          <a:pt x="530" y="84"/>
                        </a:lnTo>
                        <a:lnTo>
                          <a:pt x="518" y="84"/>
                        </a:lnTo>
                        <a:lnTo>
                          <a:pt x="505" y="84"/>
                        </a:lnTo>
                        <a:lnTo>
                          <a:pt x="492" y="84"/>
                        </a:lnTo>
                        <a:lnTo>
                          <a:pt x="480" y="84"/>
                        </a:lnTo>
                        <a:lnTo>
                          <a:pt x="468" y="84"/>
                        </a:lnTo>
                        <a:lnTo>
                          <a:pt x="455" y="84"/>
                        </a:lnTo>
                        <a:lnTo>
                          <a:pt x="442" y="84"/>
                        </a:lnTo>
                        <a:lnTo>
                          <a:pt x="430" y="84"/>
                        </a:lnTo>
                        <a:lnTo>
                          <a:pt x="418" y="86"/>
                        </a:lnTo>
                        <a:lnTo>
                          <a:pt x="407" y="86"/>
                        </a:lnTo>
                        <a:lnTo>
                          <a:pt x="394" y="86"/>
                        </a:lnTo>
                        <a:lnTo>
                          <a:pt x="382" y="86"/>
                        </a:lnTo>
                        <a:lnTo>
                          <a:pt x="369" y="86"/>
                        </a:lnTo>
                        <a:lnTo>
                          <a:pt x="357" y="87"/>
                        </a:lnTo>
                        <a:lnTo>
                          <a:pt x="344" y="87"/>
                        </a:lnTo>
                        <a:lnTo>
                          <a:pt x="332" y="88"/>
                        </a:lnTo>
                        <a:lnTo>
                          <a:pt x="320" y="88"/>
                        </a:lnTo>
                        <a:lnTo>
                          <a:pt x="308" y="90"/>
                        </a:lnTo>
                        <a:lnTo>
                          <a:pt x="295" y="90"/>
                        </a:lnTo>
                        <a:lnTo>
                          <a:pt x="283" y="92"/>
                        </a:lnTo>
                        <a:lnTo>
                          <a:pt x="270" y="93"/>
                        </a:lnTo>
                        <a:lnTo>
                          <a:pt x="258" y="94"/>
                        </a:lnTo>
                        <a:lnTo>
                          <a:pt x="245" y="95"/>
                        </a:lnTo>
                        <a:lnTo>
                          <a:pt x="235" y="96"/>
                        </a:lnTo>
                        <a:lnTo>
                          <a:pt x="223" y="99"/>
                        </a:lnTo>
                        <a:lnTo>
                          <a:pt x="210" y="100"/>
                        </a:lnTo>
                        <a:lnTo>
                          <a:pt x="198" y="101"/>
                        </a:lnTo>
                        <a:lnTo>
                          <a:pt x="186" y="103"/>
                        </a:lnTo>
                        <a:lnTo>
                          <a:pt x="174" y="105"/>
                        </a:lnTo>
                        <a:lnTo>
                          <a:pt x="162" y="106"/>
                        </a:lnTo>
                        <a:lnTo>
                          <a:pt x="150" y="108"/>
                        </a:lnTo>
                        <a:lnTo>
                          <a:pt x="138" y="111"/>
                        </a:lnTo>
                        <a:lnTo>
                          <a:pt x="127" y="113"/>
                        </a:lnTo>
                        <a:lnTo>
                          <a:pt x="116" y="115"/>
                        </a:lnTo>
                        <a:lnTo>
                          <a:pt x="103" y="118"/>
                        </a:lnTo>
                        <a:lnTo>
                          <a:pt x="92" y="120"/>
                        </a:lnTo>
                        <a:lnTo>
                          <a:pt x="80" y="124"/>
                        </a:lnTo>
                        <a:lnTo>
                          <a:pt x="70" y="126"/>
                        </a:lnTo>
                        <a:lnTo>
                          <a:pt x="58" y="130"/>
                        </a:lnTo>
                        <a:lnTo>
                          <a:pt x="46" y="132"/>
                        </a:lnTo>
                        <a:lnTo>
                          <a:pt x="35" y="134"/>
                        </a:lnTo>
                        <a:lnTo>
                          <a:pt x="23" y="139"/>
                        </a:lnTo>
                        <a:lnTo>
                          <a:pt x="0" y="56"/>
                        </a:lnTo>
                        <a:lnTo>
                          <a:pt x="4" y="54"/>
                        </a:lnTo>
                        <a:lnTo>
                          <a:pt x="10" y="52"/>
                        </a:lnTo>
                        <a:lnTo>
                          <a:pt x="13" y="51"/>
                        </a:lnTo>
                        <a:lnTo>
                          <a:pt x="15" y="50"/>
                        </a:lnTo>
                        <a:lnTo>
                          <a:pt x="17" y="50"/>
                        </a:lnTo>
                        <a:lnTo>
                          <a:pt x="21" y="49"/>
                        </a:lnTo>
                        <a:lnTo>
                          <a:pt x="26" y="48"/>
                        </a:lnTo>
                        <a:lnTo>
                          <a:pt x="30" y="46"/>
                        </a:lnTo>
                        <a:lnTo>
                          <a:pt x="33" y="45"/>
                        </a:lnTo>
                        <a:lnTo>
                          <a:pt x="36" y="45"/>
                        </a:lnTo>
                        <a:lnTo>
                          <a:pt x="39" y="44"/>
                        </a:lnTo>
                        <a:lnTo>
                          <a:pt x="42" y="44"/>
                        </a:lnTo>
                        <a:lnTo>
                          <a:pt x="45" y="43"/>
                        </a:lnTo>
                        <a:lnTo>
                          <a:pt x="47" y="43"/>
                        </a:lnTo>
                        <a:lnTo>
                          <a:pt x="49" y="42"/>
                        </a:lnTo>
                        <a:lnTo>
                          <a:pt x="53" y="40"/>
                        </a:lnTo>
                        <a:lnTo>
                          <a:pt x="55" y="40"/>
                        </a:lnTo>
                        <a:lnTo>
                          <a:pt x="58" y="39"/>
                        </a:lnTo>
                        <a:lnTo>
                          <a:pt x="60" y="38"/>
                        </a:lnTo>
                        <a:lnTo>
                          <a:pt x="64" y="38"/>
                        </a:lnTo>
                        <a:lnTo>
                          <a:pt x="66" y="37"/>
                        </a:lnTo>
                        <a:lnTo>
                          <a:pt x="68" y="37"/>
                        </a:lnTo>
                        <a:lnTo>
                          <a:pt x="71" y="36"/>
                        </a:lnTo>
                        <a:lnTo>
                          <a:pt x="74" y="36"/>
                        </a:lnTo>
                        <a:lnTo>
                          <a:pt x="77" y="35"/>
                        </a:lnTo>
                        <a:lnTo>
                          <a:pt x="80" y="35"/>
                        </a:lnTo>
                        <a:lnTo>
                          <a:pt x="83" y="33"/>
                        </a:lnTo>
                        <a:lnTo>
                          <a:pt x="86" y="33"/>
                        </a:lnTo>
                        <a:lnTo>
                          <a:pt x="89" y="32"/>
                        </a:lnTo>
                        <a:lnTo>
                          <a:pt x="91" y="32"/>
                        </a:lnTo>
                        <a:lnTo>
                          <a:pt x="93" y="31"/>
                        </a:lnTo>
                        <a:lnTo>
                          <a:pt x="96" y="31"/>
                        </a:lnTo>
                        <a:lnTo>
                          <a:pt x="98" y="30"/>
                        </a:lnTo>
                        <a:lnTo>
                          <a:pt x="100" y="30"/>
                        </a:lnTo>
                        <a:lnTo>
                          <a:pt x="104" y="29"/>
                        </a:lnTo>
                        <a:lnTo>
                          <a:pt x="108" y="29"/>
                        </a:lnTo>
                        <a:lnTo>
                          <a:pt x="110" y="27"/>
                        </a:lnTo>
                        <a:lnTo>
                          <a:pt x="112" y="27"/>
                        </a:lnTo>
                        <a:lnTo>
                          <a:pt x="115" y="27"/>
                        </a:lnTo>
                        <a:lnTo>
                          <a:pt x="118" y="26"/>
                        </a:lnTo>
                        <a:lnTo>
                          <a:pt x="121" y="26"/>
                        </a:lnTo>
                        <a:lnTo>
                          <a:pt x="123" y="25"/>
                        </a:lnTo>
                        <a:lnTo>
                          <a:pt x="127" y="25"/>
                        </a:lnTo>
                        <a:lnTo>
                          <a:pt x="129" y="25"/>
                        </a:lnTo>
                        <a:lnTo>
                          <a:pt x="131" y="24"/>
                        </a:lnTo>
                        <a:lnTo>
                          <a:pt x="134" y="24"/>
                        </a:lnTo>
                        <a:lnTo>
                          <a:pt x="136" y="23"/>
                        </a:lnTo>
                        <a:lnTo>
                          <a:pt x="140" y="23"/>
                        </a:lnTo>
                        <a:lnTo>
                          <a:pt x="142" y="21"/>
                        </a:lnTo>
                        <a:lnTo>
                          <a:pt x="144" y="21"/>
                        </a:lnTo>
                        <a:lnTo>
                          <a:pt x="148" y="20"/>
                        </a:lnTo>
                        <a:lnTo>
                          <a:pt x="150" y="20"/>
                        </a:lnTo>
                        <a:lnTo>
                          <a:pt x="153" y="20"/>
                        </a:lnTo>
                        <a:lnTo>
                          <a:pt x="156" y="20"/>
                        </a:lnTo>
                        <a:lnTo>
                          <a:pt x="159" y="20"/>
                        </a:lnTo>
                        <a:lnTo>
                          <a:pt x="162" y="20"/>
                        </a:lnTo>
                        <a:lnTo>
                          <a:pt x="165" y="19"/>
                        </a:lnTo>
                        <a:lnTo>
                          <a:pt x="167" y="18"/>
                        </a:lnTo>
                        <a:lnTo>
                          <a:pt x="170" y="18"/>
                        </a:lnTo>
                        <a:lnTo>
                          <a:pt x="173" y="18"/>
                        </a:lnTo>
                        <a:lnTo>
                          <a:pt x="173" y="20"/>
                        </a:lnTo>
                        <a:lnTo>
                          <a:pt x="174" y="24"/>
                        </a:lnTo>
                        <a:lnTo>
                          <a:pt x="175" y="26"/>
                        </a:lnTo>
                        <a:lnTo>
                          <a:pt x="176" y="30"/>
                        </a:lnTo>
                        <a:lnTo>
                          <a:pt x="176" y="32"/>
                        </a:lnTo>
                        <a:lnTo>
                          <a:pt x="178" y="36"/>
                        </a:lnTo>
                        <a:lnTo>
                          <a:pt x="179" y="38"/>
                        </a:lnTo>
                        <a:lnTo>
                          <a:pt x="179" y="43"/>
                        </a:lnTo>
                        <a:lnTo>
                          <a:pt x="184" y="43"/>
                        </a:lnTo>
                        <a:lnTo>
                          <a:pt x="187" y="43"/>
                        </a:lnTo>
                        <a:lnTo>
                          <a:pt x="192" y="43"/>
                        </a:lnTo>
                        <a:lnTo>
                          <a:pt x="197" y="43"/>
                        </a:lnTo>
                        <a:lnTo>
                          <a:pt x="200" y="43"/>
                        </a:lnTo>
                        <a:lnTo>
                          <a:pt x="205" y="43"/>
                        </a:lnTo>
                        <a:lnTo>
                          <a:pt x="210" y="43"/>
                        </a:lnTo>
                        <a:lnTo>
                          <a:pt x="214" y="43"/>
                        </a:lnTo>
                        <a:lnTo>
                          <a:pt x="214" y="39"/>
                        </a:lnTo>
                        <a:lnTo>
                          <a:pt x="217" y="36"/>
                        </a:lnTo>
                        <a:lnTo>
                          <a:pt x="219" y="33"/>
                        </a:lnTo>
                        <a:lnTo>
                          <a:pt x="220" y="32"/>
                        </a:lnTo>
                        <a:lnTo>
                          <a:pt x="224" y="27"/>
                        </a:lnTo>
                        <a:lnTo>
                          <a:pt x="227" y="25"/>
                        </a:lnTo>
                        <a:lnTo>
                          <a:pt x="230" y="24"/>
                        </a:lnTo>
                        <a:lnTo>
                          <a:pt x="233" y="23"/>
                        </a:lnTo>
                        <a:lnTo>
                          <a:pt x="237" y="23"/>
                        </a:lnTo>
                        <a:lnTo>
                          <a:pt x="241" y="23"/>
                        </a:lnTo>
                        <a:lnTo>
                          <a:pt x="243" y="23"/>
                        </a:lnTo>
                        <a:lnTo>
                          <a:pt x="245" y="25"/>
                        </a:lnTo>
                        <a:lnTo>
                          <a:pt x="248" y="26"/>
                        </a:lnTo>
                        <a:lnTo>
                          <a:pt x="250" y="30"/>
                        </a:lnTo>
                        <a:lnTo>
                          <a:pt x="252" y="32"/>
                        </a:lnTo>
                        <a:lnTo>
                          <a:pt x="256" y="36"/>
                        </a:lnTo>
                        <a:lnTo>
                          <a:pt x="258" y="38"/>
                        </a:lnTo>
                        <a:lnTo>
                          <a:pt x="262" y="43"/>
                        </a:lnTo>
                        <a:lnTo>
                          <a:pt x="264" y="46"/>
                        </a:lnTo>
                        <a:lnTo>
                          <a:pt x="267" y="50"/>
                        </a:lnTo>
                        <a:lnTo>
                          <a:pt x="269" y="54"/>
                        </a:lnTo>
                        <a:lnTo>
                          <a:pt x="273" y="58"/>
                        </a:lnTo>
                        <a:lnTo>
                          <a:pt x="275" y="62"/>
                        </a:lnTo>
                        <a:lnTo>
                          <a:pt x="277" y="65"/>
                        </a:lnTo>
                        <a:lnTo>
                          <a:pt x="281" y="69"/>
                        </a:lnTo>
                        <a:lnTo>
                          <a:pt x="284" y="73"/>
                        </a:lnTo>
                        <a:lnTo>
                          <a:pt x="287" y="75"/>
                        </a:lnTo>
                        <a:lnTo>
                          <a:pt x="290" y="78"/>
                        </a:lnTo>
                        <a:lnTo>
                          <a:pt x="293" y="81"/>
                        </a:lnTo>
                        <a:lnTo>
                          <a:pt x="297" y="82"/>
                        </a:lnTo>
                        <a:lnTo>
                          <a:pt x="301" y="83"/>
                        </a:lnTo>
                        <a:lnTo>
                          <a:pt x="305" y="83"/>
                        </a:lnTo>
                        <a:lnTo>
                          <a:pt x="308" y="83"/>
                        </a:lnTo>
                        <a:lnTo>
                          <a:pt x="314" y="83"/>
                        </a:lnTo>
                        <a:lnTo>
                          <a:pt x="315" y="81"/>
                        </a:lnTo>
                        <a:lnTo>
                          <a:pt x="316" y="77"/>
                        </a:lnTo>
                        <a:lnTo>
                          <a:pt x="319" y="75"/>
                        </a:lnTo>
                        <a:lnTo>
                          <a:pt x="320" y="73"/>
                        </a:lnTo>
                        <a:lnTo>
                          <a:pt x="321" y="70"/>
                        </a:lnTo>
                        <a:lnTo>
                          <a:pt x="321" y="67"/>
                        </a:lnTo>
                        <a:lnTo>
                          <a:pt x="322" y="64"/>
                        </a:lnTo>
                        <a:lnTo>
                          <a:pt x="324" y="62"/>
                        </a:lnTo>
                        <a:lnTo>
                          <a:pt x="324" y="59"/>
                        </a:lnTo>
                        <a:lnTo>
                          <a:pt x="324" y="57"/>
                        </a:lnTo>
                        <a:lnTo>
                          <a:pt x="324" y="54"/>
                        </a:lnTo>
                        <a:lnTo>
                          <a:pt x="324" y="51"/>
                        </a:lnTo>
                        <a:lnTo>
                          <a:pt x="324" y="46"/>
                        </a:lnTo>
                        <a:lnTo>
                          <a:pt x="324" y="42"/>
                        </a:lnTo>
                        <a:lnTo>
                          <a:pt x="321" y="36"/>
                        </a:lnTo>
                        <a:lnTo>
                          <a:pt x="320" y="31"/>
                        </a:lnTo>
                        <a:lnTo>
                          <a:pt x="318" y="26"/>
                        </a:lnTo>
                        <a:lnTo>
                          <a:pt x="315" y="21"/>
                        </a:lnTo>
                        <a:lnTo>
                          <a:pt x="311" y="18"/>
                        </a:lnTo>
                        <a:lnTo>
                          <a:pt x="308" y="12"/>
                        </a:lnTo>
                        <a:lnTo>
                          <a:pt x="303" y="8"/>
                        </a:lnTo>
                        <a:lnTo>
                          <a:pt x="300" y="5"/>
                        </a:lnTo>
                        <a:lnTo>
                          <a:pt x="303" y="5"/>
                        </a:lnTo>
                        <a:lnTo>
                          <a:pt x="307" y="4"/>
                        </a:lnTo>
                        <a:lnTo>
                          <a:pt x="309" y="2"/>
                        </a:lnTo>
                        <a:lnTo>
                          <a:pt x="314" y="2"/>
                        </a:lnTo>
                        <a:lnTo>
                          <a:pt x="316" y="2"/>
                        </a:lnTo>
                        <a:lnTo>
                          <a:pt x="320" y="2"/>
                        </a:lnTo>
                        <a:lnTo>
                          <a:pt x="324" y="2"/>
                        </a:lnTo>
                        <a:lnTo>
                          <a:pt x="327" y="2"/>
                        </a:lnTo>
                        <a:lnTo>
                          <a:pt x="331" y="2"/>
                        </a:lnTo>
                        <a:lnTo>
                          <a:pt x="334" y="2"/>
                        </a:lnTo>
                        <a:lnTo>
                          <a:pt x="337" y="1"/>
                        </a:lnTo>
                        <a:lnTo>
                          <a:pt x="341" y="1"/>
                        </a:lnTo>
                        <a:lnTo>
                          <a:pt x="344" y="1"/>
                        </a:lnTo>
                        <a:lnTo>
                          <a:pt x="347" y="1"/>
                        </a:lnTo>
                        <a:lnTo>
                          <a:pt x="351" y="1"/>
                        </a:lnTo>
                        <a:lnTo>
                          <a:pt x="354" y="1"/>
                        </a:lnTo>
                        <a:lnTo>
                          <a:pt x="353" y="4"/>
                        </a:lnTo>
                        <a:lnTo>
                          <a:pt x="352" y="6"/>
                        </a:lnTo>
                        <a:lnTo>
                          <a:pt x="350" y="10"/>
                        </a:lnTo>
                        <a:lnTo>
                          <a:pt x="348" y="13"/>
                        </a:lnTo>
                        <a:lnTo>
                          <a:pt x="353" y="16"/>
                        </a:lnTo>
                        <a:lnTo>
                          <a:pt x="357" y="18"/>
                        </a:lnTo>
                        <a:lnTo>
                          <a:pt x="360" y="19"/>
                        </a:lnTo>
                        <a:lnTo>
                          <a:pt x="364" y="21"/>
                        </a:lnTo>
                        <a:lnTo>
                          <a:pt x="366" y="23"/>
                        </a:lnTo>
                        <a:lnTo>
                          <a:pt x="370" y="26"/>
                        </a:lnTo>
                        <a:lnTo>
                          <a:pt x="373" y="27"/>
                        </a:lnTo>
                        <a:lnTo>
                          <a:pt x="378" y="31"/>
                        </a:lnTo>
                        <a:lnTo>
                          <a:pt x="379" y="33"/>
                        </a:lnTo>
                        <a:lnTo>
                          <a:pt x="382" y="37"/>
                        </a:lnTo>
                        <a:lnTo>
                          <a:pt x="384" y="39"/>
                        </a:lnTo>
                        <a:lnTo>
                          <a:pt x="386" y="43"/>
                        </a:lnTo>
                        <a:lnTo>
                          <a:pt x="391" y="48"/>
                        </a:lnTo>
                        <a:lnTo>
                          <a:pt x="396" y="52"/>
                        </a:lnTo>
                        <a:lnTo>
                          <a:pt x="401" y="56"/>
                        </a:lnTo>
                        <a:lnTo>
                          <a:pt x="407" y="58"/>
                        </a:lnTo>
                        <a:lnTo>
                          <a:pt x="409" y="59"/>
                        </a:lnTo>
                        <a:lnTo>
                          <a:pt x="411" y="61"/>
                        </a:lnTo>
                        <a:lnTo>
                          <a:pt x="415" y="62"/>
                        </a:lnTo>
                        <a:lnTo>
                          <a:pt x="417" y="63"/>
                        </a:lnTo>
                        <a:lnTo>
                          <a:pt x="420" y="63"/>
                        </a:lnTo>
                        <a:lnTo>
                          <a:pt x="422" y="64"/>
                        </a:lnTo>
                        <a:lnTo>
                          <a:pt x="424" y="64"/>
                        </a:lnTo>
                        <a:lnTo>
                          <a:pt x="428" y="64"/>
                        </a:lnTo>
                        <a:lnTo>
                          <a:pt x="430" y="64"/>
                        </a:lnTo>
                        <a:lnTo>
                          <a:pt x="434" y="64"/>
                        </a:lnTo>
                        <a:lnTo>
                          <a:pt x="436" y="64"/>
                        </a:lnTo>
                        <a:lnTo>
                          <a:pt x="440" y="65"/>
                        </a:lnTo>
                        <a:lnTo>
                          <a:pt x="442" y="64"/>
                        </a:lnTo>
                        <a:lnTo>
                          <a:pt x="445" y="64"/>
                        </a:lnTo>
                        <a:lnTo>
                          <a:pt x="448" y="63"/>
                        </a:lnTo>
                        <a:lnTo>
                          <a:pt x="451" y="63"/>
                        </a:lnTo>
                        <a:lnTo>
                          <a:pt x="453" y="62"/>
                        </a:lnTo>
                        <a:lnTo>
                          <a:pt x="455" y="62"/>
                        </a:lnTo>
                        <a:lnTo>
                          <a:pt x="458" y="61"/>
                        </a:lnTo>
                        <a:lnTo>
                          <a:pt x="461" y="61"/>
                        </a:lnTo>
                        <a:lnTo>
                          <a:pt x="466" y="57"/>
                        </a:lnTo>
                        <a:lnTo>
                          <a:pt x="471" y="55"/>
                        </a:lnTo>
                        <a:lnTo>
                          <a:pt x="475" y="52"/>
                        </a:lnTo>
                        <a:lnTo>
                          <a:pt x="480" y="49"/>
                        </a:lnTo>
                        <a:lnTo>
                          <a:pt x="485" y="45"/>
                        </a:lnTo>
                        <a:lnTo>
                          <a:pt x="488" y="42"/>
                        </a:lnTo>
                        <a:lnTo>
                          <a:pt x="493" y="38"/>
                        </a:lnTo>
                        <a:lnTo>
                          <a:pt x="497" y="35"/>
                        </a:lnTo>
                        <a:lnTo>
                          <a:pt x="499" y="30"/>
                        </a:lnTo>
                        <a:lnTo>
                          <a:pt x="503" y="25"/>
                        </a:lnTo>
                        <a:lnTo>
                          <a:pt x="505" y="21"/>
                        </a:lnTo>
                        <a:lnTo>
                          <a:pt x="507" y="18"/>
                        </a:lnTo>
                        <a:lnTo>
                          <a:pt x="509" y="12"/>
                        </a:lnTo>
                        <a:lnTo>
                          <a:pt x="510" y="7"/>
                        </a:lnTo>
                        <a:lnTo>
                          <a:pt x="511" y="4"/>
                        </a:lnTo>
                        <a:lnTo>
                          <a:pt x="511" y="0"/>
                        </a:lnTo>
                        <a:lnTo>
                          <a:pt x="515" y="0"/>
                        </a:lnTo>
                        <a:lnTo>
                          <a:pt x="518" y="0"/>
                        </a:lnTo>
                        <a:lnTo>
                          <a:pt x="523" y="0"/>
                        </a:lnTo>
                        <a:lnTo>
                          <a:pt x="528" y="0"/>
                        </a:lnTo>
                        <a:lnTo>
                          <a:pt x="531" y="0"/>
                        </a:lnTo>
                        <a:lnTo>
                          <a:pt x="535" y="0"/>
                        </a:lnTo>
                        <a:lnTo>
                          <a:pt x="538" y="0"/>
                        </a:lnTo>
                        <a:lnTo>
                          <a:pt x="544" y="0"/>
                        </a:lnTo>
                        <a:lnTo>
                          <a:pt x="538" y="2"/>
                        </a:lnTo>
                        <a:lnTo>
                          <a:pt x="536" y="5"/>
                        </a:lnTo>
                        <a:lnTo>
                          <a:pt x="534" y="7"/>
                        </a:lnTo>
                        <a:lnTo>
                          <a:pt x="531" y="10"/>
                        </a:lnTo>
                        <a:lnTo>
                          <a:pt x="526" y="16"/>
                        </a:lnTo>
                        <a:lnTo>
                          <a:pt x="522" y="20"/>
                        </a:lnTo>
                        <a:lnTo>
                          <a:pt x="518" y="24"/>
                        </a:lnTo>
                        <a:lnTo>
                          <a:pt x="517" y="29"/>
                        </a:lnTo>
                        <a:lnTo>
                          <a:pt x="516" y="33"/>
                        </a:lnTo>
                        <a:lnTo>
                          <a:pt x="516" y="38"/>
                        </a:lnTo>
                        <a:lnTo>
                          <a:pt x="516" y="40"/>
                        </a:lnTo>
                        <a:lnTo>
                          <a:pt x="516" y="45"/>
                        </a:lnTo>
                        <a:lnTo>
                          <a:pt x="518" y="48"/>
                        </a:lnTo>
                        <a:lnTo>
                          <a:pt x="521" y="51"/>
                        </a:lnTo>
                        <a:lnTo>
                          <a:pt x="523" y="54"/>
                        </a:lnTo>
                        <a:lnTo>
                          <a:pt x="525" y="57"/>
                        </a:lnTo>
                        <a:lnTo>
                          <a:pt x="529" y="59"/>
                        </a:lnTo>
                        <a:lnTo>
                          <a:pt x="534" y="62"/>
                        </a:lnTo>
                        <a:lnTo>
                          <a:pt x="536" y="63"/>
                        </a:lnTo>
                        <a:lnTo>
                          <a:pt x="541" y="65"/>
                        </a:lnTo>
                        <a:lnTo>
                          <a:pt x="545" y="67"/>
                        </a:lnTo>
                        <a:lnTo>
                          <a:pt x="549" y="68"/>
                        </a:lnTo>
                        <a:lnTo>
                          <a:pt x="554" y="69"/>
                        </a:lnTo>
                        <a:lnTo>
                          <a:pt x="558" y="70"/>
                        </a:lnTo>
                        <a:lnTo>
                          <a:pt x="564" y="70"/>
                        </a:lnTo>
                        <a:lnTo>
                          <a:pt x="569" y="71"/>
                        </a:lnTo>
                        <a:lnTo>
                          <a:pt x="573" y="71"/>
                        </a:lnTo>
                        <a:lnTo>
                          <a:pt x="577" y="71"/>
                        </a:lnTo>
                        <a:lnTo>
                          <a:pt x="582" y="71"/>
                        </a:lnTo>
                        <a:lnTo>
                          <a:pt x="586" y="71"/>
                        </a:lnTo>
                        <a:lnTo>
                          <a:pt x="589" y="70"/>
                        </a:lnTo>
                        <a:lnTo>
                          <a:pt x="593" y="70"/>
                        </a:lnTo>
                        <a:lnTo>
                          <a:pt x="595" y="69"/>
                        </a:lnTo>
                        <a:lnTo>
                          <a:pt x="599" y="68"/>
                        </a:lnTo>
                        <a:lnTo>
                          <a:pt x="598" y="64"/>
                        </a:lnTo>
                        <a:lnTo>
                          <a:pt x="596" y="61"/>
                        </a:lnTo>
                        <a:lnTo>
                          <a:pt x="596" y="58"/>
                        </a:lnTo>
                        <a:lnTo>
                          <a:pt x="596" y="56"/>
                        </a:lnTo>
                        <a:lnTo>
                          <a:pt x="595" y="52"/>
                        </a:lnTo>
                        <a:lnTo>
                          <a:pt x="595" y="50"/>
                        </a:lnTo>
                        <a:lnTo>
                          <a:pt x="594" y="48"/>
                        </a:lnTo>
                        <a:lnTo>
                          <a:pt x="594" y="45"/>
                        </a:lnTo>
                        <a:lnTo>
                          <a:pt x="593" y="40"/>
                        </a:lnTo>
                        <a:lnTo>
                          <a:pt x="592" y="37"/>
                        </a:lnTo>
                        <a:lnTo>
                          <a:pt x="591" y="33"/>
                        </a:lnTo>
                        <a:lnTo>
                          <a:pt x="591" y="31"/>
                        </a:lnTo>
                        <a:lnTo>
                          <a:pt x="589" y="27"/>
                        </a:lnTo>
                        <a:lnTo>
                          <a:pt x="588" y="26"/>
                        </a:lnTo>
                        <a:lnTo>
                          <a:pt x="587" y="24"/>
                        </a:lnTo>
                        <a:lnTo>
                          <a:pt x="586" y="23"/>
                        </a:lnTo>
                        <a:lnTo>
                          <a:pt x="583" y="20"/>
                        </a:lnTo>
                        <a:lnTo>
                          <a:pt x="582" y="19"/>
                        </a:lnTo>
                        <a:lnTo>
                          <a:pt x="577" y="18"/>
                        </a:lnTo>
                        <a:lnTo>
                          <a:pt x="575" y="17"/>
                        </a:lnTo>
                        <a:lnTo>
                          <a:pt x="572" y="16"/>
                        </a:lnTo>
                        <a:lnTo>
                          <a:pt x="569" y="14"/>
                        </a:lnTo>
                        <a:lnTo>
                          <a:pt x="564" y="12"/>
                        </a:lnTo>
                        <a:lnTo>
                          <a:pt x="562" y="8"/>
                        </a:lnTo>
                        <a:lnTo>
                          <a:pt x="558" y="6"/>
                        </a:lnTo>
                        <a:lnTo>
                          <a:pt x="556" y="5"/>
                        </a:lnTo>
                        <a:lnTo>
                          <a:pt x="554" y="2"/>
                        </a:lnTo>
                        <a:lnTo>
                          <a:pt x="551" y="0"/>
                        </a:lnTo>
                        <a:lnTo>
                          <a:pt x="556" y="0"/>
                        </a:lnTo>
                        <a:lnTo>
                          <a:pt x="560" y="0"/>
                        </a:lnTo>
                        <a:lnTo>
                          <a:pt x="564" y="0"/>
                        </a:lnTo>
                        <a:lnTo>
                          <a:pt x="568" y="0"/>
                        </a:lnTo>
                        <a:lnTo>
                          <a:pt x="572" y="0"/>
                        </a:lnTo>
                        <a:lnTo>
                          <a:pt x="576" y="0"/>
                        </a:lnTo>
                        <a:lnTo>
                          <a:pt x="580" y="0"/>
                        </a:lnTo>
                        <a:lnTo>
                          <a:pt x="585" y="0"/>
                        </a:lnTo>
                        <a:lnTo>
                          <a:pt x="588" y="0"/>
                        </a:lnTo>
                        <a:lnTo>
                          <a:pt x="592" y="0"/>
                        </a:lnTo>
                        <a:lnTo>
                          <a:pt x="596" y="0"/>
                        </a:lnTo>
                        <a:lnTo>
                          <a:pt x="600" y="0"/>
                        </a:lnTo>
                        <a:lnTo>
                          <a:pt x="605" y="0"/>
                        </a:lnTo>
                        <a:lnTo>
                          <a:pt x="608" y="0"/>
                        </a:lnTo>
                        <a:lnTo>
                          <a:pt x="612" y="0"/>
                        </a:lnTo>
                        <a:lnTo>
                          <a:pt x="617" y="1"/>
                        </a:lnTo>
                        <a:lnTo>
                          <a:pt x="620" y="1"/>
                        </a:lnTo>
                        <a:lnTo>
                          <a:pt x="625" y="1"/>
                        </a:lnTo>
                        <a:lnTo>
                          <a:pt x="628" y="1"/>
                        </a:lnTo>
                        <a:lnTo>
                          <a:pt x="632" y="2"/>
                        </a:lnTo>
                        <a:lnTo>
                          <a:pt x="637" y="2"/>
                        </a:lnTo>
                        <a:lnTo>
                          <a:pt x="640" y="2"/>
                        </a:lnTo>
                        <a:lnTo>
                          <a:pt x="645" y="2"/>
                        </a:lnTo>
                        <a:lnTo>
                          <a:pt x="650" y="2"/>
                        </a:lnTo>
                        <a:lnTo>
                          <a:pt x="652" y="2"/>
                        </a:lnTo>
                        <a:lnTo>
                          <a:pt x="657" y="2"/>
                        </a:lnTo>
                        <a:lnTo>
                          <a:pt x="661" y="2"/>
                        </a:lnTo>
                        <a:lnTo>
                          <a:pt x="665" y="2"/>
                        </a:lnTo>
                        <a:lnTo>
                          <a:pt x="669" y="2"/>
                        </a:lnTo>
                        <a:lnTo>
                          <a:pt x="672" y="4"/>
                        </a:lnTo>
                        <a:lnTo>
                          <a:pt x="678" y="4"/>
                        </a:lnTo>
                        <a:lnTo>
                          <a:pt x="682" y="5"/>
                        </a:lnTo>
                        <a:lnTo>
                          <a:pt x="685" y="5"/>
                        </a:lnTo>
                        <a:lnTo>
                          <a:pt x="689" y="5"/>
                        </a:lnTo>
                        <a:lnTo>
                          <a:pt x="694" y="5"/>
                        </a:lnTo>
                        <a:lnTo>
                          <a:pt x="697" y="5"/>
                        </a:lnTo>
                        <a:lnTo>
                          <a:pt x="701" y="5"/>
                        </a:lnTo>
                        <a:lnTo>
                          <a:pt x="706" y="5"/>
                        </a:lnTo>
                        <a:lnTo>
                          <a:pt x="709" y="5"/>
                        </a:lnTo>
                        <a:lnTo>
                          <a:pt x="714" y="5"/>
                        </a:lnTo>
                        <a:lnTo>
                          <a:pt x="717" y="5"/>
                        </a:lnTo>
                        <a:lnTo>
                          <a:pt x="721" y="5"/>
                        </a:lnTo>
                        <a:lnTo>
                          <a:pt x="726" y="6"/>
                        </a:lnTo>
                        <a:lnTo>
                          <a:pt x="731" y="6"/>
                        </a:lnTo>
                        <a:lnTo>
                          <a:pt x="734" y="6"/>
                        </a:lnTo>
                        <a:lnTo>
                          <a:pt x="738" y="6"/>
                        </a:lnTo>
                        <a:lnTo>
                          <a:pt x="741" y="7"/>
                        </a:lnTo>
                        <a:lnTo>
                          <a:pt x="746" y="7"/>
                        </a:lnTo>
                        <a:lnTo>
                          <a:pt x="751" y="7"/>
                        </a:lnTo>
                        <a:lnTo>
                          <a:pt x="754" y="7"/>
                        </a:lnTo>
                        <a:lnTo>
                          <a:pt x="759" y="7"/>
                        </a:lnTo>
                        <a:lnTo>
                          <a:pt x="763" y="7"/>
                        </a:lnTo>
                        <a:lnTo>
                          <a:pt x="766" y="7"/>
                        </a:lnTo>
                        <a:lnTo>
                          <a:pt x="770" y="8"/>
                        </a:lnTo>
                        <a:lnTo>
                          <a:pt x="774" y="8"/>
                        </a:lnTo>
                        <a:lnTo>
                          <a:pt x="779" y="10"/>
                        </a:lnTo>
                        <a:lnTo>
                          <a:pt x="783" y="10"/>
                        </a:lnTo>
                        <a:lnTo>
                          <a:pt x="786" y="10"/>
                        </a:lnTo>
                        <a:lnTo>
                          <a:pt x="791" y="10"/>
                        </a:lnTo>
                        <a:lnTo>
                          <a:pt x="795" y="10"/>
                        </a:lnTo>
                        <a:lnTo>
                          <a:pt x="799" y="10"/>
                        </a:lnTo>
                        <a:lnTo>
                          <a:pt x="803" y="10"/>
                        </a:lnTo>
                        <a:lnTo>
                          <a:pt x="808" y="11"/>
                        </a:lnTo>
                        <a:lnTo>
                          <a:pt x="811" y="11"/>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6" name="Freeform 248"/>
                  <p:cNvSpPr/>
                  <p:nvPr/>
                </p:nvSpPr>
                <p:spPr bwMode="auto">
                  <a:xfrm>
                    <a:off x="5620" y="1690"/>
                    <a:ext cx="4" cy="4"/>
                  </a:xfrm>
                  <a:custGeom>
                    <a:avLst/>
                    <a:gdLst>
                      <a:gd name="T0" fmla="*/ 0 w 13"/>
                      <a:gd name="T1" fmla="*/ 0 h 14"/>
                      <a:gd name="T2" fmla="*/ 0 w 13"/>
                      <a:gd name="T3" fmla="*/ 0 h 14"/>
                      <a:gd name="T4" fmla="*/ 0 w 13"/>
                      <a:gd name="T5" fmla="*/ 0 h 14"/>
                      <a:gd name="T6" fmla="*/ 0 w 13"/>
                      <a:gd name="T7" fmla="*/ 0 h 14"/>
                      <a:gd name="T8" fmla="*/ 0 w 13"/>
                      <a:gd name="T9" fmla="*/ 0 h 14"/>
                      <a:gd name="T10" fmla="*/ 0 w 13"/>
                      <a:gd name="T11" fmla="*/ 0 h 14"/>
                      <a:gd name="T12" fmla="*/ 0 w 13"/>
                      <a:gd name="T13" fmla="*/ 0 h 14"/>
                      <a:gd name="T14" fmla="*/ 0 w 13"/>
                      <a:gd name="T15" fmla="*/ 0 h 14"/>
                      <a:gd name="T16" fmla="*/ 0 w 13"/>
                      <a:gd name="T17" fmla="*/ 0 h 14"/>
                      <a:gd name="T18" fmla="*/ 0 w 13"/>
                      <a:gd name="T19" fmla="*/ 0 h 14"/>
                      <a:gd name="T20" fmla="*/ 0 w 13"/>
                      <a:gd name="T21" fmla="*/ 0 h 14"/>
                      <a:gd name="T22" fmla="*/ 0 w 13"/>
                      <a:gd name="T23" fmla="*/ 0 h 14"/>
                      <a:gd name="T24" fmla="*/ 0 w 13"/>
                      <a:gd name="T25" fmla="*/ 0 h 14"/>
                      <a:gd name="T26" fmla="*/ 0 w 13"/>
                      <a:gd name="T27" fmla="*/ 0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
                      <a:gd name="T43" fmla="*/ 0 h 14"/>
                      <a:gd name="T44" fmla="*/ 13 w 13"/>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 h="14">
                        <a:moveTo>
                          <a:pt x="13" y="14"/>
                        </a:moveTo>
                        <a:lnTo>
                          <a:pt x="8" y="11"/>
                        </a:lnTo>
                        <a:lnTo>
                          <a:pt x="5" y="8"/>
                        </a:lnTo>
                        <a:lnTo>
                          <a:pt x="1" y="4"/>
                        </a:lnTo>
                        <a:lnTo>
                          <a:pt x="0" y="3"/>
                        </a:lnTo>
                        <a:lnTo>
                          <a:pt x="2" y="2"/>
                        </a:lnTo>
                        <a:lnTo>
                          <a:pt x="6" y="1"/>
                        </a:lnTo>
                        <a:lnTo>
                          <a:pt x="9" y="0"/>
                        </a:lnTo>
                        <a:lnTo>
                          <a:pt x="13" y="0"/>
                        </a:lnTo>
                        <a:lnTo>
                          <a:pt x="13" y="2"/>
                        </a:lnTo>
                        <a:lnTo>
                          <a:pt x="13" y="7"/>
                        </a:lnTo>
                        <a:lnTo>
                          <a:pt x="13" y="10"/>
                        </a:lnTo>
                        <a:lnTo>
                          <a:pt x="13" y="1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7" name="Freeform 249"/>
                  <p:cNvSpPr/>
                  <p:nvPr/>
                </p:nvSpPr>
                <p:spPr bwMode="auto">
                  <a:xfrm>
                    <a:off x="5285" y="1942"/>
                    <a:ext cx="475" cy="36"/>
                  </a:xfrm>
                  <a:custGeom>
                    <a:avLst/>
                    <a:gdLst>
                      <a:gd name="T0" fmla="*/ 0 w 1425"/>
                      <a:gd name="T1" fmla="*/ 0 h 109"/>
                      <a:gd name="T2" fmla="*/ 0 w 1425"/>
                      <a:gd name="T3" fmla="*/ 0 h 109"/>
                      <a:gd name="T4" fmla="*/ 0 w 1425"/>
                      <a:gd name="T5" fmla="*/ 0 h 109"/>
                      <a:gd name="T6" fmla="*/ 0 w 1425"/>
                      <a:gd name="T7" fmla="*/ 0 h 109"/>
                      <a:gd name="T8" fmla="*/ 0 w 1425"/>
                      <a:gd name="T9" fmla="*/ 0 h 109"/>
                      <a:gd name="T10" fmla="*/ 0 w 1425"/>
                      <a:gd name="T11" fmla="*/ 0 h 109"/>
                      <a:gd name="T12" fmla="*/ 0 w 1425"/>
                      <a:gd name="T13" fmla="*/ 0 h 109"/>
                      <a:gd name="T14" fmla="*/ 0 w 1425"/>
                      <a:gd name="T15" fmla="*/ 0 h 109"/>
                      <a:gd name="T16" fmla="*/ 0 w 1425"/>
                      <a:gd name="T17" fmla="*/ 0 h 109"/>
                      <a:gd name="T18" fmla="*/ 0 w 1425"/>
                      <a:gd name="T19" fmla="*/ 0 h 109"/>
                      <a:gd name="T20" fmla="*/ 0 w 1425"/>
                      <a:gd name="T21" fmla="*/ 0 h 109"/>
                      <a:gd name="T22" fmla="*/ 0 w 1425"/>
                      <a:gd name="T23" fmla="*/ 0 h 109"/>
                      <a:gd name="T24" fmla="*/ 0 w 1425"/>
                      <a:gd name="T25" fmla="*/ 0 h 109"/>
                      <a:gd name="T26" fmla="*/ 0 w 1425"/>
                      <a:gd name="T27" fmla="*/ 0 h 109"/>
                      <a:gd name="T28" fmla="*/ 0 w 1425"/>
                      <a:gd name="T29" fmla="*/ 0 h 109"/>
                      <a:gd name="T30" fmla="*/ 0 w 1425"/>
                      <a:gd name="T31" fmla="*/ 0 h 109"/>
                      <a:gd name="T32" fmla="*/ 0 w 1425"/>
                      <a:gd name="T33" fmla="*/ 0 h 109"/>
                      <a:gd name="T34" fmla="*/ 0 w 1425"/>
                      <a:gd name="T35" fmla="*/ 0 h 109"/>
                      <a:gd name="T36" fmla="*/ 0 w 1425"/>
                      <a:gd name="T37" fmla="*/ 0 h 109"/>
                      <a:gd name="T38" fmla="*/ 0 w 1425"/>
                      <a:gd name="T39" fmla="*/ 0 h 109"/>
                      <a:gd name="T40" fmla="*/ 0 w 1425"/>
                      <a:gd name="T41" fmla="*/ 0 h 109"/>
                      <a:gd name="T42" fmla="*/ 0 w 1425"/>
                      <a:gd name="T43" fmla="*/ 0 h 109"/>
                      <a:gd name="T44" fmla="*/ 0 w 1425"/>
                      <a:gd name="T45" fmla="*/ 0 h 109"/>
                      <a:gd name="T46" fmla="*/ 0 w 1425"/>
                      <a:gd name="T47" fmla="*/ 0 h 109"/>
                      <a:gd name="T48" fmla="*/ 0 w 1425"/>
                      <a:gd name="T49" fmla="*/ 0 h 109"/>
                      <a:gd name="T50" fmla="*/ 0 w 1425"/>
                      <a:gd name="T51" fmla="*/ 0 h 109"/>
                      <a:gd name="T52" fmla="*/ 0 w 1425"/>
                      <a:gd name="T53" fmla="*/ 0 h 109"/>
                      <a:gd name="T54" fmla="*/ 0 w 1425"/>
                      <a:gd name="T55" fmla="*/ 0 h 109"/>
                      <a:gd name="T56" fmla="*/ 0 w 1425"/>
                      <a:gd name="T57" fmla="*/ 0 h 109"/>
                      <a:gd name="T58" fmla="*/ 0 w 1425"/>
                      <a:gd name="T59" fmla="*/ 0 h 109"/>
                      <a:gd name="T60" fmla="*/ 0 w 1425"/>
                      <a:gd name="T61" fmla="*/ 0 h 109"/>
                      <a:gd name="T62" fmla="*/ 0 w 1425"/>
                      <a:gd name="T63" fmla="*/ 0 h 109"/>
                      <a:gd name="T64" fmla="*/ 0 w 1425"/>
                      <a:gd name="T65" fmla="*/ 0 h 109"/>
                      <a:gd name="T66" fmla="*/ 0 w 1425"/>
                      <a:gd name="T67" fmla="*/ 0 h 109"/>
                      <a:gd name="T68" fmla="*/ 0 w 1425"/>
                      <a:gd name="T69" fmla="*/ 0 h 109"/>
                      <a:gd name="T70" fmla="*/ 0 w 1425"/>
                      <a:gd name="T71" fmla="*/ 0 h 109"/>
                      <a:gd name="T72" fmla="*/ 0 w 1425"/>
                      <a:gd name="T73" fmla="*/ 0 h 109"/>
                      <a:gd name="T74" fmla="*/ 0 w 1425"/>
                      <a:gd name="T75" fmla="*/ 0 h 109"/>
                      <a:gd name="T76" fmla="*/ 0 w 1425"/>
                      <a:gd name="T77" fmla="*/ 0 h 109"/>
                      <a:gd name="T78" fmla="*/ 0 w 1425"/>
                      <a:gd name="T79" fmla="*/ 0 h 109"/>
                      <a:gd name="T80" fmla="*/ 0 w 1425"/>
                      <a:gd name="T81" fmla="*/ 0 h 109"/>
                      <a:gd name="T82" fmla="*/ 0 w 1425"/>
                      <a:gd name="T83" fmla="*/ 0 h 109"/>
                      <a:gd name="T84" fmla="*/ 0 w 1425"/>
                      <a:gd name="T85" fmla="*/ 0 h 109"/>
                      <a:gd name="T86" fmla="*/ 0 w 1425"/>
                      <a:gd name="T87" fmla="*/ 0 h 109"/>
                      <a:gd name="T88" fmla="*/ 0 w 1425"/>
                      <a:gd name="T89" fmla="*/ 0 h 109"/>
                      <a:gd name="T90" fmla="*/ 0 w 1425"/>
                      <a:gd name="T91" fmla="*/ 0 h 109"/>
                      <a:gd name="T92" fmla="*/ 0 w 1425"/>
                      <a:gd name="T93" fmla="*/ 0 h 109"/>
                      <a:gd name="T94" fmla="*/ 0 w 1425"/>
                      <a:gd name="T95" fmla="*/ 0 h 109"/>
                      <a:gd name="T96" fmla="*/ 0 w 1425"/>
                      <a:gd name="T97" fmla="*/ 0 h 109"/>
                      <a:gd name="T98" fmla="*/ 0 w 1425"/>
                      <a:gd name="T99" fmla="*/ 0 h 109"/>
                      <a:gd name="T100" fmla="*/ 0 w 1425"/>
                      <a:gd name="T101" fmla="*/ 0 h 109"/>
                      <a:gd name="T102" fmla="*/ 0 w 1425"/>
                      <a:gd name="T103" fmla="*/ 0 h 109"/>
                      <a:gd name="T104" fmla="*/ 0 w 1425"/>
                      <a:gd name="T105" fmla="*/ 0 h 109"/>
                      <a:gd name="T106" fmla="*/ 0 w 1425"/>
                      <a:gd name="T107" fmla="*/ 0 h 109"/>
                      <a:gd name="T108" fmla="*/ 0 w 1425"/>
                      <a:gd name="T109" fmla="*/ 0 h 109"/>
                      <a:gd name="T110" fmla="*/ 0 w 1425"/>
                      <a:gd name="T111" fmla="*/ 0 h 109"/>
                      <a:gd name="T112" fmla="*/ 0 w 1425"/>
                      <a:gd name="T113" fmla="*/ 0 h 109"/>
                      <a:gd name="T114" fmla="*/ 0 w 1425"/>
                      <a:gd name="T115" fmla="*/ 0 h 109"/>
                      <a:gd name="T116" fmla="*/ 0 w 1425"/>
                      <a:gd name="T117" fmla="*/ 0 h 109"/>
                      <a:gd name="T118" fmla="*/ 0 w 1425"/>
                      <a:gd name="T119" fmla="*/ 0 h 109"/>
                      <a:gd name="T120" fmla="*/ 0 w 1425"/>
                      <a:gd name="T121" fmla="*/ 0 h 109"/>
                      <a:gd name="T122" fmla="*/ 0 w 1425"/>
                      <a:gd name="T123" fmla="*/ 0 h 10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25"/>
                      <a:gd name="T187" fmla="*/ 0 h 109"/>
                      <a:gd name="T188" fmla="*/ 1425 w 1425"/>
                      <a:gd name="T189" fmla="*/ 109 h 10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25" h="109">
                        <a:moveTo>
                          <a:pt x="13" y="6"/>
                        </a:moveTo>
                        <a:lnTo>
                          <a:pt x="14" y="6"/>
                        </a:lnTo>
                        <a:lnTo>
                          <a:pt x="17" y="6"/>
                        </a:lnTo>
                        <a:lnTo>
                          <a:pt x="20" y="6"/>
                        </a:lnTo>
                        <a:lnTo>
                          <a:pt x="24" y="6"/>
                        </a:lnTo>
                        <a:lnTo>
                          <a:pt x="28" y="7"/>
                        </a:lnTo>
                        <a:lnTo>
                          <a:pt x="31" y="7"/>
                        </a:lnTo>
                        <a:lnTo>
                          <a:pt x="34" y="8"/>
                        </a:lnTo>
                        <a:lnTo>
                          <a:pt x="37" y="8"/>
                        </a:lnTo>
                        <a:lnTo>
                          <a:pt x="40" y="8"/>
                        </a:lnTo>
                        <a:lnTo>
                          <a:pt x="44" y="8"/>
                        </a:lnTo>
                        <a:lnTo>
                          <a:pt x="47" y="9"/>
                        </a:lnTo>
                        <a:lnTo>
                          <a:pt x="51" y="9"/>
                        </a:lnTo>
                        <a:lnTo>
                          <a:pt x="55" y="10"/>
                        </a:lnTo>
                        <a:lnTo>
                          <a:pt x="58" y="10"/>
                        </a:lnTo>
                        <a:lnTo>
                          <a:pt x="63" y="10"/>
                        </a:lnTo>
                        <a:lnTo>
                          <a:pt x="68" y="10"/>
                        </a:lnTo>
                        <a:lnTo>
                          <a:pt x="71" y="12"/>
                        </a:lnTo>
                        <a:lnTo>
                          <a:pt x="76" y="12"/>
                        </a:lnTo>
                        <a:lnTo>
                          <a:pt x="81" y="13"/>
                        </a:lnTo>
                        <a:lnTo>
                          <a:pt x="85" y="13"/>
                        </a:lnTo>
                        <a:lnTo>
                          <a:pt x="90" y="13"/>
                        </a:lnTo>
                        <a:lnTo>
                          <a:pt x="95" y="14"/>
                        </a:lnTo>
                        <a:lnTo>
                          <a:pt x="101" y="14"/>
                        </a:lnTo>
                        <a:lnTo>
                          <a:pt x="104" y="15"/>
                        </a:lnTo>
                        <a:lnTo>
                          <a:pt x="112" y="15"/>
                        </a:lnTo>
                        <a:lnTo>
                          <a:pt x="116" y="15"/>
                        </a:lnTo>
                        <a:lnTo>
                          <a:pt x="121" y="16"/>
                        </a:lnTo>
                        <a:lnTo>
                          <a:pt x="126" y="16"/>
                        </a:lnTo>
                        <a:lnTo>
                          <a:pt x="132" y="18"/>
                        </a:lnTo>
                        <a:lnTo>
                          <a:pt x="136" y="18"/>
                        </a:lnTo>
                        <a:lnTo>
                          <a:pt x="142" y="18"/>
                        </a:lnTo>
                        <a:lnTo>
                          <a:pt x="147" y="18"/>
                        </a:lnTo>
                        <a:lnTo>
                          <a:pt x="153" y="19"/>
                        </a:lnTo>
                        <a:lnTo>
                          <a:pt x="159" y="19"/>
                        </a:lnTo>
                        <a:lnTo>
                          <a:pt x="165" y="19"/>
                        </a:lnTo>
                        <a:lnTo>
                          <a:pt x="170" y="20"/>
                        </a:lnTo>
                        <a:lnTo>
                          <a:pt x="176" y="20"/>
                        </a:lnTo>
                        <a:lnTo>
                          <a:pt x="182" y="20"/>
                        </a:lnTo>
                        <a:lnTo>
                          <a:pt x="187" y="21"/>
                        </a:lnTo>
                        <a:lnTo>
                          <a:pt x="193" y="21"/>
                        </a:lnTo>
                        <a:lnTo>
                          <a:pt x="199" y="21"/>
                        </a:lnTo>
                        <a:lnTo>
                          <a:pt x="204" y="21"/>
                        </a:lnTo>
                        <a:lnTo>
                          <a:pt x="210" y="21"/>
                        </a:lnTo>
                        <a:lnTo>
                          <a:pt x="215" y="21"/>
                        </a:lnTo>
                        <a:lnTo>
                          <a:pt x="221" y="22"/>
                        </a:lnTo>
                        <a:lnTo>
                          <a:pt x="225" y="22"/>
                        </a:lnTo>
                        <a:lnTo>
                          <a:pt x="231" y="22"/>
                        </a:lnTo>
                        <a:lnTo>
                          <a:pt x="237" y="22"/>
                        </a:lnTo>
                        <a:lnTo>
                          <a:pt x="243" y="22"/>
                        </a:lnTo>
                        <a:lnTo>
                          <a:pt x="248" y="22"/>
                        </a:lnTo>
                        <a:lnTo>
                          <a:pt x="253" y="22"/>
                        </a:lnTo>
                        <a:lnTo>
                          <a:pt x="259" y="22"/>
                        </a:lnTo>
                        <a:lnTo>
                          <a:pt x="263" y="22"/>
                        </a:lnTo>
                        <a:lnTo>
                          <a:pt x="268" y="22"/>
                        </a:lnTo>
                        <a:lnTo>
                          <a:pt x="274" y="22"/>
                        </a:lnTo>
                        <a:lnTo>
                          <a:pt x="279" y="22"/>
                        </a:lnTo>
                        <a:lnTo>
                          <a:pt x="284" y="22"/>
                        </a:lnTo>
                        <a:lnTo>
                          <a:pt x="288" y="21"/>
                        </a:lnTo>
                        <a:lnTo>
                          <a:pt x="292" y="21"/>
                        </a:lnTo>
                        <a:lnTo>
                          <a:pt x="294" y="21"/>
                        </a:lnTo>
                        <a:lnTo>
                          <a:pt x="297" y="21"/>
                        </a:lnTo>
                        <a:lnTo>
                          <a:pt x="299" y="21"/>
                        </a:lnTo>
                        <a:lnTo>
                          <a:pt x="303" y="21"/>
                        </a:lnTo>
                        <a:lnTo>
                          <a:pt x="305" y="20"/>
                        </a:lnTo>
                        <a:lnTo>
                          <a:pt x="306" y="20"/>
                        </a:lnTo>
                        <a:lnTo>
                          <a:pt x="310" y="20"/>
                        </a:lnTo>
                        <a:lnTo>
                          <a:pt x="313" y="20"/>
                        </a:lnTo>
                        <a:lnTo>
                          <a:pt x="316" y="20"/>
                        </a:lnTo>
                        <a:lnTo>
                          <a:pt x="319" y="20"/>
                        </a:lnTo>
                        <a:lnTo>
                          <a:pt x="322" y="20"/>
                        </a:lnTo>
                        <a:lnTo>
                          <a:pt x="324" y="20"/>
                        </a:lnTo>
                        <a:lnTo>
                          <a:pt x="327" y="19"/>
                        </a:lnTo>
                        <a:lnTo>
                          <a:pt x="330" y="19"/>
                        </a:lnTo>
                        <a:lnTo>
                          <a:pt x="335" y="19"/>
                        </a:lnTo>
                        <a:lnTo>
                          <a:pt x="337" y="19"/>
                        </a:lnTo>
                        <a:lnTo>
                          <a:pt x="339" y="19"/>
                        </a:lnTo>
                        <a:lnTo>
                          <a:pt x="344" y="19"/>
                        </a:lnTo>
                        <a:lnTo>
                          <a:pt x="346" y="19"/>
                        </a:lnTo>
                        <a:lnTo>
                          <a:pt x="351" y="19"/>
                        </a:lnTo>
                        <a:lnTo>
                          <a:pt x="355" y="18"/>
                        </a:lnTo>
                        <a:lnTo>
                          <a:pt x="357" y="18"/>
                        </a:lnTo>
                        <a:lnTo>
                          <a:pt x="361" y="18"/>
                        </a:lnTo>
                        <a:lnTo>
                          <a:pt x="364" y="18"/>
                        </a:lnTo>
                        <a:lnTo>
                          <a:pt x="369" y="18"/>
                        </a:lnTo>
                        <a:lnTo>
                          <a:pt x="373" y="18"/>
                        </a:lnTo>
                        <a:lnTo>
                          <a:pt x="376" y="18"/>
                        </a:lnTo>
                        <a:lnTo>
                          <a:pt x="381" y="18"/>
                        </a:lnTo>
                        <a:lnTo>
                          <a:pt x="384" y="18"/>
                        </a:lnTo>
                        <a:lnTo>
                          <a:pt x="388" y="18"/>
                        </a:lnTo>
                        <a:lnTo>
                          <a:pt x="392" y="18"/>
                        </a:lnTo>
                        <a:lnTo>
                          <a:pt x="396" y="18"/>
                        </a:lnTo>
                        <a:lnTo>
                          <a:pt x="400" y="16"/>
                        </a:lnTo>
                        <a:lnTo>
                          <a:pt x="403" y="16"/>
                        </a:lnTo>
                        <a:lnTo>
                          <a:pt x="408" y="16"/>
                        </a:lnTo>
                        <a:lnTo>
                          <a:pt x="412" y="16"/>
                        </a:lnTo>
                        <a:lnTo>
                          <a:pt x="415" y="16"/>
                        </a:lnTo>
                        <a:lnTo>
                          <a:pt x="420" y="16"/>
                        </a:lnTo>
                        <a:lnTo>
                          <a:pt x="425" y="16"/>
                        </a:lnTo>
                        <a:lnTo>
                          <a:pt x="428" y="16"/>
                        </a:lnTo>
                        <a:lnTo>
                          <a:pt x="433" y="16"/>
                        </a:lnTo>
                        <a:lnTo>
                          <a:pt x="438" y="16"/>
                        </a:lnTo>
                        <a:lnTo>
                          <a:pt x="441" y="16"/>
                        </a:lnTo>
                        <a:lnTo>
                          <a:pt x="446" y="16"/>
                        </a:lnTo>
                        <a:lnTo>
                          <a:pt x="451" y="15"/>
                        </a:lnTo>
                        <a:lnTo>
                          <a:pt x="456" y="15"/>
                        </a:lnTo>
                        <a:lnTo>
                          <a:pt x="459" y="15"/>
                        </a:lnTo>
                        <a:lnTo>
                          <a:pt x="463" y="15"/>
                        </a:lnTo>
                        <a:lnTo>
                          <a:pt x="469" y="15"/>
                        </a:lnTo>
                        <a:lnTo>
                          <a:pt x="472" y="15"/>
                        </a:lnTo>
                        <a:lnTo>
                          <a:pt x="477" y="15"/>
                        </a:lnTo>
                        <a:lnTo>
                          <a:pt x="482" y="15"/>
                        </a:lnTo>
                        <a:lnTo>
                          <a:pt x="486" y="15"/>
                        </a:lnTo>
                        <a:lnTo>
                          <a:pt x="490" y="15"/>
                        </a:lnTo>
                        <a:lnTo>
                          <a:pt x="495" y="15"/>
                        </a:lnTo>
                        <a:lnTo>
                          <a:pt x="500" y="15"/>
                        </a:lnTo>
                        <a:lnTo>
                          <a:pt x="504" y="15"/>
                        </a:lnTo>
                        <a:lnTo>
                          <a:pt x="509" y="15"/>
                        </a:lnTo>
                        <a:lnTo>
                          <a:pt x="514" y="15"/>
                        </a:lnTo>
                        <a:lnTo>
                          <a:pt x="519" y="15"/>
                        </a:lnTo>
                        <a:lnTo>
                          <a:pt x="516" y="16"/>
                        </a:lnTo>
                        <a:lnTo>
                          <a:pt x="513" y="18"/>
                        </a:lnTo>
                        <a:lnTo>
                          <a:pt x="510" y="18"/>
                        </a:lnTo>
                        <a:lnTo>
                          <a:pt x="507" y="20"/>
                        </a:lnTo>
                        <a:lnTo>
                          <a:pt x="504" y="21"/>
                        </a:lnTo>
                        <a:lnTo>
                          <a:pt x="501" y="21"/>
                        </a:lnTo>
                        <a:lnTo>
                          <a:pt x="498" y="24"/>
                        </a:lnTo>
                        <a:lnTo>
                          <a:pt x="497" y="25"/>
                        </a:lnTo>
                        <a:lnTo>
                          <a:pt x="491" y="27"/>
                        </a:lnTo>
                        <a:lnTo>
                          <a:pt x="488" y="29"/>
                        </a:lnTo>
                        <a:lnTo>
                          <a:pt x="483" y="33"/>
                        </a:lnTo>
                        <a:lnTo>
                          <a:pt x="479" y="37"/>
                        </a:lnTo>
                        <a:lnTo>
                          <a:pt x="476" y="40"/>
                        </a:lnTo>
                        <a:lnTo>
                          <a:pt x="473" y="45"/>
                        </a:lnTo>
                        <a:lnTo>
                          <a:pt x="471" y="46"/>
                        </a:lnTo>
                        <a:lnTo>
                          <a:pt x="471" y="48"/>
                        </a:lnTo>
                        <a:lnTo>
                          <a:pt x="470" y="51"/>
                        </a:lnTo>
                        <a:lnTo>
                          <a:pt x="469" y="54"/>
                        </a:lnTo>
                        <a:lnTo>
                          <a:pt x="469" y="56"/>
                        </a:lnTo>
                        <a:lnTo>
                          <a:pt x="469" y="59"/>
                        </a:lnTo>
                        <a:lnTo>
                          <a:pt x="467" y="62"/>
                        </a:lnTo>
                        <a:lnTo>
                          <a:pt x="467" y="65"/>
                        </a:lnTo>
                        <a:lnTo>
                          <a:pt x="467" y="69"/>
                        </a:lnTo>
                        <a:lnTo>
                          <a:pt x="467" y="71"/>
                        </a:lnTo>
                        <a:lnTo>
                          <a:pt x="469" y="75"/>
                        </a:lnTo>
                        <a:lnTo>
                          <a:pt x="469" y="79"/>
                        </a:lnTo>
                        <a:lnTo>
                          <a:pt x="471" y="78"/>
                        </a:lnTo>
                        <a:lnTo>
                          <a:pt x="473" y="78"/>
                        </a:lnTo>
                        <a:lnTo>
                          <a:pt x="476" y="77"/>
                        </a:lnTo>
                        <a:lnTo>
                          <a:pt x="479" y="77"/>
                        </a:lnTo>
                        <a:lnTo>
                          <a:pt x="482" y="76"/>
                        </a:lnTo>
                        <a:lnTo>
                          <a:pt x="484" y="76"/>
                        </a:lnTo>
                        <a:lnTo>
                          <a:pt x="486" y="76"/>
                        </a:lnTo>
                        <a:lnTo>
                          <a:pt x="490" y="75"/>
                        </a:lnTo>
                        <a:lnTo>
                          <a:pt x="495" y="73"/>
                        </a:lnTo>
                        <a:lnTo>
                          <a:pt x="500" y="71"/>
                        </a:lnTo>
                        <a:lnTo>
                          <a:pt x="504" y="71"/>
                        </a:lnTo>
                        <a:lnTo>
                          <a:pt x="510" y="70"/>
                        </a:lnTo>
                        <a:lnTo>
                          <a:pt x="515" y="67"/>
                        </a:lnTo>
                        <a:lnTo>
                          <a:pt x="519" y="66"/>
                        </a:lnTo>
                        <a:lnTo>
                          <a:pt x="524" y="64"/>
                        </a:lnTo>
                        <a:lnTo>
                          <a:pt x="529" y="63"/>
                        </a:lnTo>
                        <a:lnTo>
                          <a:pt x="534" y="60"/>
                        </a:lnTo>
                        <a:lnTo>
                          <a:pt x="539" y="59"/>
                        </a:lnTo>
                        <a:lnTo>
                          <a:pt x="543" y="56"/>
                        </a:lnTo>
                        <a:lnTo>
                          <a:pt x="548" y="54"/>
                        </a:lnTo>
                        <a:lnTo>
                          <a:pt x="552" y="52"/>
                        </a:lnTo>
                        <a:lnTo>
                          <a:pt x="556" y="51"/>
                        </a:lnTo>
                        <a:lnTo>
                          <a:pt x="562" y="48"/>
                        </a:lnTo>
                        <a:lnTo>
                          <a:pt x="567" y="46"/>
                        </a:lnTo>
                        <a:lnTo>
                          <a:pt x="571" y="44"/>
                        </a:lnTo>
                        <a:lnTo>
                          <a:pt x="577" y="41"/>
                        </a:lnTo>
                        <a:lnTo>
                          <a:pt x="581" y="39"/>
                        </a:lnTo>
                        <a:lnTo>
                          <a:pt x="586" y="38"/>
                        </a:lnTo>
                        <a:lnTo>
                          <a:pt x="591" y="35"/>
                        </a:lnTo>
                        <a:lnTo>
                          <a:pt x="596" y="34"/>
                        </a:lnTo>
                        <a:lnTo>
                          <a:pt x="600" y="33"/>
                        </a:lnTo>
                        <a:lnTo>
                          <a:pt x="606" y="31"/>
                        </a:lnTo>
                        <a:lnTo>
                          <a:pt x="611" y="29"/>
                        </a:lnTo>
                        <a:lnTo>
                          <a:pt x="616" y="28"/>
                        </a:lnTo>
                        <a:lnTo>
                          <a:pt x="619" y="27"/>
                        </a:lnTo>
                        <a:lnTo>
                          <a:pt x="622" y="27"/>
                        </a:lnTo>
                        <a:lnTo>
                          <a:pt x="625" y="26"/>
                        </a:lnTo>
                        <a:lnTo>
                          <a:pt x="628" y="26"/>
                        </a:lnTo>
                        <a:lnTo>
                          <a:pt x="625" y="24"/>
                        </a:lnTo>
                        <a:lnTo>
                          <a:pt x="624" y="21"/>
                        </a:lnTo>
                        <a:lnTo>
                          <a:pt x="621" y="18"/>
                        </a:lnTo>
                        <a:lnTo>
                          <a:pt x="618" y="14"/>
                        </a:lnTo>
                        <a:lnTo>
                          <a:pt x="621" y="13"/>
                        </a:lnTo>
                        <a:lnTo>
                          <a:pt x="625" y="13"/>
                        </a:lnTo>
                        <a:lnTo>
                          <a:pt x="628" y="13"/>
                        </a:lnTo>
                        <a:lnTo>
                          <a:pt x="632" y="13"/>
                        </a:lnTo>
                        <a:lnTo>
                          <a:pt x="637" y="13"/>
                        </a:lnTo>
                        <a:lnTo>
                          <a:pt x="641" y="13"/>
                        </a:lnTo>
                        <a:lnTo>
                          <a:pt x="644" y="13"/>
                        </a:lnTo>
                        <a:lnTo>
                          <a:pt x="648" y="13"/>
                        </a:lnTo>
                        <a:lnTo>
                          <a:pt x="651" y="13"/>
                        </a:lnTo>
                        <a:lnTo>
                          <a:pt x="656" y="13"/>
                        </a:lnTo>
                        <a:lnTo>
                          <a:pt x="660" y="13"/>
                        </a:lnTo>
                        <a:lnTo>
                          <a:pt x="663" y="13"/>
                        </a:lnTo>
                        <a:lnTo>
                          <a:pt x="667" y="13"/>
                        </a:lnTo>
                        <a:lnTo>
                          <a:pt x="670" y="13"/>
                        </a:lnTo>
                        <a:lnTo>
                          <a:pt x="674" y="13"/>
                        </a:lnTo>
                        <a:lnTo>
                          <a:pt x="679" y="13"/>
                        </a:lnTo>
                        <a:lnTo>
                          <a:pt x="682" y="13"/>
                        </a:lnTo>
                        <a:lnTo>
                          <a:pt x="686" y="13"/>
                        </a:lnTo>
                        <a:lnTo>
                          <a:pt x="689" y="13"/>
                        </a:lnTo>
                        <a:lnTo>
                          <a:pt x="693" y="13"/>
                        </a:lnTo>
                        <a:lnTo>
                          <a:pt x="696" y="13"/>
                        </a:lnTo>
                        <a:lnTo>
                          <a:pt x="700" y="13"/>
                        </a:lnTo>
                        <a:lnTo>
                          <a:pt x="704" y="13"/>
                        </a:lnTo>
                        <a:lnTo>
                          <a:pt x="707" y="13"/>
                        </a:lnTo>
                        <a:lnTo>
                          <a:pt x="711" y="13"/>
                        </a:lnTo>
                        <a:lnTo>
                          <a:pt x="714" y="13"/>
                        </a:lnTo>
                        <a:lnTo>
                          <a:pt x="718" y="13"/>
                        </a:lnTo>
                        <a:lnTo>
                          <a:pt x="721" y="13"/>
                        </a:lnTo>
                        <a:lnTo>
                          <a:pt x="724" y="13"/>
                        </a:lnTo>
                        <a:lnTo>
                          <a:pt x="729" y="13"/>
                        </a:lnTo>
                        <a:lnTo>
                          <a:pt x="731" y="13"/>
                        </a:lnTo>
                        <a:lnTo>
                          <a:pt x="734" y="14"/>
                        </a:lnTo>
                        <a:lnTo>
                          <a:pt x="738" y="14"/>
                        </a:lnTo>
                        <a:lnTo>
                          <a:pt x="742" y="14"/>
                        </a:lnTo>
                        <a:lnTo>
                          <a:pt x="744" y="14"/>
                        </a:lnTo>
                        <a:lnTo>
                          <a:pt x="746" y="14"/>
                        </a:lnTo>
                        <a:lnTo>
                          <a:pt x="750" y="14"/>
                        </a:lnTo>
                        <a:lnTo>
                          <a:pt x="753" y="14"/>
                        </a:lnTo>
                        <a:lnTo>
                          <a:pt x="756" y="14"/>
                        </a:lnTo>
                        <a:lnTo>
                          <a:pt x="759" y="14"/>
                        </a:lnTo>
                        <a:lnTo>
                          <a:pt x="762" y="14"/>
                        </a:lnTo>
                        <a:lnTo>
                          <a:pt x="764" y="14"/>
                        </a:lnTo>
                        <a:lnTo>
                          <a:pt x="766" y="14"/>
                        </a:lnTo>
                        <a:lnTo>
                          <a:pt x="770" y="15"/>
                        </a:lnTo>
                        <a:lnTo>
                          <a:pt x="772" y="15"/>
                        </a:lnTo>
                        <a:lnTo>
                          <a:pt x="775" y="15"/>
                        </a:lnTo>
                        <a:lnTo>
                          <a:pt x="778" y="15"/>
                        </a:lnTo>
                        <a:lnTo>
                          <a:pt x="781" y="15"/>
                        </a:lnTo>
                        <a:lnTo>
                          <a:pt x="785" y="15"/>
                        </a:lnTo>
                        <a:lnTo>
                          <a:pt x="790" y="15"/>
                        </a:lnTo>
                        <a:lnTo>
                          <a:pt x="795" y="15"/>
                        </a:lnTo>
                        <a:lnTo>
                          <a:pt x="800" y="16"/>
                        </a:lnTo>
                        <a:lnTo>
                          <a:pt x="804" y="16"/>
                        </a:lnTo>
                        <a:lnTo>
                          <a:pt x="808" y="16"/>
                        </a:lnTo>
                        <a:lnTo>
                          <a:pt x="813" y="18"/>
                        </a:lnTo>
                        <a:lnTo>
                          <a:pt x="816" y="18"/>
                        </a:lnTo>
                        <a:lnTo>
                          <a:pt x="815" y="21"/>
                        </a:lnTo>
                        <a:lnTo>
                          <a:pt x="816" y="25"/>
                        </a:lnTo>
                        <a:lnTo>
                          <a:pt x="816" y="28"/>
                        </a:lnTo>
                        <a:lnTo>
                          <a:pt x="818" y="33"/>
                        </a:lnTo>
                        <a:lnTo>
                          <a:pt x="820" y="37"/>
                        </a:lnTo>
                        <a:lnTo>
                          <a:pt x="821" y="41"/>
                        </a:lnTo>
                        <a:lnTo>
                          <a:pt x="823" y="45"/>
                        </a:lnTo>
                        <a:lnTo>
                          <a:pt x="827" y="48"/>
                        </a:lnTo>
                        <a:lnTo>
                          <a:pt x="829" y="52"/>
                        </a:lnTo>
                        <a:lnTo>
                          <a:pt x="833" y="56"/>
                        </a:lnTo>
                        <a:lnTo>
                          <a:pt x="835" y="59"/>
                        </a:lnTo>
                        <a:lnTo>
                          <a:pt x="840" y="64"/>
                        </a:lnTo>
                        <a:lnTo>
                          <a:pt x="842" y="66"/>
                        </a:lnTo>
                        <a:lnTo>
                          <a:pt x="847" y="70"/>
                        </a:lnTo>
                        <a:lnTo>
                          <a:pt x="852" y="73"/>
                        </a:lnTo>
                        <a:lnTo>
                          <a:pt x="855" y="76"/>
                        </a:lnTo>
                        <a:lnTo>
                          <a:pt x="860" y="79"/>
                        </a:lnTo>
                        <a:lnTo>
                          <a:pt x="865" y="82"/>
                        </a:lnTo>
                        <a:lnTo>
                          <a:pt x="870" y="83"/>
                        </a:lnTo>
                        <a:lnTo>
                          <a:pt x="874" y="85"/>
                        </a:lnTo>
                        <a:lnTo>
                          <a:pt x="878" y="86"/>
                        </a:lnTo>
                        <a:lnTo>
                          <a:pt x="884" y="89"/>
                        </a:lnTo>
                        <a:lnTo>
                          <a:pt x="889" y="89"/>
                        </a:lnTo>
                        <a:lnTo>
                          <a:pt x="893" y="91"/>
                        </a:lnTo>
                        <a:lnTo>
                          <a:pt x="898" y="91"/>
                        </a:lnTo>
                        <a:lnTo>
                          <a:pt x="902" y="91"/>
                        </a:lnTo>
                        <a:lnTo>
                          <a:pt x="906" y="91"/>
                        </a:lnTo>
                        <a:lnTo>
                          <a:pt x="911" y="91"/>
                        </a:lnTo>
                        <a:lnTo>
                          <a:pt x="915" y="89"/>
                        </a:lnTo>
                        <a:lnTo>
                          <a:pt x="920" y="89"/>
                        </a:lnTo>
                        <a:lnTo>
                          <a:pt x="923" y="86"/>
                        </a:lnTo>
                        <a:lnTo>
                          <a:pt x="927" y="85"/>
                        </a:lnTo>
                        <a:lnTo>
                          <a:pt x="925" y="83"/>
                        </a:lnTo>
                        <a:lnTo>
                          <a:pt x="924" y="79"/>
                        </a:lnTo>
                        <a:lnTo>
                          <a:pt x="923" y="77"/>
                        </a:lnTo>
                        <a:lnTo>
                          <a:pt x="922" y="75"/>
                        </a:lnTo>
                        <a:lnTo>
                          <a:pt x="920" y="70"/>
                        </a:lnTo>
                        <a:lnTo>
                          <a:pt x="917" y="65"/>
                        </a:lnTo>
                        <a:lnTo>
                          <a:pt x="915" y="62"/>
                        </a:lnTo>
                        <a:lnTo>
                          <a:pt x="911" y="56"/>
                        </a:lnTo>
                        <a:lnTo>
                          <a:pt x="909" y="52"/>
                        </a:lnTo>
                        <a:lnTo>
                          <a:pt x="906" y="48"/>
                        </a:lnTo>
                        <a:lnTo>
                          <a:pt x="902" y="44"/>
                        </a:lnTo>
                        <a:lnTo>
                          <a:pt x="898" y="40"/>
                        </a:lnTo>
                        <a:lnTo>
                          <a:pt x="895" y="37"/>
                        </a:lnTo>
                        <a:lnTo>
                          <a:pt x="891" y="33"/>
                        </a:lnTo>
                        <a:lnTo>
                          <a:pt x="889" y="31"/>
                        </a:lnTo>
                        <a:lnTo>
                          <a:pt x="884" y="27"/>
                        </a:lnTo>
                        <a:lnTo>
                          <a:pt x="879" y="25"/>
                        </a:lnTo>
                        <a:lnTo>
                          <a:pt x="876" y="22"/>
                        </a:lnTo>
                        <a:lnTo>
                          <a:pt x="878" y="22"/>
                        </a:lnTo>
                        <a:lnTo>
                          <a:pt x="880" y="22"/>
                        </a:lnTo>
                        <a:lnTo>
                          <a:pt x="884" y="22"/>
                        </a:lnTo>
                        <a:lnTo>
                          <a:pt x="886" y="22"/>
                        </a:lnTo>
                        <a:lnTo>
                          <a:pt x="890" y="22"/>
                        </a:lnTo>
                        <a:lnTo>
                          <a:pt x="892" y="22"/>
                        </a:lnTo>
                        <a:lnTo>
                          <a:pt x="896" y="22"/>
                        </a:lnTo>
                        <a:lnTo>
                          <a:pt x="898" y="22"/>
                        </a:lnTo>
                        <a:lnTo>
                          <a:pt x="902" y="22"/>
                        </a:lnTo>
                        <a:lnTo>
                          <a:pt x="904" y="22"/>
                        </a:lnTo>
                        <a:lnTo>
                          <a:pt x="908" y="22"/>
                        </a:lnTo>
                        <a:lnTo>
                          <a:pt x="911" y="22"/>
                        </a:lnTo>
                        <a:lnTo>
                          <a:pt x="915" y="22"/>
                        </a:lnTo>
                        <a:lnTo>
                          <a:pt x="918" y="22"/>
                        </a:lnTo>
                        <a:lnTo>
                          <a:pt x="922" y="22"/>
                        </a:lnTo>
                        <a:lnTo>
                          <a:pt x="925" y="22"/>
                        </a:lnTo>
                        <a:lnTo>
                          <a:pt x="928" y="21"/>
                        </a:lnTo>
                        <a:lnTo>
                          <a:pt x="931" y="21"/>
                        </a:lnTo>
                        <a:lnTo>
                          <a:pt x="935" y="21"/>
                        </a:lnTo>
                        <a:lnTo>
                          <a:pt x="940" y="21"/>
                        </a:lnTo>
                        <a:lnTo>
                          <a:pt x="942" y="21"/>
                        </a:lnTo>
                        <a:lnTo>
                          <a:pt x="947" y="21"/>
                        </a:lnTo>
                        <a:lnTo>
                          <a:pt x="949" y="21"/>
                        </a:lnTo>
                        <a:lnTo>
                          <a:pt x="954" y="21"/>
                        </a:lnTo>
                        <a:lnTo>
                          <a:pt x="956" y="21"/>
                        </a:lnTo>
                        <a:lnTo>
                          <a:pt x="961" y="21"/>
                        </a:lnTo>
                        <a:lnTo>
                          <a:pt x="965" y="21"/>
                        </a:lnTo>
                        <a:lnTo>
                          <a:pt x="969" y="21"/>
                        </a:lnTo>
                        <a:lnTo>
                          <a:pt x="972" y="21"/>
                        </a:lnTo>
                        <a:lnTo>
                          <a:pt x="976" y="21"/>
                        </a:lnTo>
                        <a:lnTo>
                          <a:pt x="980" y="21"/>
                        </a:lnTo>
                        <a:lnTo>
                          <a:pt x="985" y="21"/>
                        </a:lnTo>
                        <a:lnTo>
                          <a:pt x="988" y="21"/>
                        </a:lnTo>
                        <a:lnTo>
                          <a:pt x="992" y="21"/>
                        </a:lnTo>
                        <a:lnTo>
                          <a:pt x="995" y="21"/>
                        </a:lnTo>
                        <a:lnTo>
                          <a:pt x="1000" y="21"/>
                        </a:lnTo>
                        <a:lnTo>
                          <a:pt x="1004" y="20"/>
                        </a:lnTo>
                        <a:lnTo>
                          <a:pt x="1007" y="20"/>
                        </a:lnTo>
                        <a:lnTo>
                          <a:pt x="1012" y="20"/>
                        </a:lnTo>
                        <a:lnTo>
                          <a:pt x="1017" y="20"/>
                        </a:lnTo>
                        <a:lnTo>
                          <a:pt x="1020" y="20"/>
                        </a:lnTo>
                        <a:lnTo>
                          <a:pt x="1025" y="20"/>
                        </a:lnTo>
                        <a:lnTo>
                          <a:pt x="1029" y="20"/>
                        </a:lnTo>
                        <a:lnTo>
                          <a:pt x="1033" y="20"/>
                        </a:lnTo>
                        <a:lnTo>
                          <a:pt x="1038" y="20"/>
                        </a:lnTo>
                        <a:lnTo>
                          <a:pt x="1042" y="20"/>
                        </a:lnTo>
                        <a:lnTo>
                          <a:pt x="1047" y="20"/>
                        </a:lnTo>
                        <a:lnTo>
                          <a:pt x="1050" y="20"/>
                        </a:lnTo>
                        <a:lnTo>
                          <a:pt x="1055" y="19"/>
                        </a:lnTo>
                        <a:lnTo>
                          <a:pt x="1060" y="19"/>
                        </a:lnTo>
                        <a:lnTo>
                          <a:pt x="1063" y="19"/>
                        </a:lnTo>
                        <a:lnTo>
                          <a:pt x="1068" y="19"/>
                        </a:lnTo>
                        <a:lnTo>
                          <a:pt x="1073" y="19"/>
                        </a:lnTo>
                        <a:lnTo>
                          <a:pt x="1076" y="19"/>
                        </a:lnTo>
                        <a:lnTo>
                          <a:pt x="1081" y="19"/>
                        </a:lnTo>
                        <a:lnTo>
                          <a:pt x="1084" y="19"/>
                        </a:lnTo>
                        <a:lnTo>
                          <a:pt x="1089" y="18"/>
                        </a:lnTo>
                        <a:lnTo>
                          <a:pt x="1094" y="18"/>
                        </a:lnTo>
                        <a:lnTo>
                          <a:pt x="1099" y="18"/>
                        </a:lnTo>
                        <a:lnTo>
                          <a:pt x="1102" y="18"/>
                        </a:lnTo>
                        <a:lnTo>
                          <a:pt x="1107" y="18"/>
                        </a:lnTo>
                        <a:lnTo>
                          <a:pt x="1112" y="18"/>
                        </a:lnTo>
                        <a:lnTo>
                          <a:pt x="1115" y="18"/>
                        </a:lnTo>
                        <a:lnTo>
                          <a:pt x="1120" y="18"/>
                        </a:lnTo>
                        <a:lnTo>
                          <a:pt x="1118" y="21"/>
                        </a:lnTo>
                        <a:lnTo>
                          <a:pt x="1115" y="24"/>
                        </a:lnTo>
                        <a:lnTo>
                          <a:pt x="1113" y="27"/>
                        </a:lnTo>
                        <a:lnTo>
                          <a:pt x="1112" y="31"/>
                        </a:lnTo>
                        <a:lnTo>
                          <a:pt x="1108" y="34"/>
                        </a:lnTo>
                        <a:lnTo>
                          <a:pt x="1106" y="38"/>
                        </a:lnTo>
                        <a:lnTo>
                          <a:pt x="1103" y="41"/>
                        </a:lnTo>
                        <a:lnTo>
                          <a:pt x="1103" y="44"/>
                        </a:lnTo>
                        <a:lnTo>
                          <a:pt x="1107" y="44"/>
                        </a:lnTo>
                        <a:lnTo>
                          <a:pt x="1113" y="45"/>
                        </a:lnTo>
                        <a:lnTo>
                          <a:pt x="1117" y="46"/>
                        </a:lnTo>
                        <a:lnTo>
                          <a:pt x="1122" y="47"/>
                        </a:lnTo>
                        <a:lnTo>
                          <a:pt x="1127" y="48"/>
                        </a:lnTo>
                        <a:lnTo>
                          <a:pt x="1132" y="50"/>
                        </a:lnTo>
                        <a:lnTo>
                          <a:pt x="1137" y="52"/>
                        </a:lnTo>
                        <a:lnTo>
                          <a:pt x="1141" y="54"/>
                        </a:lnTo>
                        <a:lnTo>
                          <a:pt x="1146" y="56"/>
                        </a:lnTo>
                        <a:lnTo>
                          <a:pt x="1151" y="59"/>
                        </a:lnTo>
                        <a:lnTo>
                          <a:pt x="1156" y="60"/>
                        </a:lnTo>
                        <a:lnTo>
                          <a:pt x="1160" y="64"/>
                        </a:lnTo>
                        <a:lnTo>
                          <a:pt x="1164" y="66"/>
                        </a:lnTo>
                        <a:lnTo>
                          <a:pt x="1170" y="69"/>
                        </a:lnTo>
                        <a:lnTo>
                          <a:pt x="1175" y="71"/>
                        </a:lnTo>
                        <a:lnTo>
                          <a:pt x="1179" y="73"/>
                        </a:lnTo>
                        <a:lnTo>
                          <a:pt x="1184" y="75"/>
                        </a:lnTo>
                        <a:lnTo>
                          <a:pt x="1189" y="76"/>
                        </a:lnTo>
                        <a:lnTo>
                          <a:pt x="1194" y="78"/>
                        </a:lnTo>
                        <a:lnTo>
                          <a:pt x="1198" y="81"/>
                        </a:lnTo>
                        <a:lnTo>
                          <a:pt x="1202" y="82"/>
                        </a:lnTo>
                        <a:lnTo>
                          <a:pt x="1208" y="82"/>
                        </a:lnTo>
                        <a:lnTo>
                          <a:pt x="1213" y="83"/>
                        </a:lnTo>
                        <a:lnTo>
                          <a:pt x="1217" y="83"/>
                        </a:lnTo>
                        <a:lnTo>
                          <a:pt x="1221" y="83"/>
                        </a:lnTo>
                        <a:lnTo>
                          <a:pt x="1227" y="82"/>
                        </a:lnTo>
                        <a:lnTo>
                          <a:pt x="1230" y="81"/>
                        </a:lnTo>
                        <a:lnTo>
                          <a:pt x="1236" y="79"/>
                        </a:lnTo>
                        <a:lnTo>
                          <a:pt x="1241" y="76"/>
                        </a:lnTo>
                        <a:lnTo>
                          <a:pt x="1246" y="73"/>
                        </a:lnTo>
                        <a:lnTo>
                          <a:pt x="1251" y="71"/>
                        </a:lnTo>
                        <a:lnTo>
                          <a:pt x="1257" y="67"/>
                        </a:lnTo>
                        <a:lnTo>
                          <a:pt x="1251" y="64"/>
                        </a:lnTo>
                        <a:lnTo>
                          <a:pt x="1246" y="59"/>
                        </a:lnTo>
                        <a:lnTo>
                          <a:pt x="1241" y="56"/>
                        </a:lnTo>
                        <a:lnTo>
                          <a:pt x="1236" y="52"/>
                        </a:lnTo>
                        <a:lnTo>
                          <a:pt x="1232" y="48"/>
                        </a:lnTo>
                        <a:lnTo>
                          <a:pt x="1227" y="45"/>
                        </a:lnTo>
                        <a:lnTo>
                          <a:pt x="1222" y="41"/>
                        </a:lnTo>
                        <a:lnTo>
                          <a:pt x="1217" y="38"/>
                        </a:lnTo>
                        <a:lnTo>
                          <a:pt x="1213" y="34"/>
                        </a:lnTo>
                        <a:lnTo>
                          <a:pt x="1208" y="31"/>
                        </a:lnTo>
                        <a:lnTo>
                          <a:pt x="1202" y="28"/>
                        </a:lnTo>
                        <a:lnTo>
                          <a:pt x="1197" y="26"/>
                        </a:lnTo>
                        <a:lnTo>
                          <a:pt x="1192" y="22"/>
                        </a:lnTo>
                        <a:lnTo>
                          <a:pt x="1188" y="20"/>
                        </a:lnTo>
                        <a:lnTo>
                          <a:pt x="1182" y="18"/>
                        </a:lnTo>
                        <a:lnTo>
                          <a:pt x="1177" y="15"/>
                        </a:lnTo>
                        <a:lnTo>
                          <a:pt x="1182" y="15"/>
                        </a:lnTo>
                        <a:lnTo>
                          <a:pt x="1187" y="15"/>
                        </a:lnTo>
                        <a:lnTo>
                          <a:pt x="1190" y="14"/>
                        </a:lnTo>
                        <a:lnTo>
                          <a:pt x="1195" y="14"/>
                        </a:lnTo>
                        <a:lnTo>
                          <a:pt x="1200" y="14"/>
                        </a:lnTo>
                        <a:lnTo>
                          <a:pt x="1203" y="14"/>
                        </a:lnTo>
                        <a:lnTo>
                          <a:pt x="1208" y="13"/>
                        </a:lnTo>
                        <a:lnTo>
                          <a:pt x="1213" y="13"/>
                        </a:lnTo>
                        <a:lnTo>
                          <a:pt x="1217" y="13"/>
                        </a:lnTo>
                        <a:lnTo>
                          <a:pt x="1221" y="13"/>
                        </a:lnTo>
                        <a:lnTo>
                          <a:pt x="1226" y="13"/>
                        </a:lnTo>
                        <a:lnTo>
                          <a:pt x="1230" y="13"/>
                        </a:lnTo>
                        <a:lnTo>
                          <a:pt x="1234" y="12"/>
                        </a:lnTo>
                        <a:lnTo>
                          <a:pt x="1239" y="12"/>
                        </a:lnTo>
                        <a:lnTo>
                          <a:pt x="1243" y="12"/>
                        </a:lnTo>
                        <a:lnTo>
                          <a:pt x="1247" y="12"/>
                        </a:lnTo>
                        <a:lnTo>
                          <a:pt x="1251" y="12"/>
                        </a:lnTo>
                        <a:lnTo>
                          <a:pt x="1255" y="10"/>
                        </a:lnTo>
                        <a:lnTo>
                          <a:pt x="1260" y="10"/>
                        </a:lnTo>
                        <a:lnTo>
                          <a:pt x="1264" y="10"/>
                        </a:lnTo>
                        <a:lnTo>
                          <a:pt x="1268" y="10"/>
                        </a:lnTo>
                        <a:lnTo>
                          <a:pt x="1272" y="10"/>
                        </a:lnTo>
                        <a:lnTo>
                          <a:pt x="1275" y="9"/>
                        </a:lnTo>
                        <a:lnTo>
                          <a:pt x="1280" y="9"/>
                        </a:lnTo>
                        <a:lnTo>
                          <a:pt x="1284" y="9"/>
                        </a:lnTo>
                        <a:lnTo>
                          <a:pt x="1289" y="9"/>
                        </a:lnTo>
                        <a:lnTo>
                          <a:pt x="1291" y="8"/>
                        </a:lnTo>
                        <a:lnTo>
                          <a:pt x="1296" y="8"/>
                        </a:lnTo>
                        <a:lnTo>
                          <a:pt x="1300" y="8"/>
                        </a:lnTo>
                        <a:lnTo>
                          <a:pt x="1304" y="8"/>
                        </a:lnTo>
                        <a:lnTo>
                          <a:pt x="1309" y="8"/>
                        </a:lnTo>
                        <a:lnTo>
                          <a:pt x="1312" y="8"/>
                        </a:lnTo>
                        <a:lnTo>
                          <a:pt x="1316" y="8"/>
                        </a:lnTo>
                        <a:lnTo>
                          <a:pt x="1319" y="7"/>
                        </a:lnTo>
                        <a:lnTo>
                          <a:pt x="1323" y="7"/>
                        </a:lnTo>
                        <a:lnTo>
                          <a:pt x="1327" y="7"/>
                        </a:lnTo>
                        <a:lnTo>
                          <a:pt x="1330" y="6"/>
                        </a:lnTo>
                        <a:lnTo>
                          <a:pt x="1334" y="6"/>
                        </a:lnTo>
                        <a:lnTo>
                          <a:pt x="1338" y="6"/>
                        </a:lnTo>
                        <a:lnTo>
                          <a:pt x="1342" y="6"/>
                        </a:lnTo>
                        <a:lnTo>
                          <a:pt x="1346" y="6"/>
                        </a:lnTo>
                        <a:lnTo>
                          <a:pt x="1349" y="5"/>
                        </a:lnTo>
                        <a:lnTo>
                          <a:pt x="1351" y="5"/>
                        </a:lnTo>
                        <a:lnTo>
                          <a:pt x="1356" y="5"/>
                        </a:lnTo>
                        <a:lnTo>
                          <a:pt x="1359" y="5"/>
                        </a:lnTo>
                        <a:lnTo>
                          <a:pt x="1362" y="3"/>
                        </a:lnTo>
                        <a:lnTo>
                          <a:pt x="1366" y="3"/>
                        </a:lnTo>
                        <a:lnTo>
                          <a:pt x="1369" y="3"/>
                        </a:lnTo>
                        <a:lnTo>
                          <a:pt x="1372" y="3"/>
                        </a:lnTo>
                        <a:lnTo>
                          <a:pt x="1375" y="3"/>
                        </a:lnTo>
                        <a:lnTo>
                          <a:pt x="1379" y="3"/>
                        </a:lnTo>
                        <a:lnTo>
                          <a:pt x="1382" y="3"/>
                        </a:lnTo>
                        <a:lnTo>
                          <a:pt x="1385" y="2"/>
                        </a:lnTo>
                        <a:lnTo>
                          <a:pt x="1387" y="2"/>
                        </a:lnTo>
                        <a:lnTo>
                          <a:pt x="1389" y="1"/>
                        </a:lnTo>
                        <a:lnTo>
                          <a:pt x="1393" y="1"/>
                        </a:lnTo>
                        <a:lnTo>
                          <a:pt x="1395" y="1"/>
                        </a:lnTo>
                        <a:lnTo>
                          <a:pt x="1398" y="0"/>
                        </a:lnTo>
                        <a:lnTo>
                          <a:pt x="1401" y="0"/>
                        </a:lnTo>
                        <a:lnTo>
                          <a:pt x="1405" y="0"/>
                        </a:lnTo>
                        <a:lnTo>
                          <a:pt x="1407" y="0"/>
                        </a:lnTo>
                        <a:lnTo>
                          <a:pt x="1410" y="0"/>
                        </a:lnTo>
                        <a:lnTo>
                          <a:pt x="1412" y="0"/>
                        </a:lnTo>
                        <a:lnTo>
                          <a:pt x="1416" y="0"/>
                        </a:lnTo>
                        <a:lnTo>
                          <a:pt x="1425" y="84"/>
                        </a:lnTo>
                        <a:lnTo>
                          <a:pt x="1424" y="84"/>
                        </a:lnTo>
                        <a:lnTo>
                          <a:pt x="1421" y="84"/>
                        </a:lnTo>
                        <a:lnTo>
                          <a:pt x="1420" y="84"/>
                        </a:lnTo>
                        <a:lnTo>
                          <a:pt x="1416" y="84"/>
                        </a:lnTo>
                        <a:lnTo>
                          <a:pt x="1412" y="85"/>
                        </a:lnTo>
                        <a:lnTo>
                          <a:pt x="1407" y="85"/>
                        </a:lnTo>
                        <a:lnTo>
                          <a:pt x="1402" y="86"/>
                        </a:lnTo>
                        <a:lnTo>
                          <a:pt x="1400" y="86"/>
                        </a:lnTo>
                        <a:lnTo>
                          <a:pt x="1397" y="86"/>
                        </a:lnTo>
                        <a:lnTo>
                          <a:pt x="1393" y="86"/>
                        </a:lnTo>
                        <a:lnTo>
                          <a:pt x="1389" y="88"/>
                        </a:lnTo>
                        <a:lnTo>
                          <a:pt x="1387" y="88"/>
                        </a:lnTo>
                        <a:lnTo>
                          <a:pt x="1383" y="89"/>
                        </a:lnTo>
                        <a:lnTo>
                          <a:pt x="1380" y="89"/>
                        </a:lnTo>
                        <a:lnTo>
                          <a:pt x="1376" y="89"/>
                        </a:lnTo>
                        <a:lnTo>
                          <a:pt x="1372" y="89"/>
                        </a:lnTo>
                        <a:lnTo>
                          <a:pt x="1368" y="90"/>
                        </a:lnTo>
                        <a:lnTo>
                          <a:pt x="1363" y="90"/>
                        </a:lnTo>
                        <a:lnTo>
                          <a:pt x="1360" y="91"/>
                        </a:lnTo>
                        <a:lnTo>
                          <a:pt x="1354" y="91"/>
                        </a:lnTo>
                        <a:lnTo>
                          <a:pt x="1350" y="91"/>
                        </a:lnTo>
                        <a:lnTo>
                          <a:pt x="1346" y="92"/>
                        </a:lnTo>
                        <a:lnTo>
                          <a:pt x="1341" y="94"/>
                        </a:lnTo>
                        <a:lnTo>
                          <a:pt x="1335" y="94"/>
                        </a:lnTo>
                        <a:lnTo>
                          <a:pt x="1329" y="94"/>
                        </a:lnTo>
                        <a:lnTo>
                          <a:pt x="1324" y="94"/>
                        </a:lnTo>
                        <a:lnTo>
                          <a:pt x="1319" y="95"/>
                        </a:lnTo>
                        <a:lnTo>
                          <a:pt x="1312" y="96"/>
                        </a:lnTo>
                        <a:lnTo>
                          <a:pt x="1306" y="96"/>
                        </a:lnTo>
                        <a:lnTo>
                          <a:pt x="1302" y="97"/>
                        </a:lnTo>
                        <a:lnTo>
                          <a:pt x="1296" y="97"/>
                        </a:lnTo>
                        <a:lnTo>
                          <a:pt x="1289" y="97"/>
                        </a:lnTo>
                        <a:lnTo>
                          <a:pt x="1283" y="97"/>
                        </a:lnTo>
                        <a:lnTo>
                          <a:pt x="1275" y="98"/>
                        </a:lnTo>
                        <a:lnTo>
                          <a:pt x="1270" y="100"/>
                        </a:lnTo>
                        <a:lnTo>
                          <a:pt x="1262" y="100"/>
                        </a:lnTo>
                        <a:lnTo>
                          <a:pt x="1255" y="100"/>
                        </a:lnTo>
                        <a:lnTo>
                          <a:pt x="1249" y="100"/>
                        </a:lnTo>
                        <a:lnTo>
                          <a:pt x="1242" y="102"/>
                        </a:lnTo>
                        <a:lnTo>
                          <a:pt x="1235" y="102"/>
                        </a:lnTo>
                        <a:lnTo>
                          <a:pt x="1228" y="102"/>
                        </a:lnTo>
                        <a:lnTo>
                          <a:pt x="1220" y="102"/>
                        </a:lnTo>
                        <a:lnTo>
                          <a:pt x="1213" y="102"/>
                        </a:lnTo>
                        <a:lnTo>
                          <a:pt x="1205" y="103"/>
                        </a:lnTo>
                        <a:lnTo>
                          <a:pt x="1197" y="104"/>
                        </a:lnTo>
                        <a:lnTo>
                          <a:pt x="1190" y="104"/>
                        </a:lnTo>
                        <a:lnTo>
                          <a:pt x="1182" y="104"/>
                        </a:lnTo>
                        <a:lnTo>
                          <a:pt x="1173" y="104"/>
                        </a:lnTo>
                        <a:lnTo>
                          <a:pt x="1165" y="104"/>
                        </a:lnTo>
                        <a:lnTo>
                          <a:pt x="1157" y="105"/>
                        </a:lnTo>
                        <a:lnTo>
                          <a:pt x="1149" y="107"/>
                        </a:lnTo>
                        <a:lnTo>
                          <a:pt x="1140" y="107"/>
                        </a:lnTo>
                        <a:lnTo>
                          <a:pt x="1132" y="107"/>
                        </a:lnTo>
                        <a:lnTo>
                          <a:pt x="1122" y="107"/>
                        </a:lnTo>
                        <a:lnTo>
                          <a:pt x="1114" y="107"/>
                        </a:lnTo>
                        <a:lnTo>
                          <a:pt x="1112" y="103"/>
                        </a:lnTo>
                        <a:lnTo>
                          <a:pt x="1108" y="100"/>
                        </a:lnTo>
                        <a:lnTo>
                          <a:pt x="1106" y="95"/>
                        </a:lnTo>
                        <a:lnTo>
                          <a:pt x="1102" y="91"/>
                        </a:lnTo>
                        <a:lnTo>
                          <a:pt x="1099" y="89"/>
                        </a:lnTo>
                        <a:lnTo>
                          <a:pt x="1096" y="85"/>
                        </a:lnTo>
                        <a:lnTo>
                          <a:pt x="1094" y="82"/>
                        </a:lnTo>
                        <a:lnTo>
                          <a:pt x="1090" y="79"/>
                        </a:lnTo>
                        <a:lnTo>
                          <a:pt x="1086" y="76"/>
                        </a:lnTo>
                        <a:lnTo>
                          <a:pt x="1083" y="73"/>
                        </a:lnTo>
                        <a:lnTo>
                          <a:pt x="1080" y="71"/>
                        </a:lnTo>
                        <a:lnTo>
                          <a:pt x="1076" y="70"/>
                        </a:lnTo>
                        <a:lnTo>
                          <a:pt x="1074" y="67"/>
                        </a:lnTo>
                        <a:lnTo>
                          <a:pt x="1070" y="65"/>
                        </a:lnTo>
                        <a:lnTo>
                          <a:pt x="1065" y="64"/>
                        </a:lnTo>
                        <a:lnTo>
                          <a:pt x="1063" y="62"/>
                        </a:lnTo>
                        <a:lnTo>
                          <a:pt x="1060" y="60"/>
                        </a:lnTo>
                        <a:lnTo>
                          <a:pt x="1056" y="58"/>
                        </a:lnTo>
                        <a:lnTo>
                          <a:pt x="1051" y="56"/>
                        </a:lnTo>
                        <a:lnTo>
                          <a:pt x="1048" y="56"/>
                        </a:lnTo>
                        <a:lnTo>
                          <a:pt x="1044" y="53"/>
                        </a:lnTo>
                        <a:lnTo>
                          <a:pt x="1041" y="52"/>
                        </a:lnTo>
                        <a:lnTo>
                          <a:pt x="1037" y="51"/>
                        </a:lnTo>
                        <a:lnTo>
                          <a:pt x="1033" y="50"/>
                        </a:lnTo>
                        <a:lnTo>
                          <a:pt x="1030" y="48"/>
                        </a:lnTo>
                        <a:lnTo>
                          <a:pt x="1026" y="46"/>
                        </a:lnTo>
                        <a:lnTo>
                          <a:pt x="1022" y="45"/>
                        </a:lnTo>
                        <a:lnTo>
                          <a:pt x="1018" y="44"/>
                        </a:lnTo>
                        <a:lnTo>
                          <a:pt x="1014" y="43"/>
                        </a:lnTo>
                        <a:lnTo>
                          <a:pt x="1011" y="41"/>
                        </a:lnTo>
                        <a:lnTo>
                          <a:pt x="1007" y="39"/>
                        </a:lnTo>
                        <a:lnTo>
                          <a:pt x="1004" y="38"/>
                        </a:lnTo>
                        <a:lnTo>
                          <a:pt x="1001" y="38"/>
                        </a:lnTo>
                        <a:lnTo>
                          <a:pt x="1000" y="39"/>
                        </a:lnTo>
                        <a:lnTo>
                          <a:pt x="998" y="40"/>
                        </a:lnTo>
                        <a:lnTo>
                          <a:pt x="994" y="41"/>
                        </a:lnTo>
                        <a:lnTo>
                          <a:pt x="990" y="43"/>
                        </a:lnTo>
                        <a:lnTo>
                          <a:pt x="987" y="45"/>
                        </a:lnTo>
                        <a:lnTo>
                          <a:pt x="982" y="47"/>
                        </a:lnTo>
                        <a:lnTo>
                          <a:pt x="980" y="51"/>
                        </a:lnTo>
                        <a:lnTo>
                          <a:pt x="974" y="53"/>
                        </a:lnTo>
                        <a:lnTo>
                          <a:pt x="971" y="56"/>
                        </a:lnTo>
                        <a:lnTo>
                          <a:pt x="967" y="58"/>
                        </a:lnTo>
                        <a:lnTo>
                          <a:pt x="962" y="60"/>
                        </a:lnTo>
                        <a:lnTo>
                          <a:pt x="959" y="62"/>
                        </a:lnTo>
                        <a:lnTo>
                          <a:pt x="956" y="64"/>
                        </a:lnTo>
                        <a:lnTo>
                          <a:pt x="952" y="65"/>
                        </a:lnTo>
                        <a:lnTo>
                          <a:pt x="950" y="67"/>
                        </a:lnTo>
                        <a:lnTo>
                          <a:pt x="952" y="69"/>
                        </a:lnTo>
                        <a:lnTo>
                          <a:pt x="955" y="71"/>
                        </a:lnTo>
                        <a:lnTo>
                          <a:pt x="959" y="76"/>
                        </a:lnTo>
                        <a:lnTo>
                          <a:pt x="962" y="79"/>
                        </a:lnTo>
                        <a:lnTo>
                          <a:pt x="965" y="82"/>
                        </a:lnTo>
                        <a:lnTo>
                          <a:pt x="969" y="85"/>
                        </a:lnTo>
                        <a:lnTo>
                          <a:pt x="972" y="88"/>
                        </a:lnTo>
                        <a:lnTo>
                          <a:pt x="974" y="91"/>
                        </a:lnTo>
                        <a:lnTo>
                          <a:pt x="976" y="89"/>
                        </a:lnTo>
                        <a:lnTo>
                          <a:pt x="980" y="86"/>
                        </a:lnTo>
                        <a:lnTo>
                          <a:pt x="982" y="85"/>
                        </a:lnTo>
                        <a:lnTo>
                          <a:pt x="985" y="84"/>
                        </a:lnTo>
                        <a:lnTo>
                          <a:pt x="987" y="83"/>
                        </a:lnTo>
                        <a:lnTo>
                          <a:pt x="990" y="83"/>
                        </a:lnTo>
                        <a:lnTo>
                          <a:pt x="992" y="82"/>
                        </a:lnTo>
                        <a:lnTo>
                          <a:pt x="995" y="82"/>
                        </a:lnTo>
                        <a:lnTo>
                          <a:pt x="1000" y="82"/>
                        </a:lnTo>
                        <a:lnTo>
                          <a:pt x="1005" y="83"/>
                        </a:lnTo>
                        <a:lnTo>
                          <a:pt x="1010" y="84"/>
                        </a:lnTo>
                        <a:lnTo>
                          <a:pt x="1014" y="85"/>
                        </a:lnTo>
                        <a:lnTo>
                          <a:pt x="1018" y="86"/>
                        </a:lnTo>
                        <a:lnTo>
                          <a:pt x="1023" y="89"/>
                        </a:lnTo>
                        <a:lnTo>
                          <a:pt x="1026" y="91"/>
                        </a:lnTo>
                        <a:lnTo>
                          <a:pt x="1031" y="96"/>
                        </a:lnTo>
                        <a:lnTo>
                          <a:pt x="1035" y="98"/>
                        </a:lnTo>
                        <a:lnTo>
                          <a:pt x="1038" y="102"/>
                        </a:lnTo>
                        <a:lnTo>
                          <a:pt x="1043" y="104"/>
                        </a:lnTo>
                        <a:lnTo>
                          <a:pt x="1047" y="109"/>
                        </a:lnTo>
                        <a:lnTo>
                          <a:pt x="1042" y="109"/>
                        </a:lnTo>
                        <a:lnTo>
                          <a:pt x="1037" y="109"/>
                        </a:lnTo>
                        <a:lnTo>
                          <a:pt x="1032" y="109"/>
                        </a:lnTo>
                        <a:lnTo>
                          <a:pt x="1028" y="109"/>
                        </a:lnTo>
                        <a:lnTo>
                          <a:pt x="1022" y="109"/>
                        </a:lnTo>
                        <a:lnTo>
                          <a:pt x="1018" y="109"/>
                        </a:lnTo>
                        <a:lnTo>
                          <a:pt x="1012" y="109"/>
                        </a:lnTo>
                        <a:lnTo>
                          <a:pt x="1007" y="109"/>
                        </a:lnTo>
                        <a:lnTo>
                          <a:pt x="1003" y="108"/>
                        </a:lnTo>
                        <a:lnTo>
                          <a:pt x="998" y="108"/>
                        </a:lnTo>
                        <a:lnTo>
                          <a:pt x="992" y="108"/>
                        </a:lnTo>
                        <a:lnTo>
                          <a:pt x="987" y="108"/>
                        </a:lnTo>
                        <a:lnTo>
                          <a:pt x="982" y="108"/>
                        </a:lnTo>
                        <a:lnTo>
                          <a:pt x="978" y="108"/>
                        </a:lnTo>
                        <a:lnTo>
                          <a:pt x="973" y="108"/>
                        </a:lnTo>
                        <a:lnTo>
                          <a:pt x="968" y="108"/>
                        </a:lnTo>
                        <a:lnTo>
                          <a:pt x="965" y="107"/>
                        </a:lnTo>
                        <a:lnTo>
                          <a:pt x="962" y="107"/>
                        </a:lnTo>
                        <a:lnTo>
                          <a:pt x="960" y="107"/>
                        </a:lnTo>
                        <a:lnTo>
                          <a:pt x="958" y="107"/>
                        </a:lnTo>
                        <a:lnTo>
                          <a:pt x="954" y="107"/>
                        </a:lnTo>
                        <a:lnTo>
                          <a:pt x="952" y="107"/>
                        </a:lnTo>
                        <a:lnTo>
                          <a:pt x="949" y="107"/>
                        </a:lnTo>
                        <a:lnTo>
                          <a:pt x="947" y="107"/>
                        </a:lnTo>
                        <a:lnTo>
                          <a:pt x="944" y="107"/>
                        </a:lnTo>
                        <a:lnTo>
                          <a:pt x="942" y="107"/>
                        </a:lnTo>
                        <a:lnTo>
                          <a:pt x="940" y="107"/>
                        </a:lnTo>
                        <a:lnTo>
                          <a:pt x="936" y="107"/>
                        </a:lnTo>
                        <a:lnTo>
                          <a:pt x="931" y="107"/>
                        </a:lnTo>
                        <a:lnTo>
                          <a:pt x="927" y="107"/>
                        </a:lnTo>
                        <a:lnTo>
                          <a:pt x="924" y="107"/>
                        </a:lnTo>
                        <a:lnTo>
                          <a:pt x="921" y="107"/>
                        </a:lnTo>
                        <a:lnTo>
                          <a:pt x="918" y="107"/>
                        </a:lnTo>
                        <a:lnTo>
                          <a:pt x="916" y="107"/>
                        </a:lnTo>
                        <a:lnTo>
                          <a:pt x="914" y="107"/>
                        </a:lnTo>
                        <a:lnTo>
                          <a:pt x="910" y="107"/>
                        </a:lnTo>
                        <a:lnTo>
                          <a:pt x="908" y="107"/>
                        </a:lnTo>
                        <a:lnTo>
                          <a:pt x="905" y="107"/>
                        </a:lnTo>
                        <a:lnTo>
                          <a:pt x="903" y="105"/>
                        </a:lnTo>
                        <a:lnTo>
                          <a:pt x="899" y="105"/>
                        </a:lnTo>
                        <a:lnTo>
                          <a:pt x="897" y="105"/>
                        </a:lnTo>
                        <a:lnTo>
                          <a:pt x="895" y="105"/>
                        </a:lnTo>
                        <a:lnTo>
                          <a:pt x="892" y="105"/>
                        </a:lnTo>
                        <a:lnTo>
                          <a:pt x="889" y="105"/>
                        </a:lnTo>
                        <a:lnTo>
                          <a:pt x="886" y="105"/>
                        </a:lnTo>
                        <a:lnTo>
                          <a:pt x="884" y="105"/>
                        </a:lnTo>
                        <a:lnTo>
                          <a:pt x="880" y="104"/>
                        </a:lnTo>
                        <a:lnTo>
                          <a:pt x="877" y="104"/>
                        </a:lnTo>
                        <a:lnTo>
                          <a:pt x="873" y="104"/>
                        </a:lnTo>
                        <a:lnTo>
                          <a:pt x="870" y="104"/>
                        </a:lnTo>
                        <a:lnTo>
                          <a:pt x="866" y="104"/>
                        </a:lnTo>
                        <a:lnTo>
                          <a:pt x="863" y="104"/>
                        </a:lnTo>
                        <a:lnTo>
                          <a:pt x="858" y="104"/>
                        </a:lnTo>
                        <a:lnTo>
                          <a:pt x="855" y="104"/>
                        </a:lnTo>
                        <a:lnTo>
                          <a:pt x="852" y="104"/>
                        </a:lnTo>
                        <a:lnTo>
                          <a:pt x="848" y="104"/>
                        </a:lnTo>
                        <a:lnTo>
                          <a:pt x="845" y="104"/>
                        </a:lnTo>
                        <a:lnTo>
                          <a:pt x="840" y="104"/>
                        </a:lnTo>
                        <a:lnTo>
                          <a:pt x="838" y="104"/>
                        </a:lnTo>
                        <a:lnTo>
                          <a:pt x="834" y="104"/>
                        </a:lnTo>
                        <a:lnTo>
                          <a:pt x="831" y="104"/>
                        </a:lnTo>
                        <a:lnTo>
                          <a:pt x="827" y="104"/>
                        </a:lnTo>
                        <a:lnTo>
                          <a:pt x="826" y="100"/>
                        </a:lnTo>
                        <a:lnTo>
                          <a:pt x="826" y="96"/>
                        </a:lnTo>
                        <a:lnTo>
                          <a:pt x="825" y="91"/>
                        </a:lnTo>
                        <a:lnTo>
                          <a:pt x="823" y="89"/>
                        </a:lnTo>
                        <a:lnTo>
                          <a:pt x="822" y="84"/>
                        </a:lnTo>
                        <a:lnTo>
                          <a:pt x="822" y="81"/>
                        </a:lnTo>
                        <a:lnTo>
                          <a:pt x="821" y="76"/>
                        </a:lnTo>
                        <a:lnTo>
                          <a:pt x="821" y="73"/>
                        </a:lnTo>
                        <a:lnTo>
                          <a:pt x="818" y="73"/>
                        </a:lnTo>
                        <a:lnTo>
                          <a:pt x="814" y="76"/>
                        </a:lnTo>
                        <a:lnTo>
                          <a:pt x="810" y="76"/>
                        </a:lnTo>
                        <a:lnTo>
                          <a:pt x="807" y="78"/>
                        </a:lnTo>
                        <a:lnTo>
                          <a:pt x="803" y="78"/>
                        </a:lnTo>
                        <a:lnTo>
                          <a:pt x="800" y="78"/>
                        </a:lnTo>
                        <a:lnTo>
                          <a:pt x="797" y="76"/>
                        </a:lnTo>
                        <a:lnTo>
                          <a:pt x="795" y="76"/>
                        </a:lnTo>
                        <a:lnTo>
                          <a:pt x="793" y="75"/>
                        </a:lnTo>
                        <a:lnTo>
                          <a:pt x="790" y="73"/>
                        </a:lnTo>
                        <a:lnTo>
                          <a:pt x="787" y="71"/>
                        </a:lnTo>
                        <a:lnTo>
                          <a:pt x="784" y="70"/>
                        </a:lnTo>
                        <a:lnTo>
                          <a:pt x="780" y="66"/>
                        </a:lnTo>
                        <a:lnTo>
                          <a:pt x="775" y="62"/>
                        </a:lnTo>
                        <a:lnTo>
                          <a:pt x="772" y="59"/>
                        </a:lnTo>
                        <a:lnTo>
                          <a:pt x="770" y="56"/>
                        </a:lnTo>
                        <a:lnTo>
                          <a:pt x="766" y="53"/>
                        </a:lnTo>
                        <a:lnTo>
                          <a:pt x="765" y="51"/>
                        </a:lnTo>
                        <a:lnTo>
                          <a:pt x="761" y="46"/>
                        </a:lnTo>
                        <a:lnTo>
                          <a:pt x="756" y="41"/>
                        </a:lnTo>
                        <a:lnTo>
                          <a:pt x="753" y="39"/>
                        </a:lnTo>
                        <a:lnTo>
                          <a:pt x="751" y="38"/>
                        </a:lnTo>
                        <a:lnTo>
                          <a:pt x="748" y="35"/>
                        </a:lnTo>
                        <a:lnTo>
                          <a:pt x="745" y="34"/>
                        </a:lnTo>
                        <a:lnTo>
                          <a:pt x="742" y="33"/>
                        </a:lnTo>
                        <a:lnTo>
                          <a:pt x="739" y="33"/>
                        </a:lnTo>
                        <a:lnTo>
                          <a:pt x="737" y="32"/>
                        </a:lnTo>
                        <a:lnTo>
                          <a:pt x="733" y="32"/>
                        </a:lnTo>
                        <a:lnTo>
                          <a:pt x="729" y="37"/>
                        </a:lnTo>
                        <a:lnTo>
                          <a:pt x="726" y="41"/>
                        </a:lnTo>
                        <a:lnTo>
                          <a:pt x="724" y="46"/>
                        </a:lnTo>
                        <a:lnTo>
                          <a:pt x="721" y="52"/>
                        </a:lnTo>
                        <a:lnTo>
                          <a:pt x="720" y="56"/>
                        </a:lnTo>
                        <a:lnTo>
                          <a:pt x="720" y="62"/>
                        </a:lnTo>
                        <a:lnTo>
                          <a:pt x="721" y="66"/>
                        </a:lnTo>
                        <a:lnTo>
                          <a:pt x="723" y="71"/>
                        </a:lnTo>
                        <a:lnTo>
                          <a:pt x="724" y="73"/>
                        </a:lnTo>
                        <a:lnTo>
                          <a:pt x="726" y="79"/>
                        </a:lnTo>
                        <a:lnTo>
                          <a:pt x="729" y="83"/>
                        </a:lnTo>
                        <a:lnTo>
                          <a:pt x="732" y="86"/>
                        </a:lnTo>
                        <a:lnTo>
                          <a:pt x="734" y="91"/>
                        </a:lnTo>
                        <a:lnTo>
                          <a:pt x="739" y="94"/>
                        </a:lnTo>
                        <a:lnTo>
                          <a:pt x="744" y="97"/>
                        </a:lnTo>
                        <a:lnTo>
                          <a:pt x="749" y="102"/>
                        </a:lnTo>
                        <a:lnTo>
                          <a:pt x="744" y="102"/>
                        </a:lnTo>
                        <a:lnTo>
                          <a:pt x="742" y="102"/>
                        </a:lnTo>
                        <a:lnTo>
                          <a:pt x="739" y="102"/>
                        </a:lnTo>
                        <a:lnTo>
                          <a:pt x="737" y="102"/>
                        </a:lnTo>
                        <a:lnTo>
                          <a:pt x="733" y="101"/>
                        </a:lnTo>
                        <a:lnTo>
                          <a:pt x="730" y="101"/>
                        </a:lnTo>
                        <a:lnTo>
                          <a:pt x="726" y="101"/>
                        </a:lnTo>
                        <a:lnTo>
                          <a:pt x="724" y="101"/>
                        </a:lnTo>
                        <a:lnTo>
                          <a:pt x="721" y="101"/>
                        </a:lnTo>
                        <a:lnTo>
                          <a:pt x="719" y="101"/>
                        </a:lnTo>
                        <a:lnTo>
                          <a:pt x="715" y="101"/>
                        </a:lnTo>
                        <a:lnTo>
                          <a:pt x="713" y="101"/>
                        </a:lnTo>
                        <a:lnTo>
                          <a:pt x="710" y="101"/>
                        </a:lnTo>
                        <a:lnTo>
                          <a:pt x="707" y="101"/>
                        </a:lnTo>
                        <a:lnTo>
                          <a:pt x="704" y="101"/>
                        </a:lnTo>
                        <a:lnTo>
                          <a:pt x="701" y="101"/>
                        </a:lnTo>
                        <a:lnTo>
                          <a:pt x="699" y="100"/>
                        </a:lnTo>
                        <a:lnTo>
                          <a:pt x="695" y="100"/>
                        </a:lnTo>
                        <a:lnTo>
                          <a:pt x="693" y="100"/>
                        </a:lnTo>
                        <a:lnTo>
                          <a:pt x="689" y="100"/>
                        </a:lnTo>
                        <a:lnTo>
                          <a:pt x="687" y="100"/>
                        </a:lnTo>
                        <a:lnTo>
                          <a:pt x="683" y="100"/>
                        </a:lnTo>
                        <a:lnTo>
                          <a:pt x="681" y="100"/>
                        </a:lnTo>
                        <a:lnTo>
                          <a:pt x="679" y="100"/>
                        </a:lnTo>
                        <a:lnTo>
                          <a:pt x="676" y="100"/>
                        </a:lnTo>
                        <a:lnTo>
                          <a:pt x="673" y="100"/>
                        </a:lnTo>
                        <a:lnTo>
                          <a:pt x="669" y="100"/>
                        </a:lnTo>
                        <a:lnTo>
                          <a:pt x="667" y="100"/>
                        </a:lnTo>
                        <a:lnTo>
                          <a:pt x="664" y="100"/>
                        </a:lnTo>
                        <a:lnTo>
                          <a:pt x="662" y="100"/>
                        </a:lnTo>
                        <a:lnTo>
                          <a:pt x="659" y="100"/>
                        </a:lnTo>
                        <a:lnTo>
                          <a:pt x="656" y="100"/>
                        </a:lnTo>
                        <a:lnTo>
                          <a:pt x="661" y="96"/>
                        </a:lnTo>
                        <a:lnTo>
                          <a:pt x="666" y="91"/>
                        </a:lnTo>
                        <a:lnTo>
                          <a:pt x="670" y="86"/>
                        </a:lnTo>
                        <a:lnTo>
                          <a:pt x="675" y="82"/>
                        </a:lnTo>
                        <a:lnTo>
                          <a:pt x="676" y="79"/>
                        </a:lnTo>
                        <a:lnTo>
                          <a:pt x="679" y="76"/>
                        </a:lnTo>
                        <a:lnTo>
                          <a:pt x="679" y="72"/>
                        </a:lnTo>
                        <a:lnTo>
                          <a:pt x="681" y="70"/>
                        </a:lnTo>
                        <a:lnTo>
                          <a:pt x="682" y="66"/>
                        </a:lnTo>
                        <a:lnTo>
                          <a:pt x="683" y="63"/>
                        </a:lnTo>
                        <a:lnTo>
                          <a:pt x="685" y="59"/>
                        </a:lnTo>
                        <a:lnTo>
                          <a:pt x="686" y="56"/>
                        </a:lnTo>
                        <a:lnTo>
                          <a:pt x="683" y="53"/>
                        </a:lnTo>
                        <a:lnTo>
                          <a:pt x="680" y="52"/>
                        </a:lnTo>
                        <a:lnTo>
                          <a:pt x="677" y="51"/>
                        </a:lnTo>
                        <a:lnTo>
                          <a:pt x="674" y="51"/>
                        </a:lnTo>
                        <a:lnTo>
                          <a:pt x="670" y="50"/>
                        </a:lnTo>
                        <a:lnTo>
                          <a:pt x="668" y="50"/>
                        </a:lnTo>
                        <a:lnTo>
                          <a:pt x="664" y="50"/>
                        </a:lnTo>
                        <a:lnTo>
                          <a:pt x="662" y="50"/>
                        </a:lnTo>
                        <a:lnTo>
                          <a:pt x="659" y="48"/>
                        </a:lnTo>
                        <a:lnTo>
                          <a:pt x="656" y="48"/>
                        </a:lnTo>
                        <a:lnTo>
                          <a:pt x="651" y="50"/>
                        </a:lnTo>
                        <a:lnTo>
                          <a:pt x="649" y="50"/>
                        </a:lnTo>
                        <a:lnTo>
                          <a:pt x="645" y="50"/>
                        </a:lnTo>
                        <a:lnTo>
                          <a:pt x="643" y="51"/>
                        </a:lnTo>
                        <a:lnTo>
                          <a:pt x="640" y="51"/>
                        </a:lnTo>
                        <a:lnTo>
                          <a:pt x="636" y="52"/>
                        </a:lnTo>
                        <a:lnTo>
                          <a:pt x="632" y="52"/>
                        </a:lnTo>
                        <a:lnTo>
                          <a:pt x="630" y="52"/>
                        </a:lnTo>
                        <a:lnTo>
                          <a:pt x="625" y="52"/>
                        </a:lnTo>
                        <a:lnTo>
                          <a:pt x="623" y="53"/>
                        </a:lnTo>
                        <a:lnTo>
                          <a:pt x="619" y="53"/>
                        </a:lnTo>
                        <a:lnTo>
                          <a:pt x="616" y="53"/>
                        </a:lnTo>
                        <a:lnTo>
                          <a:pt x="612" y="53"/>
                        </a:lnTo>
                        <a:lnTo>
                          <a:pt x="610" y="53"/>
                        </a:lnTo>
                        <a:lnTo>
                          <a:pt x="607" y="52"/>
                        </a:lnTo>
                        <a:lnTo>
                          <a:pt x="604" y="52"/>
                        </a:lnTo>
                        <a:lnTo>
                          <a:pt x="600" y="51"/>
                        </a:lnTo>
                        <a:lnTo>
                          <a:pt x="598" y="51"/>
                        </a:lnTo>
                        <a:lnTo>
                          <a:pt x="594" y="48"/>
                        </a:lnTo>
                        <a:lnTo>
                          <a:pt x="592" y="47"/>
                        </a:lnTo>
                        <a:lnTo>
                          <a:pt x="589" y="46"/>
                        </a:lnTo>
                        <a:lnTo>
                          <a:pt x="586" y="44"/>
                        </a:lnTo>
                        <a:lnTo>
                          <a:pt x="585" y="46"/>
                        </a:lnTo>
                        <a:lnTo>
                          <a:pt x="585" y="48"/>
                        </a:lnTo>
                        <a:lnTo>
                          <a:pt x="584" y="51"/>
                        </a:lnTo>
                        <a:lnTo>
                          <a:pt x="583" y="53"/>
                        </a:lnTo>
                        <a:lnTo>
                          <a:pt x="583" y="56"/>
                        </a:lnTo>
                        <a:lnTo>
                          <a:pt x="581" y="60"/>
                        </a:lnTo>
                        <a:lnTo>
                          <a:pt x="580" y="64"/>
                        </a:lnTo>
                        <a:lnTo>
                          <a:pt x="580" y="69"/>
                        </a:lnTo>
                        <a:lnTo>
                          <a:pt x="579" y="72"/>
                        </a:lnTo>
                        <a:lnTo>
                          <a:pt x="579" y="76"/>
                        </a:lnTo>
                        <a:lnTo>
                          <a:pt x="578" y="81"/>
                        </a:lnTo>
                        <a:lnTo>
                          <a:pt x="577" y="85"/>
                        </a:lnTo>
                        <a:lnTo>
                          <a:pt x="577" y="89"/>
                        </a:lnTo>
                        <a:lnTo>
                          <a:pt x="577" y="92"/>
                        </a:lnTo>
                        <a:lnTo>
                          <a:pt x="575" y="97"/>
                        </a:lnTo>
                        <a:lnTo>
                          <a:pt x="575" y="101"/>
                        </a:lnTo>
                        <a:lnTo>
                          <a:pt x="572" y="101"/>
                        </a:lnTo>
                        <a:lnTo>
                          <a:pt x="570" y="101"/>
                        </a:lnTo>
                        <a:lnTo>
                          <a:pt x="567" y="101"/>
                        </a:lnTo>
                        <a:lnTo>
                          <a:pt x="564" y="101"/>
                        </a:lnTo>
                        <a:lnTo>
                          <a:pt x="560" y="101"/>
                        </a:lnTo>
                        <a:lnTo>
                          <a:pt x="556" y="101"/>
                        </a:lnTo>
                        <a:lnTo>
                          <a:pt x="554" y="101"/>
                        </a:lnTo>
                        <a:lnTo>
                          <a:pt x="552" y="101"/>
                        </a:lnTo>
                        <a:lnTo>
                          <a:pt x="549" y="101"/>
                        </a:lnTo>
                        <a:lnTo>
                          <a:pt x="546" y="101"/>
                        </a:lnTo>
                        <a:lnTo>
                          <a:pt x="542" y="101"/>
                        </a:lnTo>
                        <a:lnTo>
                          <a:pt x="540" y="101"/>
                        </a:lnTo>
                        <a:lnTo>
                          <a:pt x="536" y="101"/>
                        </a:lnTo>
                        <a:lnTo>
                          <a:pt x="534" y="101"/>
                        </a:lnTo>
                        <a:lnTo>
                          <a:pt x="532" y="101"/>
                        </a:lnTo>
                        <a:lnTo>
                          <a:pt x="529" y="101"/>
                        </a:lnTo>
                        <a:lnTo>
                          <a:pt x="526" y="101"/>
                        </a:lnTo>
                        <a:lnTo>
                          <a:pt x="523" y="101"/>
                        </a:lnTo>
                        <a:lnTo>
                          <a:pt x="520" y="101"/>
                        </a:lnTo>
                        <a:lnTo>
                          <a:pt x="516" y="101"/>
                        </a:lnTo>
                        <a:lnTo>
                          <a:pt x="514" y="101"/>
                        </a:lnTo>
                        <a:lnTo>
                          <a:pt x="511" y="101"/>
                        </a:lnTo>
                        <a:lnTo>
                          <a:pt x="509" y="101"/>
                        </a:lnTo>
                        <a:lnTo>
                          <a:pt x="507" y="101"/>
                        </a:lnTo>
                        <a:lnTo>
                          <a:pt x="503" y="101"/>
                        </a:lnTo>
                        <a:lnTo>
                          <a:pt x="501" y="101"/>
                        </a:lnTo>
                        <a:lnTo>
                          <a:pt x="497" y="101"/>
                        </a:lnTo>
                        <a:lnTo>
                          <a:pt x="495" y="101"/>
                        </a:lnTo>
                        <a:lnTo>
                          <a:pt x="492" y="101"/>
                        </a:lnTo>
                        <a:lnTo>
                          <a:pt x="490" y="101"/>
                        </a:lnTo>
                        <a:lnTo>
                          <a:pt x="486" y="101"/>
                        </a:lnTo>
                        <a:lnTo>
                          <a:pt x="484" y="102"/>
                        </a:lnTo>
                        <a:lnTo>
                          <a:pt x="482" y="102"/>
                        </a:lnTo>
                        <a:lnTo>
                          <a:pt x="478" y="102"/>
                        </a:lnTo>
                        <a:lnTo>
                          <a:pt x="476" y="102"/>
                        </a:lnTo>
                        <a:lnTo>
                          <a:pt x="473" y="102"/>
                        </a:lnTo>
                        <a:lnTo>
                          <a:pt x="471" y="102"/>
                        </a:lnTo>
                        <a:lnTo>
                          <a:pt x="469" y="102"/>
                        </a:lnTo>
                        <a:lnTo>
                          <a:pt x="466" y="102"/>
                        </a:lnTo>
                        <a:lnTo>
                          <a:pt x="463" y="102"/>
                        </a:lnTo>
                        <a:lnTo>
                          <a:pt x="460" y="102"/>
                        </a:lnTo>
                        <a:lnTo>
                          <a:pt x="457" y="102"/>
                        </a:lnTo>
                        <a:lnTo>
                          <a:pt x="456" y="102"/>
                        </a:lnTo>
                        <a:lnTo>
                          <a:pt x="453" y="102"/>
                        </a:lnTo>
                        <a:lnTo>
                          <a:pt x="447" y="102"/>
                        </a:lnTo>
                        <a:lnTo>
                          <a:pt x="443" y="102"/>
                        </a:lnTo>
                        <a:lnTo>
                          <a:pt x="440" y="102"/>
                        </a:lnTo>
                        <a:lnTo>
                          <a:pt x="437" y="102"/>
                        </a:lnTo>
                        <a:lnTo>
                          <a:pt x="434" y="102"/>
                        </a:lnTo>
                        <a:lnTo>
                          <a:pt x="432" y="102"/>
                        </a:lnTo>
                        <a:lnTo>
                          <a:pt x="427" y="102"/>
                        </a:lnTo>
                        <a:lnTo>
                          <a:pt x="422" y="102"/>
                        </a:lnTo>
                        <a:lnTo>
                          <a:pt x="416" y="102"/>
                        </a:lnTo>
                        <a:lnTo>
                          <a:pt x="413" y="103"/>
                        </a:lnTo>
                        <a:lnTo>
                          <a:pt x="407" y="103"/>
                        </a:lnTo>
                        <a:lnTo>
                          <a:pt x="402" y="104"/>
                        </a:lnTo>
                        <a:lnTo>
                          <a:pt x="405" y="100"/>
                        </a:lnTo>
                        <a:lnTo>
                          <a:pt x="405" y="97"/>
                        </a:lnTo>
                        <a:lnTo>
                          <a:pt x="407" y="94"/>
                        </a:lnTo>
                        <a:lnTo>
                          <a:pt x="408" y="91"/>
                        </a:lnTo>
                        <a:lnTo>
                          <a:pt x="408" y="86"/>
                        </a:lnTo>
                        <a:lnTo>
                          <a:pt x="409" y="84"/>
                        </a:lnTo>
                        <a:lnTo>
                          <a:pt x="408" y="82"/>
                        </a:lnTo>
                        <a:lnTo>
                          <a:pt x="408" y="78"/>
                        </a:lnTo>
                        <a:lnTo>
                          <a:pt x="407" y="76"/>
                        </a:lnTo>
                        <a:lnTo>
                          <a:pt x="405" y="73"/>
                        </a:lnTo>
                        <a:lnTo>
                          <a:pt x="403" y="71"/>
                        </a:lnTo>
                        <a:lnTo>
                          <a:pt x="402" y="69"/>
                        </a:lnTo>
                        <a:lnTo>
                          <a:pt x="399" y="67"/>
                        </a:lnTo>
                        <a:lnTo>
                          <a:pt x="395" y="66"/>
                        </a:lnTo>
                        <a:lnTo>
                          <a:pt x="392" y="66"/>
                        </a:lnTo>
                        <a:lnTo>
                          <a:pt x="387" y="67"/>
                        </a:lnTo>
                        <a:lnTo>
                          <a:pt x="383" y="71"/>
                        </a:lnTo>
                        <a:lnTo>
                          <a:pt x="381" y="73"/>
                        </a:lnTo>
                        <a:lnTo>
                          <a:pt x="378" y="76"/>
                        </a:lnTo>
                        <a:lnTo>
                          <a:pt x="375" y="79"/>
                        </a:lnTo>
                        <a:lnTo>
                          <a:pt x="375" y="83"/>
                        </a:lnTo>
                        <a:lnTo>
                          <a:pt x="375" y="86"/>
                        </a:lnTo>
                        <a:lnTo>
                          <a:pt x="375" y="89"/>
                        </a:lnTo>
                        <a:lnTo>
                          <a:pt x="375" y="94"/>
                        </a:lnTo>
                        <a:lnTo>
                          <a:pt x="375" y="96"/>
                        </a:lnTo>
                        <a:lnTo>
                          <a:pt x="375" y="100"/>
                        </a:lnTo>
                        <a:lnTo>
                          <a:pt x="375" y="102"/>
                        </a:lnTo>
                        <a:lnTo>
                          <a:pt x="376" y="104"/>
                        </a:lnTo>
                        <a:lnTo>
                          <a:pt x="373" y="104"/>
                        </a:lnTo>
                        <a:lnTo>
                          <a:pt x="369" y="104"/>
                        </a:lnTo>
                        <a:lnTo>
                          <a:pt x="365" y="104"/>
                        </a:lnTo>
                        <a:lnTo>
                          <a:pt x="363" y="104"/>
                        </a:lnTo>
                        <a:lnTo>
                          <a:pt x="360" y="104"/>
                        </a:lnTo>
                        <a:lnTo>
                          <a:pt x="357" y="104"/>
                        </a:lnTo>
                        <a:lnTo>
                          <a:pt x="355" y="104"/>
                        </a:lnTo>
                        <a:lnTo>
                          <a:pt x="351" y="104"/>
                        </a:lnTo>
                        <a:lnTo>
                          <a:pt x="348" y="104"/>
                        </a:lnTo>
                        <a:lnTo>
                          <a:pt x="344" y="104"/>
                        </a:lnTo>
                        <a:lnTo>
                          <a:pt x="342" y="104"/>
                        </a:lnTo>
                        <a:lnTo>
                          <a:pt x="339" y="104"/>
                        </a:lnTo>
                        <a:lnTo>
                          <a:pt x="337" y="104"/>
                        </a:lnTo>
                        <a:lnTo>
                          <a:pt x="333" y="104"/>
                        </a:lnTo>
                        <a:lnTo>
                          <a:pt x="330" y="104"/>
                        </a:lnTo>
                        <a:lnTo>
                          <a:pt x="327" y="104"/>
                        </a:lnTo>
                        <a:lnTo>
                          <a:pt x="324" y="104"/>
                        </a:lnTo>
                        <a:lnTo>
                          <a:pt x="322" y="104"/>
                        </a:lnTo>
                        <a:lnTo>
                          <a:pt x="319" y="104"/>
                        </a:lnTo>
                        <a:lnTo>
                          <a:pt x="317" y="104"/>
                        </a:lnTo>
                        <a:lnTo>
                          <a:pt x="313" y="104"/>
                        </a:lnTo>
                        <a:lnTo>
                          <a:pt x="311" y="104"/>
                        </a:lnTo>
                        <a:lnTo>
                          <a:pt x="307" y="104"/>
                        </a:lnTo>
                        <a:lnTo>
                          <a:pt x="305" y="104"/>
                        </a:lnTo>
                        <a:lnTo>
                          <a:pt x="303" y="104"/>
                        </a:lnTo>
                        <a:lnTo>
                          <a:pt x="299" y="104"/>
                        </a:lnTo>
                        <a:lnTo>
                          <a:pt x="297" y="104"/>
                        </a:lnTo>
                        <a:lnTo>
                          <a:pt x="294" y="104"/>
                        </a:lnTo>
                        <a:lnTo>
                          <a:pt x="288" y="104"/>
                        </a:lnTo>
                        <a:lnTo>
                          <a:pt x="284" y="105"/>
                        </a:lnTo>
                        <a:lnTo>
                          <a:pt x="281" y="105"/>
                        </a:lnTo>
                        <a:lnTo>
                          <a:pt x="279" y="105"/>
                        </a:lnTo>
                        <a:lnTo>
                          <a:pt x="276" y="105"/>
                        </a:lnTo>
                        <a:lnTo>
                          <a:pt x="273" y="105"/>
                        </a:lnTo>
                        <a:lnTo>
                          <a:pt x="268" y="105"/>
                        </a:lnTo>
                        <a:lnTo>
                          <a:pt x="263" y="105"/>
                        </a:lnTo>
                        <a:lnTo>
                          <a:pt x="259" y="105"/>
                        </a:lnTo>
                        <a:lnTo>
                          <a:pt x="253" y="105"/>
                        </a:lnTo>
                        <a:lnTo>
                          <a:pt x="249" y="105"/>
                        </a:lnTo>
                        <a:lnTo>
                          <a:pt x="246" y="105"/>
                        </a:lnTo>
                        <a:lnTo>
                          <a:pt x="241" y="105"/>
                        </a:lnTo>
                        <a:lnTo>
                          <a:pt x="235" y="105"/>
                        </a:lnTo>
                        <a:lnTo>
                          <a:pt x="230" y="105"/>
                        </a:lnTo>
                        <a:lnTo>
                          <a:pt x="227" y="105"/>
                        </a:lnTo>
                        <a:lnTo>
                          <a:pt x="223" y="105"/>
                        </a:lnTo>
                        <a:lnTo>
                          <a:pt x="218" y="105"/>
                        </a:lnTo>
                        <a:lnTo>
                          <a:pt x="215" y="105"/>
                        </a:lnTo>
                        <a:lnTo>
                          <a:pt x="210" y="105"/>
                        </a:lnTo>
                        <a:lnTo>
                          <a:pt x="204" y="104"/>
                        </a:lnTo>
                        <a:lnTo>
                          <a:pt x="198" y="104"/>
                        </a:lnTo>
                        <a:lnTo>
                          <a:pt x="192" y="104"/>
                        </a:lnTo>
                        <a:lnTo>
                          <a:pt x="187" y="104"/>
                        </a:lnTo>
                        <a:lnTo>
                          <a:pt x="182" y="104"/>
                        </a:lnTo>
                        <a:lnTo>
                          <a:pt x="176" y="104"/>
                        </a:lnTo>
                        <a:lnTo>
                          <a:pt x="170" y="104"/>
                        </a:lnTo>
                        <a:lnTo>
                          <a:pt x="165" y="104"/>
                        </a:lnTo>
                        <a:lnTo>
                          <a:pt x="159" y="103"/>
                        </a:lnTo>
                        <a:lnTo>
                          <a:pt x="153" y="102"/>
                        </a:lnTo>
                        <a:lnTo>
                          <a:pt x="148" y="102"/>
                        </a:lnTo>
                        <a:lnTo>
                          <a:pt x="144" y="102"/>
                        </a:lnTo>
                        <a:lnTo>
                          <a:pt x="138" y="102"/>
                        </a:lnTo>
                        <a:lnTo>
                          <a:pt x="134" y="102"/>
                        </a:lnTo>
                        <a:lnTo>
                          <a:pt x="128" y="102"/>
                        </a:lnTo>
                        <a:lnTo>
                          <a:pt x="125" y="102"/>
                        </a:lnTo>
                        <a:lnTo>
                          <a:pt x="119" y="102"/>
                        </a:lnTo>
                        <a:lnTo>
                          <a:pt x="114" y="101"/>
                        </a:lnTo>
                        <a:lnTo>
                          <a:pt x="109" y="100"/>
                        </a:lnTo>
                        <a:lnTo>
                          <a:pt x="104" y="100"/>
                        </a:lnTo>
                        <a:lnTo>
                          <a:pt x="100" y="100"/>
                        </a:lnTo>
                        <a:lnTo>
                          <a:pt x="96" y="100"/>
                        </a:lnTo>
                        <a:lnTo>
                          <a:pt x="91" y="100"/>
                        </a:lnTo>
                        <a:lnTo>
                          <a:pt x="88" y="100"/>
                        </a:lnTo>
                        <a:lnTo>
                          <a:pt x="83" y="100"/>
                        </a:lnTo>
                        <a:lnTo>
                          <a:pt x="78" y="98"/>
                        </a:lnTo>
                        <a:lnTo>
                          <a:pt x="75" y="97"/>
                        </a:lnTo>
                        <a:lnTo>
                          <a:pt x="71" y="97"/>
                        </a:lnTo>
                        <a:lnTo>
                          <a:pt x="68" y="97"/>
                        </a:lnTo>
                        <a:lnTo>
                          <a:pt x="64" y="97"/>
                        </a:lnTo>
                        <a:lnTo>
                          <a:pt x="61" y="97"/>
                        </a:lnTo>
                        <a:lnTo>
                          <a:pt x="57" y="97"/>
                        </a:lnTo>
                        <a:lnTo>
                          <a:pt x="53" y="97"/>
                        </a:lnTo>
                        <a:lnTo>
                          <a:pt x="50" y="96"/>
                        </a:lnTo>
                        <a:lnTo>
                          <a:pt x="46" y="96"/>
                        </a:lnTo>
                        <a:lnTo>
                          <a:pt x="44" y="96"/>
                        </a:lnTo>
                        <a:lnTo>
                          <a:pt x="40" y="95"/>
                        </a:lnTo>
                        <a:lnTo>
                          <a:pt x="38" y="94"/>
                        </a:lnTo>
                        <a:lnTo>
                          <a:pt x="34" y="94"/>
                        </a:lnTo>
                        <a:lnTo>
                          <a:pt x="33" y="94"/>
                        </a:lnTo>
                        <a:lnTo>
                          <a:pt x="30" y="94"/>
                        </a:lnTo>
                        <a:lnTo>
                          <a:pt x="26" y="94"/>
                        </a:lnTo>
                        <a:lnTo>
                          <a:pt x="24" y="94"/>
                        </a:lnTo>
                        <a:lnTo>
                          <a:pt x="23" y="94"/>
                        </a:lnTo>
                        <a:lnTo>
                          <a:pt x="18" y="91"/>
                        </a:lnTo>
                        <a:lnTo>
                          <a:pt x="14" y="91"/>
                        </a:lnTo>
                        <a:lnTo>
                          <a:pt x="11" y="91"/>
                        </a:lnTo>
                        <a:lnTo>
                          <a:pt x="7" y="91"/>
                        </a:lnTo>
                        <a:lnTo>
                          <a:pt x="5" y="91"/>
                        </a:lnTo>
                        <a:lnTo>
                          <a:pt x="2" y="91"/>
                        </a:lnTo>
                        <a:lnTo>
                          <a:pt x="0" y="91"/>
                        </a:lnTo>
                        <a:lnTo>
                          <a:pt x="13" y="6"/>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8" name="Freeform 250"/>
                  <p:cNvSpPr/>
                  <p:nvPr/>
                </p:nvSpPr>
                <p:spPr bwMode="auto">
                  <a:xfrm>
                    <a:off x="5420" y="1680"/>
                    <a:ext cx="12" cy="31"/>
                  </a:xfrm>
                  <a:custGeom>
                    <a:avLst/>
                    <a:gdLst>
                      <a:gd name="T0" fmla="*/ 0 w 36"/>
                      <a:gd name="T1" fmla="*/ 0 h 91"/>
                      <a:gd name="T2" fmla="*/ 0 w 36"/>
                      <a:gd name="T3" fmla="*/ 0 h 91"/>
                      <a:gd name="T4" fmla="*/ 0 w 36"/>
                      <a:gd name="T5" fmla="*/ 0 h 91"/>
                      <a:gd name="T6" fmla="*/ 0 w 36"/>
                      <a:gd name="T7" fmla="*/ 0 h 91"/>
                      <a:gd name="T8" fmla="*/ 0 w 36"/>
                      <a:gd name="T9" fmla="*/ 0 h 91"/>
                      <a:gd name="T10" fmla="*/ 0 w 36"/>
                      <a:gd name="T11" fmla="*/ 0 h 91"/>
                      <a:gd name="T12" fmla="*/ 0 w 36"/>
                      <a:gd name="T13" fmla="*/ 0 h 91"/>
                      <a:gd name="T14" fmla="*/ 0 w 36"/>
                      <a:gd name="T15" fmla="*/ 0 h 91"/>
                      <a:gd name="T16" fmla="*/ 0 w 36"/>
                      <a:gd name="T17" fmla="*/ 0 h 91"/>
                      <a:gd name="T18" fmla="*/ 0 w 36"/>
                      <a:gd name="T19" fmla="*/ 0 h 91"/>
                      <a:gd name="T20" fmla="*/ 0 w 36"/>
                      <a:gd name="T21" fmla="*/ 0 h 91"/>
                      <a:gd name="T22" fmla="*/ 0 w 36"/>
                      <a:gd name="T23" fmla="*/ 0 h 91"/>
                      <a:gd name="T24" fmla="*/ 0 w 36"/>
                      <a:gd name="T25" fmla="*/ 0 h 91"/>
                      <a:gd name="T26" fmla="*/ 0 w 36"/>
                      <a:gd name="T27" fmla="*/ 0 h 91"/>
                      <a:gd name="T28" fmla="*/ 0 w 36"/>
                      <a:gd name="T29" fmla="*/ 0 h 91"/>
                      <a:gd name="T30" fmla="*/ 0 w 36"/>
                      <a:gd name="T31" fmla="*/ 0 h 91"/>
                      <a:gd name="T32" fmla="*/ 0 w 36"/>
                      <a:gd name="T33" fmla="*/ 0 h 91"/>
                      <a:gd name="T34" fmla="*/ 0 w 36"/>
                      <a:gd name="T35" fmla="*/ 0 h 91"/>
                      <a:gd name="T36" fmla="*/ 0 w 36"/>
                      <a:gd name="T37" fmla="*/ 0 h 91"/>
                      <a:gd name="T38" fmla="*/ 0 w 36"/>
                      <a:gd name="T39" fmla="*/ 0 h 91"/>
                      <a:gd name="T40" fmla="*/ 0 w 36"/>
                      <a:gd name="T41" fmla="*/ 0 h 91"/>
                      <a:gd name="T42" fmla="*/ 0 w 36"/>
                      <a:gd name="T43" fmla="*/ 0 h 91"/>
                      <a:gd name="T44" fmla="*/ 0 w 36"/>
                      <a:gd name="T45" fmla="*/ 0 h 91"/>
                      <a:gd name="T46" fmla="*/ 0 w 36"/>
                      <a:gd name="T47" fmla="*/ 0 h 91"/>
                      <a:gd name="T48" fmla="*/ 0 w 36"/>
                      <a:gd name="T49" fmla="*/ 0 h 91"/>
                      <a:gd name="T50" fmla="*/ 0 w 36"/>
                      <a:gd name="T51" fmla="*/ 0 h 91"/>
                      <a:gd name="T52" fmla="*/ 0 w 36"/>
                      <a:gd name="T53" fmla="*/ 0 h 91"/>
                      <a:gd name="T54" fmla="*/ 0 w 36"/>
                      <a:gd name="T55" fmla="*/ 0 h 91"/>
                      <a:gd name="T56" fmla="*/ 0 w 36"/>
                      <a:gd name="T57" fmla="*/ 0 h 91"/>
                      <a:gd name="T58" fmla="*/ 0 w 36"/>
                      <a:gd name="T59" fmla="*/ 0 h 91"/>
                      <a:gd name="T60" fmla="*/ 0 w 36"/>
                      <a:gd name="T61" fmla="*/ 0 h 91"/>
                      <a:gd name="T62" fmla="*/ 0 w 36"/>
                      <a:gd name="T63" fmla="*/ 0 h 91"/>
                      <a:gd name="T64" fmla="*/ 0 w 36"/>
                      <a:gd name="T65" fmla="*/ 0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
                      <a:gd name="T100" fmla="*/ 0 h 91"/>
                      <a:gd name="T101" fmla="*/ 36 w 36"/>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 h="91">
                        <a:moveTo>
                          <a:pt x="36" y="91"/>
                        </a:moveTo>
                        <a:lnTo>
                          <a:pt x="33" y="91"/>
                        </a:lnTo>
                        <a:lnTo>
                          <a:pt x="29" y="91"/>
                        </a:lnTo>
                        <a:lnTo>
                          <a:pt x="27" y="89"/>
                        </a:lnTo>
                        <a:lnTo>
                          <a:pt x="23" y="89"/>
                        </a:lnTo>
                        <a:lnTo>
                          <a:pt x="17" y="88"/>
                        </a:lnTo>
                        <a:lnTo>
                          <a:pt x="15" y="87"/>
                        </a:lnTo>
                        <a:lnTo>
                          <a:pt x="10" y="85"/>
                        </a:lnTo>
                        <a:lnTo>
                          <a:pt x="8" y="83"/>
                        </a:lnTo>
                        <a:lnTo>
                          <a:pt x="4" y="81"/>
                        </a:lnTo>
                        <a:lnTo>
                          <a:pt x="3" y="80"/>
                        </a:lnTo>
                        <a:lnTo>
                          <a:pt x="0" y="75"/>
                        </a:lnTo>
                        <a:lnTo>
                          <a:pt x="0" y="70"/>
                        </a:lnTo>
                        <a:lnTo>
                          <a:pt x="0" y="67"/>
                        </a:lnTo>
                        <a:lnTo>
                          <a:pt x="0" y="64"/>
                        </a:lnTo>
                        <a:lnTo>
                          <a:pt x="1" y="61"/>
                        </a:lnTo>
                        <a:lnTo>
                          <a:pt x="3" y="58"/>
                        </a:lnTo>
                        <a:lnTo>
                          <a:pt x="3" y="55"/>
                        </a:lnTo>
                        <a:lnTo>
                          <a:pt x="6" y="51"/>
                        </a:lnTo>
                        <a:lnTo>
                          <a:pt x="7" y="48"/>
                        </a:lnTo>
                        <a:lnTo>
                          <a:pt x="9" y="45"/>
                        </a:lnTo>
                        <a:lnTo>
                          <a:pt x="11" y="41"/>
                        </a:lnTo>
                        <a:lnTo>
                          <a:pt x="13" y="37"/>
                        </a:lnTo>
                        <a:lnTo>
                          <a:pt x="15" y="34"/>
                        </a:lnTo>
                        <a:lnTo>
                          <a:pt x="19" y="30"/>
                        </a:lnTo>
                        <a:lnTo>
                          <a:pt x="20" y="26"/>
                        </a:lnTo>
                        <a:lnTo>
                          <a:pt x="23" y="23"/>
                        </a:lnTo>
                        <a:lnTo>
                          <a:pt x="26" y="19"/>
                        </a:lnTo>
                        <a:lnTo>
                          <a:pt x="28" y="15"/>
                        </a:lnTo>
                        <a:lnTo>
                          <a:pt x="30" y="12"/>
                        </a:lnTo>
                        <a:lnTo>
                          <a:pt x="32" y="7"/>
                        </a:lnTo>
                        <a:lnTo>
                          <a:pt x="33" y="4"/>
                        </a:lnTo>
                        <a:lnTo>
                          <a:pt x="35" y="0"/>
                        </a:lnTo>
                        <a:lnTo>
                          <a:pt x="35" y="4"/>
                        </a:lnTo>
                        <a:lnTo>
                          <a:pt x="35" y="6"/>
                        </a:lnTo>
                        <a:lnTo>
                          <a:pt x="35" y="10"/>
                        </a:lnTo>
                        <a:lnTo>
                          <a:pt x="35" y="12"/>
                        </a:lnTo>
                        <a:lnTo>
                          <a:pt x="35" y="15"/>
                        </a:lnTo>
                        <a:lnTo>
                          <a:pt x="35" y="17"/>
                        </a:lnTo>
                        <a:lnTo>
                          <a:pt x="35" y="20"/>
                        </a:lnTo>
                        <a:lnTo>
                          <a:pt x="35" y="23"/>
                        </a:lnTo>
                        <a:lnTo>
                          <a:pt x="35" y="26"/>
                        </a:lnTo>
                        <a:lnTo>
                          <a:pt x="35" y="30"/>
                        </a:lnTo>
                        <a:lnTo>
                          <a:pt x="35" y="32"/>
                        </a:lnTo>
                        <a:lnTo>
                          <a:pt x="35" y="35"/>
                        </a:lnTo>
                        <a:lnTo>
                          <a:pt x="35" y="37"/>
                        </a:lnTo>
                        <a:lnTo>
                          <a:pt x="35" y="41"/>
                        </a:lnTo>
                        <a:lnTo>
                          <a:pt x="35" y="43"/>
                        </a:lnTo>
                        <a:lnTo>
                          <a:pt x="35" y="47"/>
                        </a:lnTo>
                        <a:lnTo>
                          <a:pt x="35" y="49"/>
                        </a:lnTo>
                        <a:lnTo>
                          <a:pt x="35" y="53"/>
                        </a:lnTo>
                        <a:lnTo>
                          <a:pt x="35" y="55"/>
                        </a:lnTo>
                        <a:lnTo>
                          <a:pt x="35" y="57"/>
                        </a:lnTo>
                        <a:lnTo>
                          <a:pt x="35" y="61"/>
                        </a:lnTo>
                        <a:lnTo>
                          <a:pt x="35" y="63"/>
                        </a:lnTo>
                        <a:lnTo>
                          <a:pt x="35" y="67"/>
                        </a:lnTo>
                        <a:lnTo>
                          <a:pt x="35" y="69"/>
                        </a:lnTo>
                        <a:lnTo>
                          <a:pt x="35" y="72"/>
                        </a:lnTo>
                        <a:lnTo>
                          <a:pt x="35" y="75"/>
                        </a:lnTo>
                        <a:lnTo>
                          <a:pt x="35" y="77"/>
                        </a:lnTo>
                        <a:lnTo>
                          <a:pt x="35" y="80"/>
                        </a:lnTo>
                        <a:lnTo>
                          <a:pt x="35" y="82"/>
                        </a:lnTo>
                        <a:lnTo>
                          <a:pt x="35" y="86"/>
                        </a:lnTo>
                        <a:lnTo>
                          <a:pt x="35" y="88"/>
                        </a:lnTo>
                        <a:lnTo>
                          <a:pt x="36" y="91"/>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9" name="Freeform 251"/>
                  <p:cNvSpPr/>
                  <p:nvPr/>
                </p:nvSpPr>
                <p:spPr bwMode="auto">
                  <a:xfrm>
                    <a:off x="5402" y="1599"/>
                    <a:ext cx="223" cy="177"/>
                  </a:xfrm>
                  <a:custGeom>
                    <a:avLst/>
                    <a:gdLst>
                      <a:gd name="T0" fmla="*/ 0 w 667"/>
                      <a:gd name="T1" fmla="*/ 0 h 531"/>
                      <a:gd name="T2" fmla="*/ 0 w 667"/>
                      <a:gd name="T3" fmla="*/ 0 h 531"/>
                      <a:gd name="T4" fmla="*/ 0 w 667"/>
                      <a:gd name="T5" fmla="*/ 0 h 531"/>
                      <a:gd name="T6" fmla="*/ 0 w 667"/>
                      <a:gd name="T7" fmla="*/ 0 h 531"/>
                      <a:gd name="T8" fmla="*/ 0 w 667"/>
                      <a:gd name="T9" fmla="*/ 0 h 531"/>
                      <a:gd name="T10" fmla="*/ 0 w 667"/>
                      <a:gd name="T11" fmla="*/ 0 h 531"/>
                      <a:gd name="T12" fmla="*/ 0 w 667"/>
                      <a:gd name="T13" fmla="*/ 0 h 531"/>
                      <a:gd name="T14" fmla="*/ 0 w 667"/>
                      <a:gd name="T15" fmla="*/ 0 h 531"/>
                      <a:gd name="T16" fmla="*/ 0 w 667"/>
                      <a:gd name="T17" fmla="*/ 0 h 531"/>
                      <a:gd name="T18" fmla="*/ 0 w 667"/>
                      <a:gd name="T19" fmla="*/ 0 h 531"/>
                      <a:gd name="T20" fmla="*/ 0 w 667"/>
                      <a:gd name="T21" fmla="*/ 0 h 531"/>
                      <a:gd name="T22" fmla="*/ 0 w 667"/>
                      <a:gd name="T23" fmla="*/ 0 h 531"/>
                      <a:gd name="T24" fmla="*/ 0 w 667"/>
                      <a:gd name="T25" fmla="*/ 0 h 531"/>
                      <a:gd name="T26" fmla="*/ 0 w 667"/>
                      <a:gd name="T27" fmla="*/ 0 h 531"/>
                      <a:gd name="T28" fmla="*/ 0 w 667"/>
                      <a:gd name="T29" fmla="*/ 0 h 531"/>
                      <a:gd name="T30" fmla="*/ 0 w 667"/>
                      <a:gd name="T31" fmla="*/ 0 h 531"/>
                      <a:gd name="T32" fmla="*/ 0 w 667"/>
                      <a:gd name="T33" fmla="*/ 0 h 531"/>
                      <a:gd name="T34" fmla="*/ 0 w 667"/>
                      <a:gd name="T35" fmla="*/ 0 h 531"/>
                      <a:gd name="T36" fmla="*/ 0 w 667"/>
                      <a:gd name="T37" fmla="*/ 0 h 531"/>
                      <a:gd name="T38" fmla="*/ 0 w 667"/>
                      <a:gd name="T39" fmla="*/ 0 h 531"/>
                      <a:gd name="T40" fmla="*/ 0 w 667"/>
                      <a:gd name="T41" fmla="*/ 0 h 531"/>
                      <a:gd name="T42" fmla="*/ 0 w 667"/>
                      <a:gd name="T43" fmla="*/ 0 h 531"/>
                      <a:gd name="T44" fmla="*/ 0 w 667"/>
                      <a:gd name="T45" fmla="*/ 0 h 531"/>
                      <a:gd name="T46" fmla="*/ 0 w 667"/>
                      <a:gd name="T47" fmla="*/ 0 h 531"/>
                      <a:gd name="T48" fmla="*/ 0 w 667"/>
                      <a:gd name="T49" fmla="*/ 0 h 531"/>
                      <a:gd name="T50" fmla="*/ 0 w 667"/>
                      <a:gd name="T51" fmla="*/ 0 h 531"/>
                      <a:gd name="T52" fmla="*/ 0 w 667"/>
                      <a:gd name="T53" fmla="*/ 0 h 531"/>
                      <a:gd name="T54" fmla="*/ 0 w 667"/>
                      <a:gd name="T55" fmla="*/ 0 h 531"/>
                      <a:gd name="T56" fmla="*/ 0 w 667"/>
                      <a:gd name="T57" fmla="*/ 0 h 531"/>
                      <a:gd name="T58" fmla="*/ 0 w 667"/>
                      <a:gd name="T59" fmla="*/ 0 h 531"/>
                      <a:gd name="T60" fmla="*/ 0 w 667"/>
                      <a:gd name="T61" fmla="*/ 0 h 531"/>
                      <a:gd name="T62" fmla="*/ 0 w 667"/>
                      <a:gd name="T63" fmla="*/ 0 h 531"/>
                      <a:gd name="T64" fmla="*/ 0 w 667"/>
                      <a:gd name="T65" fmla="*/ 0 h 531"/>
                      <a:gd name="T66" fmla="*/ 0 w 667"/>
                      <a:gd name="T67" fmla="*/ 0 h 531"/>
                      <a:gd name="T68" fmla="*/ 0 w 667"/>
                      <a:gd name="T69" fmla="*/ 0 h 531"/>
                      <a:gd name="T70" fmla="*/ 0 w 667"/>
                      <a:gd name="T71" fmla="*/ 0 h 531"/>
                      <a:gd name="T72" fmla="*/ 0 w 667"/>
                      <a:gd name="T73" fmla="*/ 0 h 531"/>
                      <a:gd name="T74" fmla="*/ 0 w 667"/>
                      <a:gd name="T75" fmla="*/ 0 h 531"/>
                      <a:gd name="T76" fmla="*/ 0 w 667"/>
                      <a:gd name="T77" fmla="*/ 0 h 531"/>
                      <a:gd name="T78" fmla="*/ 0 w 667"/>
                      <a:gd name="T79" fmla="*/ 0 h 531"/>
                      <a:gd name="T80" fmla="*/ 0 w 667"/>
                      <a:gd name="T81" fmla="*/ 0 h 531"/>
                      <a:gd name="T82" fmla="*/ 0 w 667"/>
                      <a:gd name="T83" fmla="*/ 0 h 531"/>
                      <a:gd name="T84" fmla="*/ 0 w 667"/>
                      <a:gd name="T85" fmla="*/ 0 h 531"/>
                      <a:gd name="T86" fmla="*/ 0 w 667"/>
                      <a:gd name="T87" fmla="*/ 0 h 531"/>
                      <a:gd name="T88" fmla="*/ 0 w 667"/>
                      <a:gd name="T89" fmla="*/ 0 h 531"/>
                      <a:gd name="T90" fmla="*/ 0 w 667"/>
                      <a:gd name="T91" fmla="*/ 0 h 531"/>
                      <a:gd name="T92" fmla="*/ 0 w 667"/>
                      <a:gd name="T93" fmla="*/ 0 h 531"/>
                      <a:gd name="T94" fmla="*/ 0 w 667"/>
                      <a:gd name="T95" fmla="*/ 0 h 531"/>
                      <a:gd name="T96" fmla="*/ 0 w 667"/>
                      <a:gd name="T97" fmla="*/ 0 h 531"/>
                      <a:gd name="T98" fmla="*/ 0 w 667"/>
                      <a:gd name="T99" fmla="*/ 0 h 531"/>
                      <a:gd name="T100" fmla="*/ 0 w 667"/>
                      <a:gd name="T101" fmla="*/ 0 h 531"/>
                      <a:gd name="T102" fmla="*/ 0 w 667"/>
                      <a:gd name="T103" fmla="*/ 0 h 531"/>
                      <a:gd name="T104" fmla="*/ 0 w 667"/>
                      <a:gd name="T105" fmla="*/ 0 h 531"/>
                      <a:gd name="T106" fmla="*/ 0 w 667"/>
                      <a:gd name="T107" fmla="*/ 0 h 531"/>
                      <a:gd name="T108" fmla="*/ 0 w 667"/>
                      <a:gd name="T109" fmla="*/ 0 h 531"/>
                      <a:gd name="T110" fmla="*/ 0 w 667"/>
                      <a:gd name="T111" fmla="*/ 0 h 531"/>
                      <a:gd name="T112" fmla="*/ 0 w 667"/>
                      <a:gd name="T113" fmla="*/ 0 h 531"/>
                      <a:gd name="T114" fmla="*/ 0 w 667"/>
                      <a:gd name="T115" fmla="*/ 0 h 531"/>
                      <a:gd name="T116" fmla="*/ 0 w 667"/>
                      <a:gd name="T117" fmla="*/ 0 h 531"/>
                      <a:gd name="T118" fmla="*/ 0 w 667"/>
                      <a:gd name="T119" fmla="*/ 0 h 531"/>
                      <a:gd name="T120" fmla="*/ 0 w 667"/>
                      <a:gd name="T121" fmla="*/ 0 h 531"/>
                      <a:gd name="T122" fmla="*/ 0 w 667"/>
                      <a:gd name="T123" fmla="*/ 0 h 53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67"/>
                      <a:gd name="T187" fmla="*/ 0 h 531"/>
                      <a:gd name="T188" fmla="*/ 667 w 667"/>
                      <a:gd name="T189" fmla="*/ 531 h 53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67" h="531">
                        <a:moveTo>
                          <a:pt x="22" y="4"/>
                        </a:moveTo>
                        <a:lnTo>
                          <a:pt x="105" y="26"/>
                        </a:lnTo>
                        <a:lnTo>
                          <a:pt x="105" y="27"/>
                        </a:lnTo>
                        <a:lnTo>
                          <a:pt x="105" y="29"/>
                        </a:lnTo>
                        <a:lnTo>
                          <a:pt x="104" y="30"/>
                        </a:lnTo>
                        <a:lnTo>
                          <a:pt x="104" y="33"/>
                        </a:lnTo>
                        <a:lnTo>
                          <a:pt x="104" y="35"/>
                        </a:lnTo>
                        <a:lnTo>
                          <a:pt x="104" y="38"/>
                        </a:lnTo>
                        <a:lnTo>
                          <a:pt x="104" y="41"/>
                        </a:lnTo>
                        <a:lnTo>
                          <a:pt x="104" y="45"/>
                        </a:lnTo>
                        <a:lnTo>
                          <a:pt x="102" y="48"/>
                        </a:lnTo>
                        <a:lnTo>
                          <a:pt x="101" y="53"/>
                        </a:lnTo>
                        <a:lnTo>
                          <a:pt x="101" y="54"/>
                        </a:lnTo>
                        <a:lnTo>
                          <a:pt x="101" y="57"/>
                        </a:lnTo>
                        <a:lnTo>
                          <a:pt x="101" y="59"/>
                        </a:lnTo>
                        <a:lnTo>
                          <a:pt x="101" y="62"/>
                        </a:lnTo>
                        <a:lnTo>
                          <a:pt x="101" y="65"/>
                        </a:lnTo>
                        <a:lnTo>
                          <a:pt x="101" y="67"/>
                        </a:lnTo>
                        <a:lnTo>
                          <a:pt x="101" y="71"/>
                        </a:lnTo>
                        <a:lnTo>
                          <a:pt x="101" y="73"/>
                        </a:lnTo>
                        <a:lnTo>
                          <a:pt x="100" y="76"/>
                        </a:lnTo>
                        <a:lnTo>
                          <a:pt x="99" y="79"/>
                        </a:lnTo>
                        <a:lnTo>
                          <a:pt x="99" y="81"/>
                        </a:lnTo>
                        <a:lnTo>
                          <a:pt x="99" y="85"/>
                        </a:lnTo>
                        <a:lnTo>
                          <a:pt x="99" y="87"/>
                        </a:lnTo>
                        <a:lnTo>
                          <a:pt x="99" y="90"/>
                        </a:lnTo>
                        <a:lnTo>
                          <a:pt x="99" y="95"/>
                        </a:lnTo>
                        <a:lnTo>
                          <a:pt x="99" y="97"/>
                        </a:lnTo>
                        <a:lnTo>
                          <a:pt x="98" y="100"/>
                        </a:lnTo>
                        <a:lnTo>
                          <a:pt x="97" y="105"/>
                        </a:lnTo>
                        <a:lnTo>
                          <a:pt x="97" y="108"/>
                        </a:lnTo>
                        <a:lnTo>
                          <a:pt x="97" y="112"/>
                        </a:lnTo>
                        <a:lnTo>
                          <a:pt x="97" y="115"/>
                        </a:lnTo>
                        <a:lnTo>
                          <a:pt x="97" y="119"/>
                        </a:lnTo>
                        <a:lnTo>
                          <a:pt x="97" y="123"/>
                        </a:lnTo>
                        <a:lnTo>
                          <a:pt x="97" y="128"/>
                        </a:lnTo>
                        <a:lnTo>
                          <a:pt x="95" y="131"/>
                        </a:lnTo>
                        <a:lnTo>
                          <a:pt x="94" y="135"/>
                        </a:lnTo>
                        <a:lnTo>
                          <a:pt x="94" y="138"/>
                        </a:lnTo>
                        <a:lnTo>
                          <a:pt x="94" y="143"/>
                        </a:lnTo>
                        <a:lnTo>
                          <a:pt x="94" y="148"/>
                        </a:lnTo>
                        <a:lnTo>
                          <a:pt x="94" y="152"/>
                        </a:lnTo>
                        <a:lnTo>
                          <a:pt x="93" y="156"/>
                        </a:lnTo>
                        <a:lnTo>
                          <a:pt x="93" y="161"/>
                        </a:lnTo>
                        <a:lnTo>
                          <a:pt x="92" y="165"/>
                        </a:lnTo>
                        <a:lnTo>
                          <a:pt x="92" y="169"/>
                        </a:lnTo>
                        <a:lnTo>
                          <a:pt x="91" y="173"/>
                        </a:lnTo>
                        <a:lnTo>
                          <a:pt x="91" y="179"/>
                        </a:lnTo>
                        <a:lnTo>
                          <a:pt x="91" y="182"/>
                        </a:lnTo>
                        <a:lnTo>
                          <a:pt x="91" y="187"/>
                        </a:lnTo>
                        <a:lnTo>
                          <a:pt x="91" y="192"/>
                        </a:lnTo>
                        <a:lnTo>
                          <a:pt x="91" y="198"/>
                        </a:lnTo>
                        <a:lnTo>
                          <a:pt x="89" y="201"/>
                        </a:lnTo>
                        <a:lnTo>
                          <a:pt x="89" y="207"/>
                        </a:lnTo>
                        <a:lnTo>
                          <a:pt x="89" y="211"/>
                        </a:lnTo>
                        <a:lnTo>
                          <a:pt x="89" y="217"/>
                        </a:lnTo>
                        <a:lnTo>
                          <a:pt x="88" y="214"/>
                        </a:lnTo>
                        <a:lnTo>
                          <a:pt x="86" y="211"/>
                        </a:lnTo>
                        <a:lnTo>
                          <a:pt x="83" y="207"/>
                        </a:lnTo>
                        <a:lnTo>
                          <a:pt x="80" y="205"/>
                        </a:lnTo>
                        <a:lnTo>
                          <a:pt x="76" y="201"/>
                        </a:lnTo>
                        <a:lnTo>
                          <a:pt x="70" y="199"/>
                        </a:lnTo>
                        <a:lnTo>
                          <a:pt x="68" y="198"/>
                        </a:lnTo>
                        <a:lnTo>
                          <a:pt x="66" y="197"/>
                        </a:lnTo>
                        <a:lnTo>
                          <a:pt x="63" y="197"/>
                        </a:lnTo>
                        <a:lnTo>
                          <a:pt x="61" y="195"/>
                        </a:lnTo>
                        <a:lnTo>
                          <a:pt x="60" y="197"/>
                        </a:lnTo>
                        <a:lnTo>
                          <a:pt x="59" y="199"/>
                        </a:lnTo>
                        <a:lnTo>
                          <a:pt x="59" y="201"/>
                        </a:lnTo>
                        <a:lnTo>
                          <a:pt x="57" y="206"/>
                        </a:lnTo>
                        <a:lnTo>
                          <a:pt x="56" y="208"/>
                        </a:lnTo>
                        <a:lnTo>
                          <a:pt x="55" y="213"/>
                        </a:lnTo>
                        <a:lnTo>
                          <a:pt x="54" y="218"/>
                        </a:lnTo>
                        <a:lnTo>
                          <a:pt x="54" y="222"/>
                        </a:lnTo>
                        <a:lnTo>
                          <a:pt x="53" y="226"/>
                        </a:lnTo>
                        <a:lnTo>
                          <a:pt x="53" y="231"/>
                        </a:lnTo>
                        <a:lnTo>
                          <a:pt x="53" y="235"/>
                        </a:lnTo>
                        <a:lnTo>
                          <a:pt x="53" y="239"/>
                        </a:lnTo>
                        <a:lnTo>
                          <a:pt x="53" y="243"/>
                        </a:lnTo>
                        <a:lnTo>
                          <a:pt x="53" y="246"/>
                        </a:lnTo>
                        <a:lnTo>
                          <a:pt x="54" y="250"/>
                        </a:lnTo>
                        <a:lnTo>
                          <a:pt x="56" y="254"/>
                        </a:lnTo>
                        <a:lnTo>
                          <a:pt x="51" y="255"/>
                        </a:lnTo>
                        <a:lnTo>
                          <a:pt x="48" y="257"/>
                        </a:lnTo>
                        <a:lnTo>
                          <a:pt x="44" y="257"/>
                        </a:lnTo>
                        <a:lnTo>
                          <a:pt x="41" y="260"/>
                        </a:lnTo>
                        <a:lnTo>
                          <a:pt x="38" y="262"/>
                        </a:lnTo>
                        <a:lnTo>
                          <a:pt x="35" y="263"/>
                        </a:lnTo>
                        <a:lnTo>
                          <a:pt x="32" y="264"/>
                        </a:lnTo>
                        <a:lnTo>
                          <a:pt x="30" y="267"/>
                        </a:lnTo>
                        <a:lnTo>
                          <a:pt x="25" y="271"/>
                        </a:lnTo>
                        <a:lnTo>
                          <a:pt x="22" y="275"/>
                        </a:lnTo>
                        <a:lnTo>
                          <a:pt x="19" y="280"/>
                        </a:lnTo>
                        <a:lnTo>
                          <a:pt x="17" y="284"/>
                        </a:lnTo>
                        <a:lnTo>
                          <a:pt x="15" y="289"/>
                        </a:lnTo>
                        <a:lnTo>
                          <a:pt x="13" y="294"/>
                        </a:lnTo>
                        <a:lnTo>
                          <a:pt x="12" y="299"/>
                        </a:lnTo>
                        <a:lnTo>
                          <a:pt x="12" y="303"/>
                        </a:lnTo>
                        <a:lnTo>
                          <a:pt x="12" y="306"/>
                        </a:lnTo>
                        <a:lnTo>
                          <a:pt x="12" y="308"/>
                        </a:lnTo>
                        <a:lnTo>
                          <a:pt x="12" y="312"/>
                        </a:lnTo>
                        <a:lnTo>
                          <a:pt x="13" y="314"/>
                        </a:lnTo>
                        <a:lnTo>
                          <a:pt x="13" y="317"/>
                        </a:lnTo>
                        <a:lnTo>
                          <a:pt x="15" y="319"/>
                        </a:lnTo>
                        <a:lnTo>
                          <a:pt x="15" y="322"/>
                        </a:lnTo>
                        <a:lnTo>
                          <a:pt x="17" y="325"/>
                        </a:lnTo>
                        <a:lnTo>
                          <a:pt x="18" y="330"/>
                        </a:lnTo>
                        <a:lnTo>
                          <a:pt x="21" y="336"/>
                        </a:lnTo>
                        <a:lnTo>
                          <a:pt x="21" y="338"/>
                        </a:lnTo>
                        <a:lnTo>
                          <a:pt x="23" y="340"/>
                        </a:lnTo>
                        <a:lnTo>
                          <a:pt x="24" y="343"/>
                        </a:lnTo>
                        <a:lnTo>
                          <a:pt x="25" y="345"/>
                        </a:lnTo>
                        <a:lnTo>
                          <a:pt x="28" y="351"/>
                        </a:lnTo>
                        <a:lnTo>
                          <a:pt x="31" y="356"/>
                        </a:lnTo>
                        <a:lnTo>
                          <a:pt x="32" y="358"/>
                        </a:lnTo>
                        <a:lnTo>
                          <a:pt x="35" y="360"/>
                        </a:lnTo>
                        <a:lnTo>
                          <a:pt x="36" y="364"/>
                        </a:lnTo>
                        <a:lnTo>
                          <a:pt x="38" y="368"/>
                        </a:lnTo>
                        <a:lnTo>
                          <a:pt x="42" y="372"/>
                        </a:lnTo>
                        <a:lnTo>
                          <a:pt x="45" y="376"/>
                        </a:lnTo>
                        <a:lnTo>
                          <a:pt x="49" y="381"/>
                        </a:lnTo>
                        <a:lnTo>
                          <a:pt x="53" y="387"/>
                        </a:lnTo>
                        <a:lnTo>
                          <a:pt x="56" y="391"/>
                        </a:lnTo>
                        <a:lnTo>
                          <a:pt x="60" y="396"/>
                        </a:lnTo>
                        <a:lnTo>
                          <a:pt x="63" y="400"/>
                        </a:lnTo>
                        <a:lnTo>
                          <a:pt x="67" y="404"/>
                        </a:lnTo>
                        <a:lnTo>
                          <a:pt x="68" y="401"/>
                        </a:lnTo>
                        <a:lnTo>
                          <a:pt x="70" y="396"/>
                        </a:lnTo>
                        <a:lnTo>
                          <a:pt x="73" y="394"/>
                        </a:lnTo>
                        <a:lnTo>
                          <a:pt x="74" y="391"/>
                        </a:lnTo>
                        <a:lnTo>
                          <a:pt x="76" y="388"/>
                        </a:lnTo>
                        <a:lnTo>
                          <a:pt x="78" y="384"/>
                        </a:lnTo>
                        <a:lnTo>
                          <a:pt x="79" y="381"/>
                        </a:lnTo>
                        <a:lnTo>
                          <a:pt x="81" y="378"/>
                        </a:lnTo>
                        <a:lnTo>
                          <a:pt x="81" y="374"/>
                        </a:lnTo>
                        <a:lnTo>
                          <a:pt x="83" y="371"/>
                        </a:lnTo>
                        <a:lnTo>
                          <a:pt x="86" y="366"/>
                        </a:lnTo>
                        <a:lnTo>
                          <a:pt x="87" y="363"/>
                        </a:lnTo>
                        <a:lnTo>
                          <a:pt x="88" y="358"/>
                        </a:lnTo>
                        <a:lnTo>
                          <a:pt x="91" y="356"/>
                        </a:lnTo>
                        <a:lnTo>
                          <a:pt x="91" y="359"/>
                        </a:lnTo>
                        <a:lnTo>
                          <a:pt x="91" y="363"/>
                        </a:lnTo>
                        <a:lnTo>
                          <a:pt x="91" y="366"/>
                        </a:lnTo>
                        <a:lnTo>
                          <a:pt x="91" y="370"/>
                        </a:lnTo>
                        <a:lnTo>
                          <a:pt x="91" y="374"/>
                        </a:lnTo>
                        <a:lnTo>
                          <a:pt x="91" y="376"/>
                        </a:lnTo>
                        <a:lnTo>
                          <a:pt x="92" y="379"/>
                        </a:lnTo>
                        <a:lnTo>
                          <a:pt x="92" y="383"/>
                        </a:lnTo>
                        <a:lnTo>
                          <a:pt x="92" y="387"/>
                        </a:lnTo>
                        <a:lnTo>
                          <a:pt x="93" y="389"/>
                        </a:lnTo>
                        <a:lnTo>
                          <a:pt x="94" y="391"/>
                        </a:lnTo>
                        <a:lnTo>
                          <a:pt x="94" y="396"/>
                        </a:lnTo>
                        <a:lnTo>
                          <a:pt x="94" y="398"/>
                        </a:lnTo>
                        <a:lnTo>
                          <a:pt x="94" y="401"/>
                        </a:lnTo>
                        <a:lnTo>
                          <a:pt x="94" y="404"/>
                        </a:lnTo>
                        <a:lnTo>
                          <a:pt x="95" y="407"/>
                        </a:lnTo>
                        <a:lnTo>
                          <a:pt x="92" y="408"/>
                        </a:lnTo>
                        <a:lnTo>
                          <a:pt x="88" y="409"/>
                        </a:lnTo>
                        <a:lnTo>
                          <a:pt x="83" y="411"/>
                        </a:lnTo>
                        <a:lnTo>
                          <a:pt x="81" y="414"/>
                        </a:lnTo>
                        <a:lnTo>
                          <a:pt x="76" y="416"/>
                        </a:lnTo>
                        <a:lnTo>
                          <a:pt x="70" y="419"/>
                        </a:lnTo>
                        <a:lnTo>
                          <a:pt x="66" y="421"/>
                        </a:lnTo>
                        <a:lnTo>
                          <a:pt x="62" y="425"/>
                        </a:lnTo>
                        <a:lnTo>
                          <a:pt x="57" y="427"/>
                        </a:lnTo>
                        <a:lnTo>
                          <a:pt x="53" y="429"/>
                        </a:lnTo>
                        <a:lnTo>
                          <a:pt x="48" y="432"/>
                        </a:lnTo>
                        <a:lnTo>
                          <a:pt x="44" y="435"/>
                        </a:lnTo>
                        <a:lnTo>
                          <a:pt x="40" y="438"/>
                        </a:lnTo>
                        <a:lnTo>
                          <a:pt x="37" y="440"/>
                        </a:lnTo>
                        <a:lnTo>
                          <a:pt x="34" y="442"/>
                        </a:lnTo>
                        <a:lnTo>
                          <a:pt x="32" y="445"/>
                        </a:lnTo>
                        <a:lnTo>
                          <a:pt x="36" y="445"/>
                        </a:lnTo>
                        <a:lnTo>
                          <a:pt x="41" y="445"/>
                        </a:lnTo>
                        <a:lnTo>
                          <a:pt x="44" y="445"/>
                        </a:lnTo>
                        <a:lnTo>
                          <a:pt x="48" y="445"/>
                        </a:lnTo>
                        <a:lnTo>
                          <a:pt x="53" y="445"/>
                        </a:lnTo>
                        <a:lnTo>
                          <a:pt x="56" y="445"/>
                        </a:lnTo>
                        <a:lnTo>
                          <a:pt x="61" y="445"/>
                        </a:lnTo>
                        <a:lnTo>
                          <a:pt x="66" y="445"/>
                        </a:lnTo>
                        <a:lnTo>
                          <a:pt x="66" y="447"/>
                        </a:lnTo>
                        <a:lnTo>
                          <a:pt x="68" y="449"/>
                        </a:lnTo>
                        <a:lnTo>
                          <a:pt x="69" y="452"/>
                        </a:lnTo>
                        <a:lnTo>
                          <a:pt x="70" y="454"/>
                        </a:lnTo>
                        <a:lnTo>
                          <a:pt x="74" y="457"/>
                        </a:lnTo>
                        <a:lnTo>
                          <a:pt x="78" y="460"/>
                        </a:lnTo>
                        <a:lnTo>
                          <a:pt x="81" y="461"/>
                        </a:lnTo>
                        <a:lnTo>
                          <a:pt x="85" y="463"/>
                        </a:lnTo>
                        <a:lnTo>
                          <a:pt x="88" y="463"/>
                        </a:lnTo>
                        <a:lnTo>
                          <a:pt x="92" y="463"/>
                        </a:lnTo>
                        <a:lnTo>
                          <a:pt x="94" y="461"/>
                        </a:lnTo>
                        <a:lnTo>
                          <a:pt x="99" y="459"/>
                        </a:lnTo>
                        <a:lnTo>
                          <a:pt x="101" y="458"/>
                        </a:lnTo>
                        <a:lnTo>
                          <a:pt x="104" y="455"/>
                        </a:lnTo>
                        <a:lnTo>
                          <a:pt x="107" y="452"/>
                        </a:lnTo>
                        <a:lnTo>
                          <a:pt x="110" y="449"/>
                        </a:lnTo>
                        <a:lnTo>
                          <a:pt x="112" y="446"/>
                        </a:lnTo>
                        <a:lnTo>
                          <a:pt x="114" y="442"/>
                        </a:lnTo>
                        <a:lnTo>
                          <a:pt x="117" y="442"/>
                        </a:lnTo>
                        <a:lnTo>
                          <a:pt x="121" y="444"/>
                        </a:lnTo>
                        <a:lnTo>
                          <a:pt x="125" y="445"/>
                        </a:lnTo>
                        <a:lnTo>
                          <a:pt x="130" y="446"/>
                        </a:lnTo>
                        <a:lnTo>
                          <a:pt x="133" y="446"/>
                        </a:lnTo>
                        <a:lnTo>
                          <a:pt x="138" y="446"/>
                        </a:lnTo>
                        <a:lnTo>
                          <a:pt x="142" y="446"/>
                        </a:lnTo>
                        <a:lnTo>
                          <a:pt x="146" y="447"/>
                        </a:lnTo>
                        <a:lnTo>
                          <a:pt x="149" y="446"/>
                        </a:lnTo>
                        <a:lnTo>
                          <a:pt x="152" y="446"/>
                        </a:lnTo>
                        <a:lnTo>
                          <a:pt x="156" y="446"/>
                        </a:lnTo>
                        <a:lnTo>
                          <a:pt x="158" y="446"/>
                        </a:lnTo>
                        <a:lnTo>
                          <a:pt x="162" y="446"/>
                        </a:lnTo>
                        <a:lnTo>
                          <a:pt x="164" y="446"/>
                        </a:lnTo>
                        <a:lnTo>
                          <a:pt x="175" y="446"/>
                        </a:lnTo>
                        <a:lnTo>
                          <a:pt x="184" y="447"/>
                        </a:lnTo>
                        <a:lnTo>
                          <a:pt x="195" y="447"/>
                        </a:lnTo>
                        <a:lnTo>
                          <a:pt x="204" y="447"/>
                        </a:lnTo>
                        <a:lnTo>
                          <a:pt x="215" y="447"/>
                        </a:lnTo>
                        <a:lnTo>
                          <a:pt x="225" y="447"/>
                        </a:lnTo>
                        <a:lnTo>
                          <a:pt x="235" y="447"/>
                        </a:lnTo>
                        <a:lnTo>
                          <a:pt x="246" y="447"/>
                        </a:lnTo>
                        <a:lnTo>
                          <a:pt x="255" y="447"/>
                        </a:lnTo>
                        <a:lnTo>
                          <a:pt x="265" y="447"/>
                        </a:lnTo>
                        <a:lnTo>
                          <a:pt x="274" y="447"/>
                        </a:lnTo>
                        <a:lnTo>
                          <a:pt x="285" y="447"/>
                        </a:lnTo>
                        <a:lnTo>
                          <a:pt x="293" y="447"/>
                        </a:lnTo>
                        <a:lnTo>
                          <a:pt x="304" y="447"/>
                        </a:lnTo>
                        <a:lnTo>
                          <a:pt x="314" y="447"/>
                        </a:lnTo>
                        <a:lnTo>
                          <a:pt x="323" y="447"/>
                        </a:lnTo>
                        <a:lnTo>
                          <a:pt x="331" y="447"/>
                        </a:lnTo>
                        <a:lnTo>
                          <a:pt x="341" y="446"/>
                        </a:lnTo>
                        <a:lnTo>
                          <a:pt x="349" y="446"/>
                        </a:lnTo>
                        <a:lnTo>
                          <a:pt x="359" y="446"/>
                        </a:lnTo>
                        <a:lnTo>
                          <a:pt x="367" y="445"/>
                        </a:lnTo>
                        <a:lnTo>
                          <a:pt x="377" y="445"/>
                        </a:lnTo>
                        <a:lnTo>
                          <a:pt x="385" y="445"/>
                        </a:lnTo>
                        <a:lnTo>
                          <a:pt x="393" y="445"/>
                        </a:lnTo>
                        <a:lnTo>
                          <a:pt x="401" y="445"/>
                        </a:lnTo>
                        <a:lnTo>
                          <a:pt x="410" y="444"/>
                        </a:lnTo>
                        <a:lnTo>
                          <a:pt x="417" y="444"/>
                        </a:lnTo>
                        <a:lnTo>
                          <a:pt x="425" y="444"/>
                        </a:lnTo>
                        <a:lnTo>
                          <a:pt x="432" y="442"/>
                        </a:lnTo>
                        <a:lnTo>
                          <a:pt x="441" y="442"/>
                        </a:lnTo>
                        <a:lnTo>
                          <a:pt x="448" y="442"/>
                        </a:lnTo>
                        <a:lnTo>
                          <a:pt x="455" y="442"/>
                        </a:lnTo>
                        <a:lnTo>
                          <a:pt x="462" y="441"/>
                        </a:lnTo>
                        <a:lnTo>
                          <a:pt x="468" y="441"/>
                        </a:lnTo>
                        <a:lnTo>
                          <a:pt x="475" y="440"/>
                        </a:lnTo>
                        <a:lnTo>
                          <a:pt x="482" y="440"/>
                        </a:lnTo>
                        <a:lnTo>
                          <a:pt x="488" y="439"/>
                        </a:lnTo>
                        <a:lnTo>
                          <a:pt x="494" y="439"/>
                        </a:lnTo>
                        <a:lnTo>
                          <a:pt x="500" y="439"/>
                        </a:lnTo>
                        <a:lnTo>
                          <a:pt x="506" y="439"/>
                        </a:lnTo>
                        <a:lnTo>
                          <a:pt x="512" y="438"/>
                        </a:lnTo>
                        <a:lnTo>
                          <a:pt x="517" y="438"/>
                        </a:lnTo>
                        <a:lnTo>
                          <a:pt x="521" y="436"/>
                        </a:lnTo>
                        <a:lnTo>
                          <a:pt x="526" y="436"/>
                        </a:lnTo>
                        <a:lnTo>
                          <a:pt x="532" y="436"/>
                        </a:lnTo>
                        <a:lnTo>
                          <a:pt x="537" y="436"/>
                        </a:lnTo>
                        <a:lnTo>
                          <a:pt x="540" y="435"/>
                        </a:lnTo>
                        <a:lnTo>
                          <a:pt x="545" y="435"/>
                        </a:lnTo>
                        <a:lnTo>
                          <a:pt x="549" y="435"/>
                        </a:lnTo>
                        <a:lnTo>
                          <a:pt x="552" y="434"/>
                        </a:lnTo>
                        <a:lnTo>
                          <a:pt x="556" y="434"/>
                        </a:lnTo>
                        <a:lnTo>
                          <a:pt x="559" y="434"/>
                        </a:lnTo>
                        <a:lnTo>
                          <a:pt x="562" y="434"/>
                        </a:lnTo>
                        <a:lnTo>
                          <a:pt x="564" y="433"/>
                        </a:lnTo>
                        <a:lnTo>
                          <a:pt x="566" y="433"/>
                        </a:lnTo>
                        <a:lnTo>
                          <a:pt x="570" y="433"/>
                        </a:lnTo>
                        <a:lnTo>
                          <a:pt x="572" y="433"/>
                        </a:lnTo>
                        <a:lnTo>
                          <a:pt x="576" y="433"/>
                        </a:lnTo>
                        <a:lnTo>
                          <a:pt x="577" y="433"/>
                        </a:lnTo>
                        <a:lnTo>
                          <a:pt x="578" y="433"/>
                        </a:lnTo>
                        <a:lnTo>
                          <a:pt x="578" y="432"/>
                        </a:lnTo>
                        <a:lnTo>
                          <a:pt x="578" y="428"/>
                        </a:lnTo>
                        <a:lnTo>
                          <a:pt x="578" y="425"/>
                        </a:lnTo>
                        <a:lnTo>
                          <a:pt x="578" y="422"/>
                        </a:lnTo>
                        <a:lnTo>
                          <a:pt x="578" y="419"/>
                        </a:lnTo>
                        <a:lnTo>
                          <a:pt x="578" y="415"/>
                        </a:lnTo>
                        <a:lnTo>
                          <a:pt x="578" y="410"/>
                        </a:lnTo>
                        <a:lnTo>
                          <a:pt x="578" y="406"/>
                        </a:lnTo>
                        <a:lnTo>
                          <a:pt x="578" y="402"/>
                        </a:lnTo>
                        <a:lnTo>
                          <a:pt x="578" y="400"/>
                        </a:lnTo>
                        <a:lnTo>
                          <a:pt x="578" y="397"/>
                        </a:lnTo>
                        <a:lnTo>
                          <a:pt x="578" y="395"/>
                        </a:lnTo>
                        <a:lnTo>
                          <a:pt x="578" y="391"/>
                        </a:lnTo>
                        <a:lnTo>
                          <a:pt x="578" y="389"/>
                        </a:lnTo>
                        <a:lnTo>
                          <a:pt x="578" y="385"/>
                        </a:lnTo>
                        <a:lnTo>
                          <a:pt x="578" y="383"/>
                        </a:lnTo>
                        <a:lnTo>
                          <a:pt x="578" y="378"/>
                        </a:lnTo>
                        <a:lnTo>
                          <a:pt x="578" y="376"/>
                        </a:lnTo>
                        <a:lnTo>
                          <a:pt x="578" y="372"/>
                        </a:lnTo>
                        <a:lnTo>
                          <a:pt x="579" y="369"/>
                        </a:lnTo>
                        <a:lnTo>
                          <a:pt x="578" y="364"/>
                        </a:lnTo>
                        <a:lnTo>
                          <a:pt x="578" y="360"/>
                        </a:lnTo>
                        <a:lnTo>
                          <a:pt x="578" y="357"/>
                        </a:lnTo>
                        <a:lnTo>
                          <a:pt x="578" y="353"/>
                        </a:lnTo>
                        <a:lnTo>
                          <a:pt x="578" y="349"/>
                        </a:lnTo>
                        <a:lnTo>
                          <a:pt x="578" y="344"/>
                        </a:lnTo>
                        <a:lnTo>
                          <a:pt x="578" y="340"/>
                        </a:lnTo>
                        <a:lnTo>
                          <a:pt x="578" y="336"/>
                        </a:lnTo>
                        <a:lnTo>
                          <a:pt x="578" y="331"/>
                        </a:lnTo>
                        <a:lnTo>
                          <a:pt x="578" y="327"/>
                        </a:lnTo>
                        <a:lnTo>
                          <a:pt x="578" y="322"/>
                        </a:lnTo>
                        <a:lnTo>
                          <a:pt x="578" y="318"/>
                        </a:lnTo>
                        <a:lnTo>
                          <a:pt x="578" y="313"/>
                        </a:lnTo>
                        <a:lnTo>
                          <a:pt x="578" y="308"/>
                        </a:lnTo>
                        <a:lnTo>
                          <a:pt x="578" y="303"/>
                        </a:lnTo>
                        <a:lnTo>
                          <a:pt x="578" y="300"/>
                        </a:lnTo>
                        <a:lnTo>
                          <a:pt x="578" y="294"/>
                        </a:lnTo>
                        <a:lnTo>
                          <a:pt x="578" y="290"/>
                        </a:lnTo>
                        <a:lnTo>
                          <a:pt x="578" y="284"/>
                        </a:lnTo>
                        <a:lnTo>
                          <a:pt x="578" y="280"/>
                        </a:lnTo>
                        <a:lnTo>
                          <a:pt x="578" y="275"/>
                        </a:lnTo>
                        <a:lnTo>
                          <a:pt x="578" y="269"/>
                        </a:lnTo>
                        <a:lnTo>
                          <a:pt x="578" y="264"/>
                        </a:lnTo>
                        <a:lnTo>
                          <a:pt x="578" y="260"/>
                        </a:lnTo>
                        <a:lnTo>
                          <a:pt x="578" y="254"/>
                        </a:lnTo>
                        <a:lnTo>
                          <a:pt x="578" y="249"/>
                        </a:lnTo>
                        <a:lnTo>
                          <a:pt x="578" y="243"/>
                        </a:lnTo>
                        <a:lnTo>
                          <a:pt x="578" y="237"/>
                        </a:lnTo>
                        <a:lnTo>
                          <a:pt x="578" y="232"/>
                        </a:lnTo>
                        <a:lnTo>
                          <a:pt x="578" y="226"/>
                        </a:lnTo>
                        <a:lnTo>
                          <a:pt x="578" y="222"/>
                        </a:lnTo>
                        <a:lnTo>
                          <a:pt x="578" y="217"/>
                        </a:lnTo>
                        <a:lnTo>
                          <a:pt x="578" y="211"/>
                        </a:lnTo>
                        <a:lnTo>
                          <a:pt x="578" y="205"/>
                        </a:lnTo>
                        <a:lnTo>
                          <a:pt x="577" y="200"/>
                        </a:lnTo>
                        <a:lnTo>
                          <a:pt x="577" y="195"/>
                        </a:lnTo>
                        <a:lnTo>
                          <a:pt x="577" y="190"/>
                        </a:lnTo>
                        <a:lnTo>
                          <a:pt x="577" y="185"/>
                        </a:lnTo>
                        <a:lnTo>
                          <a:pt x="577" y="180"/>
                        </a:lnTo>
                        <a:lnTo>
                          <a:pt x="577" y="176"/>
                        </a:lnTo>
                        <a:lnTo>
                          <a:pt x="576" y="171"/>
                        </a:lnTo>
                        <a:lnTo>
                          <a:pt x="576" y="166"/>
                        </a:lnTo>
                        <a:lnTo>
                          <a:pt x="575" y="162"/>
                        </a:lnTo>
                        <a:lnTo>
                          <a:pt x="575" y="159"/>
                        </a:lnTo>
                        <a:lnTo>
                          <a:pt x="575" y="154"/>
                        </a:lnTo>
                        <a:lnTo>
                          <a:pt x="575" y="150"/>
                        </a:lnTo>
                        <a:lnTo>
                          <a:pt x="575" y="146"/>
                        </a:lnTo>
                        <a:lnTo>
                          <a:pt x="575" y="143"/>
                        </a:lnTo>
                        <a:lnTo>
                          <a:pt x="573" y="138"/>
                        </a:lnTo>
                        <a:lnTo>
                          <a:pt x="573" y="135"/>
                        </a:lnTo>
                        <a:lnTo>
                          <a:pt x="572" y="131"/>
                        </a:lnTo>
                        <a:lnTo>
                          <a:pt x="572" y="128"/>
                        </a:lnTo>
                        <a:lnTo>
                          <a:pt x="571" y="125"/>
                        </a:lnTo>
                        <a:lnTo>
                          <a:pt x="571" y="122"/>
                        </a:lnTo>
                        <a:lnTo>
                          <a:pt x="570" y="118"/>
                        </a:lnTo>
                        <a:lnTo>
                          <a:pt x="570" y="116"/>
                        </a:lnTo>
                        <a:lnTo>
                          <a:pt x="570" y="112"/>
                        </a:lnTo>
                        <a:lnTo>
                          <a:pt x="570" y="110"/>
                        </a:lnTo>
                        <a:lnTo>
                          <a:pt x="569" y="108"/>
                        </a:lnTo>
                        <a:lnTo>
                          <a:pt x="569" y="105"/>
                        </a:lnTo>
                        <a:lnTo>
                          <a:pt x="568" y="100"/>
                        </a:lnTo>
                        <a:lnTo>
                          <a:pt x="566" y="95"/>
                        </a:lnTo>
                        <a:lnTo>
                          <a:pt x="565" y="90"/>
                        </a:lnTo>
                        <a:lnTo>
                          <a:pt x="565" y="87"/>
                        </a:lnTo>
                        <a:lnTo>
                          <a:pt x="564" y="83"/>
                        </a:lnTo>
                        <a:lnTo>
                          <a:pt x="563" y="79"/>
                        </a:lnTo>
                        <a:lnTo>
                          <a:pt x="562" y="77"/>
                        </a:lnTo>
                        <a:lnTo>
                          <a:pt x="562" y="74"/>
                        </a:lnTo>
                        <a:lnTo>
                          <a:pt x="560" y="71"/>
                        </a:lnTo>
                        <a:lnTo>
                          <a:pt x="560" y="70"/>
                        </a:lnTo>
                        <a:lnTo>
                          <a:pt x="559" y="66"/>
                        </a:lnTo>
                        <a:lnTo>
                          <a:pt x="558" y="64"/>
                        </a:lnTo>
                        <a:lnTo>
                          <a:pt x="557" y="62"/>
                        </a:lnTo>
                        <a:lnTo>
                          <a:pt x="626" y="0"/>
                        </a:lnTo>
                        <a:lnTo>
                          <a:pt x="628" y="3"/>
                        </a:lnTo>
                        <a:lnTo>
                          <a:pt x="633" y="8"/>
                        </a:lnTo>
                        <a:lnTo>
                          <a:pt x="634" y="10"/>
                        </a:lnTo>
                        <a:lnTo>
                          <a:pt x="635" y="13"/>
                        </a:lnTo>
                        <a:lnTo>
                          <a:pt x="638" y="16"/>
                        </a:lnTo>
                        <a:lnTo>
                          <a:pt x="640" y="19"/>
                        </a:lnTo>
                        <a:lnTo>
                          <a:pt x="640" y="21"/>
                        </a:lnTo>
                        <a:lnTo>
                          <a:pt x="642" y="24"/>
                        </a:lnTo>
                        <a:lnTo>
                          <a:pt x="643" y="28"/>
                        </a:lnTo>
                        <a:lnTo>
                          <a:pt x="646" y="32"/>
                        </a:lnTo>
                        <a:lnTo>
                          <a:pt x="646" y="34"/>
                        </a:lnTo>
                        <a:lnTo>
                          <a:pt x="648" y="39"/>
                        </a:lnTo>
                        <a:lnTo>
                          <a:pt x="648" y="41"/>
                        </a:lnTo>
                        <a:lnTo>
                          <a:pt x="651" y="46"/>
                        </a:lnTo>
                        <a:lnTo>
                          <a:pt x="651" y="49"/>
                        </a:lnTo>
                        <a:lnTo>
                          <a:pt x="652" y="53"/>
                        </a:lnTo>
                        <a:lnTo>
                          <a:pt x="653" y="58"/>
                        </a:lnTo>
                        <a:lnTo>
                          <a:pt x="653" y="62"/>
                        </a:lnTo>
                        <a:lnTo>
                          <a:pt x="654" y="66"/>
                        </a:lnTo>
                        <a:lnTo>
                          <a:pt x="655" y="71"/>
                        </a:lnTo>
                        <a:lnTo>
                          <a:pt x="655" y="74"/>
                        </a:lnTo>
                        <a:lnTo>
                          <a:pt x="657" y="79"/>
                        </a:lnTo>
                        <a:lnTo>
                          <a:pt x="658" y="83"/>
                        </a:lnTo>
                        <a:lnTo>
                          <a:pt x="658" y="87"/>
                        </a:lnTo>
                        <a:lnTo>
                          <a:pt x="658" y="92"/>
                        </a:lnTo>
                        <a:lnTo>
                          <a:pt x="659" y="97"/>
                        </a:lnTo>
                        <a:lnTo>
                          <a:pt x="660" y="100"/>
                        </a:lnTo>
                        <a:lnTo>
                          <a:pt x="660" y="105"/>
                        </a:lnTo>
                        <a:lnTo>
                          <a:pt x="660" y="110"/>
                        </a:lnTo>
                        <a:lnTo>
                          <a:pt x="661" y="115"/>
                        </a:lnTo>
                        <a:lnTo>
                          <a:pt x="661" y="121"/>
                        </a:lnTo>
                        <a:lnTo>
                          <a:pt x="662" y="124"/>
                        </a:lnTo>
                        <a:lnTo>
                          <a:pt x="662" y="129"/>
                        </a:lnTo>
                        <a:lnTo>
                          <a:pt x="662" y="134"/>
                        </a:lnTo>
                        <a:lnTo>
                          <a:pt x="662" y="138"/>
                        </a:lnTo>
                        <a:lnTo>
                          <a:pt x="664" y="142"/>
                        </a:lnTo>
                        <a:lnTo>
                          <a:pt x="664" y="147"/>
                        </a:lnTo>
                        <a:lnTo>
                          <a:pt x="664" y="152"/>
                        </a:lnTo>
                        <a:lnTo>
                          <a:pt x="664" y="156"/>
                        </a:lnTo>
                        <a:lnTo>
                          <a:pt x="664" y="161"/>
                        </a:lnTo>
                        <a:lnTo>
                          <a:pt x="664" y="165"/>
                        </a:lnTo>
                        <a:lnTo>
                          <a:pt x="664" y="169"/>
                        </a:lnTo>
                        <a:lnTo>
                          <a:pt x="664" y="173"/>
                        </a:lnTo>
                        <a:lnTo>
                          <a:pt x="664" y="178"/>
                        </a:lnTo>
                        <a:lnTo>
                          <a:pt x="664" y="182"/>
                        </a:lnTo>
                        <a:lnTo>
                          <a:pt x="665" y="186"/>
                        </a:lnTo>
                        <a:lnTo>
                          <a:pt x="665" y="191"/>
                        </a:lnTo>
                        <a:lnTo>
                          <a:pt x="665" y="193"/>
                        </a:lnTo>
                        <a:lnTo>
                          <a:pt x="665" y="198"/>
                        </a:lnTo>
                        <a:lnTo>
                          <a:pt x="665" y="201"/>
                        </a:lnTo>
                        <a:lnTo>
                          <a:pt x="665" y="205"/>
                        </a:lnTo>
                        <a:lnTo>
                          <a:pt x="665" y="208"/>
                        </a:lnTo>
                        <a:lnTo>
                          <a:pt x="665" y="212"/>
                        </a:lnTo>
                        <a:lnTo>
                          <a:pt x="665" y="217"/>
                        </a:lnTo>
                        <a:lnTo>
                          <a:pt x="665" y="219"/>
                        </a:lnTo>
                        <a:lnTo>
                          <a:pt x="665" y="222"/>
                        </a:lnTo>
                        <a:lnTo>
                          <a:pt x="665" y="224"/>
                        </a:lnTo>
                        <a:lnTo>
                          <a:pt x="666" y="229"/>
                        </a:lnTo>
                        <a:lnTo>
                          <a:pt x="666" y="231"/>
                        </a:lnTo>
                        <a:lnTo>
                          <a:pt x="666" y="233"/>
                        </a:lnTo>
                        <a:lnTo>
                          <a:pt x="666" y="236"/>
                        </a:lnTo>
                        <a:lnTo>
                          <a:pt x="666" y="239"/>
                        </a:lnTo>
                        <a:lnTo>
                          <a:pt x="666" y="241"/>
                        </a:lnTo>
                        <a:lnTo>
                          <a:pt x="666" y="243"/>
                        </a:lnTo>
                        <a:lnTo>
                          <a:pt x="666" y="246"/>
                        </a:lnTo>
                        <a:lnTo>
                          <a:pt x="666" y="249"/>
                        </a:lnTo>
                        <a:lnTo>
                          <a:pt x="666" y="252"/>
                        </a:lnTo>
                        <a:lnTo>
                          <a:pt x="666" y="256"/>
                        </a:lnTo>
                        <a:lnTo>
                          <a:pt x="666" y="260"/>
                        </a:lnTo>
                        <a:lnTo>
                          <a:pt x="666" y="264"/>
                        </a:lnTo>
                        <a:lnTo>
                          <a:pt x="666" y="267"/>
                        </a:lnTo>
                        <a:lnTo>
                          <a:pt x="666" y="273"/>
                        </a:lnTo>
                        <a:lnTo>
                          <a:pt x="666" y="276"/>
                        </a:lnTo>
                        <a:lnTo>
                          <a:pt x="666" y="281"/>
                        </a:lnTo>
                        <a:lnTo>
                          <a:pt x="666" y="284"/>
                        </a:lnTo>
                        <a:lnTo>
                          <a:pt x="666" y="290"/>
                        </a:lnTo>
                        <a:lnTo>
                          <a:pt x="666" y="295"/>
                        </a:lnTo>
                        <a:lnTo>
                          <a:pt x="667" y="301"/>
                        </a:lnTo>
                        <a:lnTo>
                          <a:pt x="666" y="306"/>
                        </a:lnTo>
                        <a:lnTo>
                          <a:pt x="666" y="311"/>
                        </a:lnTo>
                        <a:lnTo>
                          <a:pt x="666" y="317"/>
                        </a:lnTo>
                        <a:lnTo>
                          <a:pt x="666" y="322"/>
                        </a:lnTo>
                        <a:lnTo>
                          <a:pt x="666" y="328"/>
                        </a:lnTo>
                        <a:lnTo>
                          <a:pt x="666" y="334"/>
                        </a:lnTo>
                        <a:lnTo>
                          <a:pt x="666" y="340"/>
                        </a:lnTo>
                        <a:lnTo>
                          <a:pt x="666" y="345"/>
                        </a:lnTo>
                        <a:lnTo>
                          <a:pt x="666" y="351"/>
                        </a:lnTo>
                        <a:lnTo>
                          <a:pt x="666" y="357"/>
                        </a:lnTo>
                        <a:lnTo>
                          <a:pt x="666" y="363"/>
                        </a:lnTo>
                        <a:lnTo>
                          <a:pt x="666" y="370"/>
                        </a:lnTo>
                        <a:lnTo>
                          <a:pt x="666" y="376"/>
                        </a:lnTo>
                        <a:lnTo>
                          <a:pt x="666" y="381"/>
                        </a:lnTo>
                        <a:lnTo>
                          <a:pt x="666" y="387"/>
                        </a:lnTo>
                        <a:lnTo>
                          <a:pt x="666" y="394"/>
                        </a:lnTo>
                        <a:lnTo>
                          <a:pt x="665" y="398"/>
                        </a:lnTo>
                        <a:lnTo>
                          <a:pt x="665" y="404"/>
                        </a:lnTo>
                        <a:lnTo>
                          <a:pt x="665" y="411"/>
                        </a:lnTo>
                        <a:lnTo>
                          <a:pt x="665" y="416"/>
                        </a:lnTo>
                        <a:lnTo>
                          <a:pt x="665" y="421"/>
                        </a:lnTo>
                        <a:lnTo>
                          <a:pt x="665" y="427"/>
                        </a:lnTo>
                        <a:lnTo>
                          <a:pt x="665" y="433"/>
                        </a:lnTo>
                        <a:lnTo>
                          <a:pt x="665" y="439"/>
                        </a:lnTo>
                        <a:lnTo>
                          <a:pt x="664" y="444"/>
                        </a:lnTo>
                        <a:lnTo>
                          <a:pt x="664" y="448"/>
                        </a:lnTo>
                        <a:lnTo>
                          <a:pt x="664" y="453"/>
                        </a:lnTo>
                        <a:lnTo>
                          <a:pt x="664" y="459"/>
                        </a:lnTo>
                        <a:lnTo>
                          <a:pt x="664" y="464"/>
                        </a:lnTo>
                        <a:lnTo>
                          <a:pt x="664" y="468"/>
                        </a:lnTo>
                        <a:lnTo>
                          <a:pt x="664" y="472"/>
                        </a:lnTo>
                        <a:lnTo>
                          <a:pt x="664" y="477"/>
                        </a:lnTo>
                        <a:lnTo>
                          <a:pt x="664" y="482"/>
                        </a:lnTo>
                        <a:lnTo>
                          <a:pt x="664" y="485"/>
                        </a:lnTo>
                        <a:lnTo>
                          <a:pt x="664" y="489"/>
                        </a:lnTo>
                        <a:lnTo>
                          <a:pt x="664" y="492"/>
                        </a:lnTo>
                        <a:lnTo>
                          <a:pt x="664" y="495"/>
                        </a:lnTo>
                        <a:lnTo>
                          <a:pt x="664" y="498"/>
                        </a:lnTo>
                        <a:lnTo>
                          <a:pt x="664" y="501"/>
                        </a:lnTo>
                        <a:lnTo>
                          <a:pt x="664" y="504"/>
                        </a:lnTo>
                        <a:lnTo>
                          <a:pt x="664" y="508"/>
                        </a:lnTo>
                        <a:lnTo>
                          <a:pt x="664" y="510"/>
                        </a:lnTo>
                        <a:lnTo>
                          <a:pt x="664" y="512"/>
                        </a:lnTo>
                        <a:lnTo>
                          <a:pt x="664" y="514"/>
                        </a:lnTo>
                        <a:lnTo>
                          <a:pt x="659" y="515"/>
                        </a:lnTo>
                        <a:lnTo>
                          <a:pt x="655" y="515"/>
                        </a:lnTo>
                        <a:lnTo>
                          <a:pt x="652" y="515"/>
                        </a:lnTo>
                        <a:lnTo>
                          <a:pt x="649" y="516"/>
                        </a:lnTo>
                        <a:lnTo>
                          <a:pt x="647" y="517"/>
                        </a:lnTo>
                        <a:lnTo>
                          <a:pt x="645" y="518"/>
                        </a:lnTo>
                        <a:lnTo>
                          <a:pt x="641" y="518"/>
                        </a:lnTo>
                        <a:lnTo>
                          <a:pt x="638" y="518"/>
                        </a:lnTo>
                        <a:lnTo>
                          <a:pt x="635" y="518"/>
                        </a:lnTo>
                        <a:lnTo>
                          <a:pt x="632" y="520"/>
                        </a:lnTo>
                        <a:lnTo>
                          <a:pt x="628" y="520"/>
                        </a:lnTo>
                        <a:lnTo>
                          <a:pt x="624" y="521"/>
                        </a:lnTo>
                        <a:lnTo>
                          <a:pt x="620" y="521"/>
                        </a:lnTo>
                        <a:lnTo>
                          <a:pt x="617" y="521"/>
                        </a:lnTo>
                        <a:lnTo>
                          <a:pt x="613" y="521"/>
                        </a:lnTo>
                        <a:lnTo>
                          <a:pt x="608" y="522"/>
                        </a:lnTo>
                        <a:lnTo>
                          <a:pt x="604" y="522"/>
                        </a:lnTo>
                        <a:lnTo>
                          <a:pt x="600" y="523"/>
                        </a:lnTo>
                        <a:lnTo>
                          <a:pt x="596" y="523"/>
                        </a:lnTo>
                        <a:lnTo>
                          <a:pt x="591" y="523"/>
                        </a:lnTo>
                        <a:lnTo>
                          <a:pt x="588" y="523"/>
                        </a:lnTo>
                        <a:lnTo>
                          <a:pt x="583" y="524"/>
                        </a:lnTo>
                        <a:lnTo>
                          <a:pt x="578" y="524"/>
                        </a:lnTo>
                        <a:lnTo>
                          <a:pt x="575" y="524"/>
                        </a:lnTo>
                        <a:lnTo>
                          <a:pt x="570" y="524"/>
                        </a:lnTo>
                        <a:lnTo>
                          <a:pt x="565" y="525"/>
                        </a:lnTo>
                        <a:lnTo>
                          <a:pt x="560" y="525"/>
                        </a:lnTo>
                        <a:lnTo>
                          <a:pt x="556" y="525"/>
                        </a:lnTo>
                        <a:lnTo>
                          <a:pt x="552" y="525"/>
                        </a:lnTo>
                        <a:lnTo>
                          <a:pt x="547" y="525"/>
                        </a:lnTo>
                        <a:lnTo>
                          <a:pt x="543" y="525"/>
                        </a:lnTo>
                        <a:lnTo>
                          <a:pt x="538" y="525"/>
                        </a:lnTo>
                        <a:lnTo>
                          <a:pt x="534" y="525"/>
                        </a:lnTo>
                        <a:lnTo>
                          <a:pt x="528" y="527"/>
                        </a:lnTo>
                        <a:lnTo>
                          <a:pt x="525" y="527"/>
                        </a:lnTo>
                        <a:lnTo>
                          <a:pt x="521" y="527"/>
                        </a:lnTo>
                        <a:lnTo>
                          <a:pt x="517" y="527"/>
                        </a:lnTo>
                        <a:lnTo>
                          <a:pt x="513" y="528"/>
                        </a:lnTo>
                        <a:lnTo>
                          <a:pt x="508" y="528"/>
                        </a:lnTo>
                        <a:lnTo>
                          <a:pt x="503" y="528"/>
                        </a:lnTo>
                        <a:lnTo>
                          <a:pt x="501" y="528"/>
                        </a:lnTo>
                        <a:lnTo>
                          <a:pt x="498" y="528"/>
                        </a:lnTo>
                        <a:lnTo>
                          <a:pt x="494" y="528"/>
                        </a:lnTo>
                        <a:lnTo>
                          <a:pt x="490" y="528"/>
                        </a:lnTo>
                        <a:lnTo>
                          <a:pt x="486" y="528"/>
                        </a:lnTo>
                        <a:lnTo>
                          <a:pt x="483" y="528"/>
                        </a:lnTo>
                        <a:lnTo>
                          <a:pt x="481" y="528"/>
                        </a:lnTo>
                        <a:lnTo>
                          <a:pt x="477" y="528"/>
                        </a:lnTo>
                        <a:lnTo>
                          <a:pt x="475" y="528"/>
                        </a:lnTo>
                        <a:lnTo>
                          <a:pt x="473" y="529"/>
                        </a:lnTo>
                        <a:lnTo>
                          <a:pt x="468" y="529"/>
                        </a:lnTo>
                        <a:lnTo>
                          <a:pt x="463" y="530"/>
                        </a:lnTo>
                        <a:lnTo>
                          <a:pt x="461" y="530"/>
                        </a:lnTo>
                        <a:lnTo>
                          <a:pt x="458" y="530"/>
                        </a:lnTo>
                        <a:lnTo>
                          <a:pt x="456" y="530"/>
                        </a:lnTo>
                        <a:lnTo>
                          <a:pt x="445" y="530"/>
                        </a:lnTo>
                        <a:lnTo>
                          <a:pt x="436" y="530"/>
                        </a:lnTo>
                        <a:lnTo>
                          <a:pt x="425" y="530"/>
                        </a:lnTo>
                        <a:lnTo>
                          <a:pt x="414" y="530"/>
                        </a:lnTo>
                        <a:lnTo>
                          <a:pt x="405" y="530"/>
                        </a:lnTo>
                        <a:lnTo>
                          <a:pt x="394" y="530"/>
                        </a:lnTo>
                        <a:lnTo>
                          <a:pt x="385" y="530"/>
                        </a:lnTo>
                        <a:lnTo>
                          <a:pt x="374" y="531"/>
                        </a:lnTo>
                        <a:lnTo>
                          <a:pt x="365" y="530"/>
                        </a:lnTo>
                        <a:lnTo>
                          <a:pt x="354" y="530"/>
                        </a:lnTo>
                        <a:lnTo>
                          <a:pt x="344" y="530"/>
                        </a:lnTo>
                        <a:lnTo>
                          <a:pt x="336" y="530"/>
                        </a:lnTo>
                        <a:lnTo>
                          <a:pt x="327" y="530"/>
                        </a:lnTo>
                        <a:lnTo>
                          <a:pt x="317" y="530"/>
                        </a:lnTo>
                        <a:lnTo>
                          <a:pt x="309" y="530"/>
                        </a:lnTo>
                        <a:lnTo>
                          <a:pt x="299" y="530"/>
                        </a:lnTo>
                        <a:lnTo>
                          <a:pt x="291" y="530"/>
                        </a:lnTo>
                        <a:lnTo>
                          <a:pt x="280" y="530"/>
                        </a:lnTo>
                        <a:lnTo>
                          <a:pt x="273" y="529"/>
                        </a:lnTo>
                        <a:lnTo>
                          <a:pt x="264" y="529"/>
                        </a:lnTo>
                        <a:lnTo>
                          <a:pt x="255" y="528"/>
                        </a:lnTo>
                        <a:lnTo>
                          <a:pt x="247" y="528"/>
                        </a:lnTo>
                        <a:lnTo>
                          <a:pt x="239" y="528"/>
                        </a:lnTo>
                        <a:lnTo>
                          <a:pt x="232" y="528"/>
                        </a:lnTo>
                        <a:lnTo>
                          <a:pt x="223" y="527"/>
                        </a:lnTo>
                        <a:lnTo>
                          <a:pt x="215" y="527"/>
                        </a:lnTo>
                        <a:lnTo>
                          <a:pt x="208" y="525"/>
                        </a:lnTo>
                        <a:lnTo>
                          <a:pt x="201" y="525"/>
                        </a:lnTo>
                        <a:lnTo>
                          <a:pt x="194" y="525"/>
                        </a:lnTo>
                        <a:lnTo>
                          <a:pt x="187" y="525"/>
                        </a:lnTo>
                        <a:lnTo>
                          <a:pt x="180" y="524"/>
                        </a:lnTo>
                        <a:lnTo>
                          <a:pt x="174" y="524"/>
                        </a:lnTo>
                        <a:lnTo>
                          <a:pt x="167" y="523"/>
                        </a:lnTo>
                        <a:lnTo>
                          <a:pt x="161" y="523"/>
                        </a:lnTo>
                        <a:lnTo>
                          <a:pt x="155" y="522"/>
                        </a:lnTo>
                        <a:lnTo>
                          <a:pt x="149" y="522"/>
                        </a:lnTo>
                        <a:lnTo>
                          <a:pt x="142" y="521"/>
                        </a:lnTo>
                        <a:lnTo>
                          <a:pt x="137" y="521"/>
                        </a:lnTo>
                        <a:lnTo>
                          <a:pt x="131" y="520"/>
                        </a:lnTo>
                        <a:lnTo>
                          <a:pt x="126" y="520"/>
                        </a:lnTo>
                        <a:lnTo>
                          <a:pt x="120" y="518"/>
                        </a:lnTo>
                        <a:lnTo>
                          <a:pt x="115" y="518"/>
                        </a:lnTo>
                        <a:lnTo>
                          <a:pt x="110" y="518"/>
                        </a:lnTo>
                        <a:lnTo>
                          <a:pt x="106" y="518"/>
                        </a:lnTo>
                        <a:lnTo>
                          <a:pt x="101" y="517"/>
                        </a:lnTo>
                        <a:lnTo>
                          <a:pt x="97" y="517"/>
                        </a:lnTo>
                        <a:lnTo>
                          <a:pt x="94" y="516"/>
                        </a:lnTo>
                        <a:lnTo>
                          <a:pt x="89" y="516"/>
                        </a:lnTo>
                        <a:lnTo>
                          <a:pt x="86" y="515"/>
                        </a:lnTo>
                        <a:lnTo>
                          <a:pt x="82" y="515"/>
                        </a:lnTo>
                        <a:lnTo>
                          <a:pt x="80" y="515"/>
                        </a:lnTo>
                        <a:lnTo>
                          <a:pt x="76" y="515"/>
                        </a:lnTo>
                        <a:lnTo>
                          <a:pt x="73" y="514"/>
                        </a:lnTo>
                        <a:lnTo>
                          <a:pt x="70" y="512"/>
                        </a:lnTo>
                        <a:lnTo>
                          <a:pt x="68" y="512"/>
                        </a:lnTo>
                        <a:lnTo>
                          <a:pt x="63" y="512"/>
                        </a:lnTo>
                        <a:lnTo>
                          <a:pt x="61" y="512"/>
                        </a:lnTo>
                        <a:lnTo>
                          <a:pt x="60" y="512"/>
                        </a:lnTo>
                        <a:lnTo>
                          <a:pt x="56" y="509"/>
                        </a:lnTo>
                        <a:lnTo>
                          <a:pt x="51" y="506"/>
                        </a:lnTo>
                        <a:lnTo>
                          <a:pt x="48" y="503"/>
                        </a:lnTo>
                        <a:lnTo>
                          <a:pt x="44" y="499"/>
                        </a:lnTo>
                        <a:lnTo>
                          <a:pt x="41" y="495"/>
                        </a:lnTo>
                        <a:lnTo>
                          <a:pt x="37" y="490"/>
                        </a:lnTo>
                        <a:lnTo>
                          <a:pt x="34" y="485"/>
                        </a:lnTo>
                        <a:lnTo>
                          <a:pt x="31" y="480"/>
                        </a:lnTo>
                        <a:lnTo>
                          <a:pt x="30" y="477"/>
                        </a:lnTo>
                        <a:lnTo>
                          <a:pt x="28" y="473"/>
                        </a:lnTo>
                        <a:lnTo>
                          <a:pt x="26" y="470"/>
                        </a:lnTo>
                        <a:lnTo>
                          <a:pt x="25" y="467"/>
                        </a:lnTo>
                        <a:lnTo>
                          <a:pt x="24" y="464"/>
                        </a:lnTo>
                        <a:lnTo>
                          <a:pt x="23" y="460"/>
                        </a:lnTo>
                        <a:lnTo>
                          <a:pt x="22" y="457"/>
                        </a:lnTo>
                        <a:lnTo>
                          <a:pt x="21" y="454"/>
                        </a:lnTo>
                        <a:lnTo>
                          <a:pt x="19" y="451"/>
                        </a:lnTo>
                        <a:lnTo>
                          <a:pt x="18" y="447"/>
                        </a:lnTo>
                        <a:lnTo>
                          <a:pt x="17" y="444"/>
                        </a:lnTo>
                        <a:lnTo>
                          <a:pt x="16" y="440"/>
                        </a:lnTo>
                        <a:lnTo>
                          <a:pt x="15" y="436"/>
                        </a:lnTo>
                        <a:lnTo>
                          <a:pt x="15" y="433"/>
                        </a:lnTo>
                        <a:lnTo>
                          <a:pt x="13" y="429"/>
                        </a:lnTo>
                        <a:lnTo>
                          <a:pt x="12" y="426"/>
                        </a:lnTo>
                        <a:lnTo>
                          <a:pt x="11" y="421"/>
                        </a:lnTo>
                        <a:lnTo>
                          <a:pt x="11" y="417"/>
                        </a:lnTo>
                        <a:lnTo>
                          <a:pt x="10" y="414"/>
                        </a:lnTo>
                        <a:lnTo>
                          <a:pt x="9" y="409"/>
                        </a:lnTo>
                        <a:lnTo>
                          <a:pt x="8" y="404"/>
                        </a:lnTo>
                        <a:lnTo>
                          <a:pt x="8" y="401"/>
                        </a:lnTo>
                        <a:lnTo>
                          <a:pt x="6" y="397"/>
                        </a:lnTo>
                        <a:lnTo>
                          <a:pt x="6" y="394"/>
                        </a:lnTo>
                        <a:lnTo>
                          <a:pt x="5" y="389"/>
                        </a:lnTo>
                        <a:lnTo>
                          <a:pt x="5" y="384"/>
                        </a:lnTo>
                        <a:lnTo>
                          <a:pt x="5" y="381"/>
                        </a:lnTo>
                        <a:lnTo>
                          <a:pt x="5" y="376"/>
                        </a:lnTo>
                        <a:lnTo>
                          <a:pt x="4" y="372"/>
                        </a:lnTo>
                        <a:lnTo>
                          <a:pt x="3" y="369"/>
                        </a:lnTo>
                        <a:lnTo>
                          <a:pt x="3" y="363"/>
                        </a:lnTo>
                        <a:lnTo>
                          <a:pt x="3" y="360"/>
                        </a:lnTo>
                        <a:lnTo>
                          <a:pt x="3" y="356"/>
                        </a:lnTo>
                        <a:lnTo>
                          <a:pt x="2" y="351"/>
                        </a:lnTo>
                        <a:lnTo>
                          <a:pt x="0" y="347"/>
                        </a:lnTo>
                        <a:lnTo>
                          <a:pt x="0" y="343"/>
                        </a:lnTo>
                        <a:lnTo>
                          <a:pt x="0" y="338"/>
                        </a:lnTo>
                        <a:lnTo>
                          <a:pt x="0" y="334"/>
                        </a:lnTo>
                        <a:lnTo>
                          <a:pt x="0" y="330"/>
                        </a:lnTo>
                        <a:lnTo>
                          <a:pt x="0" y="325"/>
                        </a:lnTo>
                        <a:lnTo>
                          <a:pt x="0" y="321"/>
                        </a:lnTo>
                        <a:lnTo>
                          <a:pt x="0" y="317"/>
                        </a:lnTo>
                        <a:lnTo>
                          <a:pt x="0" y="313"/>
                        </a:lnTo>
                        <a:lnTo>
                          <a:pt x="0" y="308"/>
                        </a:lnTo>
                        <a:lnTo>
                          <a:pt x="0" y="303"/>
                        </a:lnTo>
                        <a:lnTo>
                          <a:pt x="0" y="300"/>
                        </a:lnTo>
                        <a:lnTo>
                          <a:pt x="0" y="295"/>
                        </a:lnTo>
                        <a:lnTo>
                          <a:pt x="0" y="292"/>
                        </a:lnTo>
                        <a:lnTo>
                          <a:pt x="0" y="287"/>
                        </a:lnTo>
                        <a:lnTo>
                          <a:pt x="0" y="282"/>
                        </a:lnTo>
                        <a:lnTo>
                          <a:pt x="3" y="281"/>
                        </a:lnTo>
                        <a:lnTo>
                          <a:pt x="6" y="280"/>
                        </a:lnTo>
                        <a:lnTo>
                          <a:pt x="10" y="277"/>
                        </a:lnTo>
                        <a:lnTo>
                          <a:pt x="15" y="275"/>
                        </a:lnTo>
                        <a:lnTo>
                          <a:pt x="18" y="271"/>
                        </a:lnTo>
                        <a:lnTo>
                          <a:pt x="22" y="268"/>
                        </a:lnTo>
                        <a:lnTo>
                          <a:pt x="24" y="264"/>
                        </a:lnTo>
                        <a:lnTo>
                          <a:pt x="28" y="260"/>
                        </a:lnTo>
                        <a:lnTo>
                          <a:pt x="30" y="255"/>
                        </a:lnTo>
                        <a:lnTo>
                          <a:pt x="31" y="250"/>
                        </a:lnTo>
                        <a:lnTo>
                          <a:pt x="32" y="246"/>
                        </a:lnTo>
                        <a:lnTo>
                          <a:pt x="32" y="242"/>
                        </a:lnTo>
                        <a:lnTo>
                          <a:pt x="31" y="238"/>
                        </a:lnTo>
                        <a:lnTo>
                          <a:pt x="29" y="235"/>
                        </a:lnTo>
                        <a:lnTo>
                          <a:pt x="26" y="233"/>
                        </a:lnTo>
                        <a:lnTo>
                          <a:pt x="25" y="231"/>
                        </a:lnTo>
                        <a:lnTo>
                          <a:pt x="23" y="231"/>
                        </a:lnTo>
                        <a:lnTo>
                          <a:pt x="21" y="230"/>
                        </a:lnTo>
                        <a:lnTo>
                          <a:pt x="16" y="235"/>
                        </a:lnTo>
                        <a:lnTo>
                          <a:pt x="11" y="239"/>
                        </a:lnTo>
                        <a:lnTo>
                          <a:pt x="8" y="242"/>
                        </a:lnTo>
                        <a:lnTo>
                          <a:pt x="5" y="244"/>
                        </a:lnTo>
                        <a:lnTo>
                          <a:pt x="3" y="246"/>
                        </a:lnTo>
                        <a:lnTo>
                          <a:pt x="0" y="249"/>
                        </a:lnTo>
                        <a:lnTo>
                          <a:pt x="0" y="246"/>
                        </a:lnTo>
                        <a:lnTo>
                          <a:pt x="0" y="244"/>
                        </a:lnTo>
                        <a:lnTo>
                          <a:pt x="0" y="242"/>
                        </a:lnTo>
                        <a:lnTo>
                          <a:pt x="0" y="239"/>
                        </a:lnTo>
                        <a:lnTo>
                          <a:pt x="0" y="236"/>
                        </a:lnTo>
                        <a:lnTo>
                          <a:pt x="0" y="233"/>
                        </a:lnTo>
                        <a:lnTo>
                          <a:pt x="0" y="231"/>
                        </a:lnTo>
                        <a:lnTo>
                          <a:pt x="2" y="229"/>
                        </a:lnTo>
                        <a:lnTo>
                          <a:pt x="2" y="225"/>
                        </a:lnTo>
                        <a:lnTo>
                          <a:pt x="2" y="223"/>
                        </a:lnTo>
                        <a:lnTo>
                          <a:pt x="2" y="219"/>
                        </a:lnTo>
                        <a:lnTo>
                          <a:pt x="3" y="217"/>
                        </a:lnTo>
                        <a:lnTo>
                          <a:pt x="3" y="214"/>
                        </a:lnTo>
                        <a:lnTo>
                          <a:pt x="3" y="211"/>
                        </a:lnTo>
                        <a:lnTo>
                          <a:pt x="3" y="208"/>
                        </a:lnTo>
                        <a:lnTo>
                          <a:pt x="3" y="206"/>
                        </a:lnTo>
                        <a:lnTo>
                          <a:pt x="3" y="204"/>
                        </a:lnTo>
                        <a:lnTo>
                          <a:pt x="3" y="201"/>
                        </a:lnTo>
                        <a:lnTo>
                          <a:pt x="3" y="198"/>
                        </a:lnTo>
                        <a:lnTo>
                          <a:pt x="3" y="195"/>
                        </a:lnTo>
                        <a:lnTo>
                          <a:pt x="3" y="192"/>
                        </a:lnTo>
                        <a:lnTo>
                          <a:pt x="4" y="190"/>
                        </a:lnTo>
                        <a:lnTo>
                          <a:pt x="5" y="186"/>
                        </a:lnTo>
                        <a:lnTo>
                          <a:pt x="5" y="184"/>
                        </a:lnTo>
                        <a:lnTo>
                          <a:pt x="5" y="181"/>
                        </a:lnTo>
                        <a:lnTo>
                          <a:pt x="5" y="178"/>
                        </a:lnTo>
                        <a:lnTo>
                          <a:pt x="5" y="175"/>
                        </a:lnTo>
                        <a:lnTo>
                          <a:pt x="5" y="172"/>
                        </a:lnTo>
                        <a:lnTo>
                          <a:pt x="5" y="169"/>
                        </a:lnTo>
                        <a:lnTo>
                          <a:pt x="5" y="166"/>
                        </a:lnTo>
                        <a:lnTo>
                          <a:pt x="6" y="163"/>
                        </a:lnTo>
                        <a:lnTo>
                          <a:pt x="6" y="161"/>
                        </a:lnTo>
                        <a:lnTo>
                          <a:pt x="8" y="165"/>
                        </a:lnTo>
                        <a:lnTo>
                          <a:pt x="11" y="167"/>
                        </a:lnTo>
                        <a:lnTo>
                          <a:pt x="13" y="167"/>
                        </a:lnTo>
                        <a:lnTo>
                          <a:pt x="16" y="168"/>
                        </a:lnTo>
                        <a:lnTo>
                          <a:pt x="19" y="168"/>
                        </a:lnTo>
                        <a:lnTo>
                          <a:pt x="23" y="168"/>
                        </a:lnTo>
                        <a:lnTo>
                          <a:pt x="25" y="166"/>
                        </a:lnTo>
                        <a:lnTo>
                          <a:pt x="29" y="166"/>
                        </a:lnTo>
                        <a:lnTo>
                          <a:pt x="32" y="163"/>
                        </a:lnTo>
                        <a:lnTo>
                          <a:pt x="36" y="162"/>
                        </a:lnTo>
                        <a:lnTo>
                          <a:pt x="40" y="160"/>
                        </a:lnTo>
                        <a:lnTo>
                          <a:pt x="43" y="159"/>
                        </a:lnTo>
                        <a:lnTo>
                          <a:pt x="47" y="155"/>
                        </a:lnTo>
                        <a:lnTo>
                          <a:pt x="50" y="153"/>
                        </a:lnTo>
                        <a:lnTo>
                          <a:pt x="53" y="150"/>
                        </a:lnTo>
                        <a:lnTo>
                          <a:pt x="56" y="147"/>
                        </a:lnTo>
                        <a:lnTo>
                          <a:pt x="59" y="143"/>
                        </a:lnTo>
                        <a:lnTo>
                          <a:pt x="61" y="141"/>
                        </a:lnTo>
                        <a:lnTo>
                          <a:pt x="62" y="136"/>
                        </a:lnTo>
                        <a:lnTo>
                          <a:pt x="64" y="133"/>
                        </a:lnTo>
                        <a:lnTo>
                          <a:pt x="66" y="129"/>
                        </a:lnTo>
                        <a:lnTo>
                          <a:pt x="66" y="125"/>
                        </a:lnTo>
                        <a:lnTo>
                          <a:pt x="66" y="122"/>
                        </a:lnTo>
                        <a:lnTo>
                          <a:pt x="66" y="117"/>
                        </a:lnTo>
                        <a:lnTo>
                          <a:pt x="63" y="114"/>
                        </a:lnTo>
                        <a:lnTo>
                          <a:pt x="62" y="110"/>
                        </a:lnTo>
                        <a:lnTo>
                          <a:pt x="59" y="105"/>
                        </a:lnTo>
                        <a:lnTo>
                          <a:pt x="56" y="102"/>
                        </a:lnTo>
                        <a:lnTo>
                          <a:pt x="51" y="97"/>
                        </a:lnTo>
                        <a:lnTo>
                          <a:pt x="47" y="95"/>
                        </a:lnTo>
                        <a:lnTo>
                          <a:pt x="44" y="97"/>
                        </a:lnTo>
                        <a:lnTo>
                          <a:pt x="42" y="99"/>
                        </a:lnTo>
                        <a:lnTo>
                          <a:pt x="40" y="103"/>
                        </a:lnTo>
                        <a:lnTo>
                          <a:pt x="38" y="105"/>
                        </a:lnTo>
                        <a:lnTo>
                          <a:pt x="35" y="110"/>
                        </a:lnTo>
                        <a:lnTo>
                          <a:pt x="32" y="112"/>
                        </a:lnTo>
                        <a:lnTo>
                          <a:pt x="30" y="115"/>
                        </a:lnTo>
                        <a:lnTo>
                          <a:pt x="29" y="117"/>
                        </a:lnTo>
                        <a:lnTo>
                          <a:pt x="25" y="121"/>
                        </a:lnTo>
                        <a:lnTo>
                          <a:pt x="24" y="123"/>
                        </a:lnTo>
                        <a:lnTo>
                          <a:pt x="22" y="125"/>
                        </a:lnTo>
                        <a:lnTo>
                          <a:pt x="19" y="129"/>
                        </a:lnTo>
                        <a:lnTo>
                          <a:pt x="16" y="134"/>
                        </a:lnTo>
                        <a:lnTo>
                          <a:pt x="13" y="138"/>
                        </a:lnTo>
                        <a:lnTo>
                          <a:pt x="10" y="142"/>
                        </a:lnTo>
                        <a:lnTo>
                          <a:pt x="9" y="147"/>
                        </a:lnTo>
                        <a:lnTo>
                          <a:pt x="8" y="150"/>
                        </a:lnTo>
                        <a:lnTo>
                          <a:pt x="8" y="154"/>
                        </a:lnTo>
                        <a:lnTo>
                          <a:pt x="8" y="150"/>
                        </a:lnTo>
                        <a:lnTo>
                          <a:pt x="8" y="147"/>
                        </a:lnTo>
                        <a:lnTo>
                          <a:pt x="8" y="143"/>
                        </a:lnTo>
                        <a:lnTo>
                          <a:pt x="8" y="140"/>
                        </a:lnTo>
                        <a:lnTo>
                          <a:pt x="8" y="135"/>
                        </a:lnTo>
                        <a:lnTo>
                          <a:pt x="9" y="133"/>
                        </a:lnTo>
                        <a:lnTo>
                          <a:pt x="9" y="128"/>
                        </a:lnTo>
                        <a:lnTo>
                          <a:pt x="10" y="125"/>
                        </a:lnTo>
                        <a:lnTo>
                          <a:pt x="10" y="121"/>
                        </a:lnTo>
                        <a:lnTo>
                          <a:pt x="10" y="117"/>
                        </a:lnTo>
                        <a:lnTo>
                          <a:pt x="10" y="115"/>
                        </a:lnTo>
                        <a:lnTo>
                          <a:pt x="10" y="110"/>
                        </a:lnTo>
                        <a:lnTo>
                          <a:pt x="10" y="108"/>
                        </a:lnTo>
                        <a:lnTo>
                          <a:pt x="11" y="104"/>
                        </a:lnTo>
                        <a:lnTo>
                          <a:pt x="11" y="100"/>
                        </a:lnTo>
                        <a:lnTo>
                          <a:pt x="12" y="97"/>
                        </a:lnTo>
                        <a:lnTo>
                          <a:pt x="12" y="95"/>
                        </a:lnTo>
                        <a:lnTo>
                          <a:pt x="12" y="91"/>
                        </a:lnTo>
                        <a:lnTo>
                          <a:pt x="12" y="87"/>
                        </a:lnTo>
                        <a:lnTo>
                          <a:pt x="12" y="85"/>
                        </a:lnTo>
                        <a:lnTo>
                          <a:pt x="12" y="81"/>
                        </a:lnTo>
                        <a:lnTo>
                          <a:pt x="13" y="78"/>
                        </a:lnTo>
                        <a:lnTo>
                          <a:pt x="13" y="74"/>
                        </a:lnTo>
                        <a:lnTo>
                          <a:pt x="15" y="72"/>
                        </a:lnTo>
                        <a:lnTo>
                          <a:pt x="15" y="70"/>
                        </a:lnTo>
                        <a:lnTo>
                          <a:pt x="15" y="67"/>
                        </a:lnTo>
                        <a:lnTo>
                          <a:pt x="15" y="64"/>
                        </a:lnTo>
                        <a:lnTo>
                          <a:pt x="15" y="61"/>
                        </a:lnTo>
                        <a:lnTo>
                          <a:pt x="15" y="58"/>
                        </a:lnTo>
                        <a:lnTo>
                          <a:pt x="16" y="55"/>
                        </a:lnTo>
                        <a:lnTo>
                          <a:pt x="16" y="53"/>
                        </a:lnTo>
                        <a:lnTo>
                          <a:pt x="17" y="51"/>
                        </a:lnTo>
                        <a:lnTo>
                          <a:pt x="17" y="47"/>
                        </a:lnTo>
                        <a:lnTo>
                          <a:pt x="17" y="45"/>
                        </a:lnTo>
                        <a:lnTo>
                          <a:pt x="17" y="41"/>
                        </a:lnTo>
                        <a:lnTo>
                          <a:pt x="17" y="40"/>
                        </a:lnTo>
                        <a:lnTo>
                          <a:pt x="18" y="35"/>
                        </a:lnTo>
                        <a:lnTo>
                          <a:pt x="18" y="32"/>
                        </a:lnTo>
                        <a:lnTo>
                          <a:pt x="18" y="27"/>
                        </a:lnTo>
                        <a:lnTo>
                          <a:pt x="19" y="23"/>
                        </a:lnTo>
                        <a:lnTo>
                          <a:pt x="19" y="20"/>
                        </a:lnTo>
                        <a:lnTo>
                          <a:pt x="21" y="16"/>
                        </a:lnTo>
                        <a:lnTo>
                          <a:pt x="21" y="14"/>
                        </a:lnTo>
                        <a:lnTo>
                          <a:pt x="21" y="11"/>
                        </a:lnTo>
                        <a:lnTo>
                          <a:pt x="21" y="9"/>
                        </a:lnTo>
                        <a:lnTo>
                          <a:pt x="21" y="8"/>
                        </a:lnTo>
                        <a:lnTo>
                          <a:pt x="21" y="5"/>
                        </a:lnTo>
                        <a:lnTo>
                          <a:pt x="22" y="4"/>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10" name="Freeform 252"/>
                  <p:cNvSpPr/>
                  <p:nvPr/>
                </p:nvSpPr>
                <p:spPr bwMode="auto">
                  <a:xfrm>
                    <a:off x="5458" y="1947"/>
                    <a:ext cx="14" cy="10"/>
                  </a:xfrm>
                  <a:custGeom>
                    <a:avLst/>
                    <a:gdLst>
                      <a:gd name="T0" fmla="*/ 0 w 43"/>
                      <a:gd name="T1" fmla="*/ 0 h 31"/>
                      <a:gd name="T2" fmla="*/ 0 w 43"/>
                      <a:gd name="T3" fmla="*/ 0 h 31"/>
                      <a:gd name="T4" fmla="*/ 0 w 43"/>
                      <a:gd name="T5" fmla="*/ 0 h 31"/>
                      <a:gd name="T6" fmla="*/ 0 w 43"/>
                      <a:gd name="T7" fmla="*/ 0 h 31"/>
                      <a:gd name="T8" fmla="*/ 0 w 43"/>
                      <a:gd name="T9" fmla="*/ 0 h 31"/>
                      <a:gd name="T10" fmla="*/ 0 w 43"/>
                      <a:gd name="T11" fmla="*/ 0 h 31"/>
                      <a:gd name="T12" fmla="*/ 0 w 43"/>
                      <a:gd name="T13" fmla="*/ 0 h 31"/>
                      <a:gd name="T14" fmla="*/ 0 w 43"/>
                      <a:gd name="T15" fmla="*/ 0 h 31"/>
                      <a:gd name="T16" fmla="*/ 0 w 43"/>
                      <a:gd name="T17" fmla="*/ 0 h 31"/>
                      <a:gd name="T18" fmla="*/ 0 w 43"/>
                      <a:gd name="T19" fmla="*/ 0 h 31"/>
                      <a:gd name="T20" fmla="*/ 0 w 43"/>
                      <a:gd name="T21" fmla="*/ 0 h 31"/>
                      <a:gd name="T22" fmla="*/ 0 w 43"/>
                      <a:gd name="T23" fmla="*/ 0 h 31"/>
                      <a:gd name="T24" fmla="*/ 0 w 43"/>
                      <a:gd name="T25" fmla="*/ 0 h 31"/>
                      <a:gd name="T26" fmla="*/ 0 w 43"/>
                      <a:gd name="T27" fmla="*/ 0 h 31"/>
                      <a:gd name="T28" fmla="*/ 0 w 43"/>
                      <a:gd name="T29" fmla="*/ 0 h 31"/>
                      <a:gd name="T30" fmla="*/ 0 w 43"/>
                      <a:gd name="T31" fmla="*/ 0 h 31"/>
                      <a:gd name="T32" fmla="*/ 0 w 43"/>
                      <a:gd name="T33" fmla="*/ 0 h 31"/>
                      <a:gd name="T34" fmla="*/ 0 w 43"/>
                      <a:gd name="T35" fmla="*/ 0 h 31"/>
                      <a:gd name="T36" fmla="*/ 0 w 43"/>
                      <a:gd name="T37" fmla="*/ 0 h 31"/>
                      <a:gd name="T38" fmla="*/ 0 w 43"/>
                      <a:gd name="T39" fmla="*/ 0 h 31"/>
                      <a:gd name="T40" fmla="*/ 0 w 43"/>
                      <a:gd name="T41" fmla="*/ 0 h 31"/>
                      <a:gd name="T42" fmla="*/ 0 w 43"/>
                      <a:gd name="T43" fmla="*/ 0 h 31"/>
                      <a:gd name="T44" fmla="*/ 0 w 43"/>
                      <a:gd name="T45" fmla="*/ 0 h 31"/>
                      <a:gd name="T46" fmla="*/ 0 w 43"/>
                      <a:gd name="T47" fmla="*/ 0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
                      <a:gd name="T73" fmla="*/ 0 h 31"/>
                      <a:gd name="T74" fmla="*/ 43 w 43"/>
                      <a:gd name="T75" fmla="*/ 31 h 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 h="31">
                        <a:moveTo>
                          <a:pt x="0" y="0"/>
                        </a:moveTo>
                        <a:lnTo>
                          <a:pt x="43" y="3"/>
                        </a:lnTo>
                        <a:lnTo>
                          <a:pt x="42" y="6"/>
                        </a:lnTo>
                        <a:lnTo>
                          <a:pt x="41" y="9"/>
                        </a:lnTo>
                        <a:lnTo>
                          <a:pt x="40" y="11"/>
                        </a:lnTo>
                        <a:lnTo>
                          <a:pt x="37" y="13"/>
                        </a:lnTo>
                        <a:lnTo>
                          <a:pt x="37" y="16"/>
                        </a:lnTo>
                        <a:lnTo>
                          <a:pt x="35" y="18"/>
                        </a:lnTo>
                        <a:lnTo>
                          <a:pt x="33" y="20"/>
                        </a:lnTo>
                        <a:lnTo>
                          <a:pt x="32" y="23"/>
                        </a:lnTo>
                        <a:lnTo>
                          <a:pt x="30" y="26"/>
                        </a:lnTo>
                        <a:lnTo>
                          <a:pt x="26" y="29"/>
                        </a:lnTo>
                        <a:lnTo>
                          <a:pt x="20" y="31"/>
                        </a:lnTo>
                        <a:lnTo>
                          <a:pt x="16" y="30"/>
                        </a:lnTo>
                        <a:lnTo>
                          <a:pt x="13" y="28"/>
                        </a:lnTo>
                        <a:lnTo>
                          <a:pt x="13" y="24"/>
                        </a:lnTo>
                        <a:lnTo>
                          <a:pt x="13" y="20"/>
                        </a:lnTo>
                        <a:lnTo>
                          <a:pt x="13" y="17"/>
                        </a:lnTo>
                        <a:lnTo>
                          <a:pt x="13" y="13"/>
                        </a:lnTo>
                        <a:lnTo>
                          <a:pt x="14" y="11"/>
                        </a:lnTo>
                        <a:lnTo>
                          <a:pt x="15" y="11"/>
                        </a:lnTo>
                        <a:lnTo>
                          <a:pt x="0" y="0"/>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11" name="Freeform 253"/>
                  <p:cNvSpPr/>
                  <p:nvPr/>
                </p:nvSpPr>
                <p:spPr bwMode="auto">
                  <a:xfrm>
                    <a:off x="5487" y="1968"/>
                    <a:ext cx="19" cy="7"/>
                  </a:xfrm>
                  <a:custGeom>
                    <a:avLst/>
                    <a:gdLst>
                      <a:gd name="T0" fmla="*/ 0 w 57"/>
                      <a:gd name="T1" fmla="*/ 0 h 22"/>
                      <a:gd name="T2" fmla="*/ 0 w 57"/>
                      <a:gd name="T3" fmla="*/ 0 h 22"/>
                      <a:gd name="T4" fmla="*/ 0 w 57"/>
                      <a:gd name="T5" fmla="*/ 0 h 22"/>
                      <a:gd name="T6" fmla="*/ 0 w 57"/>
                      <a:gd name="T7" fmla="*/ 0 h 22"/>
                      <a:gd name="T8" fmla="*/ 0 w 57"/>
                      <a:gd name="T9" fmla="*/ 0 h 22"/>
                      <a:gd name="T10" fmla="*/ 0 w 57"/>
                      <a:gd name="T11" fmla="*/ 0 h 22"/>
                      <a:gd name="T12" fmla="*/ 0 w 57"/>
                      <a:gd name="T13" fmla="*/ 0 h 22"/>
                      <a:gd name="T14" fmla="*/ 0 w 57"/>
                      <a:gd name="T15" fmla="*/ 0 h 22"/>
                      <a:gd name="T16" fmla="*/ 0 w 57"/>
                      <a:gd name="T17" fmla="*/ 0 h 22"/>
                      <a:gd name="T18" fmla="*/ 0 w 57"/>
                      <a:gd name="T19" fmla="*/ 0 h 22"/>
                      <a:gd name="T20" fmla="*/ 0 w 57"/>
                      <a:gd name="T21" fmla="*/ 0 h 22"/>
                      <a:gd name="T22" fmla="*/ 0 w 57"/>
                      <a:gd name="T23" fmla="*/ 0 h 22"/>
                      <a:gd name="T24" fmla="*/ 0 w 57"/>
                      <a:gd name="T25" fmla="*/ 0 h 22"/>
                      <a:gd name="T26" fmla="*/ 0 w 57"/>
                      <a:gd name="T27" fmla="*/ 0 h 22"/>
                      <a:gd name="T28" fmla="*/ 0 w 57"/>
                      <a:gd name="T29" fmla="*/ 0 h 22"/>
                      <a:gd name="T30" fmla="*/ 0 w 57"/>
                      <a:gd name="T31" fmla="*/ 0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22"/>
                      <a:gd name="T50" fmla="*/ 57 w 57"/>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22">
                        <a:moveTo>
                          <a:pt x="57" y="19"/>
                        </a:moveTo>
                        <a:lnTo>
                          <a:pt x="0" y="22"/>
                        </a:lnTo>
                        <a:lnTo>
                          <a:pt x="20" y="0"/>
                        </a:lnTo>
                        <a:lnTo>
                          <a:pt x="23" y="0"/>
                        </a:lnTo>
                        <a:lnTo>
                          <a:pt x="26" y="3"/>
                        </a:lnTo>
                        <a:lnTo>
                          <a:pt x="29" y="4"/>
                        </a:lnTo>
                        <a:lnTo>
                          <a:pt x="32" y="6"/>
                        </a:lnTo>
                        <a:lnTo>
                          <a:pt x="36" y="7"/>
                        </a:lnTo>
                        <a:lnTo>
                          <a:pt x="39" y="8"/>
                        </a:lnTo>
                        <a:lnTo>
                          <a:pt x="43" y="11"/>
                        </a:lnTo>
                        <a:lnTo>
                          <a:pt x="45" y="13"/>
                        </a:lnTo>
                        <a:lnTo>
                          <a:pt x="49" y="13"/>
                        </a:lnTo>
                        <a:lnTo>
                          <a:pt x="51" y="16"/>
                        </a:lnTo>
                        <a:lnTo>
                          <a:pt x="56" y="18"/>
                        </a:lnTo>
                        <a:lnTo>
                          <a:pt x="57" y="19"/>
                        </a:lnTo>
                        <a:close/>
                      </a:path>
                    </a:pathLst>
                  </a:custGeom>
                  <a:solidFill>
                    <a:srgbClr val="00CC99"/>
                  </a:solidFill>
                  <a:ln w="9525">
                    <a:solidFill>
                      <a:srgbClr val="000000"/>
                    </a:solidFill>
                    <a:round/>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grpSp>
          <p:nvGrpSpPr>
            <p:cNvPr id="361" name="Group 254"/>
            <p:cNvGrpSpPr/>
            <p:nvPr/>
          </p:nvGrpSpPr>
          <p:grpSpPr bwMode="auto">
            <a:xfrm>
              <a:off x="2506" y="1293"/>
              <a:ext cx="363" cy="369"/>
              <a:chOff x="1884" y="1812"/>
              <a:chExt cx="363" cy="369"/>
            </a:xfrm>
          </p:grpSpPr>
          <p:sp>
            <p:nvSpPr>
              <p:cNvPr id="373" name="AutoShape 255"/>
              <p:cNvSpPr>
                <a:spLocks noChangeArrowheads="1"/>
              </p:cNvSpPr>
              <p:nvPr/>
            </p:nvSpPr>
            <p:spPr bwMode="auto">
              <a:xfrm>
                <a:off x="1884" y="1812"/>
                <a:ext cx="363" cy="369"/>
              </a:xfrm>
              <a:prstGeom prst="can">
                <a:avLst>
                  <a:gd name="adj" fmla="val 50826"/>
                </a:avLst>
              </a:prstGeom>
              <a:gradFill rotWithShape="0">
                <a:gsLst>
                  <a:gs pos="0">
                    <a:srgbClr val="764801"/>
                  </a:gs>
                  <a:gs pos="100000">
                    <a:srgbClr val="FE9B03"/>
                  </a:gs>
                </a:gsLst>
                <a:lin ang="5400000" scaled="1"/>
              </a:gradFill>
              <a:ln w="12700">
                <a:solidFill>
                  <a:srgbClr val="000000"/>
                </a:solidFill>
                <a:rou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374" name="Group 256"/>
              <p:cNvGrpSpPr/>
              <p:nvPr/>
            </p:nvGrpSpPr>
            <p:grpSpPr bwMode="auto">
              <a:xfrm>
                <a:off x="1932" y="1863"/>
                <a:ext cx="279" cy="81"/>
                <a:chOff x="1470" y="1821"/>
                <a:chExt cx="279" cy="93"/>
              </a:xfrm>
            </p:grpSpPr>
            <p:sp>
              <p:nvSpPr>
                <p:cNvPr id="375" name="Freeform 257"/>
                <p:cNvSpPr/>
                <p:nvPr/>
              </p:nvSpPr>
              <p:spPr bwMode="auto">
                <a:xfrm>
                  <a:off x="1476" y="1821"/>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76" name="Freeform 258"/>
                <p:cNvSpPr/>
                <p:nvPr/>
              </p:nvSpPr>
              <p:spPr bwMode="auto">
                <a:xfrm flipV="1">
                  <a:off x="1470" y="1824"/>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sp>
          <p:nvSpPr>
            <p:cNvPr id="362" name="Text Box 259"/>
            <p:cNvSpPr txBox="1">
              <a:spLocks noChangeArrowheads="1"/>
            </p:cNvSpPr>
            <p:nvPr/>
          </p:nvSpPr>
          <p:spPr bwMode="auto">
            <a:xfrm>
              <a:off x="86" y="1488"/>
              <a:ext cx="269"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A</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63" name="Text Box 260"/>
            <p:cNvSpPr txBox="1">
              <a:spLocks noChangeArrowheads="1"/>
            </p:cNvSpPr>
            <p:nvPr/>
          </p:nvSpPr>
          <p:spPr bwMode="auto">
            <a:xfrm>
              <a:off x="86" y="2282"/>
              <a:ext cx="249"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s-E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B</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64" name="Text Box 261"/>
            <p:cNvSpPr txBox="1">
              <a:spLocks noChangeArrowheads="1"/>
            </p:cNvSpPr>
            <p:nvPr/>
          </p:nvSpPr>
          <p:spPr bwMode="auto">
            <a:xfrm>
              <a:off x="86" y="2928"/>
              <a:ext cx="244"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s-E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C</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65" name="Text Box 262"/>
            <p:cNvSpPr txBox="1">
              <a:spLocks noChangeArrowheads="1"/>
            </p:cNvSpPr>
            <p:nvPr/>
          </p:nvSpPr>
          <p:spPr bwMode="auto">
            <a:xfrm>
              <a:off x="1622" y="1390"/>
              <a:ext cx="339"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s-ES" altLang="zh-CN" sz="180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R1</a:t>
              </a:r>
              <a:endParaRPr kumimoji="0" lang="en-US" altLang="zh-CN" sz="180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66" name="Text Box 263"/>
            <p:cNvSpPr txBox="1">
              <a:spLocks noChangeArrowheads="1"/>
            </p:cNvSpPr>
            <p:nvPr/>
          </p:nvSpPr>
          <p:spPr bwMode="auto">
            <a:xfrm>
              <a:off x="1729" y="2832"/>
              <a:ext cx="372"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s-ES" altLang="zh-CN" sz="180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R2</a:t>
              </a:r>
              <a:endParaRPr kumimoji="0" lang="en-US" altLang="zh-CN" sz="180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67" name="Text Box 264"/>
            <p:cNvSpPr txBox="1">
              <a:spLocks noChangeArrowheads="1"/>
            </p:cNvSpPr>
            <p:nvPr/>
          </p:nvSpPr>
          <p:spPr bwMode="auto">
            <a:xfrm>
              <a:off x="2230" y="1270"/>
              <a:ext cx="372"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s-ES" altLang="zh-CN" sz="180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R3</a:t>
              </a:r>
              <a:endParaRPr kumimoji="0" lang="en-US" altLang="zh-CN" sz="180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68" name="Text Box 265"/>
            <p:cNvSpPr txBox="1">
              <a:spLocks noChangeArrowheads="1"/>
            </p:cNvSpPr>
            <p:nvPr/>
          </p:nvSpPr>
          <p:spPr bwMode="auto">
            <a:xfrm>
              <a:off x="3654" y="1479"/>
              <a:ext cx="40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s-E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R4</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69" name="Text Box 266"/>
            <p:cNvSpPr txBox="1">
              <a:spLocks noChangeArrowheads="1"/>
            </p:cNvSpPr>
            <p:nvPr/>
          </p:nvSpPr>
          <p:spPr bwMode="auto">
            <a:xfrm>
              <a:off x="5184" y="1440"/>
              <a:ext cx="26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s-E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D</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70" name="Text Box 267"/>
            <p:cNvSpPr txBox="1">
              <a:spLocks noChangeArrowheads="1"/>
            </p:cNvSpPr>
            <p:nvPr/>
          </p:nvSpPr>
          <p:spPr bwMode="auto">
            <a:xfrm>
              <a:off x="5232" y="2304"/>
              <a:ext cx="24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s-E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E</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71" name="Text Box 268"/>
            <p:cNvSpPr txBox="1">
              <a:spLocks noChangeArrowheads="1"/>
            </p:cNvSpPr>
            <p:nvPr/>
          </p:nvSpPr>
          <p:spPr bwMode="auto">
            <a:xfrm>
              <a:off x="5136" y="3168"/>
              <a:ext cx="245"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s-E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F</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72" name="Text Box 269"/>
            <p:cNvSpPr txBox="1">
              <a:spLocks noChangeArrowheads="1"/>
            </p:cNvSpPr>
            <p:nvPr/>
          </p:nvSpPr>
          <p:spPr bwMode="auto">
            <a:xfrm>
              <a:off x="3696" y="3069"/>
              <a:ext cx="372"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s-E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R5</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03" name="Group 271"/>
          <p:cNvGrpSpPr/>
          <p:nvPr/>
        </p:nvGrpSpPr>
        <p:grpSpPr bwMode="auto">
          <a:xfrm rot="-919250">
            <a:off x="2489356" y="5240134"/>
            <a:ext cx="771525" cy="241300"/>
            <a:chOff x="1776" y="3840"/>
            <a:chExt cx="720" cy="144"/>
          </a:xfrm>
        </p:grpSpPr>
        <p:sp>
          <p:nvSpPr>
            <p:cNvPr id="604" name="Rectangle 272"/>
            <p:cNvSpPr>
              <a:spLocks noChangeArrowheads="1"/>
            </p:cNvSpPr>
            <p:nvPr/>
          </p:nvSpPr>
          <p:spPr bwMode="auto">
            <a:xfrm>
              <a:off x="1776" y="3840"/>
              <a:ext cx="576" cy="144"/>
            </a:xfrm>
            <a:prstGeom prst="rect">
              <a:avLst/>
            </a:prstGeom>
            <a:solidFill>
              <a:srgbClr val="00CC99"/>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05" name="Rectangle 273" descr="Wide upward diagonal"/>
            <p:cNvSpPr>
              <a:spLocks noChangeArrowheads="1"/>
            </p:cNvSpPr>
            <p:nvPr/>
          </p:nvSpPr>
          <p:spPr bwMode="auto">
            <a:xfrm>
              <a:off x="2352" y="3840"/>
              <a:ext cx="144" cy="144"/>
            </a:xfrm>
            <a:prstGeom prst="rect">
              <a:avLst/>
            </a:prstGeom>
            <a:pattFill prst="wdUpDiag">
              <a:fgClr>
                <a:srgbClr val="00CC99"/>
              </a:fgClr>
              <a:bgClr>
                <a:srgbClr val="FFFFFF"/>
              </a:bgClr>
            </a:patt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06" name="Group 274"/>
          <p:cNvGrpSpPr/>
          <p:nvPr/>
        </p:nvGrpSpPr>
        <p:grpSpPr bwMode="auto">
          <a:xfrm rot="483778">
            <a:off x="2597306" y="3123996"/>
            <a:ext cx="519113" cy="241300"/>
            <a:chOff x="244" y="1056"/>
            <a:chExt cx="341" cy="144"/>
          </a:xfrm>
        </p:grpSpPr>
        <p:sp>
          <p:nvSpPr>
            <p:cNvPr id="607" name="Rectangle 275"/>
            <p:cNvSpPr>
              <a:spLocks noChangeArrowheads="1"/>
            </p:cNvSpPr>
            <p:nvPr/>
          </p:nvSpPr>
          <p:spPr bwMode="auto">
            <a:xfrm>
              <a:off x="244" y="1056"/>
              <a:ext cx="240" cy="144"/>
            </a:xfrm>
            <a:prstGeom prst="rect">
              <a:avLst/>
            </a:prstGeom>
            <a:solidFill>
              <a:srgbClr val="3333CC"/>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08" name="Rectangle 276" descr="Wide upward diagonal"/>
            <p:cNvSpPr>
              <a:spLocks noChangeArrowheads="1"/>
            </p:cNvSpPr>
            <p:nvPr/>
          </p:nvSpPr>
          <p:spPr bwMode="auto">
            <a:xfrm>
              <a:off x="484" y="1056"/>
              <a:ext cx="101" cy="144"/>
            </a:xfrm>
            <a:prstGeom prst="rect">
              <a:avLst/>
            </a:prstGeom>
            <a:pattFill prst="wdUpDiag">
              <a:fgClr>
                <a:srgbClr val="3333CC"/>
              </a:fgClr>
              <a:bgClr>
                <a:srgbClr val="FFFFFF"/>
              </a:bgClr>
            </a:patt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09" name="Group 277"/>
          <p:cNvGrpSpPr/>
          <p:nvPr/>
        </p:nvGrpSpPr>
        <p:grpSpPr bwMode="auto">
          <a:xfrm rot="-1446465">
            <a:off x="2538569" y="3957434"/>
            <a:ext cx="669925" cy="241300"/>
            <a:chOff x="144" y="1252"/>
            <a:chExt cx="441" cy="144"/>
          </a:xfrm>
        </p:grpSpPr>
        <p:sp>
          <p:nvSpPr>
            <p:cNvPr id="610" name="Rectangle 278"/>
            <p:cNvSpPr>
              <a:spLocks noChangeArrowheads="1"/>
            </p:cNvSpPr>
            <p:nvPr/>
          </p:nvSpPr>
          <p:spPr bwMode="auto">
            <a:xfrm>
              <a:off x="144" y="1252"/>
              <a:ext cx="340" cy="144"/>
            </a:xfrm>
            <a:prstGeom prst="rect">
              <a:avLst/>
            </a:prstGeom>
            <a:solidFill>
              <a:srgbClr val="FF0000"/>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11" name="Rectangle 279" descr="Wide upward diagonal"/>
            <p:cNvSpPr>
              <a:spLocks noChangeArrowheads="1"/>
            </p:cNvSpPr>
            <p:nvPr/>
          </p:nvSpPr>
          <p:spPr bwMode="auto">
            <a:xfrm>
              <a:off x="484" y="1252"/>
              <a:ext cx="101" cy="144"/>
            </a:xfrm>
            <a:prstGeom prst="rect">
              <a:avLst/>
            </a:prstGeom>
            <a:pattFill prst="wdUpDiag">
              <a:fgClr>
                <a:srgbClr val="FF0000"/>
              </a:fgClr>
              <a:bgClr>
                <a:srgbClr val="FFFFFF"/>
              </a:bgClr>
            </a:patt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12" name="Group 281"/>
          <p:cNvGrpSpPr/>
          <p:nvPr/>
        </p:nvGrpSpPr>
        <p:grpSpPr bwMode="auto">
          <a:xfrm rot="-3488662">
            <a:off x="4343557" y="4084433"/>
            <a:ext cx="850900" cy="219075"/>
            <a:chOff x="1776" y="3840"/>
            <a:chExt cx="720" cy="144"/>
          </a:xfrm>
        </p:grpSpPr>
        <p:sp>
          <p:nvSpPr>
            <p:cNvPr id="613" name="Rectangle 282"/>
            <p:cNvSpPr>
              <a:spLocks noChangeArrowheads="1"/>
            </p:cNvSpPr>
            <p:nvPr/>
          </p:nvSpPr>
          <p:spPr bwMode="auto">
            <a:xfrm>
              <a:off x="1776" y="3840"/>
              <a:ext cx="576" cy="144"/>
            </a:xfrm>
            <a:prstGeom prst="rect">
              <a:avLst/>
            </a:prstGeom>
            <a:solidFill>
              <a:srgbClr val="00CC99"/>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14" name="Rectangle 283" descr="Wide upward diagonal"/>
            <p:cNvSpPr>
              <a:spLocks noChangeArrowheads="1"/>
            </p:cNvSpPr>
            <p:nvPr/>
          </p:nvSpPr>
          <p:spPr bwMode="auto">
            <a:xfrm>
              <a:off x="2352" y="3840"/>
              <a:ext cx="144" cy="144"/>
            </a:xfrm>
            <a:prstGeom prst="rect">
              <a:avLst/>
            </a:prstGeom>
            <a:pattFill prst="wdUpDiag">
              <a:fgClr>
                <a:srgbClr val="00CC99"/>
              </a:fgClr>
              <a:bgClr>
                <a:srgbClr val="FFFFFF"/>
              </a:bgClr>
            </a:patt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15" name="Group 284"/>
          <p:cNvGrpSpPr/>
          <p:nvPr/>
        </p:nvGrpSpPr>
        <p:grpSpPr bwMode="auto">
          <a:xfrm rot="-987679">
            <a:off x="4586444" y="3155746"/>
            <a:ext cx="519112" cy="241300"/>
            <a:chOff x="244" y="1056"/>
            <a:chExt cx="341" cy="144"/>
          </a:xfrm>
        </p:grpSpPr>
        <p:sp>
          <p:nvSpPr>
            <p:cNvPr id="616" name="Rectangle 285"/>
            <p:cNvSpPr>
              <a:spLocks noChangeArrowheads="1"/>
            </p:cNvSpPr>
            <p:nvPr/>
          </p:nvSpPr>
          <p:spPr bwMode="auto">
            <a:xfrm>
              <a:off x="244" y="1056"/>
              <a:ext cx="240" cy="144"/>
            </a:xfrm>
            <a:prstGeom prst="rect">
              <a:avLst/>
            </a:prstGeom>
            <a:solidFill>
              <a:srgbClr val="3333CC"/>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17" name="Rectangle 286" descr="Wide upward diagonal"/>
            <p:cNvSpPr>
              <a:spLocks noChangeArrowheads="1"/>
            </p:cNvSpPr>
            <p:nvPr/>
          </p:nvSpPr>
          <p:spPr bwMode="auto">
            <a:xfrm>
              <a:off x="484" y="1056"/>
              <a:ext cx="101" cy="144"/>
            </a:xfrm>
            <a:prstGeom prst="rect">
              <a:avLst/>
            </a:prstGeom>
            <a:pattFill prst="wdUpDiag">
              <a:fgClr>
                <a:srgbClr val="3333CC"/>
              </a:fgClr>
              <a:bgClr>
                <a:srgbClr val="FFFFFF"/>
              </a:bgClr>
            </a:patt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18" name="Group 287"/>
          <p:cNvGrpSpPr/>
          <p:nvPr/>
        </p:nvGrpSpPr>
        <p:grpSpPr bwMode="auto">
          <a:xfrm rot="4879582">
            <a:off x="3744276" y="4326527"/>
            <a:ext cx="741362" cy="219075"/>
            <a:chOff x="144" y="1252"/>
            <a:chExt cx="441" cy="144"/>
          </a:xfrm>
        </p:grpSpPr>
        <p:sp>
          <p:nvSpPr>
            <p:cNvPr id="619" name="Rectangle 288"/>
            <p:cNvSpPr>
              <a:spLocks noChangeArrowheads="1"/>
            </p:cNvSpPr>
            <p:nvPr/>
          </p:nvSpPr>
          <p:spPr bwMode="auto">
            <a:xfrm>
              <a:off x="144" y="1252"/>
              <a:ext cx="340" cy="144"/>
            </a:xfrm>
            <a:prstGeom prst="rect">
              <a:avLst/>
            </a:prstGeom>
            <a:solidFill>
              <a:srgbClr val="FF0000"/>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20" name="Rectangle 289" descr="Wide upward diagonal"/>
            <p:cNvSpPr>
              <a:spLocks noChangeArrowheads="1"/>
            </p:cNvSpPr>
            <p:nvPr/>
          </p:nvSpPr>
          <p:spPr bwMode="auto">
            <a:xfrm>
              <a:off x="484" y="1252"/>
              <a:ext cx="101" cy="144"/>
            </a:xfrm>
            <a:prstGeom prst="rect">
              <a:avLst/>
            </a:prstGeom>
            <a:pattFill prst="wdUpDiag">
              <a:fgClr>
                <a:srgbClr val="FF0000"/>
              </a:fgClr>
              <a:bgClr>
                <a:srgbClr val="FFFFFF"/>
              </a:bgClr>
            </a:patt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21" name="Group 291"/>
          <p:cNvGrpSpPr/>
          <p:nvPr/>
        </p:nvGrpSpPr>
        <p:grpSpPr bwMode="auto">
          <a:xfrm rot="1001747">
            <a:off x="5877081" y="3035096"/>
            <a:ext cx="771525" cy="241300"/>
            <a:chOff x="1776" y="3840"/>
            <a:chExt cx="720" cy="144"/>
          </a:xfrm>
        </p:grpSpPr>
        <p:sp>
          <p:nvSpPr>
            <p:cNvPr id="622" name="Rectangle 292"/>
            <p:cNvSpPr>
              <a:spLocks noChangeArrowheads="1"/>
            </p:cNvSpPr>
            <p:nvPr/>
          </p:nvSpPr>
          <p:spPr bwMode="auto">
            <a:xfrm>
              <a:off x="1776" y="3840"/>
              <a:ext cx="576" cy="144"/>
            </a:xfrm>
            <a:prstGeom prst="rect">
              <a:avLst/>
            </a:prstGeom>
            <a:solidFill>
              <a:srgbClr val="00CC99"/>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23" name="Rectangle 293" descr="Wide upward diagonal"/>
            <p:cNvSpPr>
              <a:spLocks noChangeArrowheads="1"/>
            </p:cNvSpPr>
            <p:nvPr/>
          </p:nvSpPr>
          <p:spPr bwMode="auto">
            <a:xfrm>
              <a:off x="2352" y="3840"/>
              <a:ext cx="144" cy="144"/>
            </a:xfrm>
            <a:prstGeom prst="rect">
              <a:avLst/>
            </a:prstGeom>
            <a:pattFill prst="wdUpDiag">
              <a:fgClr>
                <a:srgbClr val="00CC99"/>
              </a:fgClr>
              <a:bgClr>
                <a:srgbClr val="FFFFFF"/>
              </a:bgClr>
            </a:patt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24" name="Group 294"/>
          <p:cNvGrpSpPr/>
          <p:nvPr/>
        </p:nvGrpSpPr>
        <p:grpSpPr bwMode="auto">
          <a:xfrm rot="946197">
            <a:off x="6626381" y="3243059"/>
            <a:ext cx="519113" cy="242887"/>
            <a:chOff x="244" y="1056"/>
            <a:chExt cx="341" cy="144"/>
          </a:xfrm>
        </p:grpSpPr>
        <p:sp>
          <p:nvSpPr>
            <p:cNvPr id="625" name="Rectangle 295"/>
            <p:cNvSpPr>
              <a:spLocks noChangeArrowheads="1"/>
            </p:cNvSpPr>
            <p:nvPr/>
          </p:nvSpPr>
          <p:spPr bwMode="auto">
            <a:xfrm>
              <a:off x="244" y="1056"/>
              <a:ext cx="240" cy="144"/>
            </a:xfrm>
            <a:prstGeom prst="rect">
              <a:avLst/>
            </a:prstGeom>
            <a:solidFill>
              <a:srgbClr val="3333CC"/>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26" name="Rectangle 296" descr="Wide upward diagonal"/>
            <p:cNvSpPr>
              <a:spLocks noChangeArrowheads="1"/>
            </p:cNvSpPr>
            <p:nvPr/>
          </p:nvSpPr>
          <p:spPr bwMode="auto">
            <a:xfrm>
              <a:off x="484" y="1056"/>
              <a:ext cx="101" cy="144"/>
            </a:xfrm>
            <a:prstGeom prst="rect">
              <a:avLst/>
            </a:prstGeom>
            <a:pattFill prst="wdUpDiag">
              <a:fgClr>
                <a:srgbClr val="3333CC"/>
              </a:fgClr>
              <a:bgClr>
                <a:srgbClr val="FFFFFF"/>
              </a:bgClr>
            </a:patt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27" name="Group 297"/>
          <p:cNvGrpSpPr/>
          <p:nvPr/>
        </p:nvGrpSpPr>
        <p:grpSpPr bwMode="auto">
          <a:xfrm rot="406491">
            <a:off x="5362731" y="5022646"/>
            <a:ext cx="671513" cy="241300"/>
            <a:chOff x="144" y="1252"/>
            <a:chExt cx="441" cy="144"/>
          </a:xfrm>
        </p:grpSpPr>
        <p:sp>
          <p:nvSpPr>
            <p:cNvPr id="628" name="Rectangle 298"/>
            <p:cNvSpPr>
              <a:spLocks noChangeArrowheads="1"/>
            </p:cNvSpPr>
            <p:nvPr/>
          </p:nvSpPr>
          <p:spPr bwMode="auto">
            <a:xfrm>
              <a:off x="144" y="1252"/>
              <a:ext cx="340" cy="144"/>
            </a:xfrm>
            <a:prstGeom prst="rect">
              <a:avLst/>
            </a:prstGeom>
            <a:solidFill>
              <a:srgbClr val="FF0000"/>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29" name="Rectangle 299" descr="Wide upward diagonal"/>
            <p:cNvSpPr>
              <a:spLocks noChangeArrowheads="1"/>
            </p:cNvSpPr>
            <p:nvPr/>
          </p:nvSpPr>
          <p:spPr bwMode="auto">
            <a:xfrm>
              <a:off x="484" y="1252"/>
              <a:ext cx="101" cy="144"/>
            </a:xfrm>
            <a:prstGeom prst="rect">
              <a:avLst/>
            </a:prstGeom>
            <a:pattFill prst="wdUpDiag">
              <a:fgClr>
                <a:srgbClr val="FF0000"/>
              </a:fgClr>
              <a:bgClr>
                <a:srgbClr val="FFFFFF"/>
              </a:bgClr>
            </a:patt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30" name="Group 301"/>
          <p:cNvGrpSpPr/>
          <p:nvPr/>
        </p:nvGrpSpPr>
        <p:grpSpPr bwMode="auto">
          <a:xfrm rot="-932719">
            <a:off x="7643969" y="3304971"/>
            <a:ext cx="771525" cy="241300"/>
            <a:chOff x="1776" y="3840"/>
            <a:chExt cx="720" cy="144"/>
          </a:xfrm>
        </p:grpSpPr>
        <p:sp>
          <p:nvSpPr>
            <p:cNvPr id="631" name="Rectangle 302"/>
            <p:cNvSpPr>
              <a:spLocks noChangeArrowheads="1"/>
            </p:cNvSpPr>
            <p:nvPr/>
          </p:nvSpPr>
          <p:spPr bwMode="auto">
            <a:xfrm>
              <a:off x="1776" y="3840"/>
              <a:ext cx="576" cy="144"/>
            </a:xfrm>
            <a:prstGeom prst="rect">
              <a:avLst/>
            </a:prstGeom>
            <a:solidFill>
              <a:srgbClr val="00CC99"/>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32" name="Rectangle 303" descr="Wide upward diagonal"/>
            <p:cNvSpPr>
              <a:spLocks noChangeArrowheads="1"/>
            </p:cNvSpPr>
            <p:nvPr/>
          </p:nvSpPr>
          <p:spPr bwMode="auto">
            <a:xfrm>
              <a:off x="2352" y="3840"/>
              <a:ext cx="144" cy="144"/>
            </a:xfrm>
            <a:prstGeom prst="rect">
              <a:avLst/>
            </a:prstGeom>
            <a:pattFill prst="wdUpDiag">
              <a:fgClr>
                <a:srgbClr val="00CC99"/>
              </a:fgClr>
              <a:bgClr>
                <a:srgbClr val="FFFFFF"/>
              </a:bgClr>
            </a:patt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33" name="Group 304"/>
          <p:cNvGrpSpPr/>
          <p:nvPr/>
        </p:nvGrpSpPr>
        <p:grpSpPr bwMode="auto">
          <a:xfrm rot="1715192">
            <a:off x="7896381" y="3973309"/>
            <a:ext cx="519113" cy="242887"/>
            <a:chOff x="244" y="1056"/>
            <a:chExt cx="341" cy="144"/>
          </a:xfrm>
        </p:grpSpPr>
        <p:sp>
          <p:nvSpPr>
            <p:cNvPr id="634" name="Rectangle 305"/>
            <p:cNvSpPr>
              <a:spLocks noChangeArrowheads="1"/>
            </p:cNvSpPr>
            <p:nvPr/>
          </p:nvSpPr>
          <p:spPr bwMode="auto">
            <a:xfrm>
              <a:off x="244" y="1056"/>
              <a:ext cx="240" cy="144"/>
            </a:xfrm>
            <a:prstGeom prst="rect">
              <a:avLst/>
            </a:prstGeom>
            <a:solidFill>
              <a:srgbClr val="3333CC"/>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35" name="Rectangle 306" descr="Wide upward diagonal"/>
            <p:cNvSpPr>
              <a:spLocks noChangeArrowheads="1"/>
            </p:cNvSpPr>
            <p:nvPr/>
          </p:nvSpPr>
          <p:spPr bwMode="auto">
            <a:xfrm>
              <a:off x="484" y="1056"/>
              <a:ext cx="101" cy="144"/>
            </a:xfrm>
            <a:prstGeom prst="rect">
              <a:avLst/>
            </a:prstGeom>
            <a:pattFill prst="wdUpDiag">
              <a:fgClr>
                <a:srgbClr val="3333CC"/>
              </a:fgClr>
              <a:bgClr>
                <a:srgbClr val="FFFFFF"/>
              </a:bgClr>
            </a:patt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36" name="Group 307"/>
          <p:cNvGrpSpPr/>
          <p:nvPr/>
        </p:nvGrpSpPr>
        <p:grpSpPr bwMode="auto">
          <a:xfrm rot="1243891">
            <a:off x="7743981" y="5425871"/>
            <a:ext cx="671513" cy="241300"/>
            <a:chOff x="144" y="1252"/>
            <a:chExt cx="441" cy="144"/>
          </a:xfrm>
        </p:grpSpPr>
        <p:sp>
          <p:nvSpPr>
            <p:cNvPr id="637" name="Rectangle 308"/>
            <p:cNvSpPr>
              <a:spLocks noChangeArrowheads="1"/>
            </p:cNvSpPr>
            <p:nvPr/>
          </p:nvSpPr>
          <p:spPr bwMode="auto">
            <a:xfrm>
              <a:off x="144" y="1252"/>
              <a:ext cx="340" cy="144"/>
            </a:xfrm>
            <a:prstGeom prst="rect">
              <a:avLst/>
            </a:prstGeom>
            <a:solidFill>
              <a:srgbClr val="FF0000"/>
            </a:solid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38" name="Rectangle 309" descr="Wide upward diagonal"/>
            <p:cNvSpPr>
              <a:spLocks noChangeArrowheads="1"/>
            </p:cNvSpPr>
            <p:nvPr/>
          </p:nvSpPr>
          <p:spPr bwMode="auto">
            <a:xfrm>
              <a:off x="484" y="1252"/>
              <a:ext cx="101" cy="144"/>
            </a:xfrm>
            <a:prstGeom prst="rect">
              <a:avLst/>
            </a:prstGeom>
            <a:pattFill prst="wdUpDiag">
              <a:fgClr>
                <a:srgbClr val="FF0000"/>
              </a:fgClr>
              <a:bgClr>
                <a:srgbClr val="FFFFFF"/>
              </a:bgClr>
            </a:pattFill>
            <a:ln w="9525">
              <a:solidFill>
                <a:srgbClr val="000000"/>
              </a:solidFill>
              <a:miter lim="800000"/>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sp>
        <p:nvSpPr>
          <p:cNvPr id="639" name="TextBox 312"/>
          <p:cNvSpPr txBox="1"/>
          <p:nvPr/>
        </p:nvSpPr>
        <p:spPr>
          <a:xfrm>
            <a:off x="3380468" y="5740126"/>
            <a:ext cx="3385505" cy="400110"/>
          </a:xfrm>
          <a:prstGeom prst="rect">
            <a:avLst/>
          </a:prstGeom>
          <a:solidFill>
            <a:srgbClr val="5B307E"/>
          </a:solidFill>
        </p:spPr>
        <p:txBody>
          <a:bodyPr wrap="square">
            <a:spAutoFit/>
          </a:bodyPr>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20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rPr>
              <a:t>将不同报文转发到不同链路</a:t>
            </a:r>
            <a:endParaRPr kumimoji="0" lang="en-GB" sz="20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p:txBody>
      </p:sp>
      <p:sp>
        <p:nvSpPr>
          <p:cNvPr id="312" name="内容占位符 2"/>
          <p:cNvSpPr>
            <a:spLocks noGrp="1"/>
          </p:cNvSpPr>
          <p:nvPr>
            <p:ph idx="1"/>
          </p:nvPr>
        </p:nvSpPr>
        <p:spPr>
          <a:xfrm>
            <a:off x="643815" y="1295063"/>
            <a:ext cx="10804634" cy="1416636"/>
          </a:xfrm>
        </p:spPr>
        <p:txBody>
          <a:bodyPr>
            <a:normAutofit/>
          </a:bodyPr>
          <a:lstStyle/>
          <a:p>
            <a:pPr>
              <a:lnSpc>
                <a:spcPct val="100000"/>
              </a:lnSpc>
              <a:spcBef>
                <a:spcPts val="600"/>
              </a:spcBef>
            </a:pPr>
            <a:r>
              <a:rPr lang="zh-CN" altLang="en-US" sz="2400" dirty="0"/>
              <a:t>路由器是互联网最主要的网络设备，包含</a:t>
            </a:r>
            <a:r>
              <a:rPr lang="en-US" altLang="zh-CN" sz="2400" dirty="0"/>
              <a:t>2</a:t>
            </a:r>
            <a:r>
              <a:rPr lang="zh-CN" altLang="en-US" sz="2400" dirty="0"/>
              <a:t>个核心功能</a:t>
            </a:r>
            <a:endParaRPr lang="en-US" altLang="zh-CN" sz="2400" dirty="0"/>
          </a:p>
          <a:p>
            <a:pPr lvl="1">
              <a:lnSpc>
                <a:spcPct val="100000"/>
              </a:lnSpc>
              <a:spcBef>
                <a:spcPts val="600"/>
              </a:spcBef>
            </a:pPr>
            <a:r>
              <a:rPr lang="zh-CN" altLang="en-US" sz="2000" dirty="0">
                <a:solidFill>
                  <a:srgbClr val="C00000"/>
                </a:solidFill>
              </a:rPr>
              <a:t>控制层：</a:t>
            </a:r>
            <a:r>
              <a:rPr lang="zh-CN" altLang="en-US" sz="2000" dirty="0"/>
              <a:t>运行各种路由协议：</a:t>
            </a:r>
            <a:r>
              <a:rPr lang="en-US" altLang="zh-CN" sz="2000" dirty="0"/>
              <a:t>BGP</a:t>
            </a:r>
            <a:r>
              <a:rPr lang="zh-CN" altLang="en-US" sz="2000" dirty="0"/>
              <a:t>、</a:t>
            </a:r>
            <a:r>
              <a:rPr lang="en-US" altLang="zh-CN" sz="2000" dirty="0"/>
              <a:t>OSPF</a:t>
            </a:r>
            <a:r>
              <a:rPr lang="zh-CN" altLang="en-US" sz="2000" dirty="0"/>
              <a:t>、</a:t>
            </a:r>
            <a:r>
              <a:rPr lang="en-US" altLang="zh-CN" sz="2000" dirty="0"/>
              <a:t>RIP</a:t>
            </a:r>
            <a:r>
              <a:rPr lang="zh-CN" altLang="en-US" sz="2000" dirty="0"/>
              <a:t>，学习去往不同目的的转发路径：路由表</a:t>
            </a:r>
            <a:endParaRPr lang="en-US" altLang="zh-CN" sz="2000" dirty="0"/>
          </a:p>
          <a:p>
            <a:pPr lvl="1">
              <a:lnSpc>
                <a:spcPct val="100000"/>
              </a:lnSpc>
              <a:spcBef>
                <a:spcPts val="600"/>
              </a:spcBef>
            </a:pPr>
            <a:r>
              <a:rPr lang="zh-CN" altLang="en-US" sz="2000" dirty="0">
                <a:solidFill>
                  <a:srgbClr val="C00000"/>
                </a:solidFill>
              </a:rPr>
              <a:t>数据层：</a:t>
            </a:r>
            <a:r>
              <a:rPr lang="zh-CN" altLang="en-US" sz="2000" dirty="0"/>
              <a:t>根据上述路由表，将收到的</a:t>
            </a:r>
            <a:r>
              <a:rPr lang="en-US" altLang="zh-CN" sz="2000" dirty="0"/>
              <a:t>IP</a:t>
            </a:r>
            <a:r>
              <a:rPr lang="zh-CN" altLang="en-US" sz="2000" dirty="0"/>
              <a:t>分组转发到正确的下一跳链路</a:t>
            </a:r>
            <a:endParaRPr lang="en-US" altLang="zh-CN" sz="2000" dirty="0"/>
          </a:p>
        </p:txBody>
      </p:sp>
      <p:sp>
        <p:nvSpPr>
          <p:cNvPr id="309" name="灯片编号占位符 3"/>
          <p:cNvSpPr>
            <a:spLocks noGrp="1"/>
          </p:cNvSpPr>
          <p:nvPr>
            <p:ph type="sldNum" sz="quarter" idx="12"/>
          </p:nvPr>
        </p:nvSpPr>
        <p:spPr>
          <a:xfrm>
            <a:off x="8772304" y="6298325"/>
            <a:ext cx="2439671" cy="365125"/>
          </a:xfrm>
        </p:spPr>
        <p:txBody>
          <a:bodyPr/>
          <a:lstStyle/>
          <a:p>
            <a:fld id="{339BF64F-B44A-4670-AF2C-07375CE66113}" type="slidenum">
              <a:rPr kumimoji="1" lang="zh-CN" altLang="en-US" smtClean="0"/>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9"/>
                                        </p:tgtEl>
                                        <p:attrNameLst>
                                          <p:attrName>style.visibility</p:attrName>
                                        </p:attrNameLst>
                                      </p:cBhvr>
                                      <p:to>
                                        <p:strVal val="visible"/>
                                      </p:to>
                                    </p:set>
                                    <p:animEffect transition="in" filter="blinds(horizontal)">
                                      <p:cBhvr>
                                        <p:cTn id="7" dur="500"/>
                                        <p:tgtEl>
                                          <p:spTgt spid="609"/>
                                        </p:tgtEl>
                                      </p:cBhvr>
                                    </p:animEffect>
                                  </p:childTnLst>
                                </p:cTn>
                              </p:par>
                              <p:par>
                                <p:cTn id="8" presetID="3" presetClass="entr" presetSubtype="10" fill="hold" nodeType="withEffect">
                                  <p:stCondLst>
                                    <p:cond delay="0"/>
                                  </p:stCondLst>
                                  <p:childTnLst>
                                    <p:set>
                                      <p:cBhvr>
                                        <p:cTn id="9" dur="1" fill="hold">
                                          <p:stCondLst>
                                            <p:cond delay="0"/>
                                          </p:stCondLst>
                                        </p:cTn>
                                        <p:tgtEl>
                                          <p:spTgt spid="618"/>
                                        </p:tgtEl>
                                        <p:attrNameLst>
                                          <p:attrName>style.visibility</p:attrName>
                                        </p:attrNameLst>
                                      </p:cBhvr>
                                      <p:to>
                                        <p:strVal val="visible"/>
                                      </p:to>
                                    </p:set>
                                    <p:animEffect transition="in" filter="blinds(horizontal)">
                                      <p:cBhvr>
                                        <p:cTn id="10" dur="500"/>
                                        <p:tgtEl>
                                          <p:spTgt spid="618"/>
                                        </p:tgtEl>
                                      </p:cBhvr>
                                    </p:animEffect>
                                  </p:childTnLst>
                                </p:cTn>
                              </p:par>
                              <p:par>
                                <p:cTn id="11" presetID="3" presetClass="entr" presetSubtype="10" fill="hold" nodeType="withEffect">
                                  <p:stCondLst>
                                    <p:cond delay="0"/>
                                  </p:stCondLst>
                                  <p:childTnLst>
                                    <p:set>
                                      <p:cBhvr>
                                        <p:cTn id="12" dur="1" fill="hold">
                                          <p:stCondLst>
                                            <p:cond delay="0"/>
                                          </p:stCondLst>
                                        </p:cTn>
                                        <p:tgtEl>
                                          <p:spTgt spid="627"/>
                                        </p:tgtEl>
                                        <p:attrNameLst>
                                          <p:attrName>style.visibility</p:attrName>
                                        </p:attrNameLst>
                                      </p:cBhvr>
                                      <p:to>
                                        <p:strVal val="visible"/>
                                      </p:to>
                                    </p:set>
                                    <p:animEffect transition="in" filter="blinds(horizontal)">
                                      <p:cBhvr>
                                        <p:cTn id="13" dur="500"/>
                                        <p:tgtEl>
                                          <p:spTgt spid="627"/>
                                        </p:tgtEl>
                                      </p:cBhvr>
                                    </p:animEffect>
                                  </p:childTnLst>
                                </p:cTn>
                              </p:par>
                              <p:par>
                                <p:cTn id="14" presetID="3" presetClass="entr" presetSubtype="10" fill="hold" nodeType="withEffect">
                                  <p:stCondLst>
                                    <p:cond delay="0"/>
                                  </p:stCondLst>
                                  <p:childTnLst>
                                    <p:set>
                                      <p:cBhvr>
                                        <p:cTn id="15" dur="1" fill="hold">
                                          <p:stCondLst>
                                            <p:cond delay="0"/>
                                          </p:stCondLst>
                                        </p:cTn>
                                        <p:tgtEl>
                                          <p:spTgt spid="636"/>
                                        </p:tgtEl>
                                        <p:attrNameLst>
                                          <p:attrName>style.visibility</p:attrName>
                                        </p:attrNameLst>
                                      </p:cBhvr>
                                      <p:to>
                                        <p:strVal val="visible"/>
                                      </p:to>
                                    </p:set>
                                    <p:animEffect transition="in" filter="blinds(horizontal)">
                                      <p:cBhvr>
                                        <p:cTn id="16" dur="500"/>
                                        <p:tgtEl>
                                          <p:spTgt spid="636"/>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06"/>
                                        </p:tgtEl>
                                        <p:attrNameLst>
                                          <p:attrName>style.visibility</p:attrName>
                                        </p:attrNameLst>
                                      </p:cBhvr>
                                      <p:to>
                                        <p:strVal val="visible"/>
                                      </p:to>
                                    </p:set>
                                    <p:animEffect transition="in" filter="blinds(horizontal)">
                                      <p:cBhvr>
                                        <p:cTn id="21" dur="500"/>
                                        <p:tgtEl>
                                          <p:spTgt spid="606"/>
                                        </p:tgtEl>
                                      </p:cBhvr>
                                    </p:animEffect>
                                  </p:childTnLst>
                                </p:cTn>
                              </p:par>
                              <p:par>
                                <p:cTn id="22" presetID="3" presetClass="entr" presetSubtype="10" fill="hold" nodeType="withEffect">
                                  <p:stCondLst>
                                    <p:cond delay="0"/>
                                  </p:stCondLst>
                                  <p:childTnLst>
                                    <p:set>
                                      <p:cBhvr>
                                        <p:cTn id="23" dur="1" fill="hold">
                                          <p:stCondLst>
                                            <p:cond delay="0"/>
                                          </p:stCondLst>
                                        </p:cTn>
                                        <p:tgtEl>
                                          <p:spTgt spid="615"/>
                                        </p:tgtEl>
                                        <p:attrNameLst>
                                          <p:attrName>style.visibility</p:attrName>
                                        </p:attrNameLst>
                                      </p:cBhvr>
                                      <p:to>
                                        <p:strVal val="visible"/>
                                      </p:to>
                                    </p:set>
                                    <p:animEffect transition="in" filter="blinds(horizontal)">
                                      <p:cBhvr>
                                        <p:cTn id="24" dur="500"/>
                                        <p:tgtEl>
                                          <p:spTgt spid="615"/>
                                        </p:tgtEl>
                                      </p:cBhvr>
                                    </p:animEffect>
                                  </p:childTnLst>
                                </p:cTn>
                              </p:par>
                              <p:par>
                                <p:cTn id="25" presetID="3" presetClass="entr" presetSubtype="10" fill="hold" nodeType="withEffect">
                                  <p:stCondLst>
                                    <p:cond delay="0"/>
                                  </p:stCondLst>
                                  <p:childTnLst>
                                    <p:set>
                                      <p:cBhvr>
                                        <p:cTn id="26" dur="1" fill="hold">
                                          <p:stCondLst>
                                            <p:cond delay="0"/>
                                          </p:stCondLst>
                                        </p:cTn>
                                        <p:tgtEl>
                                          <p:spTgt spid="624"/>
                                        </p:tgtEl>
                                        <p:attrNameLst>
                                          <p:attrName>style.visibility</p:attrName>
                                        </p:attrNameLst>
                                      </p:cBhvr>
                                      <p:to>
                                        <p:strVal val="visible"/>
                                      </p:to>
                                    </p:set>
                                    <p:animEffect transition="in" filter="blinds(horizontal)">
                                      <p:cBhvr>
                                        <p:cTn id="27" dur="500"/>
                                        <p:tgtEl>
                                          <p:spTgt spid="624"/>
                                        </p:tgtEl>
                                      </p:cBhvr>
                                    </p:animEffect>
                                  </p:childTnLst>
                                </p:cTn>
                              </p:par>
                              <p:par>
                                <p:cTn id="28" presetID="3" presetClass="entr" presetSubtype="10" fill="hold" nodeType="withEffect">
                                  <p:stCondLst>
                                    <p:cond delay="0"/>
                                  </p:stCondLst>
                                  <p:childTnLst>
                                    <p:set>
                                      <p:cBhvr>
                                        <p:cTn id="29" dur="1" fill="hold">
                                          <p:stCondLst>
                                            <p:cond delay="0"/>
                                          </p:stCondLst>
                                        </p:cTn>
                                        <p:tgtEl>
                                          <p:spTgt spid="633"/>
                                        </p:tgtEl>
                                        <p:attrNameLst>
                                          <p:attrName>style.visibility</p:attrName>
                                        </p:attrNameLst>
                                      </p:cBhvr>
                                      <p:to>
                                        <p:strVal val="visible"/>
                                      </p:to>
                                    </p:set>
                                    <p:animEffect transition="in" filter="blinds(horizontal)">
                                      <p:cBhvr>
                                        <p:cTn id="30" dur="500"/>
                                        <p:tgtEl>
                                          <p:spTgt spid="633"/>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603"/>
                                        </p:tgtEl>
                                        <p:attrNameLst>
                                          <p:attrName>style.visibility</p:attrName>
                                        </p:attrNameLst>
                                      </p:cBhvr>
                                      <p:to>
                                        <p:strVal val="visible"/>
                                      </p:to>
                                    </p:set>
                                    <p:animEffect transition="in" filter="blinds(horizontal)">
                                      <p:cBhvr>
                                        <p:cTn id="35" dur="500"/>
                                        <p:tgtEl>
                                          <p:spTgt spid="603"/>
                                        </p:tgtEl>
                                      </p:cBhvr>
                                    </p:animEffect>
                                  </p:childTnLst>
                                </p:cTn>
                              </p:par>
                              <p:par>
                                <p:cTn id="36" presetID="3" presetClass="entr" presetSubtype="10" fill="hold" nodeType="withEffect">
                                  <p:stCondLst>
                                    <p:cond delay="0"/>
                                  </p:stCondLst>
                                  <p:childTnLst>
                                    <p:set>
                                      <p:cBhvr>
                                        <p:cTn id="37" dur="1" fill="hold">
                                          <p:stCondLst>
                                            <p:cond delay="0"/>
                                          </p:stCondLst>
                                        </p:cTn>
                                        <p:tgtEl>
                                          <p:spTgt spid="612"/>
                                        </p:tgtEl>
                                        <p:attrNameLst>
                                          <p:attrName>style.visibility</p:attrName>
                                        </p:attrNameLst>
                                      </p:cBhvr>
                                      <p:to>
                                        <p:strVal val="visible"/>
                                      </p:to>
                                    </p:set>
                                    <p:animEffect transition="in" filter="blinds(horizontal)">
                                      <p:cBhvr>
                                        <p:cTn id="38" dur="500"/>
                                        <p:tgtEl>
                                          <p:spTgt spid="612"/>
                                        </p:tgtEl>
                                      </p:cBhvr>
                                    </p:animEffect>
                                  </p:childTnLst>
                                </p:cTn>
                              </p:par>
                              <p:par>
                                <p:cTn id="39" presetID="3" presetClass="entr" presetSubtype="10" fill="hold" nodeType="withEffect">
                                  <p:stCondLst>
                                    <p:cond delay="0"/>
                                  </p:stCondLst>
                                  <p:childTnLst>
                                    <p:set>
                                      <p:cBhvr>
                                        <p:cTn id="40" dur="1" fill="hold">
                                          <p:stCondLst>
                                            <p:cond delay="0"/>
                                          </p:stCondLst>
                                        </p:cTn>
                                        <p:tgtEl>
                                          <p:spTgt spid="621"/>
                                        </p:tgtEl>
                                        <p:attrNameLst>
                                          <p:attrName>style.visibility</p:attrName>
                                        </p:attrNameLst>
                                      </p:cBhvr>
                                      <p:to>
                                        <p:strVal val="visible"/>
                                      </p:to>
                                    </p:set>
                                    <p:animEffect transition="in" filter="blinds(horizontal)">
                                      <p:cBhvr>
                                        <p:cTn id="41" dur="500"/>
                                        <p:tgtEl>
                                          <p:spTgt spid="621"/>
                                        </p:tgtEl>
                                      </p:cBhvr>
                                    </p:animEffect>
                                  </p:childTnLst>
                                </p:cTn>
                              </p:par>
                              <p:par>
                                <p:cTn id="42" presetID="3" presetClass="entr" presetSubtype="10" fill="hold" nodeType="withEffect">
                                  <p:stCondLst>
                                    <p:cond delay="0"/>
                                  </p:stCondLst>
                                  <p:childTnLst>
                                    <p:set>
                                      <p:cBhvr>
                                        <p:cTn id="43" dur="1" fill="hold">
                                          <p:stCondLst>
                                            <p:cond delay="0"/>
                                          </p:stCondLst>
                                        </p:cTn>
                                        <p:tgtEl>
                                          <p:spTgt spid="630"/>
                                        </p:tgtEl>
                                        <p:attrNameLst>
                                          <p:attrName>style.visibility</p:attrName>
                                        </p:attrNameLst>
                                      </p:cBhvr>
                                      <p:to>
                                        <p:strVal val="visible"/>
                                      </p:to>
                                    </p:set>
                                    <p:animEffect transition="in" filter="blinds(horizontal)">
                                      <p:cBhvr>
                                        <p:cTn id="44" dur="500"/>
                                        <p:tgtEl>
                                          <p:spTgt spid="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3200" dirty="0"/>
              <a:t>路由器控制层</a:t>
            </a:r>
            <a:endParaRPr kumimoji="1" lang="zh-CN" altLang="en-US" sz="3200" dirty="0"/>
          </a:p>
        </p:txBody>
      </p:sp>
      <p:sp>
        <p:nvSpPr>
          <p:cNvPr id="5" name="内容占位符 4"/>
          <p:cNvSpPr>
            <a:spLocks noGrp="1"/>
          </p:cNvSpPr>
          <p:nvPr>
            <p:ph idx="1"/>
          </p:nvPr>
        </p:nvSpPr>
        <p:spPr>
          <a:xfrm>
            <a:off x="674429" y="1677525"/>
            <a:ext cx="5535680" cy="4455923"/>
          </a:xfrm>
        </p:spPr>
        <p:txBody>
          <a:bodyPr>
            <a:normAutofit/>
          </a:bodyPr>
          <a:lstStyle/>
          <a:p>
            <a:pPr marL="360680" lvl="1" indent="-360680" algn="just">
              <a:lnSpc>
                <a:spcPct val="120000"/>
              </a:lnSpc>
              <a:spcBef>
                <a:spcPts val="1200"/>
              </a:spcBef>
              <a:buFont typeface="Wingdings" panose="05000000000000000000" pitchFamily="2" charset="2"/>
              <a:buChar char="Ø"/>
            </a:pPr>
            <a:r>
              <a:rPr lang="zh-CN" altLang="en-US" dirty="0"/>
              <a:t>路由器可同时运行多个路由协议</a:t>
            </a:r>
            <a:endParaRPr lang="en-US" altLang="zh-CN" dirty="0"/>
          </a:p>
          <a:p>
            <a:pPr marL="360680" lvl="1" indent="-360680" algn="just">
              <a:lnSpc>
                <a:spcPct val="120000"/>
              </a:lnSpc>
              <a:spcBef>
                <a:spcPts val="1200"/>
              </a:spcBef>
              <a:buFont typeface="Wingdings" panose="05000000000000000000" pitchFamily="2" charset="2"/>
              <a:buChar char="Ø"/>
            </a:pPr>
            <a:r>
              <a:rPr lang="zh-CN" altLang="en-US" dirty="0"/>
              <a:t>路由器也可不运行任何路由协议，只使用静态路由和直连路由</a:t>
            </a:r>
            <a:endParaRPr lang="en-US" altLang="zh-CN" dirty="0"/>
          </a:p>
          <a:p>
            <a:pPr marL="360680" lvl="1" indent="-360680" algn="just">
              <a:lnSpc>
                <a:spcPct val="120000"/>
              </a:lnSpc>
              <a:spcBef>
                <a:spcPts val="1200"/>
              </a:spcBef>
              <a:buFont typeface="Wingdings" panose="05000000000000000000" pitchFamily="2" charset="2"/>
              <a:buChar char="Ø"/>
            </a:pPr>
            <a:r>
              <a:rPr lang="zh-CN" altLang="en-US" dirty="0"/>
              <a:t>路由管理根据路由优先级，选择最佳路由，形成</a:t>
            </a:r>
            <a:r>
              <a:rPr lang="zh-CN" altLang="en-US" dirty="0">
                <a:solidFill>
                  <a:srgbClr val="FF0000"/>
                </a:solidFill>
              </a:rPr>
              <a:t>核心路由表</a:t>
            </a:r>
            <a:endParaRPr lang="en-US" altLang="zh-CN" dirty="0">
              <a:solidFill>
                <a:srgbClr val="FF0000"/>
              </a:solidFill>
            </a:endParaRPr>
          </a:p>
          <a:p>
            <a:pPr marL="360680" lvl="1" indent="-360680" algn="just">
              <a:lnSpc>
                <a:spcPct val="120000"/>
              </a:lnSpc>
              <a:spcBef>
                <a:spcPts val="1200"/>
              </a:spcBef>
              <a:buFont typeface="Wingdings" panose="05000000000000000000" pitchFamily="2" charset="2"/>
              <a:buChar char="Ø"/>
            </a:pPr>
            <a:r>
              <a:rPr lang="zh-CN" altLang="en-US" dirty="0"/>
              <a:t>控制层将核心路由表下发到数据层，形成</a:t>
            </a:r>
            <a:r>
              <a:rPr lang="zh-CN" altLang="en-US" dirty="0">
                <a:solidFill>
                  <a:srgbClr val="FF0000"/>
                </a:solidFill>
              </a:rPr>
              <a:t>转发表（</a:t>
            </a:r>
            <a:r>
              <a:rPr lang="en-US" altLang="zh-CN" dirty="0">
                <a:solidFill>
                  <a:srgbClr val="FF0000"/>
                </a:solidFill>
              </a:rPr>
              <a:t>FIB</a:t>
            </a:r>
            <a:r>
              <a:rPr lang="zh-CN" altLang="en-US" dirty="0">
                <a:solidFill>
                  <a:srgbClr val="FF0000"/>
                </a:solidFill>
              </a:rPr>
              <a:t>）</a:t>
            </a:r>
            <a:endParaRPr lang="en-US" altLang="zh-CN" dirty="0">
              <a:solidFill>
                <a:srgbClr val="FF0000"/>
              </a:solidFill>
            </a:endParaRPr>
          </a:p>
          <a:p>
            <a:pPr lvl="1" algn="just">
              <a:lnSpc>
                <a:spcPct val="120000"/>
              </a:lnSpc>
              <a:spcBef>
                <a:spcPts val="1200"/>
              </a:spcBef>
            </a:pPr>
            <a:endParaRPr lang="zh-CN" altLang="en-US" dirty="0"/>
          </a:p>
        </p:txBody>
      </p:sp>
      <p:grpSp>
        <p:nvGrpSpPr>
          <p:cNvPr id="42" name="组合 41"/>
          <p:cNvGrpSpPr/>
          <p:nvPr/>
        </p:nvGrpSpPr>
        <p:grpSpPr>
          <a:xfrm>
            <a:off x="6541227" y="1743381"/>
            <a:ext cx="5277080" cy="4418540"/>
            <a:chOff x="6544019" y="1830835"/>
            <a:chExt cx="5277080" cy="4418540"/>
          </a:xfrm>
        </p:grpSpPr>
        <p:sp>
          <p:nvSpPr>
            <p:cNvPr id="8" name="文本框 7"/>
            <p:cNvSpPr txBox="1"/>
            <p:nvPr/>
          </p:nvSpPr>
          <p:spPr>
            <a:xfrm>
              <a:off x="6753339" y="1993435"/>
              <a:ext cx="900000" cy="400110"/>
            </a:xfrm>
            <a:prstGeom prst="rect">
              <a:avLst/>
            </a:prstGeom>
            <a:solidFill>
              <a:schemeClr val="bg1"/>
            </a:solidFill>
            <a:ln w="19050">
              <a:solidFill>
                <a:srgbClr val="C00000"/>
              </a:solidFill>
            </a:ln>
          </p:spPr>
          <p:txBody>
            <a:bodyPr wrap="square" rtlCol="0">
              <a:spAutoFit/>
            </a:bodyPr>
            <a:lstStyle/>
            <a:p>
              <a:pPr algn="ctr"/>
              <a:r>
                <a:rPr lang="en-US" altLang="zh-CN" sz="2000" dirty="0">
                  <a:latin typeface="微软雅黑" panose="020B0503020204020204" charset="-122"/>
                  <a:ea typeface="微软雅黑" panose="020B0503020204020204" charset="-122"/>
                </a:rPr>
                <a:t>OSPF</a:t>
              </a:r>
              <a:endParaRPr lang="zh-CN" altLang="en-US" sz="2000" dirty="0">
                <a:latin typeface="微软雅黑" panose="020B0503020204020204" charset="-122"/>
                <a:ea typeface="微软雅黑" panose="020B0503020204020204" charset="-122"/>
              </a:endParaRPr>
            </a:p>
          </p:txBody>
        </p:sp>
        <p:sp>
          <p:nvSpPr>
            <p:cNvPr id="314" name="文本框 313"/>
            <p:cNvSpPr txBox="1"/>
            <p:nvPr/>
          </p:nvSpPr>
          <p:spPr>
            <a:xfrm>
              <a:off x="7743019" y="1993435"/>
              <a:ext cx="900000" cy="400110"/>
            </a:xfrm>
            <a:prstGeom prst="rect">
              <a:avLst/>
            </a:prstGeom>
            <a:solidFill>
              <a:schemeClr val="bg1"/>
            </a:solidFill>
            <a:ln w="19050">
              <a:solidFill>
                <a:srgbClr val="C00000"/>
              </a:solidFill>
            </a:ln>
          </p:spPr>
          <p:txBody>
            <a:bodyPr wrap="square" rtlCol="0">
              <a:spAutoFit/>
            </a:bodyPr>
            <a:lstStyle/>
            <a:p>
              <a:pPr algn="ctr"/>
              <a:r>
                <a:rPr lang="en-US" altLang="zh-CN" sz="2000" dirty="0">
                  <a:latin typeface="微软雅黑" panose="020B0503020204020204" charset="-122"/>
                  <a:ea typeface="微软雅黑" panose="020B0503020204020204" charset="-122"/>
                </a:rPr>
                <a:t>BGP</a:t>
              </a:r>
              <a:endParaRPr lang="zh-CN" altLang="en-US" sz="2000" dirty="0">
                <a:latin typeface="微软雅黑" panose="020B0503020204020204" charset="-122"/>
                <a:ea typeface="微软雅黑" panose="020B0503020204020204" charset="-122"/>
              </a:endParaRPr>
            </a:p>
          </p:txBody>
        </p:sp>
        <p:sp>
          <p:nvSpPr>
            <p:cNvPr id="315" name="文本框 314"/>
            <p:cNvSpPr txBox="1"/>
            <p:nvPr/>
          </p:nvSpPr>
          <p:spPr>
            <a:xfrm>
              <a:off x="9294913" y="1993435"/>
              <a:ext cx="1224000" cy="400110"/>
            </a:xfrm>
            <a:prstGeom prst="rect">
              <a:avLst/>
            </a:prstGeom>
            <a:solidFill>
              <a:schemeClr val="bg1"/>
            </a:solidFill>
            <a:ln w="19050">
              <a:solidFill>
                <a:srgbClr val="C00000"/>
              </a:solidFill>
            </a:ln>
          </p:spPr>
          <p:txBody>
            <a:bodyPr wrap="square" rtlCol="0">
              <a:spAutoFit/>
            </a:bodyPr>
            <a:lstStyle/>
            <a:p>
              <a:pPr algn="ctr"/>
              <a:r>
                <a:rPr lang="zh-CN" altLang="en-US" sz="2000" dirty="0">
                  <a:latin typeface="微软雅黑" panose="020B0503020204020204" charset="-122"/>
                  <a:ea typeface="微软雅黑" panose="020B0503020204020204" charset="-122"/>
                </a:rPr>
                <a:t>静态路由</a:t>
              </a:r>
              <a:endParaRPr lang="zh-CN" altLang="en-US" sz="2000" dirty="0">
                <a:latin typeface="微软雅黑" panose="020B0503020204020204" charset="-122"/>
                <a:ea typeface="微软雅黑" panose="020B0503020204020204" charset="-122"/>
              </a:endParaRPr>
            </a:p>
          </p:txBody>
        </p:sp>
        <p:sp>
          <p:nvSpPr>
            <p:cNvPr id="316" name="文本框 315"/>
            <p:cNvSpPr txBox="1"/>
            <p:nvPr/>
          </p:nvSpPr>
          <p:spPr>
            <a:xfrm>
              <a:off x="7844010" y="3148652"/>
              <a:ext cx="2996588" cy="400110"/>
            </a:xfrm>
            <a:prstGeom prst="rect">
              <a:avLst/>
            </a:prstGeom>
            <a:solidFill>
              <a:schemeClr val="bg1"/>
            </a:solidFill>
            <a:ln w="19050">
              <a:noFill/>
            </a:ln>
          </p:spPr>
          <p:txBody>
            <a:bodyPr wrap="square" rtlCol="0">
              <a:spAutoFit/>
            </a:bodyPr>
            <a:lstStyle/>
            <a:p>
              <a:pPr algn="ctr"/>
              <a:r>
                <a:rPr lang="zh-CN" altLang="en-US" sz="2000" dirty="0">
                  <a:latin typeface="微软雅黑" panose="020B0503020204020204" charset="-122"/>
                  <a:ea typeface="微软雅黑" panose="020B0503020204020204" charset="-122"/>
                </a:rPr>
                <a:t>路由管理</a:t>
              </a:r>
              <a:endParaRPr lang="zh-CN" altLang="en-US" sz="2000" dirty="0">
                <a:latin typeface="微软雅黑" panose="020B0503020204020204" charset="-122"/>
                <a:ea typeface="微软雅黑" panose="020B0503020204020204" charset="-122"/>
              </a:endParaRPr>
            </a:p>
          </p:txBody>
        </p:sp>
        <p:sp>
          <p:nvSpPr>
            <p:cNvPr id="9" name="椭圆 8"/>
            <p:cNvSpPr/>
            <p:nvPr/>
          </p:nvSpPr>
          <p:spPr>
            <a:xfrm>
              <a:off x="8064020" y="3587590"/>
              <a:ext cx="2528884" cy="572877"/>
            </a:xfrm>
            <a:prstGeom prst="ellipse">
              <a:avLst/>
            </a:prstGeom>
            <a:solidFill>
              <a:schemeClr val="bg1"/>
            </a:solidFill>
            <a:ln w="28575">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核心路由表</a:t>
              </a:r>
              <a:endParaRPr lang="zh-CN" altLang="en-US" sz="2000" dirty="0">
                <a:solidFill>
                  <a:schemeClr val="tx1"/>
                </a:solidFill>
              </a:endParaRPr>
            </a:p>
          </p:txBody>
        </p:sp>
        <p:sp>
          <p:nvSpPr>
            <p:cNvPr id="10" name="矩形 9"/>
            <p:cNvSpPr/>
            <p:nvPr/>
          </p:nvSpPr>
          <p:spPr>
            <a:xfrm>
              <a:off x="7844010" y="3029481"/>
              <a:ext cx="2996588" cy="131782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6544019" y="4622729"/>
              <a:ext cx="5277080"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24" name="文本框 323"/>
            <p:cNvSpPr txBox="1"/>
            <p:nvPr/>
          </p:nvSpPr>
          <p:spPr>
            <a:xfrm>
              <a:off x="7844010" y="5799862"/>
              <a:ext cx="2996588" cy="400110"/>
            </a:xfrm>
            <a:prstGeom prst="rect">
              <a:avLst/>
            </a:prstGeom>
            <a:solidFill>
              <a:schemeClr val="bg1"/>
            </a:solidFill>
            <a:ln w="19050">
              <a:noFill/>
            </a:ln>
          </p:spPr>
          <p:txBody>
            <a:bodyPr wrap="square" rtlCol="0">
              <a:spAutoFit/>
            </a:bodyPr>
            <a:lstStyle/>
            <a:p>
              <a:pPr algn="ctr"/>
              <a:r>
                <a:rPr lang="zh-CN" altLang="en-US" sz="2000">
                  <a:latin typeface="微软雅黑" panose="020B0503020204020204" charset="-122"/>
                  <a:ea typeface="微软雅黑" panose="020B0503020204020204" charset="-122"/>
                </a:rPr>
                <a:t>转发引擎</a:t>
              </a:r>
              <a:endParaRPr lang="zh-CN" altLang="en-US" sz="2000" dirty="0">
                <a:latin typeface="微软雅黑" panose="020B0503020204020204" charset="-122"/>
                <a:ea typeface="微软雅黑" panose="020B0503020204020204" charset="-122"/>
              </a:endParaRPr>
            </a:p>
          </p:txBody>
        </p:sp>
        <p:sp>
          <p:nvSpPr>
            <p:cNvPr id="325" name="椭圆 324"/>
            <p:cNvSpPr/>
            <p:nvPr/>
          </p:nvSpPr>
          <p:spPr>
            <a:xfrm>
              <a:off x="7997917" y="5126097"/>
              <a:ext cx="2688443" cy="572877"/>
            </a:xfrm>
            <a:prstGeom prst="ellipse">
              <a:avLst/>
            </a:prstGeom>
            <a:solidFill>
              <a:schemeClr val="bg1"/>
            </a:solidFill>
            <a:ln w="28575">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转发表</a:t>
              </a:r>
              <a:r>
                <a:rPr lang="en-US" altLang="zh-CN" sz="2000" dirty="0">
                  <a:solidFill>
                    <a:schemeClr val="tx1"/>
                  </a:solidFill>
                </a:rPr>
                <a:t>(FIB)</a:t>
              </a:r>
              <a:endParaRPr lang="zh-CN" altLang="en-US" sz="2000" dirty="0">
                <a:solidFill>
                  <a:schemeClr val="tx1"/>
                </a:solidFill>
              </a:endParaRPr>
            </a:p>
          </p:txBody>
        </p:sp>
        <p:sp>
          <p:nvSpPr>
            <p:cNvPr id="326" name="矩形 325"/>
            <p:cNvSpPr/>
            <p:nvPr/>
          </p:nvSpPr>
          <p:spPr>
            <a:xfrm>
              <a:off x="7844010" y="4931548"/>
              <a:ext cx="2996588" cy="131782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p:cNvCxnSpPr>
              <a:stCxn id="8" idx="2"/>
            </p:cNvCxnSpPr>
            <p:nvPr/>
          </p:nvCxnSpPr>
          <p:spPr>
            <a:xfrm>
              <a:off x="7203339" y="2393545"/>
              <a:ext cx="1223678" cy="621168"/>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329" name="直接箭头连接符 328"/>
            <p:cNvCxnSpPr>
              <a:stCxn id="314" idx="2"/>
            </p:cNvCxnSpPr>
            <p:nvPr/>
          </p:nvCxnSpPr>
          <p:spPr>
            <a:xfrm>
              <a:off x="8193019" y="2393545"/>
              <a:ext cx="799642" cy="643218"/>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332" name="直接箭头连接符 331"/>
            <p:cNvCxnSpPr/>
            <p:nvPr/>
          </p:nvCxnSpPr>
          <p:spPr>
            <a:xfrm flipH="1">
              <a:off x="9528320" y="2400827"/>
              <a:ext cx="407956" cy="628654"/>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sp>
          <p:nvSpPr>
            <p:cNvPr id="336" name="文本框 335"/>
            <p:cNvSpPr txBox="1"/>
            <p:nvPr/>
          </p:nvSpPr>
          <p:spPr>
            <a:xfrm>
              <a:off x="8346162" y="1830835"/>
              <a:ext cx="1292999" cy="523220"/>
            </a:xfrm>
            <a:prstGeom prst="rect">
              <a:avLst/>
            </a:prstGeom>
            <a:noFill/>
            <a:ln w="19050">
              <a:noFill/>
            </a:ln>
          </p:spPr>
          <p:txBody>
            <a:bodyPr wrap="square" rtlCol="0">
              <a:spAutoFit/>
            </a:bodyPr>
            <a:lstStyle/>
            <a:p>
              <a:pPr algn="ctr"/>
              <a:r>
                <a:rPr lang="en-US" altLang="zh-CN" sz="2800" dirty="0">
                  <a:latin typeface="微软雅黑" panose="020B0503020204020204" charset="-122"/>
                  <a:ea typeface="微软雅黑" panose="020B0503020204020204" charset="-122"/>
                </a:rPr>
                <a:t>. . .</a:t>
              </a:r>
              <a:endParaRPr lang="zh-CN" altLang="en-US" sz="2800" dirty="0">
                <a:latin typeface="微软雅黑" panose="020B0503020204020204" charset="-122"/>
                <a:ea typeface="微软雅黑" panose="020B0503020204020204" charset="-122"/>
              </a:endParaRPr>
            </a:p>
          </p:txBody>
        </p:sp>
        <p:sp>
          <p:nvSpPr>
            <p:cNvPr id="642" name="文本框 641"/>
            <p:cNvSpPr txBox="1"/>
            <p:nvPr/>
          </p:nvSpPr>
          <p:spPr>
            <a:xfrm>
              <a:off x="6720289" y="3431330"/>
              <a:ext cx="1123721" cy="461665"/>
            </a:xfrm>
            <a:prstGeom prst="rect">
              <a:avLst/>
            </a:prstGeom>
            <a:noFill/>
            <a:ln w="19050">
              <a:noFill/>
            </a:ln>
          </p:spPr>
          <p:txBody>
            <a:bodyPr wrap="square" rtlCol="0">
              <a:spAutoFit/>
            </a:bodyPr>
            <a:lstStyle/>
            <a:p>
              <a:pPr algn="ctr"/>
              <a:r>
                <a:rPr lang="zh-CN" altLang="en-US" sz="2400" dirty="0">
                  <a:latin typeface="微软雅黑" panose="020B0503020204020204" charset="-122"/>
                  <a:ea typeface="微软雅黑" panose="020B0503020204020204" charset="-122"/>
                </a:rPr>
                <a:t>控制层</a:t>
              </a:r>
              <a:endParaRPr lang="zh-CN" altLang="en-US" sz="2400" dirty="0">
                <a:latin typeface="微软雅黑" panose="020B0503020204020204" charset="-122"/>
                <a:ea typeface="微软雅黑" panose="020B0503020204020204" charset="-122"/>
              </a:endParaRPr>
            </a:p>
          </p:txBody>
        </p:sp>
        <p:sp>
          <p:nvSpPr>
            <p:cNvPr id="643" name="文本框 642"/>
            <p:cNvSpPr txBox="1"/>
            <p:nvPr/>
          </p:nvSpPr>
          <p:spPr>
            <a:xfrm>
              <a:off x="6720289" y="5251816"/>
              <a:ext cx="1142258" cy="461665"/>
            </a:xfrm>
            <a:prstGeom prst="rect">
              <a:avLst/>
            </a:prstGeom>
            <a:noFill/>
            <a:ln w="19050">
              <a:noFill/>
            </a:ln>
          </p:spPr>
          <p:txBody>
            <a:bodyPr wrap="square" rtlCol="0">
              <a:spAutoFit/>
            </a:bodyPr>
            <a:lstStyle/>
            <a:p>
              <a:pPr algn="ctr"/>
              <a:r>
                <a:rPr lang="zh-CN" altLang="en-US" sz="2400" dirty="0">
                  <a:latin typeface="微软雅黑" panose="020B0503020204020204" charset="-122"/>
                  <a:ea typeface="微软雅黑" panose="020B0503020204020204" charset="-122"/>
                </a:rPr>
                <a:t>数据层</a:t>
              </a:r>
              <a:endParaRPr lang="zh-CN" altLang="en-US" sz="2400" dirty="0">
                <a:latin typeface="微软雅黑" panose="020B0503020204020204" charset="-122"/>
                <a:ea typeface="微软雅黑" panose="020B0503020204020204" charset="-122"/>
              </a:endParaRPr>
            </a:p>
          </p:txBody>
        </p:sp>
        <p:cxnSp>
          <p:nvCxnSpPr>
            <p:cNvPr id="644" name="直接箭头连接符 643"/>
            <p:cNvCxnSpPr>
              <a:stCxn id="9" idx="4"/>
              <a:endCxn id="325" idx="0"/>
            </p:cNvCxnSpPr>
            <p:nvPr/>
          </p:nvCxnSpPr>
          <p:spPr>
            <a:xfrm>
              <a:off x="9328462" y="4160467"/>
              <a:ext cx="13677" cy="965630"/>
            </a:xfrm>
            <a:prstGeom prst="straightConnector1">
              <a:avLst/>
            </a:prstGeom>
            <a:ln w="57150">
              <a:tailEnd type="triangle" w="lg" len="lg"/>
            </a:ln>
          </p:spPr>
          <p:style>
            <a:lnRef idx="1">
              <a:schemeClr val="accent1"/>
            </a:lnRef>
            <a:fillRef idx="0">
              <a:schemeClr val="accent1"/>
            </a:fillRef>
            <a:effectRef idx="0">
              <a:schemeClr val="accent1"/>
            </a:effectRef>
            <a:fontRef idx="minor">
              <a:schemeClr val="tx1"/>
            </a:fontRef>
          </p:style>
        </p:cxnSp>
        <p:sp>
          <p:nvSpPr>
            <p:cNvPr id="645" name="文本框 644"/>
            <p:cNvSpPr txBox="1"/>
            <p:nvPr/>
          </p:nvSpPr>
          <p:spPr>
            <a:xfrm>
              <a:off x="10594307" y="1993435"/>
              <a:ext cx="1224000" cy="400110"/>
            </a:xfrm>
            <a:prstGeom prst="rect">
              <a:avLst/>
            </a:prstGeom>
            <a:solidFill>
              <a:schemeClr val="bg1"/>
            </a:solidFill>
            <a:ln w="19050">
              <a:solidFill>
                <a:srgbClr val="C00000"/>
              </a:solidFill>
            </a:ln>
          </p:spPr>
          <p:txBody>
            <a:bodyPr wrap="square" rtlCol="0">
              <a:spAutoFit/>
            </a:bodyPr>
            <a:lstStyle/>
            <a:p>
              <a:pPr algn="ctr"/>
              <a:r>
                <a:rPr lang="zh-CN" altLang="en-US" sz="2000" dirty="0">
                  <a:latin typeface="微软雅黑" panose="020B0503020204020204" charset="-122"/>
                  <a:ea typeface="微软雅黑" panose="020B0503020204020204" charset="-122"/>
                </a:rPr>
                <a:t>直连路由</a:t>
              </a:r>
              <a:endParaRPr lang="zh-CN" altLang="en-US" sz="2000" dirty="0">
                <a:latin typeface="微软雅黑" panose="020B0503020204020204" charset="-122"/>
                <a:ea typeface="微软雅黑" panose="020B0503020204020204" charset="-122"/>
              </a:endParaRPr>
            </a:p>
          </p:txBody>
        </p:sp>
        <p:cxnSp>
          <p:nvCxnSpPr>
            <p:cNvPr id="646" name="直接箭头连接符 645"/>
            <p:cNvCxnSpPr>
              <a:stCxn id="645" idx="2"/>
            </p:cNvCxnSpPr>
            <p:nvPr/>
          </p:nvCxnSpPr>
          <p:spPr>
            <a:xfrm flipH="1">
              <a:off x="10007437" y="2393545"/>
              <a:ext cx="1198870" cy="635936"/>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grpSp>
      <p:sp>
        <p:nvSpPr>
          <p:cNvPr id="26" name="灯片编号占位符 3"/>
          <p:cNvSpPr>
            <a:spLocks noGrp="1"/>
          </p:cNvSpPr>
          <p:nvPr>
            <p:ph type="sldNum" sz="quarter" idx="12"/>
          </p:nvPr>
        </p:nvSpPr>
        <p:spPr>
          <a:xfrm>
            <a:off x="8273649" y="6449328"/>
            <a:ext cx="3319670" cy="365125"/>
          </a:xfrm>
        </p:spPr>
        <p:txBody>
          <a:bodyPr/>
          <a:lstStyle/>
          <a:p>
            <a:fld id="{339BF64F-B44A-4670-AF2C-07375CE66113}" type="slidenum">
              <a:rPr kumimoji="1" lang="zh-CN" altLang="en-US" smtClean="0"/>
            </a:fld>
            <a:endParaRPr kumimoji="1"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3200" dirty="0"/>
              <a:t>路由器扩展知识</a:t>
            </a:r>
            <a:endParaRPr kumimoji="1" lang="zh-CN" altLang="en-US" sz="3200" dirty="0"/>
          </a:p>
        </p:txBody>
      </p:sp>
      <p:sp>
        <p:nvSpPr>
          <p:cNvPr id="8" name="内容占位符 2"/>
          <p:cNvSpPr>
            <a:spLocks noGrp="1"/>
          </p:cNvSpPr>
          <p:nvPr>
            <p:ph idx="1"/>
          </p:nvPr>
        </p:nvSpPr>
        <p:spPr>
          <a:xfrm>
            <a:off x="501805" y="1500871"/>
            <a:ext cx="5564459" cy="4731773"/>
          </a:xfrm>
        </p:spPr>
        <p:txBody>
          <a:bodyPr>
            <a:normAutofit/>
          </a:bodyPr>
          <a:lstStyle/>
          <a:p>
            <a:pPr>
              <a:lnSpc>
                <a:spcPct val="120000"/>
              </a:lnSpc>
              <a:spcBef>
                <a:spcPts val="600"/>
              </a:spcBef>
            </a:pPr>
            <a:r>
              <a:rPr lang="zh-CN" altLang="en-US" dirty="0"/>
              <a:t>路由器 的 端系统角色</a:t>
            </a:r>
            <a:endParaRPr lang="en-US" altLang="zh-CN" dirty="0"/>
          </a:p>
          <a:p>
            <a:pPr lvl="1">
              <a:lnSpc>
                <a:spcPct val="120000"/>
              </a:lnSpc>
              <a:spcBef>
                <a:spcPts val="600"/>
              </a:spcBef>
            </a:pPr>
            <a:r>
              <a:rPr lang="zh-CN" altLang="en-US" dirty="0"/>
              <a:t>也作为网络端系统进行协议交互</a:t>
            </a:r>
            <a:endParaRPr lang="en-US" altLang="zh-CN" dirty="0"/>
          </a:p>
          <a:p>
            <a:pPr lvl="2">
              <a:lnSpc>
                <a:spcPct val="120000"/>
              </a:lnSpc>
              <a:spcBef>
                <a:spcPts val="600"/>
              </a:spcBef>
            </a:pPr>
            <a:r>
              <a:rPr lang="zh-CN" altLang="en-US" dirty="0"/>
              <a:t>远程网络管理，</a:t>
            </a:r>
            <a:r>
              <a:rPr lang="en-US" altLang="zh-CN" dirty="0"/>
              <a:t>SNMP</a:t>
            </a:r>
            <a:endParaRPr lang="en-US" altLang="zh-CN" dirty="0"/>
          </a:p>
          <a:p>
            <a:pPr lvl="2">
              <a:lnSpc>
                <a:spcPct val="120000"/>
              </a:lnSpc>
              <a:spcBef>
                <a:spcPts val="600"/>
              </a:spcBef>
            </a:pPr>
            <a:r>
              <a:rPr lang="zh-CN" altLang="en-US" dirty="0"/>
              <a:t>远程网络配置，</a:t>
            </a:r>
            <a:r>
              <a:rPr lang="en-US" altLang="zh-CN" dirty="0"/>
              <a:t>SSH</a:t>
            </a:r>
            <a:endParaRPr lang="en-US" altLang="zh-CN" dirty="0"/>
          </a:p>
          <a:p>
            <a:pPr lvl="2">
              <a:lnSpc>
                <a:spcPct val="120000"/>
              </a:lnSpc>
              <a:spcBef>
                <a:spcPts val="600"/>
              </a:spcBef>
            </a:pPr>
            <a:r>
              <a:rPr lang="zh-CN" altLang="en-US" dirty="0"/>
              <a:t>文件传输，</a:t>
            </a:r>
            <a:r>
              <a:rPr lang="en-US" altLang="zh-CN" dirty="0"/>
              <a:t>FTP</a:t>
            </a:r>
            <a:r>
              <a:rPr lang="zh-CN" altLang="en-US" dirty="0"/>
              <a:t>，</a:t>
            </a:r>
            <a:r>
              <a:rPr lang="en-US" altLang="zh-CN" dirty="0"/>
              <a:t>TFTP</a:t>
            </a:r>
            <a:endParaRPr lang="en-US" altLang="zh-CN" dirty="0"/>
          </a:p>
          <a:p>
            <a:pPr lvl="2">
              <a:lnSpc>
                <a:spcPct val="120000"/>
              </a:lnSpc>
              <a:spcBef>
                <a:spcPts val="600"/>
              </a:spcBef>
            </a:pPr>
            <a:r>
              <a:rPr lang="zh-CN" altLang="en-US" dirty="0"/>
              <a:t>各种路由协议交互</a:t>
            </a:r>
            <a:endParaRPr lang="en-US" altLang="zh-CN" dirty="0"/>
          </a:p>
          <a:p>
            <a:pPr lvl="2">
              <a:lnSpc>
                <a:spcPct val="120000"/>
              </a:lnSpc>
              <a:spcBef>
                <a:spcPts val="600"/>
              </a:spcBef>
            </a:pPr>
            <a:r>
              <a:rPr lang="en-US" altLang="zh-CN" dirty="0"/>
              <a:t> . . .</a:t>
            </a:r>
            <a:endParaRPr lang="en-US" altLang="zh-CN" dirty="0"/>
          </a:p>
          <a:p>
            <a:pPr lvl="1">
              <a:lnSpc>
                <a:spcPct val="120000"/>
              </a:lnSpc>
              <a:spcBef>
                <a:spcPts val="600"/>
              </a:spcBef>
            </a:pPr>
            <a:r>
              <a:rPr lang="zh-CN" altLang="en-US" dirty="0"/>
              <a:t>路由器系统包含完整</a:t>
            </a:r>
            <a:r>
              <a:rPr lang="en-US" altLang="zh-CN" dirty="0"/>
              <a:t>TCP/IP</a:t>
            </a:r>
            <a:r>
              <a:rPr lang="zh-CN" altLang="en-US" dirty="0"/>
              <a:t>协议栈</a:t>
            </a:r>
            <a:endParaRPr lang="en-US" altLang="zh-CN" dirty="0"/>
          </a:p>
          <a:p>
            <a:pPr lvl="2">
              <a:lnSpc>
                <a:spcPct val="120000"/>
              </a:lnSpc>
              <a:spcBef>
                <a:spcPts val="600"/>
              </a:spcBef>
            </a:pPr>
            <a:r>
              <a:rPr lang="zh-CN" altLang="en-US" dirty="0"/>
              <a:t>传输层协议</a:t>
            </a:r>
            <a:endParaRPr lang="en-US" altLang="zh-CN" dirty="0"/>
          </a:p>
          <a:p>
            <a:pPr lvl="2">
              <a:lnSpc>
                <a:spcPct val="120000"/>
              </a:lnSpc>
              <a:spcBef>
                <a:spcPts val="600"/>
              </a:spcBef>
            </a:pPr>
            <a:r>
              <a:rPr lang="zh-CN" altLang="en-US" dirty="0"/>
              <a:t>应用层协议</a:t>
            </a:r>
            <a:endParaRPr lang="en-US" altLang="zh-CN" dirty="0"/>
          </a:p>
        </p:txBody>
      </p:sp>
      <p:sp>
        <p:nvSpPr>
          <p:cNvPr id="5" name="矩形 4"/>
          <p:cNvSpPr/>
          <p:nvPr/>
        </p:nvSpPr>
        <p:spPr>
          <a:xfrm>
            <a:off x="6774392" y="5709424"/>
            <a:ext cx="4565997" cy="523220"/>
          </a:xfrm>
          <a:prstGeom prst="rect">
            <a:avLst/>
          </a:prstGeom>
          <a:solidFill>
            <a:srgbClr val="C00000"/>
          </a:solidFill>
        </p:spPr>
        <p:txBody>
          <a:bodyPr wrap="square">
            <a:spAutoFit/>
          </a:bodyPr>
          <a:lstStyle/>
          <a:p>
            <a:pPr algn="ctr"/>
            <a:r>
              <a:rPr lang="zh-CN" altLang="en-US" sz="2800" dirty="0">
                <a:solidFill>
                  <a:schemeClr val="bg1"/>
                </a:solidFill>
              </a:rPr>
              <a:t>与典型网络路由器差异较大</a:t>
            </a:r>
            <a:endParaRPr lang="zh-CN" altLang="en-US" sz="2800" dirty="0">
              <a:solidFill>
                <a:schemeClr val="bg1"/>
              </a:solidFill>
            </a:endParaRPr>
          </a:p>
        </p:txBody>
      </p:sp>
      <p:sp>
        <p:nvSpPr>
          <p:cNvPr id="76" name="内容占位符 2"/>
          <p:cNvSpPr txBox="1"/>
          <p:nvPr/>
        </p:nvSpPr>
        <p:spPr>
          <a:xfrm>
            <a:off x="6218664" y="1500871"/>
            <a:ext cx="5410896" cy="4288031"/>
          </a:xfrm>
          <a:prstGeom prst="rect">
            <a:avLst/>
          </a:prstGeom>
        </p:spPr>
        <p:txBody>
          <a:bodyPr vert="horz" lIns="91440" tIns="45720" rIns="91440" bIns="45720" rtlCol="0">
            <a:norm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家用路由器</a:t>
            </a:r>
            <a:endParaRPr lang="en-US" altLang="zh-CN" dirty="0"/>
          </a:p>
          <a:p>
            <a:pPr lvl="1"/>
            <a:r>
              <a:rPr lang="zh-CN" altLang="en-US" dirty="0"/>
              <a:t>不运行动态路由协议（出口唯一）</a:t>
            </a:r>
            <a:endParaRPr lang="en-US" altLang="zh-CN" dirty="0"/>
          </a:p>
          <a:p>
            <a:pPr lvl="1"/>
            <a:r>
              <a:rPr lang="zh-CN" altLang="en-US" dirty="0"/>
              <a:t>运行</a:t>
            </a:r>
            <a:r>
              <a:rPr lang="en-US" altLang="zh-CN" dirty="0"/>
              <a:t>DHCP</a:t>
            </a:r>
            <a:r>
              <a:rPr lang="zh-CN" altLang="en-US" dirty="0"/>
              <a:t>协议，分配私有</a:t>
            </a:r>
            <a:r>
              <a:rPr lang="en-US" altLang="zh-CN" dirty="0"/>
              <a:t>IP</a:t>
            </a:r>
            <a:endParaRPr lang="en-US" altLang="zh-CN" dirty="0"/>
          </a:p>
          <a:p>
            <a:pPr lvl="1"/>
            <a:r>
              <a:rPr lang="en-US" altLang="zh-CN" dirty="0"/>
              <a:t>NAT</a:t>
            </a:r>
            <a:r>
              <a:rPr lang="zh-CN" altLang="en-US" dirty="0"/>
              <a:t>地址转换</a:t>
            </a:r>
            <a:endParaRPr lang="en-US" altLang="zh-CN" dirty="0"/>
          </a:p>
          <a:p>
            <a:pPr lvl="1"/>
            <a:r>
              <a:rPr lang="zh-CN" altLang="en-US" dirty="0"/>
              <a:t>本地</a:t>
            </a:r>
            <a:r>
              <a:rPr lang="en-US" altLang="zh-CN" dirty="0"/>
              <a:t>DNS</a:t>
            </a:r>
            <a:r>
              <a:rPr lang="zh-CN" altLang="en-US" dirty="0"/>
              <a:t>服务</a:t>
            </a:r>
            <a:endParaRPr lang="en-US" altLang="zh-CN" dirty="0"/>
          </a:p>
          <a:p>
            <a:pPr lvl="1"/>
            <a:r>
              <a:rPr lang="zh-CN" altLang="en-US" dirty="0"/>
              <a:t>用户管理及认证</a:t>
            </a:r>
            <a:endParaRPr lang="en-US" altLang="zh-CN" dirty="0"/>
          </a:p>
          <a:p>
            <a:pPr lvl="1"/>
            <a:r>
              <a:rPr lang="zh-CN" altLang="en-US" dirty="0"/>
              <a:t>防火墙功能</a:t>
            </a:r>
            <a:endParaRPr lang="en-US" altLang="zh-CN" dirty="0"/>
          </a:p>
          <a:p>
            <a:pPr lvl="1"/>
            <a:r>
              <a:rPr lang="zh-CN" altLang="en-US" dirty="0"/>
              <a:t>无线</a:t>
            </a:r>
            <a:r>
              <a:rPr lang="en-US" altLang="zh-CN" dirty="0"/>
              <a:t>AP</a:t>
            </a:r>
            <a:endParaRPr lang="en-US" altLang="zh-CN" dirty="0"/>
          </a:p>
          <a:p>
            <a:pPr lvl="1"/>
            <a:r>
              <a:rPr lang="en-US" altLang="zh-CN" dirty="0"/>
              <a:t>. . .</a:t>
            </a:r>
            <a:endParaRPr lang="en-US" altLang="zh-CN" dirty="0"/>
          </a:p>
          <a:p>
            <a:pPr lvl="1"/>
            <a:endParaRPr lang="en-US" altLang="zh-CN" dirty="0"/>
          </a:p>
        </p:txBody>
      </p:sp>
      <p:sp>
        <p:nvSpPr>
          <p:cNvPr id="9" name="灯片编号占位符 3"/>
          <p:cNvSpPr>
            <a:spLocks noGrp="1"/>
          </p:cNvSpPr>
          <p:nvPr>
            <p:ph type="sldNum" sz="quarter" idx="12"/>
          </p:nvPr>
        </p:nvSpPr>
        <p:spPr>
          <a:xfrm>
            <a:off x="8034130" y="6404779"/>
            <a:ext cx="3319670" cy="365125"/>
          </a:xfrm>
        </p:spPr>
        <p:txBody>
          <a:bodyPr/>
          <a:lstStyle/>
          <a:p>
            <a:fld id="{339BF64F-B44A-4670-AF2C-07375CE66113}" type="slidenum">
              <a:rPr kumimoji="1" lang="zh-CN" altLang="en-US" smtClean="0"/>
            </a:fld>
            <a:endParaRPr kumimoji="1"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内容占位符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94278" y="1812479"/>
            <a:ext cx="6900020" cy="3948241"/>
          </a:xfrm>
          <a:prstGeom prst="rect">
            <a:avLst/>
          </a:prstGeom>
        </p:spPr>
      </p:pic>
      <p:sp>
        <p:nvSpPr>
          <p:cNvPr id="3" name="Title 1"/>
          <p:cNvSpPr txBox="1"/>
          <p:nvPr/>
        </p:nvSpPr>
        <p:spPr>
          <a:xfrm>
            <a:off x="838200" y="687223"/>
            <a:ext cx="10515600" cy="598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rgbClr val="FF0000"/>
                </a:solidFill>
                <a:effectLst>
                  <a:outerShdw blurRad="38100" dist="38100" dir="2700000" algn="tl">
                    <a:srgbClr val="000000">
                      <a:alpha val="43137"/>
                    </a:srgbClr>
                  </a:outerShdw>
                </a:effectLst>
              </a:rPr>
              <a:t>4. </a:t>
            </a:r>
            <a:r>
              <a:rPr lang="en-US" sz="3200" dirty="0" err="1">
                <a:solidFill>
                  <a:srgbClr val="FF0000"/>
                </a:solidFill>
                <a:effectLst>
                  <a:outerShdw blurRad="38100" dist="38100" dir="2700000" algn="tl">
                    <a:srgbClr val="000000">
                      <a:alpha val="43137"/>
                    </a:srgbClr>
                  </a:outerShdw>
                </a:effectLst>
              </a:rPr>
              <a:t>计算机网络中的地址</a:t>
            </a:r>
            <a:endParaRPr lang="en-US" sz="3200" dirty="0">
              <a:solidFill>
                <a:srgbClr val="FF0000"/>
              </a:solidFill>
              <a:effectLst>
                <a:outerShdw blurRad="38100" dist="38100" dir="2700000" algn="tl">
                  <a:srgbClr val="000000">
                    <a:alpha val="43137"/>
                  </a:srgbClr>
                </a:outerShdw>
              </a:effectLst>
            </a:endParaRPr>
          </a:p>
        </p:txBody>
      </p:sp>
      <p:sp>
        <p:nvSpPr>
          <p:cNvPr id="4" name="TextBox 3"/>
          <p:cNvSpPr txBox="1"/>
          <p:nvPr/>
        </p:nvSpPr>
        <p:spPr>
          <a:xfrm>
            <a:off x="1277112" y="5093944"/>
            <a:ext cx="2752035"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400" dirty="0"/>
              <a:t>MAC地址</a:t>
            </a:r>
            <a:r>
              <a:rPr lang="en-US" altLang="zh-CN" sz="2400" dirty="0"/>
              <a:t>/</a:t>
            </a:r>
            <a:r>
              <a:rPr lang="zh-CN" altLang="en-US" sz="2400" dirty="0"/>
              <a:t>物理地址</a:t>
            </a:r>
            <a:endParaRPr lang="en-US" sz="2400" dirty="0"/>
          </a:p>
        </p:txBody>
      </p:sp>
      <p:sp>
        <p:nvSpPr>
          <p:cNvPr id="5" name="TextBox 4"/>
          <p:cNvSpPr txBox="1"/>
          <p:nvPr/>
        </p:nvSpPr>
        <p:spPr>
          <a:xfrm>
            <a:off x="1277112" y="4272240"/>
            <a:ext cx="2667718"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400" dirty="0"/>
              <a:t>网络地址</a:t>
            </a:r>
            <a:r>
              <a:rPr lang="zh-CN" altLang="en-US" sz="2400" dirty="0"/>
              <a:t>：</a:t>
            </a:r>
            <a:r>
              <a:rPr lang="en-US" altLang="zh-CN" sz="2400" dirty="0"/>
              <a:t>IPv4/v6</a:t>
            </a:r>
            <a:endParaRPr lang="en-US" sz="2400" dirty="0"/>
          </a:p>
        </p:txBody>
      </p:sp>
      <p:sp>
        <p:nvSpPr>
          <p:cNvPr id="6" name="TextBox 5"/>
          <p:cNvSpPr txBox="1"/>
          <p:nvPr/>
        </p:nvSpPr>
        <p:spPr>
          <a:xfrm>
            <a:off x="1277112" y="3768311"/>
            <a:ext cx="4072590"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400" dirty="0"/>
              <a:t>端口号</a:t>
            </a:r>
            <a:r>
              <a:rPr lang="zh-CN" altLang="en-US" sz="2400" dirty="0"/>
              <a:t>：</a:t>
            </a:r>
            <a:r>
              <a:rPr lang="en-US" altLang="zh-CN" sz="2400" dirty="0"/>
              <a:t>TCP</a:t>
            </a:r>
            <a:r>
              <a:rPr lang="zh-CN" altLang="en-US" sz="2400" dirty="0"/>
              <a:t>、</a:t>
            </a:r>
            <a:r>
              <a:rPr lang="en-US" altLang="zh-CN" sz="2400" dirty="0"/>
              <a:t>UDP</a:t>
            </a:r>
            <a:r>
              <a:rPr lang="zh-CN" altLang="en-US" sz="2400" dirty="0"/>
              <a:t>独立空间</a:t>
            </a:r>
            <a:endParaRPr lang="en-US" sz="2400" dirty="0"/>
          </a:p>
        </p:txBody>
      </p:sp>
      <p:sp>
        <p:nvSpPr>
          <p:cNvPr id="7" name="TextBox 6"/>
          <p:cNvSpPr txBox="1"/>
          <p:nvPr/>
        </p:nvSpPr>
        <p:spPr>
          <a:xfrm>
            <a:off x="1277112" y="2671262"/>
            <a:ext cx="800219"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400" dirty="0"/>
              <a:t>域名</a:t>
            </a:r>
            <a:endParaRPr lang="en-US" sz="2400" dirty="0"/>
          </a:p>
        </p:txBody>
      </p:sp>
      <p:sp>
        <p:nvSpPr>
          <p:cNvPr id="8" name="TextBox 7"/>
          <p:cNvSpPr txBox="1"/>
          <p:nvPr/>
        </p:nvSpPr>
        <p:spPr>
          <a:xfrm>
            <a:off x="310895" y="3244334"/>
            <a:ext cx="3718251" cy="369332"/>
          </a:xfrm>
          <a:prstGeom prst="rect">
            <a:avLst/>
          </a:prstGeom>
          <a:noFill/>
        </p:spPr>
        <p:txBody>
          <a:bodyPr wrap="square" rtlCol="0">
            <a:spAutoFit/>
          </a:bodyPr>
          <a:lstStyle/>
          <a:p>
            <a:r>
              <a:rPr lang="en-US" dirty="0">
                <a:highlight>
                  <a:srgbClr val="FFFF00"/>
                </a:highlight>
              </a:rPr>
              <a:t>DNS</a:t>
            </a:r>
            <a:r>
              <a:rPr lang="zh-CN" altLang="en-US" dirty="0">
                <a:highlight>
                  <a:srgbClr val="FFFF00"/>
                </a:highlight>
              </a:rPr>
              <a:t> </a:t>
            </a:r>
            <a:endParaRPr lang="en-US" dirty="0">
              <a:highlight>
                <a:srgbClr val="FFFF00"/>
              </a:highlight>
            </a:endParaRPr>
          </a:p>
        </p:txBody>
      </p:sp>
      <p:sp>
        <p:nvSpPr>
          <p:cNvPr id="9" name="TextBox 8"/>
          <p:cNvSpPr txBox="1"/>
          <p:nvPr/>
        </p:nvSpPr>
        <p:spPr>
          <a:xfrm>
            <a:off x="329184" y="4738922"/>
            <a:ext cx="4329070" cy="369332"/>
          </a:xfrm>
          <a:prstGeom prst="rect">
            <a:avLst/>
          </a:prstGeom>
          <a:noFill/>
        </p:spPr>
        <p:txBody>
          <a:bodyPr wrap="none" rtlCol="0">
            <a:spAutoFit/>
          </a:bodyPr>
          <a:lstStyle/>
          <a:p>
            <a:r>
              <a:rPr lang="en-US" dirty="0">
                <a:highlight>
                  <a:srgbClr val="FFFF00"/>
                </a:highlight>
              </a:rPr>
              <a:t>IPv</a:t>
            </a:r>
            <a:r>
              <a:rPr lang="en-US" altLang="zh-CN" dirty="0">
                <a:highlight>
                  <a:srgbClr val="FFFF00"/>
                </a:highlight>
              </a:rPr>
              <a:t>4:</a:t>
            </a:r>
            <a:r>
              <a:rPr lang="zh-CN" altLang="en-US" dirty="0">
                <a:highlight>
                  <a:srgbClr val="FFFF00"/>
                </a:highlight>
              </a:rPr>
              <a:t> </a:t>
            </a:r>
            <a:r>
              <a:rPr lang="en-US" dirty="0">
                <a:highlight>
                  <a:srgbClr val="FFFF00"/>
                </a:highlight>
              </a:rPr>
              <a:t>ARP</a:t>
            </a:r>
            <a:r>
              <a:rPr lang="en-US" altLang="zh-CN" dirty="0">
                <a:highlight>
                  <a:srgbClr val="FFFF00"/>
                </a:highlight>
              </a:rPr>
              <a:t>/RARP</a:t>
            </a:r>
            <a:r>
              <a:rPr lang="zh-CN" altLang="en-US" dirty="0">
                <a:highlight>
                  <a:srgbClr val="FFFF00"/>
                </a:highlight>
              </a:rPr>
              <a:t>（ </a:t>
            </a:r>
            <a:r>
              <a:rPr lang="en-US" altLang="zh-CN" dirty="0">
                <a:highlight>
                  <a:srgbClr val="FFFF00"/>
                </a:highlight>
              </a:rPr>
              <a:t>IPv6</a:t>
            </a:r>
            <a:r>
              <a:rPr lang="zh-CN" altLang="en-US" dirty="0">
                <a:highlight>
                  <a:srgbClr val="FFFF00"/>
                </a:highlight>
              </a:rPr>
              <a:t> 没有</a:t>
            </a:r>
            <a:r>
              <a:rPr lang="en-US" altLang="zh-CN" dirty="0">
                <a:highlight>
                  <a:srgbClr val="FFFF00"/>
                </a:highlight>
              </a:rPr>
              <a:t>ARP</a:t>
            </a:r>
            <a:r>
              <a:rPr lang="zh-CN" altLang="en-US" dirty="0">
                <a:highlight>
                  <a:srgbClr val="FFFF00"/>
                </a:highlight>
              </a:rPr>
              <a:t>而用</a:t>
            </a:r>
            <a:r>
              <a:rPr lang="en-US" altLang="zh-CN" dirty="0">
                <a:highlight>
                  <a:srgbClr val="FFFF00"/>
                </a:highlight>
              </a:rPr>
              <a:t>NDP</a:t>
            </a:r>
            <a:r>
              <a:rPr lang="zh-CN" altLang="en-US" dirty="0">
                <a:highlight>
                  <a:srgbClr val="FFFF00"/>
                </a:highlight>
              </a:rPr>
              <a:t>）</a:t>
            </a:r>
            <a:endParaRPr lang="en-US" dirty="0">
              <a:highlight>
                <a:srgbClr val="FFFF00"/>
              </a:highlight>
            </a:endParaRPr>
          </a:p>
        </p:txBody>
      </p:sp>
      <p:sp>
        <p:nvSpPr>
          <p:cNvPr id="11" name="TextBox 10"/>
          <p:cNvSpPr txBox="1"/>
          <p:nvPr/>
        </p:nvSpPr>
        <p:spPr>
          <a:xfrm>
            <a:off x="532541" y="6002677"/>
            <a:ext cx="6635150" cy="461665"/>
          </a:xfrm>
          <a:prstGeom prst="rect">
            <a:avLst/>
          </a:prstGeom>
          <a:noFill/>
        </p:spPr>
        <p:txBody>
          <a:bodyPr wrap="none" rtlCol="0">
            <a:spAutoFit/>
          </a:bodyPr>
          <a:lstStyle/>
          <a:p>
            <a:r>
              <a:rPr lang="en-US" sz="2400" dirty="0"/>
              <a:t>地址在那个Header中</a:t>
            </a:r>
            <a:r>
              <a:rPr lang="zh-CN" altLang="en-US" sz="2400" dirty="0"/>
              <a:t>？</a:t>
            </a:r>
            <a:r>
              <a:rPr lang="en-US" altLang="zh-CN" sz="2400" dirty="0"/>
              <a:t>Header</a:t>
            </a:r>
            <a:r>
              <a:rPr lang="zh-CN" altLang="en-US" sz="2400" dirty="0"/>
              <a:t>主要字段的含义？</a:t>
            </a:r>
            <a:endParaRPr lang="en-US" sz="2400" dirty="0"/>
          </a:p>
        </p:txBody>
      </p:sp>
      <p:sp>
        <p:nvSpPr>
          <p:cNvPr id="10" name="灯片编号占位符 9"/>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 name="Picture 82"/>
          <p:cNvPicPr>
            <a:picLocks noChangeAspect="1"/>
          </p:cNvPicPr>
          <p:nvPr/>
        </p:nvPicPr>
        <p:blipFill>
          <a:blip r:embed="rId1"/>
          <a:stretch>
            <a:fillRect/>
          </a:stretch>
        </p:blipFill>
        <p:spPr>
          <a:xfrm>
            <a:off x="599094" y="1394422"/>
            <a:ext cx="11314572" cy="4080829"/>
          </a:xfrm>
          <a:prstGeom prst="rect">
            <a:avLst/>
          </a:prstGeom>
        </p:spPr>
      </p:pic>
      <p:sp>
        <p:nvSpPr>
          <p:cNvPr id="3" name="Rectangular Callout 2"/>
          <p:cNvSpPr/>
          <p:nvPr/>
        </p:nvSpPr>
        <p:spPr>
          <a:xfrm>
            <a:off x="3050082" y="5475251"/>
            <a:ext cx="2779776" cy="658368"/>
          </a:xfrm>
          <a:prstGeom prst="wedgeRectCallout">
            <a:avLst>
              <a:gd name="adj1" fmla="val -51754"/>
              <a:gd name="adj2" fmla="val -98611"/>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highlight>
                  <a:srgbClr val="FFFF00"/>
                </a:highlight>
              </a:rPr>
              <a:t>本地</a:t>
            </a:r>
            <a:r>
              <a:rPr lang="zh-CN" altLang="en-US" dirty="0">
                <a:highlight>
                  <a:srgbClr val="FFFF00"/>
                </a:highlight>
              </a:rPr>
              <a:t>：</a:t>
            </a:r>
            <a:r>
              <a:rPr lang="en-US" altLang="zh-CN" dirty="0">
                <a:highlight>
                  <a:srgbClr val="FFFF00"/>
                </a:highlight>
              </a:rPr>
              <a:t>hosts</a:t>
            </a:r>
            <a:r>
              <a:rPr lang="zh-CN" altLang="en-US" dirty="0">
                <a:highlight>
                  <a:srgbClr val="FFFF00"/>
                </a:highlight>
              </a:rPr>
              <a:t>文件 </a:t>
            </a:r>
            <a:r>
              <a:rPr lang="en-US" altLang="zh-CN" dirty="0">
                <a:highlight>
                  <a:srgbClr val="FFFF00"/>
                </a:highlight>
              </a:rPr>
              <a:t>+</a:t>
            </a:r>
            <a:r>
              <a:rPr lang="zh-CN" altLang="en-US" dirty="0">
                <a:highlight>
                  <a:srgbClr val="FFFF00"/>
                </a:highlight>
              </a:rPr>
              <a:t> 缓存</a:t>
            </a:r>
            <a:endParaRPr lang="en-US" dirty="0">
              <a:highlight>
                <a:srgbClr val="FFFF00"/>
              </a:highlight>
            </a:endParaRPr>
          </a:p>
        </p:txBody>
      </p:sp>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IPv</a:t>
            </a:r>
            <a:r>
              <a:rPr lang="en-US" altLang="zh-CN" sz="3200" dirty="0"/>
              <a:t>4</a:t>
            </a:r>
            <a:r>
              <a:rPr lang="zh-CN" altLang="en-US" sz="3200" dirty="0"/>
              <a:t>地址的划分</a:t>
            </a:r>
            <a:endParaRPr lang="en-US" sz="3200" dirty="0"/>
          </a:p>
        </p:txBody>
      </p:sp>
      <p:pic>
        <p:nvPicPr>
          <p:cNvPr id="3" name="Picture 2"/>
          <p:cNvPicPr>
            <a:picLocks noChangeAspect="1"/>
          </p:cNvPicPr>
          <p:nvPr/>
        </p:nvPicPr>
        <p:blipFill>
          <a:blip r:embed="rId1"/>
          <a:stretch>
            <a:fillRect/>
          </a:stretch>
        </p:blipFill>
        <p:spPr>
          <a:xfrm>
            <a:off x="338371" y="1812387"/>
            <a:ext cx="11515257" cy="3233225"/>
          </a:xfrm>
          <a:prstGeom prst="rect">
            <a:avLst/>
          </a:prstGeom>
        </p:spPr>
      </p:pic>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2455332" y="28643"/>
            <a:ext cx="8178801" cy="6829357"/>
          </a:xfrm>
          <a:prstGeom prst="rect">
            <a:avLst/>
          </a:prstGeom>
        </p:spPr>
      </p:pic>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700720" y="742795"/>
            <a:ext cx="10653080" cy="4489605"/>
          </a:xfrm>
          <a:prstGeom prst="rect">
            <a:avLst/>
          </a:prstGeom>
        </p:spPr>
      </p:pic>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231611" y="1519155"/>
            <a:ext cx="11515257" cy="3233225"/>
          </a:xfrm>
          <a:prstGeom prst="rect">
            <a:avLst/>
          </a:prstGeom>
        </p:spPr>
      </p:pic>
      <p:sp>
        <p:nvSpPr>
          <p:cNvPr id="8" name="TextBox 7"/>
          <p:cNvSpPr txBox="1"/>
          <p:nvPr/>
        </p:nvSpPr>
        <p:spPr>
          <a:xfrm>
            <a:off x="2778847" y="5015679"/>
            <a:ext cx="6099048" cy="646331"/>
          </a:xfrm>
          <a:prstGeom prst="rect">
            <a:avLst/>
          </a:prstGeom>
          <a:noFill/>
        </p:spPr>
        <p:txBody>
          <a:bodyPr wrap="square">
            <a:spAutoFit/>
          </a:bodyPr>
          <a:lstStyle/>
          <a:p>
            <a:pPr marL="285750" indent="-285750">
              <a:buFont typeface="Arial" panose="020B0604020202020204" pitchFamily="34" charset="0"/>
              <a:buChar char="•"/>
            </a:pPr>
            <a:r>
              <a:rPr lang="zh-CN" altLang="en-US" dirty="0"/>
              <a:t>各个路由器的路由表长什么样？</a:t>
            </a:r>
            <a:endParaRPr lang="en-US" altLang="zh-CN" dirty="0"/>
          </a:p>
          <a:p>
            <a:pPr marL="285750" indent="-285750">
              <a:buFont typeface="Arial" panose="020B0604020202020204" pitchFamily="34" charset="0"/>
              <a:buChar char="•"/>
            </a:pPr>
            <a:r>
              <a:rPr lang="zh-CN" altLang="en-US" dirty="0"/>
              <a:t>路由过程中，</a:t>
            </a:r>
            <a:r>
              <a:rPr lang="en-US" altLang="zh-CN" dirty="0"/>
              <a:t>MAC</a:t>
            </a:r>
            <a:r>
              <a:rPr lang="zh-CN" altLang="en-US" dirty="0"/>
              <a:t>地址和</a:t>
            </a:r>
            <a:r>
              <a:rPr lang="en-US" altLang="zh-CN" dirty="0"/>
              <a:t>IP</a:t>
            </a:r>
            <a:r>
              <a:rPr lang="zh-CN" altLang="en-US" dirty="0"/>
              <a:t>地址怎么变？</a:t>
            </a:r>
            <a:endParaRPr lang="en-US" dirty="0"/>
          </a:p>
        </p:txBody>
      </p:sp>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8990" y="646247"/>
            <a:ext cx="10515600" cy="696294"/>
          </a:xfrm>
        </p:spPr>
        <p:txBody>
          <a:bodyPr>
            <a:normAutofit/>
          </a:bodyPr>
          <a:lstStyle/>
          <a:p>
            <a:r>
              <a:rPr lang="en-US" sz="3200" dirty="0">
                <a:solidFill>
                  <a:srgbClr val="FF0000"/>
                </a:solidFill>
                <a:effectLst>
                  <a:outerShdw blurRad="38100" dist="38100" dir="2700000" algn="tl">
                    <a:srgbClr val="000000">
                      <a:alpha val="43137"/>
                    </a:srgbClr>
                  </a:outerShdw>
                </a:effectLst>
              </a:rPr>
              <a:t>5. </a:t>
            </a:r>
            <a:r>
              <a:rPr lang="en-US" sz="3200" dirty="0" err="1">
                <a:solidFill>
                  <a:srgbClr val="FF0000"/>
                </a:solidFill>
                <a:effectLst>
                  <a:outerShdw blurRad="38100" dist="38100" dir="2700000" algn="tl">
                    <a:srgbClr val="000000">
                      <a:alpha val="43137"/>
                    </a:srgbClr>
                  </a:outerShdw>
                </a:effectLst>
              </a:rPr>
              <a:t>计算机网络中的协议</a:t>
            </a:r>
            <a:endParaRPr lang="en-US" sz="3200"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690688"/>
            <a:ext cx="10515600" cy="4351338"/>
          </a:xfrm>
        </p:spPr>
        <p:txBody>
          <a:bodyPr/>
          <a:lstStyle/>
          <a:p>
            <a:pPr marL="0" indent="0">
              <a:buNone/>
            </a:pPr>
            <a:r>
              <a:rPr lang="en-US" dirty="0"/>
              <a:t>1</a:t>
            </a:r>
            <a:r>
              <a:rPr lang="zh-CN" altLang="en-US" dirty="0"/>
              <a:t>）</a:t>
            </a:r>
            <a:r>
              <a:rPr lang="en-US" dirty="0" err="1"/>
              <a:t>各层有哪些典型协议</a:t>
            </a:r>
            <a:endParaRPr lang="en-US" dirty="0"/>
          </a:p>
        </p:txBody>
      </p:sp>
      <p:sp>
        <p:nvSpPr>
          <p:cNvPr id="5" name="文本框 3"/>
          <p:cNvSpPr txBox="1"/>
          <p:nvPr/>
        </p:nvSpPr>
        <p:spPr>
          <a:xfrm>
            <a:off x="1495315" y="6176963"/>
            <a:ext cx="2781018" cy="523220"/>
          </a:xfrm>
          <a:prstGeom prst="rect">
            <a:avLst/>
          </a:prstGeom>
          <a:noFill/>
        </p:spPr>
        <p:txBody>
          <a:bodyPr wrap="none" rtlCol="0">
            <a:spAutoFit/>
          </a:bodyPr>
          <a:lstStyle/>
          <a:p>
            <a:r>
              <a:rPr lang="en-US" altLang="zh-CN" sz="2800" dirty="0">
                <a:solidFill>
                  <a:srgbClr val="FF0000"/>
                </a:solidFill>
              </a:rPr>
              <a:t>Inter</a:t>
            </a:r>
            <a:r>
              <a:rPr lang="en-US" altLang="zh-CN" sz="2800" dirty="0"/>
              <a:t>-net protocol</a:t>
            </a:r>
            <a:endParaRPr lang="en-US" sz="2800" dirty="0"/>
          </a:p>
        </p:txBody>
      </p:sp>
      <p:pic>
        <p:nvPicPr>
          <p:cNvPr id="6" name="Picture 5"/>
          <p:cNvPicPr>
            <a:picLocks noChangeAspect="1"/>
          </p:cNvPicPr>
          <p:nvPr/>
        </p:nvPicPr>
        <p:blipFill rotWithShape="1">
          <a:blip r:embed="rId1"/>
          <a:srcRect l="7233" r="5105"/>
          <a:stretch>
            <a:fillRect/>
          </a:stretch>
        </p:blipFill>
        <p:spPr>
          <a:xfrm>
            <a:off x="5365011" y="2218215"/>
            <a:ext cx="6566157" cy="3323941"/>
          </a:xfrm>
          <a:prstGeom prst="rect">
            <a:avLst/>
          </a:prstGeom>
        </p:spPr>
      </p:pic>
      <p:pic>
        <p:nvPicPr>
          <p:cNvPr id="7" name="图片 2"/>
          <p:cNvPicPr>
            <a:picLocks noChangeAspect="1"/>
          </p:cNvPicPr>
          <p:nvPr/>
        </p:nvPicPr>
        <p:blipFill rotWithShape="1">
          <a:blip r:embed="rId2"/>
          <a:srcRect l="5627" r="7984"/>
          <a:stretch>
            <a:fillRect/>
          </a:stretch>
        </p:blipFill>
        <p:spPr>
          <a:xfrm>
            <a:off x="315468" y="2301701"/>
            <a:ext cx="4895386" cy="3561905"/>
          </a:xfrm>
          <a:prstGeom prst="rect">
            <a:avLst/>
          </a:prstGeom>
        </p:spPr>
      </p:pic>
      <p:sp>
        <p:nvSpPr>
          <p:cNvPr id="4" name="灯片编号占位符 3"/>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200" dirty="0"/>
              <a:t>2</a:t>
            </a:r>
            <a:r>
              <a:rPr lang="zh-CN" altLang="en-US" sz="3200" dirty="0"/>
              <a:t>）</a:t>
            </a:r>
            <a:r>
              <a:rPr lang="en-US" sz="3200" dirty="0" err="1"/>
              <a:t>协议辨析</a:t>
            </a:r>
            <a:endParaRPr lang="en-US" sz="3200" dirty="0"/>
          </a:p>
        </p:txBody>
      </p:sp>
      <p:sp>
        <p:nvSpPr>
          <p:cNvPr id="5" name="Content Placeholder 4"/>
          <p:cNvSpPr>
            <a:spLocks noGrp="1"/>
          </p:cNvSpPr>
          <p:nvPr>
            <p:ph idx="1"/>
          </p:nvPr>
        </p:nvSpPr>
        <p:spPr>
          <a:xfrm>
            <a:off x="838200" y="1512269"/>
            <a:ext cx="10515600" cy="4351338"/>
          </a:xfrm>
        </p:spPr>
        <p:txBody>
          <a:bodyPr>
            <a:normAutofit/>
          </a:bodyPr>
          <a:lstStyle/>
          <a:p>
            <a:pPr>
              <a:lnSpc>
                <a:spcPct val="120000"/>
              </a:lnSpc>
              <a:spcBef>
                <a:spcPts val="1200"/>
              </a:spcBef>
            </a:pPr>
            <a:r>
              <a:rPr lang="en-US" dirty="0"/>
              <a:t>RS-232-C </a:t>
            </a:r>
            <a:endParaRPr lang="en-US" dirty="0"/>
          </a:p>
          <a:p>
            <a:pPr>
              <a:lnSpc>
                <a:spcPct val="120000"/>
              </a:lnSpc>
              <a:spcBef>
                <a:spcPts val="1200"/>
              </a:spcBef>
            </a:pPr>
            <a:r>
              <a:rPr lang="en-US" dirty="0"/>
              <a:t>PPP</a:t>
            </a:r>
            <a:r>
              <a:rPr lang="zh-CN" altLang="en-US" dirty="0"/>
              <a:t>或</a:t>
            </a:r>
            <a:r>
              <a:rPr lang="en-US" dirty="0" err="1"/>
              <a:t>PPPoE</a:t>
            </a:r>
            <a:r>
              <a:rPr lang="en-US" dirty="0"/>
              <a:t>, SDLC</a:t>
            </a:r>
            <a:r>
              <a:rPr lang="zh-CN" altLang="en-US" dirty="0"/>
              <a:t> 同步数据链路控制（</a:t>
            </a:r>
            <a:r>
              <a:rPr lang="en-US" dirty="0"/>
              <a:t>SDLC）</a:t>
            </a:r>
            <a:r>
              <a:rPr lang="zh-CN" altLang="en-US" dirty="0"/>
              <a:t>协议是一种</a:t>
            </a:r>
            <a:r>
              <a:rPr lang="zh-CN" altLang="en-US" dirty="0">
                <a:solidFill>
                  <a:srgbClr val="FF0000"/>
                </a:solidFill>
              </a:rPr>
              <a:t> </a:t>
            </a:r>
            <a:r>
              <a:rPr lang="en-US" dirty="0">
                <a:solidFill>
                  <a:srgbClr val="FF0000"/>
                </a:solidFill>
              </a:rPr>
              <a:t>IBM </a:t>
            </a:r>
            <a:r>
              <a:rPr lang="zh-CN" altLang="en-US" dirty="0">
                <a:solidFill>
                  <a:srgbClr val="FF0000"/>
                </a:solidFill>
              </a:rPr>
              <a:t>数据链路层协议</a:t>
            </a:r>
            <a:r>
              <a:rPr lang="en-US" altLang="zh-CN" dirty="0">
                <a:solidFill>
                  <a:srgbClr val="FF0000"/>
                </a:solidFill>
              </a:rPr>
              <a:t>,</a:t>
            </a:r>
            <a:r>
              <a:rPr lang="en-US" altLang="zh-CN" b="1" dirty="0"/>
              <a:t>  </a:t>
            </a:r>
            <a:r>
              <a:rPr lang="en-US" dirty="0"/>
              <a:t>HDLC (High-level Data Link Control,</a:t>
            </a:r>
            <a:r>
              <a:rPr lang="zh-CN" altLang="en-US" dirty="0"/>
              <a:t> 高级数据链路控</a:t>
            </a:r>
            <a:r>
              <a:rPr lang="en-US" altLang="zh-CN" dirty="0"/>
              <a:t>)</a:t>
            </a:r>
            <a:r>
              <a:rPr lang="zh-CN" altLang="en-US" dirty="0"/>
              <a:t>协议是一种面向比特的高效链路层协议。</a:t>
            </a:r>
            <a:r>
              <a:rPr lang="en-US" altLang="zh-CN" dirty="0"/>
              <a:t>Ethernet II etc.</a:t>
            </a:r>
            <a:endParaRPr lang="en-US" dirty="0"/>
          </a:p>
          <a:p>
            <a:pPr>
              <a:lnSpc>
                <a:spcPct val="120000"/>
              </a:lnSpc>
              <a:spcBef>
                <a:spcPts val="1200"/>
              </a:spcBef>
            </a:pPr>
            <a:r>
              <a:rPr lang="en-US" dirty="0"/>
              <a:t>IP (IPv4, IPv6), IS-IS, OSPF, </a:t>
            </a:r>
            <a:r>
              <a:rPr lang="en-US" altLang="zh-CN" dirty="0"/>
              <a:t>ARP/RARP</a:t>
            </a:r>
            <a:r>
              <a:rPr lang="zh-CN" altLang="en-US" dirty="0"/>
              <a:t>、</a:t>
            </a:r>
            <a:r>
              <a:rPr lang="en-US" altLang="zh-CN" dirty="0"/>
              <a:t>ICMP</a:t>
            </a:r>
            <a:r>
              <a:rPr lang="zh-CN" altLang="en-US" dirty="0"/>
              <a:t>、</a:t>
            </a:r>
            <a:r>
              <a:rPr lang="en-US" altLang="zh-CN" dirty="0"/>
              <a:t>IGMP </a:t>
            </a:r>
            <a:r>
              <a:rPr lang="en-US" dirty="0"/>
              <a:t>	     </a:t>
            </a:r>
            <a:endParaRPr lang="en-US" dirty="0"/>
          </a:p>
          <a:p>
            <a:pPr>
              <a:lnSpc>
                <a:spcPct val="120000"/>
              </a:lnSpc>
              <a:spcBef>
                <a:spcPts val="1200"/>
              </a:spcBef>
            </a:pPr>
            <a:r>
              <a:rPr lang="en-US" dirty="0"/>
              <a:t>TCP, UDP</a:t>
            </a:r>
            <a:endParaRPr lang="en-US" dirty="0"/>
          </a:p>
          <a:p>
            <a:pPr>
              <a:lnSpc>
                <a:spcPct val="120000"/>
              </a:lnSpc>
              <a:spcBef>
                <a:spcPts val="1200"/>
              </a:spcBef>
            </a:pPr>
            <a:r>
              <a:rPr lang="en-US" dirty="0"/>
              <a:t>HTTP, DNS, SMTP</a:t>
            </a:r>
            <a:r>
              <a:rPr lang="zh-CN" altLang="en-US" dirty="0"/>
              <a:t>、</a:t>
            </a:r>
            <a:r>
              <a:rPr lang="en-US" dirty="0"/>
              <a:t>POP3</a:t>
            </a:r>
            <a:r>
              <a:rPr lang="en-US" altLang="zh-CN" dirty="0"/>
              <a:t>/IMAP</a:t>
            </a:r>
            <a:r>
              <a:rPr lang="en-US" dirty="0"/>
              <a:t>, DHCP</a:t>
            </a:r>
            <a:r>
              <a:rPr lang="zh-CN" altLang="en-US" dirty="0"/>
              <a:t> </a:t>
            </a:r>
            <a:r>
              <a:rPr lang="en-US" altLang="zh-CN" dirty="0"/>
              <a:t>【</a:t>
            </a:r>
            <a:r>
              <a:rPr lang="en-US" dirty="0"/>
              <a:t> BGP,</a:t>
            </a:r>
            <a:r>
              <a:rPr lang="zh-CN" altLang="en-US" dirty="0"/>
              <a:t> </a:t>
            </a:r>
            <a:r>
              <a:rPr lang="en-US" altLang="zh-CN" dirty="0"/>
              <a:t>RIP】</a:t>
            </a:r>
            <a:endParaRPr lang="en-US" dirty="0"/>
          </a:p>
        </p:txBody>
      </p:sp>
      <p:sp>
        <p:nvSpPr>
          <p:cNvPr id="2" name="灯片编号占位符 1"/>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26F6AF4-2A9E-4A30-8340-62EE4EA1D135}"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872450" name="Rectangle 2"/>
          <p:cNvSpPr>
            <a:spLocks noChangeArrowheads="1"/>
          </p:cNvSpPr>
          <p:nvPr/>
        </p:nvSpPr>
        <p:spPr bwMode="auto">
          <a:xfrm>
            <a:off x="1981200" y="818795"/>
            <a:ext cx="1731640" cy="838200"/>
          </a:xfrm>
          <a:prstGeom prst="rect">
            <a:avLst/>
          </a:prstGeom>
          <a:noFill/>
          <a:ln>
            <a:noFill/>
          </a:ln>
          <a:effectLst/>
        </p:spPr>
        <p:txBody>
          <a:bodyPr lIns="92075" tIns="46038" rIns="92075" bIns="46038" anchor="ctr"/>
          <a:lstStyle/>
          <a:p>
            <a:pPr eaLnBrk="1" hangingPunct="1">
              <a:defRPr/>
            </a:pPr>
            <a:r>
              <a:rPr lang="en-US" altLang="zh-CN" dirty="0">
                <a:solidFill>
                  <a:srgbClr val="0000FF"/>
                </a:solidFill>
                <a:effectLst>
                  <a:outerShdw blurRad="38100" dist="38100" dir="2700000" algn="tl">
                    <a:srgbClr val="C0C0C0"/>
                  </a:outerShdw>
                </a:effectLst>
                <a:latin typeface="Verdana" panose="020B0604030504040204" pitchFamily="34" charset="0"/>
              </a:rPr>
              <a:t>RIPv1</a:t>
            </a:r>
            <a:r>
              <a:rPr lang="zh-CN" altLang="en-US" dirty="0">
                <a:solidFill>
                  <a:srgbClr val="0000FF"/>
                </a:solidFill>
                <a:effectLst>
                  <a:outerShdw blurRad="38100" dist="38100" dir="2700000" algn="tl">
                    <a:srgbClr val="C0C0C0"/>
                  </a:outerShdw>
                </a:effectLst>
                <a:latin typeface="Verdana" panose="020B0604030504040204" pitchFamily="34" charset="0"/>
              </a:rPr>
              <a:t>报文格式：</a:t>
            </a:r>
            <a:endParaRPr lang="zh-CN" altLang="en-US" dirty="0">
              <a:solidFill>
                <a:srgbClr val="0000FF"/>
              </a:solidFill>
              <a:effectLst>
                <a:outerShdw blurRad="38100" dist="38100" dir="2700000" algn="tl">
                  <a:srgbClr val="C0C0C0"/>
                </a:outerShdw>
              </a:effectLst>
              <a:latin typeface="Verdana" panose="020B0604030504040204" pitchFamily="34" charset="0"/>
            </a:endParaRPr>
          </a:p>
        </p:txBody>
      </p:sp>
      <p:graphicFrame>
        <p:nvGraphicFramePr>
          <p:cNvPr id="83974" name="Object 3"/>
          <p:cNvGraphicFramePr>
            <a:graphicFrameLocks noChangeAspect="1"/>
          </p:cNvGraphicFramePr>
          <p:nvPr/>
        </p:nvGraphicFramePr>
        <p:xfrm>
          <a:off x="3861048" y="620689"/>
          <a:ext cx="5475312" cy="4743697"/>
        </p:xfrm>
        <a:graphic>
          <a:graphicData uri="http://schemas.openxmlformats.org/presentationml/2006/ole">
            <mc:AlternateContent xmlns:mc="http://schemas.openxmlformats.org/markup-compatibility/2006">
              <mc:Choice xmlns:v="urn:schemas-microsoft-com:vml" Requires="v">
                <p:oleObj spid="_x0000_s1033" name="位图图像" r:id="rId1" imgW="6200775" imgH="5372100" progId="PBrush">
                  <p:embed/>
                </p:oleObj>
              </mc:Choice>
              <mc:Fallback>
                <p:oleObj name="位图图像" r:id="rId1" imgW="6200775" imgH="5372100" progId="PBrush">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1048" y="620689"/>
                        <a:ext cx="5475312" cy="4743697"/>
                      </a:xfrm>
                      <a:prstGeom prst="rect">
                        <a:avLst/>
                      </a:prstGeom>
                      <a:noFill/>
                      <a:ln>
                        <a:noFill/>
                      </a:ln>
                      <a:effectLst/>
                    </p:spPr>
                  </p:pic>
                </p:oleObj>
              </mc:Fallback>
            </mc:AlternateContent>
          </a:graphicData>
        </a:graphic>
      </p:graphicFrame>
      <p:sp>
        <p:nvSpPr>
          <p:cNvPr id="2" name="矩形 1"/>
          <p:cNvSpPr/>
          <p:nvPr/>
        </p:nvSpPr>
        <p:spPr>
          <a:xfrm>
            <a:off x="1981200" y="5043471"/>
            <a:ext cx="8741702" cy="1246495"/>
          </a:xfrm>
          <a:prstGeom prst="rect">
            <a:avLst/>
          </a:prstGeom>
        </p:spPr>
        <p:txBody>
          <a:bodyPr wrap="square">
            <a:spAutoFit/>
          </a:bodyPr>
          <a:lstStyle/>
          <a:p>
            <a:pPr marL="269875" indent="-269875">
              <a:lnSpc>
                <a:spcPct val="120000"/>
              </a:lnSpc>
              <a:spcBef>
                <a:spcPct val="15000"/>
              </a:spcBef>
              <a:buClr>
                <a:schemeClr val="bg2"/>
              </a:buClr>
              <a:buSzPct val="75000"/>
              <a:defRPr/>
            </a:pPr>
            <a:r>
              <a:rPr lang="en-US" altLang="zh-CN" sz="2000" dirty="0">
                <a:solidFill>
                  <a:srgbClr val="0000FF"/>
                </a:solidFill>
                <a:effectLst>
                  <a:outerShdw blurRad="38100" dist="38100" dir="2700000" algn="tl">
                    <a:srgbClr val="C0C0C0"/>
                  </a:outerShdw>
                </a:effectLst>
                <a:latin typeface="Verdana" panose="020B0604030504040204" pitchFamily="34" charset="0"/>
              </a:rPr>
              <a:t>RIPv2</a:t>
            </a:r>
            <a:r>
              <a:rPr lang="zh-CN" altLang="en-US" sz="2000" dirty="0">
                <a:solidFill>
                  <a:srgbClr val="0000FF"/>
                </a:solidFill>
                <a:effectLst>
                  <a:outerShdw blurRad="38100" dist="38100" dir="2700000" algn="tl">
                    <a:srgbClr val="C0C0C0"/>
                  </a:outerShdw>
                </a:effectLst>
                <a:latin typeface="Verdana" panose="020B0604030504040204" pitchFamily="34" charset="0"/>
              </a:rPr>
              <a:t>：</a:t>
            </a:r>
            <a:endParaRPr lang="zh-CN" altLang="en-US" sz="2000" dirty="0">
              <a:solidFill>
                <a:srgbClr val="0000FF"/>
              </a:solidFill>
              <a:effectLst>
                <a:outerShdw blurRad="38100" dist="38100" dir="2700000" algn="tl">
                  <a:srgbClr val="C0C0C0"/>
                </a:outerShdw>
              </a:effectLst>
              <a:latin typeface="Verdana" panose="020B0604030504040204" pitchFamily="34" charset="0"/>
            </a:endParaRPr>
          </a:p>
          <a:p>
            <a:pPr marL="269875" indent="-269875">
              <a:lnSpc>
                <a:spcPct val="120000"/>
              </a:lnSpc>
              <a:spcBef>
                <a:spcPct val="15000"/>
              </a:spcBef>
              <a:buClr>
                <a:schemeClr val="bg2"/>
              </a:buClr>
              <a:buSzPct val="75000"/>
              <a:defRPr/>
            </a:pPr>
            <a:r>
              <a:rPr lang="zh-CN" altLang="en-US" sz="2000" dirty="0">
                <a:solidFill>
                  <a:schemeClr val="tx2"/>
                </a:solidFill>
                <a:latin typeface="Verdana" panose="020B0604030504040204" pitchFamily="34" charset="0"/>
              </a:rPr>
              <a:t>     性能上有改进，</a:t>
            </a:r>
            <a:r>
              <a:rPr lang="en-US" altLang="zh-CN" sz="2000" dirty="0">
                <a:solidFill>
                  <a:schemeClr val="tx2"/>
                </a:solidFill>
                <a:latin typeface="Verdana" panose="020B0604030504040204" pitchFamily="34" charset="0"/>
              </a:rPr>
              <a:t>IP</a:t>
            </a:r>
            <a:r>
              <a:rPr lang="zh-CN" altLang="en-US" sz="2000" dirty="0">
                <a:solidFill>
                  <a:schemeClr val="tx2"/>
                </a:solidFill>
                <a:latin typeface="Verdana" panose="020B0604030504040204" pitchFamily="34" charset="0"/>
              </a:rPr>
              <a:t>后的两个</a:t>
            </a:r>
            <a:r>
              <a:rPr lang="en-US" altLang="zh-CN" sz="2000" dirty="0">
                <a:solidFill>
                  <a:schemeClr val="tx2"/>
                </a:solidFill>
                <a:latin typeface="Verdana" panose="020B0604030504040204" pitchFamily="34" charset="0"/>
              </a:rPr>
              <a:t>32bit</a:t>
            </a:r>
            <a:r>
              <a:rPr lang="zh-CN" altLang="en-US" sz="2000" dirty="0">
                <a:solidFill>
                  <a:schemeClr val="tx2"/>
                </a:solidFill>
                <a:latin typeface="Verdana" panose="020B0604030504040204" pitchFamily="34" charset="0"/>
              </a:rPr>
              <a:t>分别填入该网络的掩码和下一站的路由器地址，支持</a:t>
            </a:r>
            <a:r>
              <a:rPr lang="en-US" altLang="zh-CN" sz="2000" dirty="0">
                <a:solidFill>
                  <a:schemeClr val="tx2"/>
                </a:solidFill>
                <a:latin typeface="Verdana" panose="020B0604030504040204" pitchFamily="34" charset="0"/>
              </a:rPr>
              <a:t>VLSM</a:t>
            </a:r>
            <a:r>
              <a:rPr lang="zh-CN" altLang="en-US" sz="2000" dirty="0">
                <a:solidFill>
                  <a:schemeClr val="tx2"/>
                </a:solidFill>
                <a:latin typeface="Verdana" panose="020B0604030504040204" pitchFamily="34" charset="0"/>
              </a:rPr>
              <a:t>、</a:t>
            </a:r>
            <a:r>
              <a:rPr lang="en-US" altLang="zh-CN" sz="2000" dirty="0">
                <a:solidFill>
                  <a:schemeClr val="tx2"/>
                </a:solidFill>
                <a:latin typeface="Verdana" panose="020B0604030504040204" pitchFamily="34" charset="0"/>
              </a:rPr>
              <a:t>CIDR</a:t>
            </a:r>
            <a:r>
              <a:rPr lang="zh-CN" altLang="en-US" sz="2000" dirty="0">
                <a:solidFill>
                  <a:schemeClr val="tx2"/>
                </a:solidFill>
                <a:latin typeface="Verdana" panose="020B0604030504040204" pitchFamily="34" charset="0"/>
              </a:rPr>
              <a:t>、组播及验证机制。</a:t>
            </a:r>
            <a:endParaRPr lang="zh-CN" altLang="en-US" sz="2000" dirty="0">
              <a:solidFill>
                <a:schemeClr val="tx2"/>
              </a:solidFill>
              <a:latin typeface="Verdana" panose="020B0604030504040204" pitchFamily="34" charset="0"/>
            </a:endParaRPr>
          </a:p>
        </p:txBody>
      </p:sp>
      <p:sp>
        <p:nvSpPr>
          <p:cNvPr id="3" name="TextBox 2"/>
          <p:cNvSpPr txBox="1"/>
          <p:nvPr/>
        </p:nvSpPr>
        <p:spPr>
          <a:xfrm>
            <a:off x="1981200" y="2204864"/>
            <a:ext cx="1107996" cy="369332"/>
          </a:xfrm>
          <a:prstGeom prst="rect">
            <a:avLst/>
          </a:prstGeom>
          <a:noFill/>
        </p:spPr>
        <p:txBody>
          <a:bodyPr wrap="none" rtlCol="0">
            <a:spAutoFit/>
          </a:bodyPr>
          <a:lstStyle/>
          <a:p>
            <a:r>
              <a:rPr lang="zh-CN" altLang="en-US" dirty="0"/>
              <a:t>（了解）</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09EEA5D-A8B3-473F-90EB-E34EE33B8605}" type="slidenum">
              <a:rPr lang="en-US" altLang="zh-CN" sz="1200">
                <a:latin typeface="Arial Black" panose="020B0A04020102020204" pitchFamily="34" charset="0"/>
              </a:rPr>
            </a:fld>
            <a:endParaRPr lang="en-US" altLang="zh-CN" sz="1200">
              <a:latin typeface="Arial Black" panose="020B0A04020102020204" pitchFamily="34" charset="0"/>
            </a:endParaRPr>
          </a:p>
        </p:txBody>
      </p:sp>
      <p:graphicFrame>
        <p:nvGraphicFramePr>
          <p:cNvPr id="84997" name="Object 2"/>
          <p:cNvGraphicFramePr>
            <a:graphicFrameLocks noChangeAspect="1"/>
          </p:cNvGraphicFramePr>
          <p:nvPr/>
        </p:nvGraphicFramePr>
        <p:xfrm>
          <a:off x="1828800" y="533401"/>
          <a:ext cx="8382000" cy="6156325"/>
        </p:xfrm>
        <a:graphic>
          <a:graphicData uri="http://schemas.openxmlformats.org/presentationml/2006/ole">
            <mc:AlternateContent xmlns:mc="http://schemas.openxmlformats.org/markup-compatibility/2006">
              <mc:Choice xmlns:v="urn:schemas-microsoft-com:vml" Requires="v">
                <p:oleObj spid="_x0000_s2057" name="位图图像" r:id="rId1" imgW="7096125" imgH="5210175" progId="PBrush">
                  <p:embed/>
                </p:oleObj>
              </mc:Choice>
              <mc:Fallback>
                <p:oleObj name="位图图像" r:id="rId1" imgW="7096125" imgH="5210175" progId="PBrush">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533401"/>
                        <a:ext cx="8382000" cy="615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1847851" y="3357563"/>
            <a:ext cx="1152525" cy="369332"/>
          </a:xfrm>
          <a:prstGeom prst="rect">
            <a:avLst/>
          </a:prstGeom>
          <a:noFill/>
        </p:spPr>
        <p:txBody>
          <a:bodyPr>
            <a:spAutoFit/>
          </a:bodyPr>
          <a:lstStyle/>
          <a:p>
            <a:pPr algn="ctr" eaLnBrk="1" hangingPunct="1">
              <a:defRPr/>
            </a:pPr>
            <a:r>
              <a:rPr lang="zh-CN" altLang="en-US" b="1" dirty="0">
                <a:solidFill>
                  <a:srgbClr val="FF0000"/>
                </a:solidFill>
                <a:effectLst>
                  <a:outerShdw blurRad="38100" dist="38100" dir="2700000" algn="tl">
                    <a:srgbClr val="000000">
                      <a:alpha val="43137"/>
                    </a:srgbClr>
                  </a:outerShdw>
                </a:effectLst>
                <a:latin typeface="Arial" panose="020B0604020202020204" pitchFamily="34" charset="0"/>
              </a:rPr>
              <a:t>例：</a:t>
            </a:r>
            <a:endParaRPr lang="zh-CN" altLang="en-US" b="1" dirty="0">
              <a:solidFill>
                <a:srgbClr val="FF0000"/>
              </a:solidFill>
              <a:effectLst>
                <a:outerShdw blurRad="38100" dist="38100" dir="2700000" algn="tl">
                  <a:srgbClr val="000000">
                    <a:alpha val="43137"/>
                  </a:srgbClr>
                </a:outerShdw>
              </a:effectLst>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BF3EF4F-F17B-440B-B4FA-9EB0915764BB}"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874498" name="Rectangle 2"/>
          <p:cNvSpPr>
            <a:spLocks noChangeArrowheads="1"/>
          </p:cNvSpPr>
          <p:nvPr/>
        </p:nvSpPr>
        <p:spPr bwMode="auto">
          <a:xfrm>
            <a:off x="2209800" y="762000"/>
            <a:ext cx="7772400" cy="457200"/>
          </a:xfrm>
          <a:prstGeom prst="rect">
            <a:avLst/>
          </a:prstGeom>
          <a:noFill/>
          <a:ln>
            <a:noFill/>
          </a:ln>
          <a:effectLst/>
        </p:spPr>
        <p:txBody>
          <a:bodyPr lIns="92075" tIns="46038" rIns="92075" bIns="46038" anchor="ctr"/>
          <a:lstStyle/>
          <a:p>
            <a:pPr eaLnBrk="1" hangingPunct="1">
              <a:defRPr/>
            </a:pPr>
            <a:r>
              <a:rPr lang="en-US" altLang="zh-CN" sz="2800" dirty="0">
                <a:solidFill>
                  <a:srgbClr val="0000FF"/>
                </a:solidFill>
                <a:effectLst>
                  <a:outerShdw blurRad="38100" dist="38100" dir="2700000" algn="tl">
                    <a:srgbClr val="C0C0C0"/>
                  </a:outerShdw>
                </a:effectLst>
                <a:latin typeface="Verdana" panose="020B0604030504040204" pitchFamily="34" charset="0"/>
              </a:rPr>
              <a:t>RIPv1: </a:t>
            </a:r>
            <a:r>
              <a:rPr lang="zh-CN" altLang="en-US" sz="2800" dirty="0">
                <a:solidFill>
                  <a:srgbClr val="0000FF"/>
                </a:solidFill>
                <a:effectLst>
                  <a:outerShdw blurRad="38100" dist="38100" dir="2700000" algn="tl">
                    <a:srgbClr val="C0C0C0"/>
                  </a:outerShdw>
                </a:effectLst>
                <a:latin typeface="Verdana" panose="020B0604030504040204" pitchFamily="34" charset="0"/>
              </a:rPr>
              <a:t>好消息传的快，坏消息传得慢</a:t>
            </a:r>
            <a:endParaRPr lang="zh-CN" altLang="en-US" sz="2800" dirty="0">
              <a:solidFill>
                <a:srgbClr val="0000FF"/>
              </a:solidFill>
              <a:effectLst>
                <a:outerShdw blurRad="38100" dist="38100" dir="2700000" algn="tl">
                  <a:srgbClr val="C0C0C0"/>
                </a:outerShdw>
              </a:effectLst>
              <a:latin typeface="Verdana" panose="020B0604030504040204" pitchFamily="34" charset="0"/>
            </a:endParaRPr>
          </a:p>
        </p:txBody>
      </p:sp>
      <p:graphicFrame>
        <p:nvGraphicFramePr>
          <p:cNvPr id="86022" name="Object 3"/>
          <p:cNvGraphicFramePr>
            <a:graphicFrameLocks noChangeAspect="1"/>
          </p:cNvGraphicFramePr>
          <p:nvPr/>
        </p:nvGraphicFramePr>
        <p:xfrm>
          <a:off x="1828800" y="1371600"/>
          <a:ext cx="8458200" cy="4997450"/>
        </p:xfrm>
        <a:graphic>
          <a:graphicData uri="http://schemas.openxmlformats.org/presentationml/2006/ole">
            <mc:AlternateContent xmlns:mc="http://schemas.openxmlformats.org/markup-compatibility/2006">
              <mc:Choice xmlns:v="urn:schemas-microsoft-com:vml" Requires="v">
                <p:oleObj spid="_x0000_s3081" name="位图图像" r:id="rId1" imgW="5819775" imgH="3438525" progId="PBrush">
                  <p:embed/>
                </p:oleObj>
              </mc:Choice>
              <mc:Fallback>
                <p:oleObj name="位图图像" r:id="rId1" imgW="5819775" imgH="3438525" progId="PBrush">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371600"/>
                        <a:ext cx="8458200" cy="499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4" descr="电子邮件系统的体系结构"/>
          <p:cNvPicPr>
            <a:picLocks noChangeAspect="1"/>
          </p:cNvPicPr>
          <p:nvPr/>
        </p:nvPicPr>
        <p:blipFill>
          <a:blip r:embed="rId1"/>
          <a:stretch>
            <a:fillRect/>
          </a:stretch>
        </p:blipFill>
        <p:spPr>
          <a:xfrm>
            <a:off x="578878" y="169793"/>
            <a:ext cx="5486275" cy="1703724"/>
          </a:xfrm>
          <a:prstGeom prst="rect">
            <a:avLst/>
          </a:prstGeom>
        </p:spPr>
      </p:pic>
      <p:sp>
        <p:nvSpPr>
          <p:cNvPr id="7" name="TextBox 6"/>
          <p:cNvSpPr txBox="1"/>
          <p:nvPr/>
        </p:nvSpPr>
        <p:spPr>
          <a:xfrm>
            <a:off x="393383" y="4551798"/>
            <a:ext cx="6891527" cy="2063257"/>
          </a:xfrm>
          <a:prstGeom prst="rect">
            <a:avLst/>
          </a:prstGeom>
          <a:noFill/>
        </p:spPr>
        <p:txBody>
          <a:bodyPr wrap="square">
            <a:spAutoFit/>
          </a:bodyPr>
          <a:lstStyle/>
          <a:p>
            <a:pPr marL="285750" indent="-285750">
              <a:lnSpc>
                <a:spcPct val="120000"/>
              </a:lnSpc>
              <a:buFont typeface="Arial" panose="020B0604020202020204" pitchFamily="34" charset="0"/>
              <a:buChar char="•"/>
            </a:pPr>
            <a:r>
              <a:rPr kumimoji="1" lang="zh-CN" altLang="en-US" sz="1800" dirty="0"/>
              <a:t>简单邮件传输协议SMTP（Simple Mail Transfer  Protocol）：</a:t>
            </a:r>
            <a:br>
              <a:rPr kumimoji="1" lang="en-US" altLang="zh-CN" sz="1800" dirty="0"/>
            </a:br>
            <a:r>
              <a:rPr kumimoji="1" lang="zh-CN" sz="1800" dirty="0">
                <a:solidFill>
                  <a:srgbClr val="C00000"/>
                </a:solidFill>
                <a:sym typeface="+mn-ea"/>
              </a:rPr>
              <a:t>邮件服务器之间传递邮件使用的协议</a:t>
            </a:r>
            <a:endParaRPr lang="en-US" altLang="zh-CN" dirty="0">
              <a:solidFill>
                <a:srgbClr val="7030A0"/>
              </a:solidFill>
            </a:endParaRPr>
          </a:p>
          <a:p>
            <a:pPr marL="285750" indent="-285750">
              <a:lnSpc>
                <a:spcPct val="120000"/>
              </a:lnSpc>
              <a:spcAft>
                <a:spcPts val="0"/>
              </a:spcAft>
              <a:buFont typeface="Arial" panose="020B0604020202020204" pitchFamily="34" charset="0"/>
              <a:buChar char="•"/>
            </a:pPr>
            <a:r>
              <a:rPr lang="zh-CN" altLang="en-US" dirty="0">
                <a:solidFill>
                  <a:srgbClr val="7030A0"/>
                </a:solidFill>
              </a:rPr>
              <a:t>最终交付（邮件访问）协议</a:t>
            </a:r>
            <a:r>
              <a:rPr lang="en-US" altLang="zh-CN" dirty="0"/>
              <a:t>: </a:t>
            </a:r>
            <a:r>
              <a:rPr lang="zh-CN" altLang="en-US" dirty="0"/>
              <a:t>从邮件服务器的邮箱中获取邮件</a:t>
            </a:r>
            <a:endParaRPr lang="zh-CN" altLang="en-US" dirty="0"/>
          </a:p>
          <a:p>
            <a:pPr lvl="1">
              <a:lnSpc>
                <a:spcPct val="120000"/>
              </a:lnSpc>
              <a:spcAft>
                <a:spcPts val="0"/>
              </a:spcAft>
            </a:pPr>
            <a:r>
              <a:rPr lang="en-US" altLang="zh-CN" dirty="0"/>
              <a:t>POP3</a:t>
            </a:r>
            <a:r>
              <a:rPr lang="zh-CN" altLang="en-US" dirty="0"/>
              <a:t>：</a:t>
            </a:r>
            <a:r>
              <a:rPr lang="en-US" altLang="zh-CN" dirty="0"/>
              <a:t>Post Office Protocol-Version 3</a:t>
            </a:r>
            <a:r>
              <a:rPr lang="zh-CN" altLang="en-US" dirty="0"/>
              <a:t>，第三版邮局协议</a:t>
            </a:r>
            <a:endParaRPr lang="zh-CN" altLang="en-US" dirty="0"/>
          </a:p>
          <a:p>
            <a:pPr lvl="1">
              <a:lnSpc>
                <a:spcPct val="120000"/>
              </a:lnSpc>
              <a:spcAft>
                <a:spcPts val="0"/>
              </a:spcAft>
            </a:pPr>
            <a:r>
              <a:rPr lang="en-US" altLang="zh-CN" dirty="0"/>
              <a:t>IMAP</a:t>
            </a:r>
            <a:r>
              <a:rPr lang="zh-CN" altLang="en-US" dirty="0"/>
              <a:t>：</a:t>
            </a:r>
            <a:r>
              <a:rPr lang="en-US" altLang="zh-CN" dirty="0"/>
              <a:t>Internet Message Access Protocol</a:t>
            </a:r>
            <a:r>
              <a:rPr lang="zh-CN" altLang="en-US" dirty="0"/>
              <a:t>，</a:t>
            </a:r>
            <a:r>
              <a:rPr lang="en-US" altLang="zh-CN" dirty="0"/>
              <a:t>Internet</a:t>
            </a:r>
            <a:r>
              <a:rPr lang="zh-CN" altLang="en-US" dirty="0"/>
              <a:t>邮件访问协议（</a:t>
            </a:r>
            <a:r>
              <a:rPr lang="en-US" altLang="zh-CN" dirty="0"/>
              <a:t>IMAP</a:t>
            </a:r>
            <a:r>
              <a:rPr lang="zh-CN" altLang="en-US" dirty="0"/>
              <a:t>是</a:t>
            </a:r>
            <a:r>
              <a:rPr lang="en-US" altLang="zh-CN" dirty="0"/>
              <a:t>POP3</a:t>
            </a:r>
            <a:r>
              <a:rPr lang="zh-CN" altLang="en-US" dirty="0"/>
              <a:t>的改进）</a:t>
            </a:r>
            <a:endParaRPr lang="zh-CN" altLang="en-US" sz="1600" dirty="0"/>
          </a:p>
        </p:txBody>
      </p:sp>
      <p:pic>
        <p:nvPicPr>
          <p:cNvPr id="8" name="Picture 7"/>
          <p:cNvPicPr>
            <a:picLocks noChangeAspect="1"/>
          </p:cNvPicPr>
          <p:nvPr/>
        </p:nvPicPr>
        <p:blipFill>
          <a:blip r:embed="rId2"/>
          <a:stretch>
            <a:fillRect/>
          </a:stretch>
        </p:blipFill>
        <p:spPr>
          <a:xfrm>
            <a:off x="187948" y="2159898"/>
            <a:ext cx="6891528" cy="2218691"/>
          </a:xfrm>
          <a:prstGeom prst="rect">
            <a:avLst/>
          </a:prstGeom>
        </p:spPr>
      </p:pic>
      <p:sp>
        <p:nvSpPr>
          <p:cNvPr id="10" name="TextBox 9"/>
          <p:cNvSpPr txBox="1"/>
          <p:nvPr/>
        </p:nvSpPr>
        <p:spPr>
          <a:xfrm>
            <a:off x="7284910" y="4624950"/>
            <a:ext cx="4670444" cy="1730858"/>
          </a:xfrm>
          <a:prstGeom prst="rect">
            <a:avLst/>
          </a:prstGeom>
          <a:noFill/>
        </p:spPr>
        <p:txBody>
          <a:bodyPr wrap="square">
            <a:spAutoFit/>
          </a:bodyPr>
          <a:lstStyle/>
          <a:p>
            <a:pPr marL="285750" indent="-285750">
              <a:lnSpc>
                <a:spcPct val="120000"/>
              </a:lnSpc>
              <a:spcAft>
                <a:spcPts val="0"/>
              </a:spcAft>
              <a:buFont typeface="Arial" panose="020B0604020202020204" pitchFamily="34" charset="0"/>
              <a:buChar char="•"/>
            </a:pPr>
            <a:r>
              <a:rPr lang="zh-CN" altLang="en-US" dirty="0">
                <a:solidFill>
                  <a:srgbClr val="FF0000"/>
                </a:solidFill>
              </a:rPr>
              <a:t>为什么不能使用</a:t>
            </a:r>
            <a:r>
              <a:rPr lang="en-US" dirty="0">
                <a:solidFill>
                  <a:srgbClr val="FF0000"/>
                </a:solidFill>
              </a:rPr>
              <a:t>SMTP</a:t>
            </a:r>
            <a:r>
              <a:rPr lang="zh-CN" altLang="en-US" dirty="0">
                <a:solidFill>
                  <a:srgbClr val="FF0000"/>
                </a:solidFill>
              </a:rPr>
              <a:t>获取邮件？</a:t>
            </a:r>
            <a:endParaRPr lang="zh-CN" altLang="en-US" dirty="0"/>
          </a:p>
          <a:p>
            <a:pPr marL="266700" lvl="1">
              <a:lnSpc>
                <a:spcPct val="120000"/>
              </a:lnSpc>
              <a:spcAft>
                <a:spcPts val="0"/>
              </a:spcAft>
            </a:pPr>
            <a:r>
              <a:rPr lang="zh-CN" altLang="en-US" dirty="0"/>
              <a:t>接收方的用户代理不能使用 </a:t>
            </a:r>
            <a:r>
              <a:rPr lang="en-US" dirty="0"/>
              <a:t>SMTP </a:t>
            </a:r>
            <a:r>
              <a:rPr lang="zh-CN" altLang="en-US" dirty="0"/>
              <a:t>从传输代理获取邮件，因为取邮件是一个</a:t>
            </a:r>
            <a:r>
              <a:rPr lang="zh-CN" altLang="en-US" dirty="0">
                <a:solidFill>
                  <a:srgbClr val="7030A0"/>
                </a:solidFill>
              </a:rPr>
              <a:t>拉操作</a:t>
            </a:r>
            <a:r>
              <a:rPr lang="zh-CN" altLang="en-US" dirty="0"/>
              <a:t>，而 </a:t>
            </a:r>
            <a:r>
              <a:rPr lang="en-US" dirty="0"/>
              <a:t>SMTP </a:t>
            </a:r>
            <a:r>
              <a:rPr lang="zh-CN" altLang="en-US" dirty="0"/>
              <a:t>是一个</a:t>
            </a:r>
            <a:r>
              <a:rPr lang="zh-CN" altLang="en-US" dirty="0">
                <a:solidFill>
                  <a:srgbClr val="7030A0"/>
                </a:solidFill>
              </a:rPr>
              <a:t>推协议</a:t>
            </a:r>
            <a:r>
              <a:rPr lang="zh-CN" altLang="en-US" dirty="0"/>
              <a:t>，通过引入最终交付（邮件访问）协议来解决这个问题。</a:t>
            </a:r>
            <a:endParaRPr lang="zh-CN" altLang="en-US" dirty="0"/>
          </a:p>
        </p:txBody>
      </p:sp>
      <p:pic>
        <p:nvPicPr>
          <p:cNvPr id="1026" name="Picture 2" descr="网络-邮件协议SMTP、POP3详解与实战（Python发送邮件）_stmp-CSDN博客"/>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1676" y="347596"/>
            <a:ext cx="3828467" cy="221869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7284910" y="2730189"/>
            <a:ext cx="4590931" cy="1730858"/>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altLang="zh-CN" dirty="0"/>
              <a:t>MIME(Multipurpose Internet Mail Extensions)</a:t>
            </a:r>
            <a:r>
              <a:rPr lang="zh-CN" altLang="en-US" dirty="0"/>
              <a:t>：多用途</a:t>
            </a:r>
            <a:r>
              <a:rPr lang="en-US" altLang="zh-CN" dirty="0"/>
              <a:t>Internet</a:t>
            </a:r>
            <a:r>
              <a:rPr lang="zh-CN" altLang="en-US" dirty="0"/>
              <a:t>邮件扩展</a:t>
            </a:r>
            <a:endParaRPr lang="en-US" altLang="zh-CN" dirty="0"/>
          </a:p>
          <a:p>
            <a:pPr marL="285750" indent="-285750">
              <a:lnSpc>
                <a:spcPct val="120000"/>
              </a:lnSpc>
              <a:buFont typeface="Arial" panose="020B0604020202020204" pitchFamily="34" charset="0"/>
              <a:buChar char="•"/>
            </a:pPr>
            <a:r>
              <a:rPr lang="zh-CN" altLang="en-US" dirty="0">
                <a:sym typeface="+mn-ea"/>
              </a:rPr>
              <a:t>MIME类型的消息可以使用现有的邮件程序和协议进行传送，但是需要用户代理能够解释MIME格式</a:t>
            </a:r>
            <a:endParaRPr lang="en-US" altLang="zh-CN" dirty="0">
              <a:sym typeface="+mn-ea"/>
            </a:endParaRPr>
          </a:p>
        </p:txBody>
      </p:sp>
      <p:pic>
        <p:nvPicPr>
          <p:cNvPr id="2" name="Picture 1"/>
          <p:cNvPicPr>
            <a:picLocks noChangeAspect="1"/>
          </p:cNvPicPr>
          <p:nvPr/>
        </p:nvPicPr>
        <p:blipFill>
          <a:blip r:embed="rId4"/>
          <a:stretch>
            <a:fillRect/>
          </a:stretch>
        </p:blipFill>
        <p:spPr>
          <a:xfrm>
            <a:off x="5387086" y="3950082"/>
            <a:ext cx="849122" cy="410220"/>
          </a:xfrm>
          <a:prstGeom prst="rect">
            <a:avLst/>
          </a:prstGeom>
        </p:spPr>
      </p:pic>
      <p:sp>
        <p:nvSpPr>
          <p:cNvPr id="3" name="灯片编号占位符 2"/>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2"/>
          <p:cNvGrpSpPr/>
          <p:nvPr/>
        </p:nvGrpSpPr>
        <p:grpSpPr>
          <a:xfrm>
            <a:off x="2341738" y="80719"/>
            <a:ext cx="7998118" cy="2045555"/>
            <a:chOff x="323850" y="1455028"/>
            <a:chExt cx="8534400" cy="2114267"/>
          </a:xfrm>
        </p:grpSpPr>
        <p:sp>
          <p:nvSpPr>
            <p:cNvPr id="3" name="Rectangle 9"/>
            <p:cNvSpPr>
              <a:spLocks noChangeArrowheads="1"/>
            </p:cNvSpPr>
            <p:nvPr/>
          </p:nvSpPr>
          <p:spPr bwMode="auto">
            <a:xfrm>
              <a:off x="7759168" y="2142058"/>
              <a:ext cx="1014399" cy="983674"/>
            </a:xfrm>
            <a:prstGeom prst="rect">
              <a:avLst/>
            </a:prstGeom>
            <a:solidFill>
              <a:schemeClr val="bg1"/>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endParaRPr kumimoji="0" lang="en-US" altLang="zh-CN" sz="2000" dirty="0">
                <a:latin typeface="微软雅黑" panose="020B0503020204020204" charset="-122"/>
                <a:ea typeface="微软雅黑" panose="020B0503020204020204" charset="-122"/>
              </a:endParaRPr>
            </a:p>
          </p:txBody>
        </p:sp>
        <p:sp>
          <p:nvSpPr>
            <p:cNvPr id="4" name="Rectangle 9"/>
            <p:cNvSpPr>
              <a:spLocks noChangeArrowheads="1"/>
            </p:cNvSpPr>
            <p:nvPr/>
          </p:nvSpPr>
          <p:spPr bwMode="auto">
            <a:xfrm>
              <a:off x="7691924" y="2204767"/>
              <a:ext cx="1014399" cy="983674"/>
            </a:xfrm>
            <a:prstGeom prst="rect">
              <a:avLst/>
            </a:prstGeom>
            <a:solidFill>
              <a:schemeClr val="bg1"/>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endParaRPr kumimoji="0" lang="en-US" altLang="zh-CN" sz="2000" dirty="0">
                <a:latin typeface="微软雅黑" panose="020B0503020204020204" charset="-122"/>
                <a:ea typeface="微软雅黑" panose="020B0503020204020204" charset="-122"/>
              </a:endParaRPr>
            </a:p>
          </p:txBody>
        </p:sp>
        <p:sp>
          <p:nvSpPr>
            <p:cNvPr id="5" name="Line 24"/>
            <p:cNvSpPr>
              <a:spLocks noChangeShapeType="1"/>
            </p:cNvSpPr>
            <p:nvPr/>
          </p:nvSpPr>
          <p:spPr bwMode="auto">
            <a:xfrm>
              <a:off x="3309268" y="2627539"/>
              <a:ext cx="2416112" cy="0"/>
            </a:xfrm>
            <a:prstGeom prst="line">
              <a:avLst/>
            </a:prstGeom>
            <a:noFill/>
            <a:ln w="19050">
              <a:solidFill>
                <a:srgbClr val="00B0F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Text Box 42"/>
            <p:cNvSpPr txBox="1">
              <a:spLocks noChangeArrowheads="1"/>
            </p:cNvSpPr>
            <p:nvPr/>
          </p:nvSpPr>
          <p:spPr bwMode="auto">
            <a:xfrm>
              <a:off x="3794060" y="2273895"/>
              <a:ext cx="1482540" cy="412176"/>
            </a:xfrm>
            <a:prstGeom prst="rect">
              <a:avLst/>
            </a:prstGeom>
            <a:noFill/>
            <a:ln>
              <a:noFill/>
            </a:ln>
          </p:spPr>
          <p:txBody>
            <a:bodyPr wrap="none">
              <a:spAutoFit/>
            </a:bodyPr>
            <a:lstStyle>
              <a:defPPr>
                <a:defRPr lang="zh-CN"/>
              </a:defPPr>
              <a:lvl1pPr>
                <a:spcBef>
                  <a:spcPct val="0"/>
                </a:spcBef>
                <a:buFontTx/>
                <a:buNone/>
                <a:defRPr kumimoji="0" sz="2000" i="1">
                  <a:solidFill>
                    <a:srgbClr val="FF0000"/>
                  </a:solidFill>
                  <a:latin typeface="Times New Roman" panose="02020603050405020304" pitchFamily="18" charset="0"/>
                  <a:ea typeface="宋体" panose="02010600030101010101" pitchFamily="2" charset="-122"/>
                </a:defRPr>
              </a:lvl1pPr>
              <a:lvl2pPr marL="742950" indent="-285750">
                <a:spcBef>
                  <a:spcPct val="20000"/>
                </a:spcBef>
                <a:buBlip>
                  <a:blip r:embed="rId2"/>
                </a:buBlip>
                <a:defRPr sz="2800">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latin typeface="Times New Roman" panose="02020603050405020304" pitchFamily="18" charset="0"/>
                  <a:ea typeface="Gulim" pitchFamily="34" charset="-127"/>
                </a:defRPr>
              </a:lvl4pPr>
              <a:lvl5pPr marL="2057400" indent="-228600">
                <a:spcBef>
                  <a:spcPct val="20000"/>
                </a:spcBef>
                <a:buChar char="»"/>
                <a:defRPr sz="2000">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latin typeface="Times New Roman" panose="02020603050405020304" pitchFamily="18" charset="0"/>
                  <a:ea typeface="Gulim" pitchFamily="34" charset="-127"/>
                </a:defRPr>
              </a:lvl9pPr>
            </a:lstStyle>
            <a:p>
              <a:r>
                <a:rPr lang="en-US" altLang="zh-CN" i="0" dirty="0">
                  <a:solidFill>
                    <a:srgbClr val="C00000"/>
                  </a:solidFill>
                  <a:latin typeface="微软雅黑" panose="020B0503020204020204" charset="-122"/>
                  <a:ea typeface="微软雅黑" panose="020B0503020204020204" charset="-122"/>
                  <a:cs typeface="微软雅黑" panose="020B0503020204020204" charset="-122"/>
                </a:rPr>
                <a:t>HTTP</a:t>
              </a:r>
              <a:r>
                <a:rPr lang="zh-CN" altLang="en-US" i="0" dirty="0">
                  <a:solidFill>
                    <a:srgbClr val="C00000"/>
                  </a:solidFill>
                  <a:latin typeface="微软雅黑" panose="020B0503020204020204" charset="-122"/>
                  <a:ea typeface="微软雅黑" panose="020B0503020204020204" charset="-122"/>
                  <a:cs typeface="微软雅黑" panose="020B0503020204020204" charset="-122"/>
                </a:rPr>
                <a:t>请求</a:t>
              </a:r>
              <a:endParaRPr lang="zh-CN" altLang="en-US" i="0" dirty="0">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7" name="Rectangle 9"/>
            <p:cNvSpPr>
              <a:spLocks noChangeArrowheads="1"/>
            </p:cNvSpPr>
            <p:nvPr/>
          </p:nvSpPr>
          <p:spPr bwMode="auto">
            <a:xfrm>
              <a:off x="1889456" y="2063209"/>
              <a:ext cx="1419812" cy="1405049"/>
            </a:xfrm>
            <a:prstGeom prst="rect">
              <a:avLst/>
            </a:prstGeom>
            <a:solidFill>
              <a:schemeClr val="bg1"/>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latin typeface="微软雅黑" panose="020B0503020204020204" charset="-122"/>
                  <a:ea typeface="微软雅黑" panose="020B0503020204020204" charset="-122"/>
                  <a:cs typeface="微软雅黑" panose="020B0503020204020204" charset="-122"/>
                </a:rPr>
                <a:t>HTTP</a:t>
              </a:r>
              <a:endParaRPr kumimoji="0" lang="en-US" altLang="zh-CN" sz="2000" dirty="0">
                <a:latin typeface="微软雅黑" panose="020B0503020204020204" charset="-122"/>
                <a:ea typeface="微软雅黑" panose="020B0503020204020204" charset="-122"/>
                <a:cs typeface="微软雅黑" panose="020B0503020204020204" charset="-122"/>
              </a:endParaRPr>
            </a:p>
            <a:p>
              <a:pPr algn="ctr" eaLnBrk="1" hangingPunct="1">
                <a:spcBef>
                  <a:spcPct val="0"/>
                </a:spcBef>
                <a:buFontTx/>
                <a:buNone/>
              </a:pPr>
              <a:r>
                <a:rPr lang="zh-CN" altLang="en-US" sz="2000" dirty="0">
                  <a:latin typeface="微软雅黑" panose="020B0503020204020204" charset="-122"/>
                  <a:ea typeface="微软雅黑" panose="020B0503020204020204" charset="-122"/>
                  <a:cs typeface="微软雅黑" panose="020B0503020204020204" charset="-122"/>
                </a:rPr>
                <a:t>客户端</a:t>
              </a:r>
              <a:endParaRPr kumimoji="0" lang="en-US" altLang="zh-CN" sz="2000" dirty="0">
                <a:latin typeface="微软雅黑" panose="020B0503020204020204" charset="-122"/>
                <a:ea typeface="微软雅黑" panose="020B0503020204020204" charset="-122"/>
                <a:cs typeface="微软雅黑" panose="020B0503020204020204" charset="-122"/>
              </a:endParaRPr>
            </a:p>
          </p:txBody>
        </p:sp>
        <p:sp>
          <p:nvSpPr>
            <p:cNvPr id="8" name="Rectangle 9"/>
            <p:cNvSpPr>
              <a:spLocks noChangeArrowheads="1"/>
            </p:cNvSpPr>
            <p:nvPr/>
          </p:nvSpPr>
          <p:spPr bwMode="auto">
            <a:xfrm>
              <a:off x="5729710" y="2063210"/>
              <a:ext cx="1419812" cy="1405049"/>
            </a:xfrm>
            <a:prstGeom prst="rect">
              <a:avLst/>
            </a:prstGeom>
            <a:solidFill>
              <a:schemeClr val="bg1"/>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latin typeface="微软雅黑" panose="020B0503020204020204" charset="-122"/>
                  <a:ea typeface="微软雅黑" panose="020B0503020204020204" charset="-122"/>
                  <a:cs typeface="微软雅黑" panose="020B0503020204020204" charset="-122"/>
                </a:rPr>
                <a:t>HTTP</a:t>
              </a:r>
              <a:endParaRPr kumimoji="0" lang="en-US" altLang="zh-CN" sz="2000" dirty="0">
                <a:latin typeface="微软雅黑" panose="020B0503020204020204" charset="-122"/>
                <a:ea typeface="微软雅黑" panose="020B0503020204020204" charset="-122"/>
                <a:cs typeface="微软雅黑" panose="020B0503020204020204" charset="-122"/>
              </a:endParaRPr>
            </a:p>
            <a:p>
              <a:pPr algn="ctr" eaLnBrk="1" hangingPunct="1">
                <a:spcBef>
                  <a:spcPct val="0"/>
                </a:spcBef>
                <a:buFontTx/>
                <a:buNone/>
              </a:pPr>
              <a:r>
                <a:rPr kumimoji="0" lang="zh-CN" altLang="en-US" sz="2000" dirty="0">
                  <a:latin typeface="微软雅黑" panose="020B0503020204020204" charset="-122"/>
                  <a:ea typeface="微软雅黑" panose="020B0503020204020204" charset="-122"/>
                  <a:cs typeface="微软雅黑" panose="020B0503020204020204" charset="-122"/>
                </a:rPr>
                <a:t>服务器</a:t>
              </a:r>
              <a:endParaRPr kumimoji="0" lang="en-US" altLang="zh-CN" sz="2000" dirty="0">
                <a:latin typeface="微软雅黑" panose="020B0503020204020204" charset="-122"/>
                <a:ea typeface="微软雅黑" panose="020B0503020204020204" charset="-122"/>
                <a:cs typeface="微软雅黑" panose="020B0503020204020204" charset="-122"/>
              </a:endParaRPr>
            </a:p>
          </p:txBody>
        </p:sp>
        <p:sp>
          <p:nvSpPr>
            <p:cNvPr id="9" name="Line 24"/>
            <p:cNvSpPr>
              <a:spLocks noChangeShapeType="1"/>
            </p:cNvSpPr>
            <p:nvPr/>
          </p:nvSpPr>
          <p:spPr bwMode="auto">
            <a:xfrm flipH="1" flipV="1">
              <a:off x="3309268" y="2886512"/>
              <a:ext cx="2416112" cy="0"/>
            </a:xfrm>
            <a:prstGeom prst="line">
              <a:avLst/>
            </a:prstGeom>
            <a:noFill/>
            <a:ln w="19050">
              <a:solidFill>
                <a:srgbClr val="00B0F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42"/>
            <p:cNvSpPr txBox="1">
              <a:spLocks noChangeArrowheads="1"/>
            </p:cNvSpPr>
            <p:nvPr/>
          </p:nvSpPr>
          <p:spPr bwMode="auto">
            <a:xfrm>
              <a:off x="3769996" y="2853333"/>
              <a:ext cx="1482540" cy="412176"/>
            </a:xfrm>
            <a:prstGeom prst="rect">
              <a:avLst/>
            </a:prstGeom>
            <a:noFill/>
            <a:ln>
              <a:noFill/>
            </a:ln>
          </p:spPr>
          <p:txBody>
            <a:bodyPr wrap="none">
              <a:spAutoFit/>
            </a:bodyP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solidFill>
                    <a:srgbClr val="C00000"/>
                  </a:solidFill>
                  <a:latin typeface="微软雅黑" panose="020B0503020204020204" charset="-122"/>
                  <a:ea typeface="微软雅黑" panose="020B0503020204020204" charset="-122"/>
                  <a:cs typeface="微软雅黑" panose="020B0503020204020204" charset="-122"/>
                </a:rPr>
                <a:t>HTTP</a:t>
              </a:r>
              <a:r>
                <a:rPr kumimoji="0" lang="zh-CN" altLang="en-US" sz="2000" dirty="0">
                  <a:solidFill>
                    <a:srgbClr val="C00000"/>
                  </a:solidFill>
                  <a:latin typeface="微软雅黑" panose="020B0503020204020204" charset="-122"/>
                  <a:ea typeface="微软雅黑" panose="020B0503020204020204" charset="-122"/>
                  <a:cs typeface="微软雅黑" panose="020B0503020204020204" charset="-122"/>
                </a:rPr>
                <a:t>响应</a:t>
              </a:r>
              <a:endParaRPr kumimoji="0" lang="zh-CN" altLang="en-US" sz="2000" dirty="0">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1" name="Rectangle 9"/>
            <p:cNvSpPr>
              <a:spLocks noChangeArrowheads="1"/>
            </p:cNvSpPr>
            <p:nvPr/>
          </p:nvSpPr>
          <p:spPr bwMode="auto">
            <a:xfrm>
              <a:off x="408533" y="2273895"/>
              <a:ext cx="1014399" cy="983674"/>
            </a:xfrm>
            <a:prstGeom prst="rect">
              <a:avLst/>
            </a:prstGeom>
            <a:solidFill>
              <a:schemeClr val="bg1"/>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latin typeface="微软雅黑" panose="020B0503020204020204" charset="-122"/>
                  <a:ea typeface="微软雅黑" panose="020B0503020204020204" charset="-122"/>
                  <a:cs typeface="微软雅黑" panose="020B0503020204020204" charset="-122"/>
                </a:rPr>
                <a:t>HTML</a:t>
              </a:r>
              <a:endParaRPr kumimoji="0" lang="en-US" altLang="zh-CN" sz="2000" dirty="0">
                <a:latin typeface="微软雅黑" panose="020B0503020204020204" charset="-122"/>
                <a:ea typeface="微软雅黑" panose="020B0503020204020204" charset="-122"/>
                <a:cs typeface="微软雅黑" panose="020B0503020204020204" charset="-122"/>
              </a:endParaRPr>
            </a:p>
            <a:p>
              <a:pPr algn="ctr" eaLnBrk="1" hangingPunct="1">
                <a:spcBef>
                  <a:spcPct val="0"/>
                </a:spcBef>
                <a:buFontTx/>
                <a:buNone/>
              </a:pPr>
              <a:r>
                <a:rPr lang="zh-CN" altLang="en-US" sz="2000" dirty="0">
                  <a:latin typeface="微软雅黑" panose="020B0503020204020204" charset="-122"/>
                  <a:ea typeface="微软雅黑" panose="020B0503020204020204" charset="-122"/>
                  <a:cs typeface="微软雅黑" panose="020B0503020204020204" charset="-122"/>
                </a:rPr>
                <a:t>解释器</a:t>
              </a:r>
              <a:endParaRPr kumimoji="0" lang="en-US" altLang="zh-CN" sz="2000" dirty="0">
                <a:latin typeface="微软雅黑" panose="020B0503020204020204" charset="-122"/>
                <a:ea typeface="微软雅黑" panose="020B0503020204020204" charset="-122"/>
                <a:cs typeface="微软雅黑" panose="020B0503020204020204" charset="-122"/>
              </a:endParaRPr>
            </a:p>
          </p:txBody>
        </p:sp>
        <p:sp>
          <p:nvSpPr>
            <p:cNvPr id="12" name="箭头: 左右 12"/>
            <p:cNvSpPr/>
            <p:nvPr/>
          </p:nvSpPr>
          <p:spPr>
            <a:xfrm>
              <a:off x="1425574" y="2678132"/>
              <a:ext cx="449966" cy="17520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3" name="Rectangle 9"/>
            <p:cNvSpPr>
              <a:spLocks noChangeArrowheads="1"/>
            </p:cNvSpPr>
            <p:nvPr/>
          </p:nvSpPr>
          <p:spPr bwMode="auto">
            <a:xfrm>
              <a:off x="7620150" y="2283131"/>
              <a:ext cx="1014399" cy="983674"/>
            </a:xfrm>
            <a:prstGeom prst="rect">
              <a:avLst/>
            </a:prstGeom>
            <a:solidFill>
              <a:schemeClr val="bg1"/>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latin typeface="微软雅黑" panose="020B0503020204020204" charset="-122"/>
                  <a:ea typeface="微软雅黑" panose="020B0503020204020204" charset="-122"/>
                  <a:cs typeface="微软雅黑" panose="020B0503020204020204" charset="-122"/>
                </a:rPr>
                <a:t>HTML</a:t>
              </a:r>
              <a:endParaRPr kumimoji="0" lang="en-US" altLang="zh-CN" sz="2000" dirty="0">
                <a:latin typeface="微软雅黑" panose="020B0503020204020204" charset="-122"/>
                <a:ea typeface="微软雅黑" panose="020B0503020204020204" charset="-122"/>
                <a:cs typeface="微软雅黑" panose="020B0503020204020204" charset="-122"/>
              </a:endParaRPr>
            </a:p>
            <a:p>
              <a:pPr algn="ctr" eaLnBrk="1" hangingPunct="1">
                <a:spcBef>
                  <a:spcPct val="0"/>
                </a:spcBef>
                <a:buFontTx/>
                <a:buNone/>
              </a:pPr>
              <a:r>
                <a:rPr lang="zh-CN" altLang="en-US" sz="2000" dirty="0">
                  <a:latin typeface="微软雅黑" panose="020B0503020204020204" charset="-122"/>
                  <a:ea typeface="微软雅黑" panose="020B0503020204020204" charset="-122"/>
                  <a:cs typeface="微软雅黑" panose="020B0503020204020204" charset="-122"/>
                </a:rPr>
                <a:t>文档</a:t>
              </a:r>
              <a:endParaRPr kumimoji="0" lang="en-US" altLang="zh-CN" sz="2000" dirty="0">
                <a:latin typeface="微软雅黑" panose="020B0503020204020204" charset="-122"/>
                <a:ea typeface="微软雅黑" panose="020B0503020204020204" charset="-122"/>
                <a:cs typeface="微软雅黑" panose="020B0503020204020204" charset="-122"/>
              </a:endParaRPr>
            </a:p>
          </p:txBody>
        </p:sp>
        <p:sp>
          <p:nvSpPr>
            <p:cNvPr id="14" name="箭头: 左右 14"/>
            <p:cNvSpPr/>
            <p:nvPr/>
          </p:nvSpPr>
          <p:spPr>
            <a:xfrm>
              <a:off x="7149522" y="2678132"/>
              <a:ext cx="449966" cy="17520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5" name="矩形 17"/>
            <p:cNvSpPr/>
            <p:nvPr/>
          </p:nvSpPr>
          <p:spPr>
            <a:xfrm>
              <a:off x="323850" y="1976584"/>
              <a:ext cx="3057239" cy="1588655"/>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6" name="Text Box 42"/>
            <p:cNvSpPr txBox="1">
              <a:spLocks noChangeArrowheads="1"/>
            </p:cNvSpPr>
            <p:nvPr/>
          </p:nvSpPr>
          <p:spPr bwMode="auto">
            <a:xfrm>
              <a:off x="999178" y="1455028"/>
              <a:ext cx="1517875" cy="412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solidFill>
                    <a:srgbClr val="C00000"/>
                  </a:solidFill>
                  <a:latin typeface="微软雅黑" panose="020B0503020204020204" charset="-122"/>
                  <a:ea typeface="微软雅黑" panose="020B0503020204020204" charset="-122"/>
                </a:rPr>
                <a:t>浏览器</a:t>
              </a:r>
              <a:endParaRPr kumimoji="0" lang="zh-CN" altLang="en-US" sz="2000" dirty="0">
                <a:solidFill>
                  <a:srgbClr val="C00000"/>
                </a:solidFill>
                <a:latin typeface="微软雅黑" panose="020B0503020204020204" charset="-122"/>
                <a:ea typeface="微软雅黑" panose="020B0503020204020204" charset="-122"/>
              </a:endParaRPr>
            </a:p>
          </p:txBody>
        </p:sp>
        <p:sp>
          <p:nvSpPr>
            <p:cNvPr id="17" name="Text Box 42"/>
            <p:cNvSpPr txBox="1">
              <a:spLocks noChangeArrowheads="1"/>
            </p:cNvSpPr>
            <p:nvPr/>
          </p:nvSpPr>
          <p:spPr bwMode="auto">
            <a:xfrm>
              <a:off x="6494550" y="1473405"/>
              <a:ext cx="1826072" cy="412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solidFill>
                    <a:srgbClr val="C00000"/>
                  </a:solidFill>
                  <a:latin typeface="微软雅黑" panose="020B0503020204020204" charset="-122"/>
                  <a:ea typeface="微软雅黑" panose="020B0503020204020204" charset="-122"/>
                  <a:cs typeface="微软雅黑" panose="020B0503020204020204" charset="-122"/>
                </a:rPr>
                <a:t>Web</a:t>
              </a:r>
              <a:r>
                <a:rPr lang="zh-CN" altLang="en-US" sz="2000" dirty="0">
                  <a:solidFill>
                    <a:srgbClr val="C00000"/>
                  </a:solidFill>
                  <a:latin typeface="微软雅黑" panose="020B0503020204020204" charset="-122"/>
                  <a:ea typeface="微软雅黑" panose="020B0503020204020204" charset="-122"/>
                  <a:cs typeface="微软雅黑" panose="020B0503020204020204" charset="-122"/>
                </a:rPr>
                <a:t>服务器</a:t>
              </a:r>
              <a:endParaRPr kumimoji="0" lang="zh-CN" altLang="en-US" sz="2000" dirty="0">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8" name="矩形 20"/>
            <p:cNvSpPr/>
            <p:nvPr/>
          </p:nvSpPr>
          <p:spPr>
            <a:xfrm>
              <a:off x="5649084" y="1980640"/>
              <a:ext cx="3209166" cy="1588655"/>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pic>
        <p:nvPicPr>
          <p:cNvPr id="19" name="Picture 18"/>
          <p:cNvPicPr>
            <a:picLocks noChangeAspect="1"/>
          </p:cNvPicPr>
          <p:nvPr/>
        </p:nvPicPr>
        <p:blipFill>
          <a:blip r:embed="rId3"/>
          <a:stretch>
            <a:fillRect/>
          </a:stretch>
        </p:blipFill>
        <p:spPr>
          <a:xfrm>
            <a:off x="2341738" y="2160545"/>
            <a:ext cx="7772400" cy="1591818"/>
          </a:xfrm>
          <a:prstGeom prst="rect">
            <a:avLst/>
          </a:prstGeom>
        </p:spPr>
      </p:pic>
      <p:pic>
        <p:nvPicPr>
          <p:cNvPr id="21" name="Picture 20"/>
          <p:cNvPicPr>
            <a:picLocks noChangeAspect="1"/>
          </p:cNvPicPr>
          <p:nvPr/>
        </p:nvPicPr>
        <p:blipFill>
          <a:blip r:embed="rId4"/>
          <a:stretch>
            <a:fillRect/>
          </a:stretch>
        </p:blipFill>
        <p:spPr>
          <a:xfrm>
            <a:off x="5132972" y="3815634"/>
            <a:ext cx="6460597" cy="2943867"/>
          </a:xfrm>
          <a:prstGeom prst="rect">
            <a:avLst/>
          </a:prstGeom>
        </p:spPr>
      </p:pic>
      <p:sp>
        <p:nvSpPr>
          <p:cNvPr id="22" name="TextBox 21"/>
          <p:cNvSpPr txBox="1"/>
          <p:nvPr/>
        </p:nvSpPr>
        <p:spPr>
          <a:xfrm>
            <a:off x="548485" y="1087088"/>
            <a:ext cx="1655197" cy="369332"/>
          </a:xfrm>
          <a:prstGeom prst="rect">
            <a:avLst/>
          </a:prstGeom>
          <a:noFill/>
        </p:spPr>
        <p:txBody>
          <a:bodyPr wrap="none" rtlCol="0">
            <a:spAutoFit/>
          </a:bodyPr>
          <a:lstStyle/>
          <a:p>
            <a:r>
              <a:rPr lang="en-US" dirty="0"/>
              <a:t>WEB</a:t>
            </a:r>
            <a:r>
              <a:rPr lang="en-US" altLang="zh-CN" dirty="0"/>
              <a:t>/HTTP/URL</a:t>
            </a:r>
            <a:endParaRPr lang="en-US" dirty="0"/>
          </a:p>
        </p:txBody>
      </p:sp>
      <p:sp>
        <p:nvSpPr>
          <p:cNvPr id="23" name="TextBox 22"/>
          <p:cNvSpPr txBox="1"/>
          <p:nvPr/>
        </p:nvSpPr>
        <p:spPr>
          <a:xfrm>
            <a:off x="598431" y="4677632"/>
            <a:ext cx="1019382" cy="369332"/>
          </a:xfrm>
          <a:prstGeom prst="rect">
            <a:avLst/>
          </a:prstGeom>
          <a:noFill/>
        </p:spPr>
        <p:txBody>
          <a:bodyPr wrap="none" rtlCol="0">
            <a:spAutoFit/>
          </a:bodyPr>
          <a:lstStyle/>
          <a:p>
            <a:r>
              <a:rPr lang="en-US" dirty="0"/>
              <a:t>Webmail</a:t>
            </a:r>
            <a:endParaRPr lang="en-US" dirty="0"/>
          </a:p>
        </p:txBody>
      </p:sp>
      <p:sp>
        <p:nvSpPr>
          <p:cNvPr id="20" name="灯片编号占位符 19"/>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Box 3"/>
          <p:cNvSpPr txBox="1">
            <a:spLocks noChangeArrowheads="1"/>
          </p:cNvSpPr>
          <p:nvPr/>
        </p:nvSpPr>
        <p:spPr bwMode="auto">
          <a:xfrm>
            <a:off x="964565" y="1306830"/>
            <a:ext cx="4798060"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1"/>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2"/>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itchFamily="50"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itchFamily="50"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itchFamily="50"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itchFamily="50"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itchFamily="50"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itchFamily="50" charset="-127"/>
                <a:cs typeface="+mn-cs"/>
              </a:defRPr>
            </a:lvl9pPr>
          </a:lstStyle>
          <a:p>
            <a:pPr marL="360680" indent="-360680" algn="l" defTabSz="914400">
              <a:lnSpc>
                <a:spcPct val="120000"/>
              </a:lnSpc>
              <a:spcBef>
                <a:spcPts val="600"/>
              </a:spcBef>
              <a:buClrTx/>
              <a:buSzTx/>
              <a:buFont typeface="Wingdings" panose="05000000000000000000" pitchFamily="2" charset="2"/>
              <a:buChar char="Ø"/>
            </a:pPr>
            <a:r>
              <a:rPr lang="en-US" sz="2400" dirty="0">
                <a:latin typeface="微软雅黑" panose="020B0503020204020204" charset="-122"/>
                <a:ea typeface="微软雅黑" panose="020B0503020204020204" charset="-122"/>
                <a:cs typeface="微软雅黑" panose="020B0503020204020204" charset="-122"/>
              </a:rPr>
              <a:t>HTTP/1.0（1996）</a:t>
            </a:r>
            <a:endParaRPr lang="en-US" sz="2400" dirty="0">
              <a:latin typeface="微软雅黑" panose="020B0503020204020204" charset="-122"/>
              <a:ea typeface="微软雅黑" panose="020B0503020204020204" charset="-122"/>
              <a:cs typeface="微软雅黑" panose="020B0503020204020204" charset="-122"/>
            </a:endParaRPr>
          </a:p>
          <a:p>
            <a:pPr marL="685800" lvl="1" indent="-328930">
              <a:lnSpc>
                <a:spcPct val="120000"/>
              </a:lnSpc>
              <a:spcBef>
                <a:spcPts val="600"/>
              </a:spcBef>
              <a:buFont typeface="Arial" panose="020B0604020202020204" pitchFamily="34" charset="0"/>
              <a:buChar char="•"/>
            </a:pPr>
            <a:r>
              <a:rPr lang="zh-CN" altLang="en-US" sz="2000" dirty="0">
                <a:solidFill>
                  <a:srgbClr val="C00000"/>
                </a:solidFill>
                <a:latin typeface="微软雅黑" panose="020B0503020204020204" charset="-122"/>
                <a:ea typeface="微软雅黑" panose="020B0503020204020204" charset="-122"/>
                <a:cs typeface="微软雅黑" panose="020B0503020204020204" charset="-122"/>
              </a:rPr>
              <a:t>无状态，非持久连接（短连接）</a:t>
            </a:r>
            <a:endParaRPr lang="en-US" altLang="zh-CN" sz="2000" dirty="0">
              <a:solidFill>
                <a:srgbClr val="C00000"/>
              </a:solidFill>
              <a:latin typeface="微软雅黑" panose="020B0503020204020204" charset="-122"/>
              <a:ea typeface="微软雅黑" panose="020B0503020204020204" charset="-122"/>
              <a:cs typeface="微软雅黑" panose="020B0503020204020204" charset="-122"/>
            </a:endParaRPr>
          </a:p>
          <a:p>
            <a:pPr marL="360680" indent="-360680" algn="l" defTabSz="914400">
              <a:lnSpc>
                <a:spcPct val="120000"/>
              </a:lnSpc>
              <a:spcBef>
                <a:spcPts val="600"/>
              </a:spcBef>
              <a:buClrTx/>
              <a:buSzTx/>
              <a:buFont typeface="Wingdings" panose="05000000000000000000" pitchFamily="2" charset="2"/>
              <a:buChar char="Ø"/>
            </a:pPr>
            <a:r>
              <a:rPr lang="en-US" sz="2400" dirty="0">
                <a:latin typeface="微软雅黑" panose="020B0503020204020204" charset="-122"/>
                <a:ea typeface="微软雅黑" panose="020B0503020204020204" charset="-122"/>
                <a:cs typeface="微软雅黑" panose="020B0503020204020204" charset="-122"/>
              </a:rPr>
              <a:t>与HTTP/1.1（1999）</a:t>
            </a:r>
            <a:endParaRPr lang="en-US" sz="2400" dirty="0">
              <a:latin typeface="微软雅黑" panose="020B0503020204020204" charset="-122"/>
              <a:ea typeface="微软雅黑" panose="020B0503020204020204" charset="-122"/>
              <a:cs typeface="微软雅黑" panose="020B0503020204020204" charset="-122"/>
            </a:endParaRPr>
          </a:p>
          <a:p>
            <a:pPr marL="685800" lvl="1" indent="-328930" algn="l" defTabSz="914400">
              <a:lnSpc>
                <a:spcPct val="120000"/>
              </a:lnSpc>
              <a:spcBef>
                <a:spcPts val="600"/>
              </a:spcBef>
              <a:buClrTx/>
              <a:buSzTx/>
              <a:buFont typeface="Arial" panose="020B0604020202020204" pitchFamily="34" charset="0"/>
              <a:buChar char="•"/>
              <a:tabLst>
                <a:tab pos="715645" algn="l"/>
              </a:tabLst>
            </a:pPr>
            <a:r>
              <a:rPr lang="zh-CN" altLang="en-US" sz="2000" dirty="0">
                <a:solidFill>
                  <a:srgbClr val="C00000"/>
                </a:solidFill>
                <a:latin typeface="微软雅黑" panose="020B0503020204020204" charset="-122"/>
                <a:ea typeface="微软雅黑" panose="020B0503020204020204" charset="-122"/>
                <a:cs typeface="微软雅黑" panose="020B0503020204020204" charset="-122"/>
              </a:rPr>
              <a:t>支持长连接和流水线机制</a:t>
            </a:r>
            <a:endParaRPr lang="zh-CN" altLang="en-US" sz="2000" dirty="0">
              <a:solidFill>
                <a:srgbClr val="C00000"/>
              </a:solidFill>
              <a:latin typeface="微软雅黑" panose="020B0503020204020204" charset="-122"/>
              <a:ea typeface="微软雅黑" panose="020B0503020204020204" charset="-122"/>
              <a:cs typeface="微软雅黑" panose="020B0503020204020204" charset="-122"/>
            </a:endParaRPr>
          </a:p>
          <a:p>
            <a:pPr marL="685800" lvl="1" indent="-328930" algn="l" defTabSz="914400">
              <a:lnSpc>
                <a:spcPct val="120000"/>
              </a:lnSpc>
              <a:spcBef>
                <a:spcPts val="600"/>
              </a:spcBef>
              <a:buClrTx/>
              <a:buSzTx/>
              <a:buFont typeface="Arial" panose="020B0604020202020204" pitchFamily="34" charset="0"/>
              <a:buChar char="•"/>
              <a:tabLst>
                <a:tab pos="715645" algn="l"/>
              </a:tabLst>
            </a:pPr>
            <a:r>
              <a:rPr lang="zh-CN" altLang="en-US" sz="2000" dirty="0">
                <a:solidFill>
                  <a:srgbClr val="C00000"/>
                </a:solidFill>
                <a:latin typeface="微软雅黑" panose="020B0503020204020204" charset="-122"/>
                <a:ea typeface="微软雅黑" panose="020B0503020204020204" charset="-122"/>
                <a:cs typeface="微软雅黑" panose="020B0503020204020204" charset="-122"/>
              </a:rPr>
              <a:t>缓存策略优化、部分资源请求及断点续传</a:t>
            </a:r>
            <a:endParaRPr lang="zh-CN" altLang="en-US" sz="2000" dirty="0">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5" name="Text Box 3"/>
          <p:cNvSpPr txBox="1">
            <a:spLocks noChangeArrowheads="1"/>
          </p:cNvSpPr>
          <p:nvPr/>
        </p:nvSpPr>
        <p:spPr bwMode="auto">
          <a:xfrm>
            <a:off x="5888990" y="1209542"/>
            <a:ext cx="5552440" cy="2804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1"/>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2"/>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itchFamily="50"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itchFamily="50"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itchFamily="50"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itchFamily="50"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itchFamily="50"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itchFamily="50" charset="-127"/>
                <a:cs typeface="+mn-cs"/>
              </a:defRPr>
            </a:lvl9pPr>
          </a:lstStyle>
          <a:p>
            <a:pPr marL="360680" indent="-360680" algn="l" defTabSz="914400">
              <a:lnSpc>
                <a:spcPct val="100000"/>
              </a:lnSpc>
              <a:spcBef>
                <a:spcPts val="600"/>
              </a:spcBef>
              <a:buClrTx/>
              <a:buSzTx/>
              <a:buFont typeface="Wingdings" panose="05000000000000000000" pitchFamily="2" charset="2"/>
              <a:buChar char="Ø"/>
            </a:pPr>
            <a:r>
              <a:rPr lang="en-US" sz="2400" dirty="0">
                <a:latin typeface="微软雅黑" panose="020B0503020204020204" charset="-122"/>
                <a:ea typeface="微软雅黑" panose="020B0503020204020204" charset="-122"/>
                <a:cs typeface="微软雅黑" panose="020B0503020204020204" charset="-122"/>
              </a:rPr>
              <a:t>HTTPS：HTTP+TLS（2008）</a:t>
            </a:r>
            <a:endParaRPr lang="en-US" sz="2400" dirty="0">
              <a:latin typeface="微软雅黑" panose="020B0503020204020204" charset="-122"/>
              <a:ea typeface="微软雅黑" panose="020B0503020204020204" charset="-122"/>
              <a:cs typeface="微软雅黑" panose="020B0503020204020204" charset="-122"/>
            </a:endParaRPr>
          </a:p>
          <a:p>
            <a:pPr marL="685800" lvl="1" indent="-328930" algn="l" defTabSz="914400">
              <a:lnSpc>
                <a:spcPts val="2600"/>
              </a:lnSpc>
              <a:spcBef>
                <a:spcPts val="600"/>
              </a:spcBef>
              <a:buClrTx/>
              <a:buSzTx/>
              <a:buFont typeface="Arial" panose="020B0604020202020204" pitchFamily="34" charset="0"/>
              <a:buChar char="•"/>
              <a:tabLst>
                <a:tab pos="715645" algn="l"/>
              </a:tabLst>
            </a:pPr>
            <a:r>
              <a:rPr lang="zh-CN" altLang="en-US" sz="2000" dirty="0">
                <a:solidFill>
                  <a:srgbClr val="C00000"/>
                </a:solidFill>
                <a:latin typeface="微软雅黑" panose="020B0503020204020204" charset="-122"/>
                <a:ea typeface="微软雅黑" panose="020B0503020204020204" charset="-122"/>
                <a:cs typeface="微软雅黑" panose="020B0503020204020204" charset="-122"/>
              </a:rPr>
              <a:t>增加SSL/TLS（TLS 1.2）层，在TCP之上提供安全机制</a:t>
            </a:r>
            <a:endParaRPr lang="zh-CN" altLang="en-US" sz="2000" dirty="0">
              <a:solidFill>
                <a:srgbClr val="C00000"/>
              </a:solidFill>
              <a:latin typeface="微软雅黑" panose="020B0503020204020204" charset="-122"/>
              <a:ea typeface="微软雅黑" panose="020B0503020204020204" charset="-122"/>
              <a:cs typeface="微软雅黑" panose="020B0503020204020204" charset="-122"/>
            </a:endParaRPr>
          </a:p>
          <a:p>
            <a:pPr marL="360680" indent="-360680" algn="l" defTabSz="914400">
              <a:lnSpc>
                <a:spcPct val="100000"/>
              </a:lnSpc>
              <a:spcBef>
                <a:spcPts val="600"/>
              </a:spcBef>
              <a:buClrTx/>
              <a:buSzTx/>
              <a:buFont typeface="Wingdings" panose="05000000000000000000" pitchFamily="2" charset="2"/>
              <a:buChar char="Ø"/>
            </a:pPr>
            <a:r>
              <a:rPr lang="en-US" sz="2400" dirty="0">
                <a:latin typeface="微软雅黑" panose="020B0503020204020204" charset="-122"/>
                <a:ea typeface="微软雅黑" panose="020B0503020204020204" charset="-122"/>
                <a:cs typeface="微软雅黑" panose="020B0503020204020204" charset="-122"/>
              </a:rPr>
              <a:t>HTTP/2.0（2015、2020）</a:t>
            </a:r>
            <a:endParaRPr lang="en-US" sz="2400" dirty="0">
              <a:latin typeface="微软雅黑" panose="020B0503020204020204" charset="-122"/>
              <a:ea typeface="微软雅黑" panose="020B0503020204020204" charset="-122"/>
              <a:cs typeface="微软雅黑" panose="020B0503020204020204" charset="-122"/>
            </a:endParaRPr>
          </a:p>
          <a:p>
            <a:pPr marL="685800" lvl="1" indent="-328930">
              <a:lnSpc>
                <a:spcPts val="2600"/>
              </a:lnSpc>
              <a:spcBef>
                <a:spcPts val="600"/>
              </a:spcBef>
              <a:buFont typeface="Arial" panose="020B0604020202020204" pitchFamily="34" charset="0"/>
              <a:buChar char="•"/>
            </a:pPr>
            <a:r>
              <a:rPr lang="zh-CN" altLang="en-US" sz="2000" dirty="0">
                <a:solidFill>
                  <a:srgbClr val="C00000"/>
                </a:solidFill>
                <a:latin typeface="微软雅黑" panose="020B0503020204020204" charset="-122"/>
                <a:ea typeface="微软雅黑" panose="020B0503020204020204" charset="-122"/>
                <a:cs typeface="微软雅黑" panose="020B0503020204020204" charset="-122"/>
              </a:rPr>
              <a:t>目标：提高带宽利用率、降低延迟</a:t>
            </a:r>
            <a:endParaRPr lang="en-US" altLang="zh-CN" sz="2000" dirty="0">
              <a:solidFill>
                <a:srgbClr val="C00000"/>
              </a:solidFill>
              <a:latin typeface="微软雅黑" panose="020B0503020204020204" charset="-122"/>
              <a:ea typeface="微软雅黑" panose="020B0503020204020204" charset="-122"/>
              <a:cs typeface="微软雅黑" panose="020B0503020204020204" charset="-122"/>
            </a:endParaRPr>
          </a:p>
          <a:p>
            <a:pPr marL="685800" lvl="1" indent="-328930">
              <a:lnSpc>
                <a:spcPts val="2600"/>
              </a:lnSpc>
              <a:spcBef>
                <a:spcPts val="600"/>
              </a:spcBef>
              <a:buFont typeface="Arial" panose="020B0604020202020204" pitchFamily="34" charset="0"/>
              <a:buChar char="•"/>
            </a:pPr>
            <a:r>
              <a:rPr lang="zh-CN" altLang="en-US" sz="2000" dirty="0">
                <a:solidFill>
                  <a:srgbClr val="C00000"/>
                </a:solidFill>
                <a:latin typeface="微软雅黑" panose="020B0503020204020204" charset="-122"/>
                <a:ea typeface="微软雅黑" panose="020B0503020204020204" charset="-122"/>
                <a:cs typeface="微软雅黑" panose="020B0503020204020204" charset="-122"/>
              </a:rPr>
              <a:t>增加二进制格式、</a:t>
            </a:r>
            <a:r>
              <a:rPr lang="en-US" altLang="zh-CN" sz="2000" dirty="0">
                <a:solidFill>
                  <a:srgbClr val="C00000"/>
                </a:solidFill>
                <a:latin typeface="微软雅黑" panose="020B0503020204020204" charset="-122"/>
                <a:ea typeface="微软雅黑" panose="020B0503020204020204" charset="-122"/>
                <a:cs typeface="微软雅黑" panose="020B0503020204020204" charset="-122"/>
              </a:rPr>
              <a:t>TCP</a:t>
            </a:r>
            <a:r>
              <a:rPr lang="zh-CN" altLang="en-US" sz="2000" dirty="0">
                <a:solidFill>
                  <a:srgbClr val="C00000"/>
                </a:solidFill>
                <a:latin typeface="微软雅黑" panose="020B0503020204020204" charset="-122"/>
                <a:ea typeface="微软雅黑" panose="020B0503020204020204" charset="-122"/>
                <a:cs typeface="微软雅黑" panose="020B0503020204020204" charset="-122"/>
              </a:rPr>
              <a:t>多路复用、头压缩、服务端推送等功能</a:t>
            </a:r>
            <a:endParaRPr lang="zh-CN" altLang="en-US" sz="2000" dirty="0">
              <a:solidFill>
                <a:srgbClr val="C00000"/>
              </a:solidFill>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2536927" y="4095115"/>
            <a:ext cx="6813550" cy="2322830"/>
            <a:chOff x="4717" y="6683"/>
            <a:chExt cx="9558" cy="3356"/>
          </a:xfrm>
        </p:grpSpPr>
        <p:pic>
          <p:nvPicPr>
            <p:cNvPr id="4" name="图片 3"/>
            <p:cNvPicPr>
              <a:picLocks noChangeAspect="1"/>
            </p:cNvPicPr>
            <p:nvPr/>
          </p:nvPicPr>
          <p:blipFill>
            <a:blip r:embed="rId3"/>
            <a:stretch>
              <a:fillRect/>
            </a:stretch>
          </p:blipFill>
          <p:spPr>
            <a:xfrm>
              <a:off x="4761" y="6707"/>
              <a:ext cx="9514" cy="3332"/>
            </a:xfrm>
            <a:prstGeom prst="rect">
              <a:avLst/>
            </a:prstGeom>
          </p:spPr>
        </p:pic>
        <p:sp>
          <p:nvSpPr>
            <p:cNvPr id="6" name="矩形 5"/>
            <p:cNvSpPr/>
            <p:nvPr/>
          </p:nvSpPr>
          <p:spPr>
            <a:xfrm>
              <a:off x="4717" y="7357"/>
              <a:ext cx="2333" cy="185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7" name="矩形 6"/>
            <p:cNvSpPr/>
            <p:nvPr/>
          </p:nvSpPr>
          <p:spPr>
            <a:xfrm>
              <a:off x="7148" y="6683"/>
              <a:ext cx="2333" cy="2527"/>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sp>
        <p:nvSpPr>
          <p:cNvPr id="2" name="标题 1"/>
          <p:cNvSpPr>
            <a:spLocks noGrp="1"/>
          </p:cNvSpPr>
          <p:nvPr>
            <p:ph type="title"/>
          </p:nvPr>
        </p:nvSpPr>
        <p:spPr/>
        <p:txBody>
          <a:bodyPr/>
          <a:lstStyle/>
          <a:p>
            <a:r>
              <a:rPr lang="en-US" altLang="zh-CN">
                <a:latin typeface="微软雅黑" panose="020B0503020204020204" charset="-122"/>
                <a:ea typeface="微软雅黑" panose="020B0503020204020204" charset="-122"/>
              </a:rPr>
              <a:t> </a:t>
            </a:r>
            <a:endParaRPr lang="en-US" altLang="zh-CN">
              <a:latin typeface="微软雅黑" panose="020B0503020204020204" charset="-122"/>
              <a:ea typeface="微软雅黑" panose="020B0503020204020204" charset="-122"/>
            </a:endParaRPr>
          </a:p>
        </p:txBody>
      </p:sp>
      <p:sp>
        <p:nvSpPr>
          <p:cNvPr id="3" name="Title 1"/>
          <p:cNvSpPr>
            <a:spLocks noGrp="1"/>
          </p:cNvSpPr>
          <p:nvPr/>
        </p:nvSpPr>
        <p:spPr>
          <a:xfrm>
            <a:off x="991047" y="337248"/>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微软雅黑" panose="020B0503020204020204" charset="-122"/>
                <a:ea typeface="微软雅黑" panose="020B0503020204020204" charset="-122"/>
                <a:cs typeface="+mj-cs"/>
              </a:defRPr>
            </a:lvl1pPr>
          </a:lstStyle>
          <a:p>
            <a:r>
              <a:rPr lang="en-US" sz="3200" dirty="0">
                <a:cs typeface="微软雅黑" panose="020B0503020204020204" charset="-122"/>
              </a:rPr>
              <a:t>3</a:t>
            </a:r>
            <a:r>
              <a:rPr lang="zh-CN" altLang="en-US" sz="3200" dirty="0">
                <a:cs typeface="微软雅黑" panose="020B0503020204020204" charset="-122"/>
              </a:rPr>
              <a:t>）</a:t>
            </a:r>
            <a:r>
              <a:rPr lang="en-US" sz="3200" dirty="0">
                <a:cs typeface="微软雅黑" panose="020B0503020204020204" charset="-122"/>
              </a:rPr>
              <a:t>HTTP</a:t>
            </a:r>
            <a:r>
              <a:rPr lang="zh-CN" altLang="en-US" sz="3200" dirty="0">
                <a:cs typeface="微软雅黑" panose="020B0503020204020204" charset="-122"/>
              </a:rPr>
              <a:t>发展现状</a:t>
            </a:r>
            <a:endParaRPr lang="zh-CN" altLang="en-US" sz="3200" dirty="0">
              <a:cs typeface="微软雅黑" panose="020B0503020204020204" charset="-122"/>
            </a:endParaRPr>
          </a:p>
        </p:txBody>
      </p:sp>
      <p:sp>
        <p:nvSpPr>
          <p:cNvPr id="14" name="文本框 13"/>
          <p:cNvSpPr txBox="1"/>
          <p:nvPr/>
        </p:nvSpPr>
        <p:spPr>
          <a:xfrm>
            <a:off x="161301" y="6489303"/>
            <a:ext cx="1173719"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charset="-122"/>
                <a:ea typeface="微软雅黑" panose="020B0503020204020204" charset="-122"/>
              </a:defRPr>
            </a:lvl1pPr>
          </a:lstStyle>
          <a:p>
            <a:r>
              <a:rPr lang="en-US" altLang="zh-CN" dirty="0"/>
              <a:t>7.4 </a:t>
            </a:r>
            <a:r>
              <a:rPr lang="zh-CN" altLang="en-US" dirty="0"/>
              <a:t>万维网</a:t>
            </a:r>
            <a:endParaRPr lang="zh-CN" altLang="en-US" dirty="0"/>
          </a:p>
        </p:txBody>
      </p:sp>
      <p:sp>
        <p:nvSpPr>
          <p:cNvPr id="15" name="灯片编号占位符 1"/>
          <p:cNvSpPr>
            <a:spLocks noGrp="1"/>
          </p:cNvSpPr>
          <p:nvPr>
            <p:ph type="sldNum" sz="quarter" idx="12"/>
          </p:nvPr>
        </p:nvSpPr>
        <p:spPr>
          <a:xfrm>
            <a:off x="8686810" y="6489303"/>
            <a:ext cx="2439671" cy="365125"/>
          </a:xfrm>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Line 2"/>
          <p:cNvSpPr>
            <a:spLocks noChangeShapeType="1"/>
          </p:cNvSpPr>
          <p:nvPr/>
        </p:nvSpPr>
        <p:spPr bwMode="auto">
          <a:xfrm flipH="1">
            <a:off x="8694305" y="1101600"/>
            <a:ext cx="5781" cy="5149056"/>
          </a:xfrm>
          <a:prstGeom prst="line">
            <a:avLst/>
          </a:prstGeom>
          <a:noFill/>
          <a:ln w="3175">
            <a:solidFill>
              <a:srgbClr val="C00000"/>
            </a:solidFill>
            <a:round/>
            <a:tailEnd type="triangle" w="med" len="med"/>
          </a:ln>
        </p:spPr>
        <p:txBody>
          <a:bodyPr wrap="none" anchor="ctr"/>
          <a:lstStyle/>
          <a:p>
            <a:endParaRPr lang="zh-CN" altLang="en-US"/>
          </a:p>
        </p:txBody>
      </p:sp>
      <p:sp>
        <p:nvSpPr>
          <p:cNvPr id="83983" name="Text Box 13"/>
          <p:cNvSpPr txBox="1">
            <a:spLocks noChangeArrowheads="1"/>
          </p:cNvSpPr>
          <p:nvPr/>
        </p:nvSpPr>
        <p:spPr bwMode="auto">
          <a:xfrm>
            <a:off x="8419073" y="4578783"/>
            <a:ext cx="589280" cy="337185"/>
          </a:xfrm>
          <a:prstGeom prst="rect">
            <a:avLst/>
          </a:prstGeom>
          <a:solidFill>
            <a:schemeClr val="bg1"/>
          </a:solidFill>
          <a:ln w="9525">
            <a:noFill/>
            <a:miter lim="800000"/>
          </a:ln>
        </p:spPr>
        <p:txBody>
          <a:bodyPr wrap="none">
            <a:spAutoFit/>
          </a:bodyPr>
          <a:lstStyle/>
          <a:p>
            <a:pPr eaLnBrk="0" hangingPunct="0">
              <a:lnSpc>
                <a:spcPct val="100000"/>
              </a:lnSpc>
              <a:spcBef>
                <a:spcPct val="0"/>
              </a:spcBef>
              <a:buClrTx/>
              <a:buFontTx/>
              <a:buNone/>
            </a:pPr>
            <a:r>
              <a:rPr kumimoji="0" lang="zh-CN" altLang="en-US" sz="1600" dirty="0">
                <a:latin typeface="微软雅黑" panose="020B0503020204020204" charset="-122"/>
                <a:ea typeface="微软雅黑" panose="020B0503020204020204" charset="-122"/>
                <a:cs typeface="Times New Roman" panose="02020603050405020304" pitchFamily="18" charset="0"/>
              </a:rPr>
              <a:t>时间</a:t>
            </a:r>
            <a:endParaRPr kumimoji="0" lang="zh-CN" altLang="en-US" sz="1600" dirty="0">
              <a:latin typeface="微软雅黑" panose="020B0503020204020204" charset="-122"/>
              <a:ea typeface="微软雅黑" panose="020B0503020204020204" charset="-122"/>
              <a:cs typeface="Times New Roman" panose="02020603050405020304" pitchFamily="18" charset="0"/>
            </a:endParaRPr>
          </a:p>
        </p:txBody>
      </p:sp>
      <p:sp>
        <p:nvSpPr>
          <p:cNvPr id="5" name="Text Box 3"/>
          <p:cNvSpPr txBox="1">
            <a:spLocks noChangeArrowheads="1"/>
          </p:cNvSpPr>
          <p:nvPr/>
        </p:nvSpPr>
        <p:spPr bwMode="auto">
          <a:xfrm>
            <a:off x="787966" y="1255678"/>
            <a:ext cx="7520940" cy="5155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a:spcBef>
                <a:spcPct val="20000"/>
              </a:spcBef>
              <a:buBlip>
                <a:blip r:embed="rId1"/>
              </a:buBlip>
              <a:tabLst>
                <a:tab pos="715645" algn="l"/>
              </a:tabLst>
              <a:defRPr sz="2800">
                <a:solidFill>
                  <a:schemeClr val="tx1"/>
                </a:solidFill>
                <a:latin typeface="Times New Roman" panose="02020603050405020304" pitchFamily="18" charset="0"/>
                <a:ea typeface="宋体" panose="02010600030101010101" pitchFamily="2" charset="-122"/>
              </a:defRPr>
            </a:lvl1pPr>
            <a:lvl2pPr marL="811530" indent="-266700">
              <a:spcBef>
                <a:spcPct val="20000"/>
              </a:spcBef>
              <a:buBlip>
                <a:blip r:embed="rId2"/>
              </a:buBlip>
              <a:tabLst>
                <a:tab pos="715645" algn="l"/>
              </a:tabLst>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tabLst>
                <a:tab pos="715645" algn="l"/>
              </a:tabLst>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tabLst>
                <a:tab pos="715645" algn="l"/>
              </a:tabLst>
              <a:defRPr sz="2000">
                <a:solidFill>
                  <a:schemeClr val="tx1"/>
                </a:solidFill>
                <a:latin typeface="Times New Roman" panose="02020603050405020304" pitchFamily="18" charset="0"/>
                <a:ea typeface="굴림" pitchFamily="50" charset="-127"/>
              </a:defRPr>
            </a:lvl4pPr>
            <a:lvl5pPr marL="2057400" indent="-228600">
              <a:spcBef>
                <a:spcPct val="20000"/>
              </a:spcBef>
              <a:buChar char="»"/>
              <a:tabLst>
                <a:tab pos="715645" algn="l"/>
              </a:tabLst>
              <a:defRPr sz="2000">
                <a:solidFill>
                  <a:schemeClr val="tx1"/>
                </a:solidFill>
                <a:latin typeface="Times New Roman" panose="02020603050405020304" pitchFamily="18" charset="0"/>
                <a:ea typeface="굴림" pitchFamily="50" charset="-127"/>
              </a:defRPr>
            </a:lvl5pPr>
            <a:lvl6pPr marL="25146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itchFamily="50" charset="-127"/>
              </a:defRPr>
            </a:lvl6pPr>
            <a:lvl7pPr marL="29718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itchFamily="50" charset="-127"/>
              </a:defRPr>
            </a:lvl7pPr>
            <a:lvl8pPr marL="34290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itchFamily="50" charset="-127"/>
              </a:defRPr>
            </a:lvl8pPr>
            <a:lvl9pPr marL="38862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itchFamily="50" charset="-127"/>
              </a:defRPr>
            </a:lvl9pPr>
          </a:lstStyle>
          <a:p>
            <a:pPr marL="360680" indent="-360680" algn="l" defTabSz="914400">
              <a:lnSpc>
                <a:spcPct val="100000"/>
              </a:lnSpc>
              <a:spcBef>
                <a:spcPts val="600"/>
              </a:spcBef>
              <a:buClrTx/>
              <a:buSzTx/>
              <a:buFont typeface="Wingdings" panose="05000000000000000000" pitchFamily="2" charset="2"/>
              <a:buChar char="Ø"/>
            </a:pPr>
            <a:r>
              <a:rPr lang="en-US" sz="2800" dirty="0">
                <a:latin typeface="微软雅黑" panose="020B0503020204020204" charset="-122"/>
                <a:ea typeface="微软雅黑" panose="020B0503020204020204" charset="-122"/>
                <a:cs typeface="微软雅黑" panose="020B0503020204020204" charset="-122"/>
              </a:rPr>
              <a:t>假设用户输入URL</a:t>
            </a:r>
            <a:endParaRPr lang="en-US" sz="2800" dirty="0">
              <a:latin typeface="微软雅黑" panose="020B0503020204020204" charset="-122"/>
              <a:ea typeface="微软雅黑" panose="020B0503020204020204" charset="-122"/>
              <a:cs typeface="微软雅黑" panose="020B0503020204020204" charset="-122"/>
            </a:endParaRPr>
          </a:p>
          <a:p>
            <a:pPr marL="742950" lvl="1" indent="-285750" algn="l" defTabSz="914400">
              <a:lnSpc>
                <a:spcPct val="100000"/>
              </a:lnSpc>
              <a:spcBef>
                <a:spcPts val="600"/>
              </a:spcBef>
              <a:buClrTx/>
              <a:buSzTx/>
              <a:buFont typeface="Wingdings" panose="05000000000000000000" charset="0"/>
              <a:buChar char="l"/>
            </a:pPr>
            <a:r>
              <a:rPr lang="en-US" altLang="zh-CN" dirty="0">
                <a:latin typeface="微软雅黑" panose="020B0503020204020204" charset="-122"/>
                <a:ea typeface="微软雅黑" panose="020B0503020204020204" charset="-122"/>
                <a:cs typeface="微软雅黑" panose="020B0503020204020204" charset="-122"/>
              </a:rPr>
              <a:t>http://www.nankai.edu.cn/computer/index.html</a:t>
            </a:r>
            <a:endParaRPr lang="en-US" altLang="zh-CN" dirty="0">
              <a:latin typeface="微软雅黑" panose="020B0503020204020204" charset="-122"/>
              <a:ea typeface="微软雅黑" panose="020B0503020204020204" charset="-122"/>
              <a:cs typeface="微软雅黑" panose="020B0503020204020204" charset="-122"/>
            </a:endParaRPr>
          </a:p>
          <a:p>
            <a:pPr marL="742950" lvl="1" indent="-285750" algn="l" defTabSz="914400">
              <a:lnSpc>
                <a:spcPct val="100000"/>
              </a:lnSpc>
              <a:spcBef>
                <a:spcPts val="600"/>
              </a:spcBef>
              <a:buClrTx/>
              <a:buSzTx/>
              <a:buFont typeface="Wingdings" panose="05000000000000000000" charset="0"/>
              <a:buChar char="l"/>
            </a:pPr>
            <a:r>
              <a:rPr lang="zh-CN" altLang="en-US" dirty="0">
                <a:latin typeface="微软雅黑" panose="020B0503020204020204" charset="-122"/>
                <a:ea typeface="微软雅黑" panose="020B0503020204020204" charset="-122"/>
                <a:cs typeface="微软雅黑" panose="020B0503020204020204" charset="-122"/>
              </a:rPr>
              <a:t>如</a:t>
            </a:r>
            <a:r>
              <a:rPr lang="en-US" altLang="zh-CN" dirty="0">
                <a:latin typeface="微软雅黑" panose="020B0503020204020204" charset="-122"/>
                <a:ea typeface="微软雅黑" panose="020B0503020204020204" charset="-122"/>
                <a:cs typeface="微软雅黑" panose="020B0503020204020204" charset="-122"/>
              </a:rPr>
              <a:t>该页面包含2幅jpg图像</a:t>
            </a:r>
            <a:endParaRPr lang="en-US" altLang="zh-CN" dirty="0">
              <a:latin typeface="微软雅黑" panose="020B0503020204020204" charset="-122"/>
              <a:ea typeface="微软雅黑" panose="020B0503020204020204" charset="-122"/>
              <a:cs typeface="微软雅黑" panose="020B0503020204020204" charset="-122"/>
            </a:endParaRPr>
          </a:p>
          <a:p>
            <a:pPr marL="1200150" lvl="2" indent="-285750" algn="l" defTabSz="914400">
              <a:lnSpc>
                <a:spcPct val="100000"/>
              </a:lnSpc>
              <a:spcBef>
                <a:spcPts val="600"/>
              </a:spcBef>
              <a:buClrTx/>
              <a:buSzTx/>
              <a:buFont typeface="Wingdings" panose="05000000000000000000" charset="0"/>
              <a:buChar char="l"/>
            </a:pPr>
            <a:r>
              <a:rPr lang="zh-CN" altLang="en-US" sz="2000" dirty="0">
                <a:latin typeface="微软雅黑" panose="020B0503020204020204" charset="-122"/>
                <a:ea typeface="微软雅黑" panose="020B0503020204020204" charset="-122"/>
                <a:cs typeface="微软雅黑" panose="020B0503020204020204" charset="-122"/>
              </a:rPr>
              <a:t>需要</a:t>
            </a:r>
            <a:r>
              <a:rPr lang="zh-CN" altLang="en-US" sz="2000" b="1" dirty="0">
                <a:solidFill>
                  <a:srgbClr val="C00000"/>
                </a:solidFill>
                <a:latin typeface="微软雅黑" panose="020B0503020204020204" charset="-122"/>
                <a:ea typeface="微软雅黑" panose="020B0503020204020204" charset="-122"/>
                <a:cs typeface="微软雅黑" panose="020B0503020204020204" charset="-122"/>
              </a:rPr>
              <a:t>执行三次完整的连接过程</a:t>
            </a:r>
            <a:r>
              <a:rPr lang="zh-CN" altLang="en-US" sz="2000" dirty="0">
                <a:latin typeface="微软雅黑" panose="020B0503020204020204" charset="-122"/>
                <a:ea typeface="微软雅黑" panose="020B0503020204020204" charset="-122"/>
                <a:cs typeface="微软雅黑" panose="020B0503020204020204" charset="-122"/>
              </a:rPr>
              <a:t>（即：连接的建立，数据传输，连接终止），</a:t>
            </a:r>
            <a:r>
              <a:rPr lang="zh-CN" altLang="en-US" sz="2000" b="1" dirty="0">
                <a:solidFill>
                  <a:srgbClr val="C00000"/>
                </a:solidFill>
                <a:latin typeface="微软雅黑" panose="020B0503020204020204" charset="-122"/>
                <a:ea typeface="微软雅黑" panose="020B0503020204020204" charset="-122"/>
                <a:cs typeface="微软雅黑" panose="020B0503020204020204" charset="-122"/>
              </a:rPr>
              <a:t>包含三次</a:t>
            </a:r>
            <a:r>
              <a:rPr lang="en-US" altLang="zh-CN" sz="2000" b="1" dirty="0">
                <a:solidFill>
                  <a:srgbClr val="C00000"/>
                </a:solidFill>
                <a:latin typeface="微软雅黑" panose="020B0503020204020204" charset="-122"/>
                <a:ea typeface="微软雅黑" panose="020B0503020204020204" charset="-122"/>
                <a:cs typeface="微软雅黑" panose="020B0503020204020204" charset="-122"/>
              </a:rPr>
              <a:t>TCP</a:t>
            </a:r>
            <a:r>
              <a:rPr lang="zh-CN" altLang="en-US" sz="2000" b="1" dirty="0">
                <a:solidFill>
                  <a:srgbClr val="C00000"/>
                </a:solidFill>
                <a:latin typeface="微软雅黑" panose="020B0503020204020204" charset="-122"/>
                <a:ea typeface="微软雅黑" panose="020B0503020204020204" charset="-122"/>
                <a:cs typeface="微软雅黑" panose="020B0503020204020204" charset="-122"/>
              </a:rPr>
              <a:t>过程（含三次</a:t>
            </a:r>
            <a:r>
              <a:rPr lang="en-US" altLang="zh-CN" sz="2000" b="1" dirty="0">
                <a:solidFill>
                  <a:srgbClr val="C00000"/>
                </a:solidFill>
                <a:latin typeface="微软雅黑" panose="020B0503020204020204" charset="-122"/>
                <a:ea typeface="微软雅黑" panose="020B0503020204020204" charset="-122"/>
                <a:cs typeface="微软雅黑" panose="020B0503020204020204" charset="-122"/>
              </a:rPr>
              <a:t>HTTP</a:t>
            </a:r>
            <a:r>
              <a:rPr lang="zh-CN" altLang="en-US" sz="2000" b="1" dirty="0">
                <a:solidFill>
                  <a:srgbClr val="C00000"/>
                </a:solidFill>
                <a:latin typeface="微软雅黑" panose="020B0503020204020204" charset="-122"/>
                <a:ea typeface="微软雅黑" panose="020B0503020204020204" charset="-122"/>
                <a:cs typeface="微软雅黑" panose="020B0503020204020204" charset="-122"/>
              </a:rPr>
              <a:t>过程）</a:t>
            </a:r>
            <a:endParaRPr lang="en-US" altLang="zh-CN" b="1" dirty="0">
              <a:solidFill>
                <a:srgbClr val="C00000"/>
              </a:solidFill>
              <a:latin typeface="微软雅黑" panose="020B0503020204020204" charset="-122"/>
              <a:ea typeface="微软雅黑" panose="020B0503020204020204" charset="-122"/>
              <a:cs typeface="微软雅黑" panose="020B0503020204020204" charset="-122"/>
            </a:endParaRPr>
          </a:p>
          <a:p>
            <a:pPr marL="1657350" lvl="3" indent="-285750" algn="l" defTabSz="914400">
              <a:lnSpc>
                <a:spcPct val="100000"/>
              </a:lnSpc>
              <a:spcBef>
                <a:spcPts val="600"/>
              </a:spcBef>
              <a:buClrTx/>
              <a:buSzTx/>
              <a:buFont typeface="Wingdings" panose="05000000000000000000" charset="0"/>
              <a:buChar char="l"/>
            </a:pPr>
            <a:r>
              <a:rPr lang="zh-CN" altLang="en-US" dirty="0">
                <a:latin typeface="微软雅黑" panose="020B0503020204020204" charset="-122"/>
                <a:ea typeface="微软雅黑" panose="020B0503020204020204" charset="-122"/>
                <a:cs typeface="微软雅黑" panose="020B0503020204020204" charset="-122"/>
              </a:rPr>
              <a:t>三次握手连接建立</a:t>
            </a:r>
            <a:endParaRPr lang="zh-CN" altLang="en-US" dirty="0">
              <a:latin typeface="微软雅黑" panose="020B0503020204020204" charset="-122"/>
              <a:ea typeface="微软雅黑" panose="020B0503020204020204" charset="-122"/>
              <a:cs typeface="微软雅黑" panose="020B0503020204020204" charset="-122"/>
            </a:endParaRPr>
          </a:p>
          <a:p>
            <a:pPr marL="1657350" lvl="3" indent="-285750" algn="l" defTabSz="914400">
              <a:lnSpc>
                <a:spcPct val="100000"/>
              </a:lnSpc>
              <a:spcBef>
                <a:spcPts val="600"/>
              </a:spcBef>
              <a:buClrTx/>
              <a:buSzTx/>
              <a:buFont typeface="Wingdings" panose="05000000000000000000" charset="0"/>
              <a:buChar char="l"/>
            </a:pPr>
            <a:r>
              <a:rPr lang="en-US" altLang="zh-CN" dirty="0">
                <a:latin typeface="微软雅黑" panose="020B0503020204020204" charset="-122"/>
                <a:ea typeface="微软雅黑" panose="020B0503020204020204" charset="-122"/>
                <a:cs typeface="微软雅黑" panose="020B0503020204020204" charset="-122"/>
              </a:rPr>
              <a:t>Request </a:t>
            </a:r>
            <a:r>
              <a:rPr lang="zh-CN" altLang="en-US" dirty="0">
                <a:latin typeface="微软雅黑" panose="020B0503020204020204" charset="-122"/>
                <a:ea typeface="微软雅黑" panose="020B0503020204020204" charset="-122"/>
                <a:cs typeface="微软雅黑" panose="020B0503020204020204" charset="-122"/>
              </a:rPr>
              <a:t>（</a:t>
            </a:r>
            <a:r>
              <a:rPr lang="en-US" altLang="zh-CN" dirty="0">
                <a:latin typeface="微软雅黑" panose="020B0503020204020204" charset="-122"/>
                <a:ea typeface="微软雅黑" panose="020B0503020204020204" charset="-122"/>
                <a:cs typeface="微软雅黑" panose="020B0503020204020204" charset="-122"/>
              </a:rPr>
              <a:t>Get /index.html</a:t>
            </a:r>
            <a:r>
              <a:rPr lang="zh-CN" altLang="en-US" dirty="0">
                <a:latin typeface="微软雅黑" panose="020B0503020204020204" charset="-122"/>
                <a:ea typeface="微软雅黑" panose="020B0503020204020204" charset="-122"/>
                <a:cs typeface="微软雅黑" panose="020B0503020204020204" charset="-122"/>
              </a:rPr>
              <a:t>）</a:t>
            </a:r>
            <a:endParaRPr lang="zh-CN" altLang="en-US" dirty="0">
              <a:latin typeface="微软雅黑" panose="020B0503020204020204" charset="-122"/>
              <a:ea typeface="微软雅黑" panose="020B0503020204020204" charset="-122"/>
              <a:cs typeface="微软雅黑" panose="020B0503020204020204" charset="-122"/>
            </a:endParaRPr>
          </a:p>
          <a:p>
            <a:pPr marL="1657350" lvl="3" indent="-285750" algn="l" defTabSz="914400">
              <a:lnSpc>
                <a:spcPct val="100000"/>
              </a:lnSpc>
              <a:spcBef>
                <a:spcPts val="600"/>
              </a:spcBef>
              <a:buClrTx/>
              <a:buSzTx/>
              <a:buFont typeface="Wingdings" panose="05000000000000000000" charset="0"/>
              <a:buChar char="l"/>
            </a:pPr>
            <a:r>
              <a:rPr lang="en-US" altLang="zh-CN" dirty="0" err="1">
                <a:latin typeface="微软雅黑" panose="020B0503020204020204" charset="-122"/>
                <a:ea typeface="微软雅黑" panose="020B0503020204020204" charset="-122"/>
                <a:cs typeface="微软雅黑" panose="020B0503020204020204" charset="-122"/>
              </a:rPr>
              <a:t>Respone</a:t>
            </a:r>
            <a:endParaRPr lang="en-US" altLang="zh-CN" dirty="0">
              <a:latin typeface="微软雅黑" panose="020B0503020204020204" charset="-122"/>
              <a:ea typeface="微软雅黑" panose="020B0503020204020204" charset="-122"/>
              <a:cs typeface="微软雅黑" panose="020B0503020204020204" charset="-122"/>
            </a:endParaRPr>
          </a:p>
          <a:p>
            <a:pPr marL="1657350" lvl="3" indent="-285750" algn="l" defTabSz="914400">
              <a:lnSpc>
                <a:spcPct val="100000"/>
              </a:lnSpc>
              <a:spcBef>
                <a:spcPts val="600"/>
              </a:spcBef>
              <a:buClrTx/>
              <a:buSzTx/>
              <a:buFont typeface="Wingdings" panose="05000000000000000000" charset="0"/>
              <a:buChar char="l"/>
            </a:pPr>
            <a:r>
              <a:rPr lang="zh-CN" altLang="en-US" dirty="0">
                <a:latin typeface="微软雅黑" panose="020B0503020204020204" charset="-122"/>
                <a:ea typeface="微软雅黑" panose="020B0503020204020204" charset="-122"/>
                <a:cs typeface="微软雅黑" panose="020B0503020204020204" charset="-122"/>
              </a:rPr>
              <a:t>关闭连接</a:t>
            </a:r>
            <a:endParaRPr lang="en-US" altLang="zh-CN" dirty="0">
              <a:latin typeface="微软雅黑" panose="020B0503020204020204" charset="-122"/>
              <a:ea typeface="微软雅黑" panose="020B0503020204020204" charset="-122"/>
              <a:cs typeface="微软雅黑" panose="020B0503020204020204" charset="-122"/>
            </a:endParaRPr>
          </a:p>
          <a:p>
            <a:pPr marL="1657350" lvl="3" indent="-285750" algn="l" defTabSz="914400">
              <a:lnSpc>
                <a:spcPct val="100000"/>
              </a:lnSpc>
              <a:spcBef>
                <a:spcPts val="600"/>
              </a:spcBef>
              <a:buClrTx/>
              <a:buSzTx/>
              <a:buFont typeface="Wingdings" panose="05000000000000000000" charset="0"/>
              <a:buChar char="l"/>
            </a:pPr>
            <a:r>
              <a:rPr lang="en-US" altLang="zh-CN" dirty="0">
                <a:latin typeface="微软雅黑" panose="020B0503020204020204" charset="-122"/>
                <a:ea typeface="微软雅黑" panose="020B0503020204020204" charset="-122"/>
                <a:cs typeface="微软雅黑" panose="020B0503020204020204" charset="-122"/>
              </a:rPr>
              <a:t>.........</a:t>
            </a:r>
            <a:endParaRPr lang="en-US" altLang="zh-CN" dirty="0">
              <a:latin typeface="微软雅黑" panose="020B0503020204020204" charset="-122"/>
              <a:ea typeface="微软雅黑" panose="020B0503020204020204" charset="-122"/>
              <a:cs typeface="微软雅黑" panose="020B0503020204020204" charset="-122"/>
            </a:endParaRPr>
          </a:p>
          <a:p>
            <a:pPr marL="742950" lvl="1" indent="-285750" algn="l" defTabSz="914400">
              <a:lnSpc>
                <a:spcPct val="100000"/>
              </a:lnSpc>
              <a:spcBef>
                <a:spcPts val="600"/>
              </a:spcBef>
              <a:buClrTx/>
              <a:buSzTx/>
              <a:buFont typeface="Wingdings" panose="05000000000000000000" charset="0"/>
              <a:buChar char="l"/>
            </a:pPr>
            <a:r>
              <a:rPr lang="en-US" altLang="zh-CN" dirty="0">
                <a:latin typeface="微软雅黑" panose="020B0503020204020204" charset="-122"/>
                <a:ea typeface="微软雅黑" panose="020B0503020204020204" charset="-122"/>
                <a:cs typeface="微软雅黑" panose="020B0503020204020204" charset="-122"/>
              </a:rPr>
              <a:t>如若</a:t>
            </a:r>
            <a:r>
              <a:rPr lang="zh-CN" altLang="en-US" dirty="0">
                <a:latin typeface="微软雅黑" panose="020B0503020204020204" charset="-122"/>
                <a:ea typeface="微软雅黑" panose="020B0503020204020204" charset="-122"/>
                <a:cs typeface="微软雅黑" panose="020B0503020204020204" charset="-122"/>
              </a:rPr>
              <a:t>含</a:t>
            </a:r>
            <a:r>
              <a:rPr lang="en-US" altLang="zh-CN" dirty="0">
                <a:latin typeface="微软雅黑" panose="020B0503020204020204" charset="-122"/>
                <a:ea typeface="微软雅黑" panose="020B0503020204020204" charset="-122"/>
                <a:cs typeface="微软雅黑" panose="020B0503020204020204" charset="-122"/>
              </a:rPr>
              <a:t>100副图像呢？</a:t>
            </a:r>
            <a:endParaRPr lang="zh-CN" altLang="en-US" dirty="0">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3"/>
          <a:stretch>
            <a:fillRect/>
          </a:stretch>
        </p:blipFill>
        <p:spPr>
          <a:xfrm>
            <a:off x="8907145" y="788098"/>
            <a:ext cx="2416810" cy="5851525"/>
          </a:xfrm>
          <a:prstGeom prst="rect">
            <a:avLst/>
          </a:prstGeom>
        </p:spPr>
      </p:pic>
      <p:sp>
        <p:nvSpPr>
          <p:cNvPr id="2" name="标题 1"/>
          <p:cNvSpPr>
            <a:spLocks noGrp="1"/>
          </p:cNvSpPr>
          <p:nvPr>
            <p:ph type="title"/>
          </p:nvPr>
        </p:nvSpPr>
        <p:spPr>
          <a:xfrm>
            <a:off x="1325288" y="382906"/>
            <a:ext cx="8220812" cy="879086"/>
          </a:xfrm>
        </p:spPr>
        <p:txBody>
          <a:bodyPr/>
          <a:lstStyle/>
          <a:p>
            <a:r>
              <a:rPr lang="en-US" altLang="zh-CN"/>
              <a:t> </a:t>
            </a:r>
            <a:endParaRPr lang="en-US" altLang="zh-CN"/>
          </a:p>
        </p:txBody>
      </p:sp>
      <p:sp>
        <p:nvSpPr>
          <p:cNvPr id="3" name="Title 1"/>
          <p:cNvSpPr>
            <a:spLocks noGrp="1"/>
          </p:cNvSpPr>
          <p:nvPr/>
        </p:nvSpPr>
        <p:spPr>
          <a:xfrm>
            <a:off x="868045" y="376592"/>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微软雅黑" panose="020B0503020204020204" charset="-122"/>
                <a:ea typeface="微软雅黑" panose="020B0503020204020204" charset="-122"/>
                <a:cs typeface="+mj-cs"/>
              </a:defRPr>
            </a:lvl1pPr>
          </a:lstStyle>
          <a:p>
            <a:r>
              <a:rPr lang="en-US" sz="3200" dirty="0"/>
              <a:t>HTTP1.0</a:t>
            </a:r>
            <a:r>
              <a:rPr lang="zh-CN" altLang="en-US" sz="3200" dirty="0"/>
              <a:t>执行过程</a:t>
            </a:r>
            <a:endParaRPr lang="en-US" sz="3200" dirty="0"/>
          </a:p>
        </p:txBody>
      </p:sp>
      <p:sp>
        <p:nvSpPr>
          <p:cNvPr id="456" name="矩形 455"/>
          <p:cNvSpPr/>
          <p:nvPr/>
        </p:nvSpPr>
        <p:spPr>
          <a:xfrm>
            <a:off x="4471229" y="6492874"/>
            <a:ext cx="2852063"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charset="-122"/>
                <a:ea typeface="微软雅黑" panose="020B0503020204020204" charset="-122"/>
              </a:rPr>
              <a:t>引自：计算机网络，徐敬东等</a:t>
            </a:r>
            <a:endParaRPr lang="zh-CN" altLang="en-US" sz="1600" dirty="0">
              <a:solidFill>
                <a:schemeClr val="bg1">
                  <a:lumMod val="65000"/>
                </a:schemeClr>
              </a:solidFill>
            </a:endParaRPr>
          </a:p>
        </p:txBody>
      </p:sp>
      <p:sp>
        <p:nvSpPr>
          <p:cNvPr id="13" name="文本框 12"/>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charset="-122"/>
                <a:ea typeface="微软雅黑" panose="020B0503020204020204" charset="-122"/>
              </a:defRPr>
            </a:lvl1pPr>
          </a:lstStyle>
          <a:p>
            <a:r>
              <a:rPr lang="en-US" altLang="zh-CN" dirty="0"/>
              <a:t>7.4 </a:t>
            </a:r>
            <a:r>
              <a:rPr lang="zh-CN" altLang="en-US" dirty="0"/>
              <a:t>万维网</a:t>
            </a:r>
            <a:endParaRPr lang="zh-CN" altLang="en-US" dirty="0"/>
          </a:p>
        </p:txBody>
      </p:sp>
      <p:sp>
        <p:nvSpPr>
          <p:cNvPr id="12" name="灯片编号占位符 1"/>
          <p:cNvSpPr>
            <a:spLocks noGrp="1"/>
          </p:cNvSpPr>
          <p:nvPr>
            <p:ph type="sldNum" sz="quarter" idx="12"/>
          </p:nvPr>
        </p:nvSpPr>
        <p:spPr>
          <a:xfrm>
            <a:off x="8686810" y="6489304"/>
            <a:ext cx="3319670" cy="336036"/>
          </a:xfrm>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Grp="1" noChangeArrowheads="1"/>
          </p:cNvSpPr>
          <p:nvPr>
            <p:ph sz="half" idx="1"/>
          </p:nvPr>
        </p:nvSpPr>
        <p:spPr bwMode="auto">
          <a:xfrm>
            <a:off x="876439" y="1552310"/>
            <a:ext cx="4575810" cy="4361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a:spcBef>
                <a:spcPct val="20000"/>
              </a:spcBef>
              <a:buBlip>
                <a:blip r:embed="rId1"/>
              </a:buBlip>
              <a:tabLst>
                <a:tab pos="715645" algn="l"/>
              </a:tabLst>
              <a:defRPr sz="2800">
                <a:solidFill>
                  <a:schemeClr val="tx1"/>
                </a:solidFill>
                <a:latin typeface="Times New Roman" panose="02020603050405020304" pitchFamily="18" charset="0"/>
                <a:ea typeface="宋体" panose="02010600030101010101" pitchFamily="2" charset="-122"/>
              </a:defRPr>
            </a:lvl1pPr>
            <a:lvl2pPr marL="811530" indent="-266700">
              <a:spcBef>
                <a:spcPct val="20000"/>
              </a:spcBef>
              <a:buBlip>
                <a:blip r:embed="rId2"/>
              </a:buBlip>
              <a:tabLst>
                <a:tab pos="715645" algn="l"/>
              </a:tabLst>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tabLst>
                <a:tab pos="715645" algn="l"/>
              </a:tabLst>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tabLst>
                <a:tab pos="715645" algn="l"/>
              </a:tabLst>
              <a:defRPr sz="2000">
                <a:solidFill>
                  <a:schemeClr val="tx1"/>
                </a:solidFill>
                <a:latin typeface="Times New Roman" panose="02020603050405020304" pitchFamily="18" charset="0"/>
                <a:ea typeface="굴림" pitchFamily="50" charset="-127"/>
              </a:defRPr>
            </a:lvl4pPr>
            <a:lvl5pPr marL="2057400" indent="-228600">
              <a:spcBef>
                <a:spcPct val="20000"/>
              </a:spcBef>
              <a:buChar char="»"/>
              <a:tabLst>
                <a:tab pos="715645" algn="l"/>
              </a:tabLst>
              <a:defRPr sz="2000">
                <a:solidFill>
                  <a:schemeClr val="tx1"/>
                </a:solidFill>
                <a:latin typeface="Times New Roman" panose="02020603050405020304" pitchFamily="18" charset="0"/>
                <a:ea typeface="굴림" pitchFamily="50" charset="-127"/>
              </a:defRPr>
            </a:lvl5pPr>
            <a:lvl6pPr marL="25146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itchFamily="50" charset="-127"/>
              </a:defRPr>
            </a:lvl6pPr>
            <a:lvl7pPr marL="29718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itchFamily="50" charset="-127"/>
              </a:defRPr>
            </a:lvl7pPr>
            <a:lvl8pPr marL="34290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itchFamily="50" charset="-127"/>
              </a:defRPr>
            </a:lvl8pPr>
            <a:lvl9pPr marL="38862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itchFamily="50" charset="-127"/>
              </a:defRPr>
            </a:lvl9pPr>
          </a:lstStyle>
          <a:p>
            <a:pPr marL="342900" indent="-342900">
              <a:lnSpc>
                <a:spcPts val="3300"/>
              </a:lnSpc>
              <a:spcBef>
                <a:spcPts val="600"/>
              </a:spcBef>
              <a:buFont typeface="Wingdings" panose="05000000000000000000" charset="0"/>
              <a:buChar char="Ø"/>
            </a:pPr>
            <a:r>
              <a:rPr lang="zh-CN" altLang="en-US" dirty="0">
                <a:solidFill>
                  <a:srgbClr val="C00000"/>
                </a:solidFill>
                <a:latin typeface="微软雅黑" panose="020B0503020204020204" charset="-122"/>
                <a:ea typeface="微软雅黑" panose="020B0503020204020204" charset="-122"/>
                <a:cs typeface="微软雅黑" panose="020B0503020204020204" charset="-122"/>
              </a:rPr>
              <a:t>非持久连接</a:t>
            </a:r>
            <a:endParaRPr lang="en-US" altLang="zh-CN" dirty="0">
              <a:solidFill>
                <a:srgbClr val="C00000"/>
              </a:solidFill>
              <a:latin typeface="微软雅黑" panose="020B0503020204020204" charset="-122"/>
              <a:ea typeface="微软雅黑" panose="020B0503020204020204" charset="-122"/>
              <a:cs typeface="微软雅黑" panose="020B0503020204020204" charset="-122"/>
            </a:endParaRPr>
          </a:p>
          <a:p>
            <a:pPr marL="342900" indent="-342900" algn="l" defTabSz="914400">
              <a:lnSpc>
                <a:spcPts val="3300"/>
              </a:lnSpc>
              <a:spcBef>
                <a:spcPts val="600"/>
              </a:spcBef>
              <a:buClrTx/>
              <a:buSzTx/>
              <a:buFont typeface="Arial" panose="020B0604020202020204" pitchFamily="34" charset="0"/>
              <a:buChar char="•"/>
              <a:tabLst>
                <a:tab pos="715645" algn="l"/>
              </a:tabLst>
            </a:pPr>
            <a:r>
              <a:rPr lang="en-US" altLang="zh-CN" sz="2400" dirty="0">
                <a:solidFill>
                  <a:srgbClr val="C00000"/>
                </a:solidFill>
                <a:latin typeface="微软雅黑" panose="020B0503020204020204" charset="-122"/>
                <a:ea typeface="微软雅黑" panose="020B0503020204020204" charset="-122"/>
                <a:cs typeface="微软雅黑" panose="020B0503020204020204" charset="-122"/>
              </a:rPr>
              <a:t>HTTP/1.0缺省为非持久连接</a:t>
            </a:r>
            <a:endParaRPr lang="en-US" altLang="zh-CN" sz="2400" dirty="0">
              <a:solidFill>
                <a:srgbClr val="C00000"/>
              </a:solidFill>
              <a:latin typeface="微软雅黑" panose="020B0503020204020204" charset="-122"/>
              <a:ea typeface="微软雅黑" panose="020B0503020204020204" charset="-122"/>
              <a:cs typeface="微软雅黑" panose="020B0503020204020204" charset="-122"/>
            </a:endParaRPr>
          </a:p>
          <a:p>
            <a:pPr marL="800100" lvl="2" indent="-342900" algn="l">
              <a:lnSpc>
                <a:spcPts val="3300"/>
              </a:lnSpc>
              <a:spcBef>
                <a:spcPts val="600"/>
              </a:spcBef>
              <a:buClrTx/>
              <a:buSzTx/>
              <a:buFont typeface="Arial" panose="020B0604020202020204" pitchFamily="34" charset="0"/>
              <a:buChar char="•"/>
              <a:tabLst>
                <a:tab pos="715645" algn="l"/>
              </a:tabLst>
            </a:pPr>
            <a:r>
              <a:rPr lang="en-US" altLang="zh-CN" sz="2000" dirty="0">
                <a:latin typeface="微软雅黑" panose="020B0503020204020204" charset="-122"/>
                <a:ea typeface="微软雅黑" panose="020B0503020204020204" charset="-122"/>
                <a:cs typeface="微软雅黑" panose="020B0503020204020204" charset="-122"/>
              </a:rPr>
              <a:t>服务器接收请求、响应、关闭TCP连接</a:t>
            </a:r>
            <a:endParaRPr lang="en-US" altLang="zh-CN" sz="2000" dirty="0">
              <a:latin typeface="微软雅黑" panose="020B0503020204020204" charset="-122"/>
              <a:ea typeface="微软雅黑" panose="020B0503020204020204" charset="-122"/>
              <a:cs typeface="微软雅黑" panose="020B0503020204020204" charset="-122"/>
            </a:endParaRPr>
          </a:p>
          <a:p>
            <a:pPr algn="l">
              <a:lnSpc>
                <a:spcPts val="3300"/>
              </a:lnSpc>
              <a:spcBef>
                <a:spcPts val="600"/>
              </a:spcBef>
              <a:buClrTx/>
              <a:buSzTx/>
              <a:buFont typeface="Arial" panose="020B0604020202020204" pitchFamily="34" charset="0"/>
              <a:buChar char="•"/>
              <a:tabLst>
                <a:tab pos="715645" algn="l"/>
              </a:tabLst>
            </a:pPr>
            <a:r>
              <a:rPr lang="en-US" altLang="zh-CN" sz="2400" dirty="0">
                <a:latin typeface="微软雅黑" panose="020B0503020204020204" charset="-122"/>
                <a:ea typeface="微软雅黑" panose="020B0503020204020204" charset="-122"/>
                <a:cs typeface="微软雅黑" panose="020B0503020204020204" charset="-122"/>
              </a:rPr>
              <a:t>获取每个对象需要两阶段</a:t>
            </a:r>
            <a:endParaRPr lang="en-US" altLang="zh-CN" sz="2400" dirty="0">
              <a:latin typeface="微软雅黑" panose="020B0503020204020204" charset="-122"/>
              <a:ea typeface="微软雅黑" panose="020B0503020204020204" charset="-122"/>
              <a:cs typeface="微软雅黑" panose="020B0503020204020204" charset="-122"/>
            </a:endParaRPr>
          </a:p>
          <a:p>
            <a:pPr marL="800100" lvl="2" indent="-342900" algn="l">
              <a:lnSpc>
                <a:spcPts val="3300"/>
              </a:lnSpc>
              <a:spcBef>
                <a:spcPts val="600"/>
              </a:spcBef>
              <a:buClrTx/>
              <a:buSzTx/>
              <a:buFont typeface="Arial" panose="020B0604020202020204" pitchFamily="34" charset="0"/>
              <a:buChar char="•"/>
              <a:tabLst>
                <a:tab pos="715645" algn="l"/>
              </a:tabLst>
            </a:pPr>
            <a:r>
              <a:rPr lang="en-US" altLang="zh-CN" dirty="0">
                <a:latin typeface="微软雅黑" panose="020B0503020204020204" charset="-122"/>
                <a:ea typeface="微软雅黑" panose="020B0503020204020204" charset="-122"/>
                <a:cs typeface="微软雅黑" panose="020B0503020204020204" charset="-122"/>
              </a:rPr>
              <a:t>建立TCP连接</a:t>
            </a:r>
            <a:endParaRPr lang="en-US" altLang="zh-CN" dirty="0">
              <a:latin typeface="微软雅黑" panose="020B0503020204020204" charset="-122"/>
              <a:ea typeface="微软雅黑" panose="020B0503020204020204" charset="-122"/>
              <a:cs typeface="微软雅黑" panose="020B0503020204020204" charset="-122"/>
            </a:endParaRPr>
          </a:p>
          <a:p>
            <a:pPr marL="800100" lvl="2" indent="-342900" algn="l">
              <a:lnSpc>
                <a:spcPts val="3300"/>
              </a:lnSpc>
              <a:spcBef>
                <a:spcPts val="600"/>
              </a:spcBef>
              <a:buClrTx/>
              <a:buSzTx/>
              <a:buFont typeface="Arial" panose="020B0604020202020204" pitchFamily="34" charset="0"/>
              <a:buChar char="•"/>
              <a:tabLst>
                <a:tab pos="715645" algn="l"/>
              </a:tabLst>
            </a:pPr>
            <a:r>
              <a:rPr lang="en-US" altLang="zh-CN" dirty="0">
                <a:latin typeface="微软雅黑" panose="020B0503020204020204" charset="-122"/>
                <a:ea typeface="微软雅黑" panose="020B0503020204020204" charset="-122"/>
                <a:cs typeface="微软雅黑" panose="020B0503020204020204" charset="-122"/>
              </a:rPr>
              <a:t>对象请求和传输</a:t>
            </a:r>
            <a:endParaRPr lang="en-US" altLang="zh-CN" dirty="0">
              <a:latin typeface="微软雅黑" panose="020B0503020204020204" charset="-122"/>
              <a:ea typeface="微软雅黑" panose="020B0503020204020204" charset="-122"/>
              <a:cs typeface="微软雅黑" panose="020B0503020204020204" charset="-122"/>
            </a:endParaRPr>
          </a:p>
          <a:p>
            <a:pPr algn="l">
              <a:lnSpc>
                <a:spcPts val="3300"/>
              </a:lnSpc>
              <a:spcBef>
                <a:spcPts val="600"/>
              </a:spcBef>
              <a:buClrTx/>
              <a:buSzTx/>
              <a:buFont typeface="Arial" panose="020B0604020202020204" pitchFamily="34" charset="0"/>
              <a:buChar char="•"/>
              <a:tabLst>
                <a:tab pos="715645" algn="l"/>
              </a:tabLst>
            </a:pPr>
            <a:r>
              <a:rPr lang="en-US" altLang="zh-CN" sz="2400" dirty="0">
                <a:latin typeface="微软雅黑" panose="020B0503020204020204" charset="-122"/>
                <a:ea typeface="微软雅黑" panose="020B0503020204020204" charset="-122"/>
                <a:cs typeface="微软雅黑" panose="020B0503020204020204" charset="-122"/>
              </a:rPr>
              <a:t>每次连接需要经历TCP慢启动阶段</a:t>
            </a:r>
            <a:endParaRPr lang="en-US" altLang="zh-CN" sz="2400" dirty="0">
              <a:latin typeface="微软雅黑" panose="020B0503020204020204" charset="-122"/>
              <a:ea typeface="微软雅黑" panose="020B0503020204020204" charset="-122"/>
              <a:cs typeface="微软雅黑" panose="020B0503020204020204" charset="-122"/>
            </a:endParaRPr>
          </a:p>
        </p:txBody>
      </p:sp>
      <p:sp>
        <p:nvSpPr>
          <p:cNvPr id="10" name="Text Box 3"/>
          <p:cNvSpPr txBox="1">
            <a:spLocks noChangeArrowheads="1"/>
          </p:cNvSpPr>
          <p:nvPr/>
        </p:nvSpPr>
        <p:spPr bwMode="auto">
          <a:xfrm>
            <a:off x="5975350" y="1595755"/>
            <a:ext cx="5094605"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1"/>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2"/>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itchFamily="50"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itchFamily="50"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itchFamily="50"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itchFamily="50"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itchFamily="50"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itchFamily="50" charset="-127"/>
                <a:cs typeface="+mn-cs"/>
              </a:defRPr>
            </a:lvl9pPr>
          </a:lstStyle>
          <a:p>
            <a:pPr marL="342900" indent="-342900">
              <a:lnSpc>
                <a:spcPts val="3300"/>
              </a:lnSpc>
              <a:spcBef>
                <a:spcPts val="600"/>
              </a:spcBef>
              <a:buFont typeface="Wingdings" panose="05000000000000000000" charset="0"/>
              <a:buChar char="Ø"/>
            </a:pPr>
            <a:r>
              <a:rPr lang="zh-CN" altLang="en-US" dirty="0">
                <a:solidFill>
                  <a:srgbClr val="C00000"/>
                </a:solidFill>
                <a:latin typeface="微软雅黑" panose="020B0503020204020204" charset="-122"/>
                <a:ea typeface="微软雅黑" panose="020B0503020204020204" charset="-122"/>
                <a:cs typeface="微软雅黑" panose="020B0503020204020204" charset="-122"/>
              </a:rPr>
              <a:t>持久连接</a:t>
            </a:r>
            <a:endParaRPr lang="en-US" altLang="zh-CN" dirty="0">
              <a:solidFill>
                <a:srgbClr val="C00000"/>
              </a:solidFill>
              <a:latin typeface="微软雅黑" panose="020B0503020204020204" charset="-122"/>
              <a:ea typeface="微软雅黑" panose="020B0503020204020204" charset="-122"/>
              <a:cs typeface="微软雅黑" panose="020B0503020204020204" charset="-122"/>
            </a:endParaRPr>
          </a:p>
          <a:p>
            <a:pPr marL="342900" indent="-342900" algn="l" defTabSz="914400">
              <a:lnSpc>
                <a:spcPts val="3300"/>
              </a:lnSpc>
              <a:spcBef>
                <a:spcPts val="600"/>
              </a:spcBef>
              <a:buClrTx/>
              <a:buSzTx/>
              <a:buFont typeface="Arial" panose="020B0604020202020204" pitchFamily="34" charset="0"/>
              <a:buChar char="•"/>
              <a:tabLst>
                <a:tab pos="715645" algn="l"/>
              </a:tabLst>
            </a:pPr>
            <a:r>
              <a:rPr lang="en-US" altLang="zh-CN" sz="2400" dirty="0">
                <a:solidFill>
                  <a:srgbClr val="C00000"/>
                </a:solidFill>
                <a:latin typeface="微软雅黑" panose="020B0503020204020204" charset="-122"/>
                <a:ea typeface="微软雅黑" panose="020B0503020204020204" charset="-122"/>
                <a:cs typeface="微软雅黑" panose="020B0503020204020204" charset="-122"/>
              </a:rPr>
              <a:t>HTTP/1.1缺省为持久连接</a:t>
            </a:r>
            <a:endParaRPr lang="en-US" altLang="zh-CN" sz="2400" dirty="0">
              <a:solidFill>
                <a:srgbClr val="C00000"/>
              </a:solidFill>
              <a:latin typeface="微软雅黑" panose="020B0503020204020204" charset="-122"/>
              <a:ea typeface="微软雅黑" panose="020B0503020204020204" charset="-122"/>
              <a:cs typeface="微软雅黑" panose="020B0503020204020204" charset="-122"/>
            </a:endParaRPr>
          </a:p>
          <a:p>
            <a:pPr marL="554355" lvl="1" indent="-285750">
              <a:lnSpc>
                <a:spcPts val="3300"/>
              </a:lnSpc>
              <a:spcBef>
                <a:spcPts val="600"/>
              </a:spcBef>
              <a:buFont typeface="Arial" panose="020B0604020202020204" pitchFamily="34" charset="0"/>
              <a:buChar char="•"/>
            </a:pPr>
            <a:r>
              <a:rPr lang="zh-CN" altLang="en-US" sz="2000" dirty="0">
                <a:latin typeface="微软雅黑" panose="020B0503020204020204" charset="-122"/>
                <a:ea typeface="微软雅黑" panose="020B0503020204020204" charset="-122"/>
                <a:cs typeface="微软雅黑" panose="020B0503020204020204" charset="-122"/>
              </a:rPr>
              <a:t>在相同的</a:t>
            </a:r>
            <a:r>
              <a:rPr lang="en-US" altLang="zh-CN" sz="2000" dirty="0">
                <a:latin typeface="微软雅黑" panose="020B0503020204020204" charset="-122"/>
                <a:ea typeface="微软雅黑" panose="020B0503020204020204" charset="-122"/>
                <a:cs typeface="微软雅黑" panose="020B0503020204020204" charset="-122"/>
              </a:rPr>
              <a:t>TCP</a:t>
            </a:r>
            <a:r>
              <a:rPr lang="zh-CN" altLang="en-US" sz="2000" dirty="0">
                <a:latin typeface="微软雅黑" panose="020B0503020204020204" charset="-122"/>
                <a:ea typeface="微软雅黑" panose="020B0503020204020204" charset="-122"/>
                <a:cs typeface="微软雅黑" panose="020B0503020204020204" charset="-122"/>
              </a:rPr>
              <a:t>连接上，服务器接收请求、响应；再接收请求、响应；响应后保持连接</a:t>
            </a:r>
            <a:endParaRPr lang="en-US" altLang="zh-CN" sz="2000" dirty="0">
              <a:latin typeface="微软雅黑" panose="020B0503020204020204" charset="-122"/>
              <a:ea typeface="微软雅黑" panose="020B0503020204020204" charset="-122"/>
              <a:cs typeface="微软雅黑" panose="020B0503020204020204" charset="-122"/>
            </a:endParaRPr>
          </a:p>
          <a:p>
            <a:pPr marL="342900" indent="-342900">
              <a:lnSpc>
                <a:spcPts val="3300"/>
              </a:lnSpc>
              <a:spcBef>
                <a:spcPts val="600"/>
              </a:spcBef>
              <a:buFont typeface="Arial" panose="020B0604020202020204" pitchFamily="34" charset="0"/>
              <a:buChar char="•"/>
            </a:pPr>
            <a:r>
              <a:rPr lang="en-US" altLang="zh-CN" sz="2400" dirty="0">
                <a:solidFill>
                  <a:srgbClr val="C00000"/>
                </a:solidFill>
                <a:latin typeface="微软雅黑" panose="020B0503020204020204" charset="-122"/>
                <a:ea typeface="微软雅黑" panose="020B0503020204020204" charset="-122"/>
                <a:cs typeface="微软雅黑" panose="020B0503020204020204" charset="-122"/>
              </a:rPr>
              <a:t>HTTP/1.1支持流水线机制</a:t>
            </a:r>
            <a:endParaRPr lang="en-US" altLang="zh-CN" sz="2400" dirty="0">
              <a:solidFill>
                <a:srgbClr val="C00000"/>
              </a:solidFill>
              <a:latin typeface="微软雅黑" panose="020B0503020204020204" charset="-122"/>
              <a:ea typeface="微软雅黑" panose="020B0503020204020204" charset="-122"/>
              <a:cs typeface="微软雅黑" panose="020B0503020204020204" charset="-122"/>
            </a:endParaRPr>
          </a:p>
          <a:p>
            <a:pPr marL="611505" lvl="1" indent="-342900">
              <a:lnSpc>
                <a:spcPts val="3300"/>
              </a:lnSpc>
              <a:spcBef>
                <a:spcPts val="600"/>
              </a:spcBef>
              <a:buFont typeface="Arial" panose="020B0604020202020204" pitchFamily="34" charset="0"/>
              <a:buChar char="•"/>
            </a:pPr>
            <a:r>
              <a:rPr lang="zh-CN" altLang="en-US" sz="2000" dirty="0">
                <a:latin typeface="微软雅黑" panose="020B0503020204020204" charset="-122"/>
                <a:ea typeface="微软雅黑" panose="020B0503020204020204" charset="-122"/>
                <a:cs typeface="微软雅黑" panose="020B0503020204020204" charset="-122"/>
              </a:rPr>
              <a:t>需要按序响应</a:t>
            </a:r>
            <a:endParaRPr lang="en-US" altLang="zh-CN" sz="2000" dirty="0">
              <a:latin typeface="微软雅黑" panose="020B0503020204020204" charset="-122"/>
              <a:ea typeface="微软雅黑" panose="020B0503020204020204" charset="-122"/>
              <a:cs typeface="微软雅黑" panose="020B0503020204020204" charset="-122"/>
            </a:endParaRPr>
          </a:p>
          <a:p>
            <a:pPr marL="342900" indent="-342900">
              <a:lnSpc>
                <a:spcPts val="3300"/>
              </a:lnSpc>
              <a:spcBef>
                <a:spcPts val="600"/>
              </a:spcBef>
              <a:buFont typeface="Arial" panose="020B0604020202020204" pitchFamily="34" charset="0"/>
              <a:buChar char="•"/>
            </a:pPr>
            <a:r>
              <a:rPr lang="en-US" altLang="zh-CN" sz="2400" dirty="0">
                <a:solidFill>
                  <a:srgbClr val="C00000"/>
                </a:solidFill>
                <a:latin typeface="微软雅黑" panose="020B0503020204020204" charset="-122"/>
                <a:ea typeface="微软雅黑" panose="020B0503020204020204" charset="-122"/>
                <a:cs typeface="微软雅黑" panose="020B0503020204020204" charset="-122"/>
              </a:rPr>
              <a:t>经历较少的慢启动过程，减少往返时间</a:t>
            </a:r>
            <a:endParaRPr lang="en-US" altLang="zh-CN" sz="2400" dirty="0">
              <a:solidFill>
                <a:srgbClr val="C00000"/>
              </a:solidFill>
              <a:latin typeface="微软雅黑" panose="020B0503020204020204" charset="-122"/>
              <a:ea typeface="微软雅黑" panose="020B0503020204020204" charset="-122"/>
              <a:cs typeface="微软雅黑" panose="020B0503020204020204" charset="-122"/>
            </a:endParaRPr>
          </a:p>
          <a:p>
            <a:pPr marL="611505" lvl="1" indent="-342900">
              <a:lnSpc>
                <a:spcPts val="3300"/>
              </a:lnSpc>
              <a:spcBef>
                <a:spcPts val="600"/>
              </a:spcBef>
              <a:buFont typeface="Arial" panose="020B0604020202020204" pitchFamily="34" charset="0"/>
              <a:buChar char="•"/>
            </a:pPr>
            <a:r>
              <a:rPr lang="zh-CN" altLang="en-US" sz="2000" dirty="0">
                <a:solidFill>
                  <a:srgbClr val="C00000"/>
                </a:solidFill>
                <a:latin typeface="微软雅黑" panose="020B0503020204020204" charset="-122"/>
                <a:ea typeface="微软雅黑" panose="020B0503020204020204" charset="-122"/>
                <a:cs typeface="微软雅黑" panose="020B0503020204020204" charset="-122"/>
              </a:rPr>
              <a:t>降低响应时间</a:t>
            </a:r>
            <a:endParaRPr lang="zh-CN" altLang="en-US" sz="2000" dirty="0">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7539662" y="988894"/>
            <a:ext cx="4283064" cy="368300"/>
          </a:xfrm>
          <a:prstGeom prst="rect">
            <a:avLst/>
          </a:prstGeom>
          <a:solidFill>
            <a:schemeClr val="accent6">
              <a:lumMod val="20000"/>
              <a:lumOff val="80000"/>
            </a:schemeClr>
          </a:solidFill>
          <a:ln w="3175">
            <a:solidFill>
              <a:srgbClr val="C00000"/>
            </a:solidFill>
          </a:ln>
        </p:spPr>
        <p:txBody>
          <a:bodyPr wrap="square" rtlCol="0">
            <a:spAutoFit/>
          </a:bodyPr>
          <a:lstStyle/>
          <a:p>
            <a:pPr algn="ctr"/>
            <a:r>
              <a:rPr lang="zh-CN" altLang="en-US" dirty="0">
                <a:solidFill>
                  <a:srgbClr val="C00000"/>
                </a:solidFill>
                <a:latin typeface="微软雅黑" panose="020B0503020204020204" charset="-122"/>
                <a:ea typeface="微软雅黑" panose="020B0503020204020204" charset="-122"/>
                <a:cs typeface="微软雅黑" panose="020B0503020204020204" charset="-122"/>
              </a:rPr>
              <a:t>思考：持久连接中的</a:t>
            </a:r>
            <a:r>
              <a:rPr lang="en-US" altLang="zh-CN" dirty="0">
                <a:solidFill>
                  <a:srgbClr val="C00000"/>
                </a:solidFill>
                <a:latin typeface="微软雅黑" panose="020B0503020204020204" charset="-122"/>
                <a:ea typeface="微软雅黑" panose="020B0503020204020204" charset="-122"/>
                <a:cs typeface="微软雅黑" panose="020B0503020204020204" charset="-122"/>
              </a:rPr>
              <a:t>TCP</a:t>
            </a:r>
            <a:r>
              <a:rPr lang="zh-CN" altLang="en-US" dirty="0">
                <a:solidFill>
                  <a:srgbClr val="C00000"/>
                </a:solidFill>
                <a:latin typeface="微软雅黑" panose="020B0503020204020204" charset="-122"/>
                <a:ea typeface="微软雅黑" panose="020B0503020204020204" charset="-122"/>
                <a:cs typeface="微软雅黑" panose="020B0503020204020204" charset="-122"/>
              </a:rPr>
              <a:t>连接何时关闭？</a:t>
            </a:r>
            <a:endParaRPr lang="zh-CN" altLang="en-US" dirty="0">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3" name="Title 1"/>
          <p:cNvSpPr>
            <a:spLocks noGrp="1"/>
          </p:cNvSpPr>
          <p:nvPr/>
        </p:nvSpPr>
        <p:spPr>
          <a:xfrm>
            <a:off x="748160" y="443339"/>
            <a:ext cx="657513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微软雅黑" panose="020B0503020204020204" charset="-122"/>
                <a:ea typeface="微软雅黑" panose="020B0503020204020204" charset="-122"/>
                <a:cs typeface="+mj-cs"/>
              </a:defRPr>
            </a:lvl1pPr>
          </a:lstStyle>
          <a:p>
            <a:r>
              <a:rPr lang="en-US" sz="3200" dirty="0">
                <a:cs typeface="+mn-cs"/>
                <a:sym typeface="+mn-ea"/>
              </a:rPr>
              <a:t>非持久连接和持久连接(HTTP1.x)</a:t>
            </a:r>
            <a:endParaRPr lang="en-US" sz="3200" dirty="0">
              <a:cs typeface="微软雅黑" panose="020B0503020204020204" charset="-122"/>
            </a:endParaRPr>
          </a:p>
        </p:txBody>
      </p:sp>
      <p:sp>
        <p:nvSpPr>
          <p:cNvPr id="456" name="矩形 455"/>
          <p:cNvSpPr/>
          <p:nvPr/>
        </p:nvSpPr>
        <p:spPr>
          <a:xfrm>
            <a:off x="4471229" y="6492874"/>
            <a:ext cx="2852063"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charset="-122"/>
                <a:ea typeface="微软雅黑" panose="020B0503020204020204" charset="-122"/>
              </a:rPr>
              <a:t>引自：计算机网络，徐敬东等</a:t>
            </a:r>
            <a:endParaRPr lang="zh-CN" altLang="en-US" sz="1600" dirty="0">
              <a:solidFill>
                <a:schemeClr val="bg1">
                  <a:lumMod val="65000"/>
                </a:schemeClr>
              </a:solidFill>
              <a:latin typeface="微软雅黑" panose="020B0503020204020204" charset="-122"/>
              <a:ea typeface="微软雅黑" panose="020B0503020204020204" charset="-122"/>
            </a:endParaRPr>
          </a:p>
        </p:txBody>
      </p:sp>
      <p:sp>
        <p:nvSpPr>
          <p:cNvPr id="11" name="文本框 10"/>
          <p:cNvSpPr txBox="1"/>
          <p:nvPr/>
        </p:nvSpPr>
        <p:spPr>
          <a:xfrm>
            <a:off x="161301" y="6489303"/>
            <a:ext cx="1173719"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charset="-122"/>
                <a:ea typeface="微软雅黑" panose="020B0503020204020204" charset="-122"/>
              </a:defRPr>
            </a:lvl1pPr>
          </a:lstStyle>
          <a:p>
            <a:r>
              <a:rPr lang="en-US" altLang="zh-CN" dirty="0"/>
              <a:t>7.4 </a:t>
            </a:r>
            <a:r>
              <a:rPr lang="zh-CN" altLang="en-US" dirty="0"/>
              <a:t>万维网</a:t>
            </a:r>
            <a:endParaRPr lang="zh-CN" altLang="en-US" dirty="0"/>
          </a:p>
        </p:txBody>
      </p:sp>
      <p:sp>
        <p:nvSpPr>
          <p:cNvPr id="12" name="灯片编号占位符 1"/>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Line 2"/>
          <p:cNvSpPr>
            <a:spLocks noChangeShapeType="1"/>
          </p:cNvSpPr>
          <p:nvPr/>
        </p:nvSpPr>
        <p:spPr bwMode="auto">
          <a:xfrm>
            <a:off x="3802566" y="1374070"/>
            <a:ext cx="2704" cy="4109860"/>
          </a:xfrm>
          <a:prstGeom prst="line">
            <a:avLst/>
          </a:prstGeom>
          <a:noFill/>
          <a:ln w="28575">
            <a:solidFill>
              <a:srgbClr val="C00000"/>
            </a:solidFill>
            <a:round/>
            <a:tailEnd type="triangle" w="med" len="med"/>
          </a:ln>
        </p:spPr>
        <p:txBody>
          <a:bodyPr wrap="none" anchor="ctr"/>
          <a:lstStyle/>
          <a:p>
            <a:endParaRPr lang="zh-CN" altLang="en-US"/>
          </a:p>
        </p:txBody>
      </p:sp>
      <p:sp>
        <p:nvSpPr>
          <p:cNvPr id="83983" name="Text Box 13"/>
          <p:cNvSpPr txBox="1">
            <a:spLocks noChangeArrowheads="1"/>
          </p:cNvSpPr>
          <p:nvPr/>
        </p:nvSpPr>
        <p:spPr bwMode="auto">
          <a:xfrm>
            <a:off x="3018129" y="4835437"/>
            <a:ext cx="589280" cy="337185"/>
          </a:xfrm>
          <a:prstGeom prst="rect">
            <a:avLst/>
          </a:prstGeom>
          <a:solidFill>
            <a:schemeClr val="bg1"/>
          </a:solidFill>
          <a:ln w="9525">
            <a:noFill/>
            <a:miter lim="800000"/>
          </a:ln>
        </p:spPr>
        <p:txBody>
          <a:bodyPr wrap="none">
            <a:spAutoFit/>
          </a:bodyPr>
          <a:lstStyle/>
          <a:p>
            <a:pPr eaLnBrk="0" hangingPunct="0">
              <a:lnSpc>
                <a:spcPct val="100000"/>
              </a:lnSpc>
              <a:spcBef>
                <a:spcPct val="0"/>
              </a:spcBef>
              <a:buClrTx/>
              <a:buFontTx/>
              <a:buNone/>
            </a:pPr>
            <a:r>
              <a:rPr kumimoji="0" lang="zh-CN" altLang="en-US" sz="1600" dirty="0">
                <a:latin typeface="微软雅黑" panose="020B0503020204020204" charset="-122"/>
                <a:ea typeface="微软雅黑" panose="020B0503020204020204" charset="-122"/>
                <a:cs typeface="Times New Roman" panose="02020603050405020304" pitchFamily="18" charset="0"/>
              </a:rPr>
              <a:t>时间</a:t>
            </a:r>
            <a:endParaRPr kumimoji="0" lang="zh-CN" altLang="en-US" sz="1600" dirty="0">
              <a:latin typeface="微软雅黑" panose="020B0503020204020204" charset="-122"/>
              <a:ea typeface="微软雅黑" panose="020B0503020204020204" charset="-122"/>
              <a:cs typeface="Times New Roman" panose="02020603050405020304" pitchFamily="18" charset="0"/>
            </a:endParaRPr>
          </a:p>
        </p:txBody>
      </p:sp>
      <p:sp>
        <p:nvSpPr>
          <p:cNvPr id="3" name="Title 1"/>
          <p:cNvSpPr>
            <a:spLocks noGrp="1"/>
          </p:cNvSpPr>
          <p:nvPr/>
        </p:nvSpPr>
        <p:spPr>
          <a:xfrm>
            <a:off x="705131" y="364880"/>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微软雅黑" panose="020B0503020204020204" charset="-122"/>
                <a:ea typeface="微软雅黑" panose="020B0503020204020204" charset="-122"/>
                <a:cs typeface="+mj-cs"/>
              </a:defRPr>
            </a:lvl1pPr>
          </a:lstStyle>
          <a:p>
            <a:r>
              <a:rPr lang="en-US" altLang="zh-CN" sz="3200" dirty="0">
                <a:cs typeface="微软雅黑" panose="020B0503020204020204" charset="-122"/>
              </a:rPr>
              <a:t>HTTP 1.x</a:t>
            </a:r>
            <a:r>
              <a:rPr lang="zh-CN" altLang="en-US" sz="3200" dirty="0">
                <a:cs typeface="微软雅黑" panose="020B0503020204020204" charset="-122"/>
              </a:rPr>
              <a:t>比较</a:t>
            </a:r>
            <a:endParaRPr lang="zh-CN" altLang="en-US" sz="3200" dirty="0">
              <a:cs typeface="微软雅黑" panose="020B0503020204020204" charset="-122"/>
            </a:endParaRPr>
          </a:p>
        </p:txBody>
      </p:sp>
      <p:sp>
        <p:nvSpPr>
          <p:cNvPr id="456" name="矩形 455"/>
          <p:cNvSpPr/>
          <p:nvPr/>
        </p:nvSpPr>
        <p:spPr>
          <a:xfrm>
            <a:off x="4471229" y="6492874"/>
            <a:ext cx="2852063"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charset="-122"/>
                <a:ea typeface="微软雅黑" panose="020B0503020204020204" charset="-122"/>
              </a:rPr>
              <a:t>引自：计算机网络，徐敬东等</a:t>
            </a:r>
            <a:endParaRPr lang="zh-CN" altLang="en-US" sz="1600" dirty="0">
              <a:solidFill>
                <a:schemeClr val="bg1">
                  <a:lumMod val="65000"/>
                </a:schemeClr>
              </a:solidFill>
            </a:endParaRPr>
          </a:p>
        </p:txBody>
      </p:sp>
      <p:pic>
        <p:nvPicPr>
          <p:cNvPr id="2" name="图片 1"/>
          <p:cNvPicPr>
            <a:picLocks noChangeAspect="1"/>
          </p:cNvPicPr>
          <p:nvPr/>
        </p:nvPicPr>
        <p:blipFill>
          <a:blip r:embed="rId1"/>
          <a:stretch>
            <a:fillRect/>
          </a:stretch>
        </p:blipFill>
        <p:spPr>
          <a:xfrm>
            <a:off x="4195584" y="909429"/>
            <a:ext cx="6595291" cy="5341606"/>
          </a:xfrm>
          <a:prstGeom prst="rect">
            <a:avLst/>
          </a:prstGeom>
        </p:spPr>
      </p:pic>
      <p:sp>
        <p:nvSpPr>
          <p:cNvPr id="9" name="文本框 8"/>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charset="-122"/>
                <a:ea typeface="微软雅黑" panose="020B0503020204020204" charset="-122"/>
              </a:defRPr>
            </a:lvl1pPr>
          </a:lstStyle>
          <a:p>
            <a:r>
              <a:rPr lang="en-US" altLang="zh-CN" dirty="0"/>
              <a:t>7.4 </a:t>
            </a:r>
            <a:r>
              <a:rPr lang="zh-CN" altLang="en-US" dirty="0"/>
              <a:t>万维网</a:t>
            </a:r>
            <a:endParaRPr lang="zh-CN" altLang="en-US" dirty="0"/>
          </a:p>
        </p:txBody>
      </p:sp>
      <p:sp>
        <p:nvSpPr>
          <p:cNvPr id="10" name="灯片编号占位符 1"/>
          <p:cNvSpPr>
            <a:spLocks noGrp="1"/>
          </p:cNvSpPr>
          <p:nvPr>
            <p:ph type="sldNum" sz="quarter" idx="12"/>
          </p:nvPr>
        </p:nvSpPr>
        <p:spPr>
          <a:xfrm>
            <a:off x="8711029" y="6462732"/>
            <a:ext cx="2852063" cy="365125"/>
          </a:xfrm>
        </p:spPr>
        <p:txBody>
          <a:bodyPr/>
          <a:lstStyle/>
          <a:p>
            <a:fld id="{8D4D1E41-7A09-AB4A-A4E1-09765ADA2698}" type="slidenum">
              <a:rPr kumimoji="1" lang="zh-CN" altLang="en-US" smtClean="0"/>
            </a:fld>
            <a:endParaRPr kumimoji="1" lang="zh-CN" altLang="en-US" dirty="0"/>
          </a:p>
        </p:txBody>
      </p:sp>
      <p:sp>
        <p:nvSpPr>
          <p:cNvPr id="4" name="TextBox 3"/>
          <p:cNvSpPr txBox="1"/>
          <p:nvPr/>
        </p:nvSpPr>
        <p:spPr>
          <a:xfrm>
            <a:off x="5020680" y="513066"/>
            <a:ext cx="5565913" cy="369332"/>
          </a:xfrm>
          <a:prstGeom prst="rect">
            <a:avLst/>
          </a:prstGeom>
          <a:noFill/>
        </p:spPr>
        <p:txBody>
          <a:bodyPr wrap="square" rtlCol="0">
            <a:spAutoFit/>
          </a:bodyPr>
          <a:lstStyle/>
          <a:p>
            <a:r>
              <a:rPr lang="en-US" altLang="zh-CN" dirty="0">
                <a:solidFill>
                  <a:srgbClr val="FF0000"/>
                </a:solidFill>
                <a:effectLst>
                  <a:outerShdw blurRad="38100" dist="38100" dir="2700000" algn="tl">
                    <a:srgbClr val="000000">
                      <a:alpha val="43137"/>
                    </a:srgbClr>
                  </a:outerShdw>
                </a:effectLst>
              </a:rPr>
              <a:t>6RTT                               4RTT                                 3RTT</a:t>
            </a:r>
            <a:endParaRPr lang="zh-CN" altLang="en-US" dirty="0">
              <a:solidFill>
                <a:srgbClr val="FF0000"/>
              </a:solidFill>
              <a:effectLst>
                <a:outerShdw blurRad="38100" dist="38100" dir="2700000" algn="tl">
                  <a:srgbClr val="000000">
                    <a:alpha val="43137"/>
                  </a:srgbClr>
                </a:outerShdw>
              </a:effectLs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2580" y="1372704"/>
            <a:ext cx="10844012" cy="4586694"/>
          </a:xfrm>
        </p:spPr>
        <p:txBody>
          <a:bodyPr/>
          <a:lstStyle/>
          <a:p>
            <a:pPr>
              <a:lnSpc>
                <a:spcPct val="150000"/>
              </a:lnSpc>
            </a:pPr>
            <a:r>
              <a:rPr lang="zh-CN" altLang="en-US" dirty="0">
                <a:cs typeface="Times New Roman" panose="02020603050405020304" pitchFamily="18" charset="0"/>
                <a:sym typeface="+mn-ea"/>
              </a:rPr>
              <a:t>浏览器缓存</a:t>
            </a:r>
            <a:endParaRPr lang="zh-CN" altLang="en-US" dirty="0">
              <a:cs typeface="Times New Roman" panose="02020603050405020304" pitchFamily="18" charset="0"/>
            </a:endParaRPr>
          </a:p>
          <a:p>
            <a:pPr marL="800100" lvl="1" indent="-342900">
              <a:lnSpc>
                <a:spcPct val="150000"/>
              </a:lnSpc>
              <a:spcBef>
                <a:spcPct val="10000"/>
              </a:spcBef>
            </a:pPr>
            <a:r>
              <a:rPr lang="zh-CN" altLang="en-US" dirty="0">
                <a:cs typeface="Times New Roman" panose="02020603050405020304" pitchFamily="18" charset="0"/>
              </a:rPr>
              <a:t>在浏览器主机保存用户访问过的服务器</a:t>
            </a:r>
            <a:r>
              <a:rPr lang="en-US" altLang="zh-CN" dirty="0">
                <a:cs typeface="Times New Roman" panose="02020603050405020304" pitchFamily="18" charset="0"/>
              </a:rPr>
              <a:t>Web</a:t>
            </a:r>
            <a:r>
              <a:rPr lang="zh-CN" altLang="en-US" dirty="0">
                <a:cs typeface="Times New Roman" panose="02020603050405020304" pitchFamily="18" charset="0"/>
              </a:rPr>
              <a:t>页副本</a:t>
            </a:r>
            <a:endParaRPr lang="en-US" altLang="zh-CN" dirty="0">
              <a:cs typeface="Times New Roman" panose="02020603050405020304" pitchFamily="18" charset="0"/>
            </a:endParaRPr>
          </a:p>
          <a:p>
            <a:pPr marL="800100" lvl="1" indent="-342900" algn="l">
              <a:lnSpc>
                <a:spcPct val="150000"/>
              </a:lnSpc>
              <a:spcBef>
                <a:spcPct val="10000"/>
              </a:spcBef>
              <a:buClrTx/>
              <a:buSzTx/>
            </a:pPr>
            <a:r>
              <a:rPr lang="zh-CN" altLang="en-US" dirty="0">
                <a:cs typeface="Times New Roman" panose="02020603050405020304" pitchFamily="18" charset="0"/>
              </a:rPr>
              <a:t>再次访问该页，不必从服务器再次传输，提高访问效率</a:t>
            </a:r>
            <a:endParaRPr lang="zh-CN" altLang="en-US" dirty="0">
              <a:cs typeface="Times New Roman" panose="02020603050405020304" pitchFamily="18" charset="0"/>
            </a:endParaRPr>
          </a:p>
          <a:p>
            <a:pPr marL="342900" indent="-342900" algn="l">
              <a:lnSpc>
                <a:spcPct val="150000"/>
              </a:lnSpc>
              <a:spcBef>
                <a:spcPct val="10000"/>
              </a:spcBef>
              <a:buClrTx/>
              <a:buSzTx/>
            </a:pPr>
            <a:r>
              <a:rPr lang="en-US" altLang="zh-CN" dirty="0">
                <a:cs typeface="Times New Roman" panose="02020603050405020304" pitchFamily="18" charset="0"/>
              </a:rPr>
              <a:t>Web</a:t>
            </a:r>
            <a:r>
              <a:rPr lang="zh-CN" altLang="en-US" dirty="0">
                <a:cs typeface="Times New Roman" panose="02020603050405020304" pitchFamily="18" charset="0"/>
              </a:rPr>
              <a:t>代理服务器缓存</a:t>
            </a:r>
            <a:endParaRPr lang="en-US" altLang="zh-CN" dirty="0">
              <a:cs typeface="Times New Roman" panose="02020603050405020304" pitchFamily="18" charset="0"/>
            </a:endParaRPr>
          </a:p>
          <a:p>
            <a:pPr marL="800100" lvl="1" indent="-342900" algn="just">
              <a:lnSpc>
                <a:spcPct val="150000"/>
              </a:lnSpc>
              <a:spcBef>
                <a:spcPct val="10000"/>
              </a:spcBef>
            </a:pPr>
            <a:r>
              <a:rPr lang="en-US" altLang="zh-CN" dirty="0">
                <a:cs typeface="Times New Roman" panose="02020603050405020304" pitchFamily="18" charset="0"/>
              </a:rPr>
              <a:t>ISP</a:t>
            </a:r>
            <a:r>
              <a:rPr lang="zh-CN" altLang="en-US" dirty="0">
                <a:cs typeface="Times New Roman" panose="02020603050405020304" pitchFamily="18" charset="0"/>
              </a:rPr>
              <a:t>安装</a:t>
            </a:r>
            <a:r>
              <a:rPr lang="en-US" altLang="zh-CN" dirty="0">
                <a:cs typeface="Times New Roman" panose="02020603050405020304" pitchFamily="18" charset="0"/>
              </a:rPr>
              <a:t>Web</a:t>
            </a:r>
            <a:r>
              <a:rPr lang="zh-CN" altLang="en-US" dirty="0">
                <a:cs typeface="Times New Roman" panose="02020603050405020304" pitchFamily="18" charset="0"/>
              </a:rPr>
              <a:t>代理缓存服务器，保存</a:t>
            </a:r>
            <a:r>
              <a:rPr lang="en-US" altLang="zh-CN" dirty="0">
                <a:cs typeface="Times New Roman" panose="02020603050405020304" pitchFamily="18" charset="0"/>
              </a:rPr>
              <a:t>ISP</a:t>
            </a:r>
            <a:r>
              <a:rPr lang="zh-CN" altLang="en-US" dirty="0">
                <a:cs typeface="Times New Roman" panose="02020603050405020304" pitchFamily="18" charset="0"/>
              </a:rPr>
              <a:t>客户访问过的服务器</a:t>
            </a:r>
            <a:r>
              <a:rPr lang="en-US" altLang="zh-CN" dirty="0">
                <a:cs typeface="Times New Roman" panose="02020603050405020304" pitchFamily="18" charset="0"/>
              </a:rPr>
              <a:t>Web</a:t>
            </a:r>
            <a:r>
              <a:rPr lang="zh-CN" altLang="en-US" dirty="0">
                <a:cs typeface="Times New Roman" panose="02020603050405020304" pitchFamily="18" charset="0"/>
              </a:rPr>
              <a:t>页副本</a:t>
            </a:r>
            <a:endParaRPr lang="en-US" altLang="zh-CN" dirty="0">
              <a:cs typeface="Times New Roman" panose="02020603050405020304" pitchFamily="18" charset="0"/>
            </a:endParaRPr>
          </a:p>
          <a:p>
            <a:pPr marL="800100" lvl="1" indent="-342900">
              <a:lnSpc>
                <a:spcPct val="150000"/>
              </a:lnSpc>
              <a:spcBef>
                <a:spcPct val="10000"/>
              </a:spcBef>
            </a:pPr>
            <a:r>
              <a:rPr lang="zh-CN" altLang="en-US" dirty="0">
                <a:cs typeface="Times New Roman" panose="02020603050405020304" pitchFamily="18" charset="0"/>
              </a:rPr>
              <a:t>副本可以供</a:t>
            </a:r>
            <a:r>
              <a:rPr lang="en-US" altLang="zh-CN" dirty="0">
                <a:cs typeface="Times New Roman" panose="02020603050405020304" pitchFamily="18" charset="0"/>
              </a:rPr>
              <a:t>ISP</a:t>
            </a:r>
            <a:r>
              <a:rPr lang="zh-CN" altLang="en-US" dirty="0">
                <a:cs typeface="Times New Roman" panose="02020603050405020304" pitchFamily="18" charset="0"/>
              </a:rPr>
              <a:t>的所有客户访问，提高访问服务器的</a:t>
            </a:r>
            <a:r>
              <a:rPr lang="en-US" altLang="zh-CN" dirty="0">
                <a:cs typeface="Times New Roman" panose="02020603050405020304" pitchFamily="18" charset="0"/>
              </a:rPr>
              <a:t>Web</a:t>
            </a:r>
            <a:r>
              <a:rPr lang="zh-CN" altLang="en-US" dirty="0">
                <a:cs typeface="Times New Roman" panose="02020603050405020304" pitchFamily="18" charset="0"/>
              </a:rPr>
              <a:t>页效率</a:t>
            </a:r>
            <a:endParaRPr lang="en-US" altLang="zh-CN" dirty="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6" name="Rectangle 2"/>
          <p:cNvSpPr>
            <a:spLocks noGrp="1" noChangeArrowheads="1"/>
          </p:cNvSpPr>
          <p:nvPr>
            <p:ph type="title"/>
          </p:nvPr>
        </p:nvSpPr>
        <p:spPr>
          <a:xfrm>
            <a:off x="682580" y="494304"/>
            <a:ext cx="7502971" cy="878400"/>
          </a:xfrm>
        </p:spPr>
        <p:txBody>
          <a:bodyPr>
            <a:normAutofit/>
          </a:bodyPr>
          <a:lstStyle/>
          <a:p>
            <a:r>
              <a:rPr lang="en-US" altLang="zh-CN" sz="3200" dirty="0"/>
              <a:t>4) Web</a:t>
            </a:r>
            <a:r>
              <a:rPr lang="zh-CN" altLang="en-US" sz="3200" dirty="0"/>
              <a:t>缓存技术与</a:t>
            </a:r>
            <a:r>
              <a:rPr lang="en-US" altLang="zh-CN" sz="3200" dirty="0"/>
              <a:t>Web</a:t>
            </a:r>
            <a:r>
              <a:rPr lang="zh-CN" altLang="en-US" sz="3200" dirty="0"/>
              <a:t>代理</a:t>
            </a:r>
            <a:endParaRPr lang="en-US" altLang="zh-CN" sz="32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charset="-122"/>
                <a:ea typeface="微软雅黑" panose="020B0503020204020204" charset="-122"/>
              </a:defRPr>
            </a:lvl1pPr>
          </a:lstStyle>
          <a:p>
            <a:r>
              <a:rPr lang="en-US" altLang="zh-CN" dirty="0"/>
              <a:t>7.4 </a:t>
            </a:r>
            <a:r>
              <a:rPr lang="zh-CN" altLang="en-US" dirty="0"/>
              <a:t>万维网</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1974" y="1336230"/>
            <a:ext cx="11064240" cy="4480561"/>
          </a:xfrm>
        </p:spPr>
        <p:txBody>
          <a:bodyPr>
            <a:normAutofit/>
          </a:bodyPr>
          <a:lstStyle/>
          <a:p>
            <a:pPr>
              <a:lnSpc>
                <a:spcPct val="120000"/>
              </a:lnSpc>
              <a:spcBef>
                <a:spcPts val="600"/>
              </a:spcBef>
            </a:pPr>
            <a:r>
              <a:rPr lang="zh-CN" altLang="en-US" dirty="0">
                <a:cs typeface="Times New Roman" panose="02020603050405020304" pitchFamily="18" charset="0"/>
                <a:sym typeface="+mn-ea"/>
              </a:rPr>
              <a:t>浏览器缓存</a:t>
            </a:r>
            <a:endParaRPr lang="en-US" altLang="zh-CN" dirty="0">
              <a:cs typeface="Times New Roman" panose="02020603050405020304" pitchFamily="18" charset="0"/>
              <a:sym typeface="+mn-ea"/>
            </a:endParaRPr>
          </a:p>
          <a:p>
            <a:pPr lvl="1">
              <a:lnSpc>
                <a:spcPct val="120000"/>
              </a:lnSpc>
              <a:spcBef>
                <a:spcPts val="600"/>
              </a:spcBef>
            </a:pPr>
            <a:r>
              <a:rPr lang="zh-CN" altLang="en-US" dirty="0">
                <a:cs typeface="Times New Roman" panose="02020603050405020304" pitchFamily="18" charset="0"/>
              </a:rPr>
              <a:t>目标：再次访问缓存在浏览器主机中的</a:t>
            </a:r>
            <a:r>
              <a:rPr lang="en-US" altLang="zh-CN" dirty="0">
                <a:cs typeface="Times New Roman" panose="02020603050405020304" pitchFamily="18" charset="0"/>
              </a:rPr>
              <a:t>Web</a:t>
            </a:r>
            <a:r>
              <a:rPr lang="zh-CN" altLang="en-US" dirty="0">
                <a:cs typeface="Times New Roman" panose="02020603050405020304" pitchFamily="18" charset="0"/>
              </a:rPr>
              <a:t>页副本，不必从原始服务器读取</a:t>
            </a:r>
            <a:endParaRPr lang="zh-CN" altLang="en-US" dirty="0">
              <a:cs typeface="Times New Roman" panose="02020603050405020304" pitchFamily="18" charset="0"/>
            </a:endParaRPr>
          </a:p>
          <a:p>
            <a:pPr lvl="1">
              <a:lnSpc>
                <a:spcPct val="120000"/>
              </a:lnSpc>
              <a:spcBef>
                <a:spcPts val="600"/>
              </a:spcBef>
            </a:pPr>
            <a:r>
              <a:rPr lang="zh-CN" altLang="en-US" dirty="0">
                <a:cs typeface="Times New Roman" panose="02020603050405020304" pitchFamily="18" charset="0"/>
              </a:rPr>
              <a:t>怎么保证</a:t>
            </a:r>
            <a:r>
              <a:rPr lang="en-US" altLang="zh-CN" dirty="0">
                <a:cs typeface="Times New Roman" panose="02020603050405020304" pitchFamily="18" charset="0"/>
              </a:rPr>
              <a:t>Web</a:t>
            </a:r>
            <a:r>
              <a:rPr lang="zh-CN" altLang="en-US" dirty="0">
                <a:cs typeface="Times New Roman" panose="02020603050405020304" pitchFamily="18" charset="0"/>
              </a:rPr>
              <a:t>页副本与原始服务器是一致的？</a:t>
            </a:r>
            <a:endParaRPr lang="zh-CN" altLang="en-US" dirty="0">
              <a:cs typeface="Times New Roman" panose="02020603050405020304" pitchFamily="18" charset="0"/>
            </a:endParaRPr>
          </a:p>
          <a:p>
            <a:pPr lvl="1">
              <a:lnSpc>
                <a:spcPct val="120000"/>
              </a:lnSpc>
              <a:spcBef>
                <a:spcPts val="600"/>
              </a:spcBef>
            </a:pPr>
            <a:endParaRPr lang="zh-CN" altLang="en-US" dirty="0">
              <a:cs typeface="Times New Roman" panose="02020603050405020304" pitchFamily="18" charset="0"/>
            </a:endParaRPr>
          </a:p>
        </p:txBody>
      </p:sp>
      <p:sp>
        <p:nvSpPr>
          <p:cNvPr id="4" name="灯片编号占位符 3"/>
          <p:cNvSpPr>
            <a:spLocks noGrp="1"/>
          </p:cNvSpPr>
          <p:nvPr>
            <p:ph type="sldNum" sz="quarter" idx="12"/>
          </p:nvPr>
        </p:nvSpPr>
        <p:spPr>
          <a:xfrm>
            <a:off x="8686800" y="6435051"/>
            <a:ext cx="2910468" cy="365125"/>
          </a:xfrm>
        </p:spPr>
        <p:txBody>
          <a:bodyPr/>
          <a:lstStyle/>
          <a:p>
            <a:fld id="{8D4D1E41-7A09-AB4A-A4E1-09765ADA2698}" type="slidenum">
              <a:rPr kumimoji="1" lang="zh-CN" altLang="en-US" smtClean="0"/>
            </a:fld>
            <a:endParaRPr kumimoji="1" lang="zh-CN" altLang="en-US" dirty="0"/>
          </a:p>
        </p:txBody>
      </p:sp>
      <p:sp>
        <p:nvSpPr>
          <p:cNvPr id="6" name="Rectangle 2"/>
          <p:cNvSpPr>
            <a:spLocks noGrp="1" noChangeArrowheads="1"/>
          </p:cNvSpPr>
          <p:nvPr>
            <p:ph type="title"/>
          </p:nvPr>
        </p:nvSpPr>
        <p:spPr>
          <a:xfrm>
            <a:off x="793844" y="422949"/>
            <a:ext cx="8395854" cy="878400"/>
          </a:xfrm>
        </p:spPr>
        <p:txBody>
          <a:bodyPr>
            <a:noAutofit/>
          </a:bodyPr>
          <a:lstStyle/>
          <a:p>
            <a:r>
              <a:rPr lang="en-US" altLang="zh-CN" sz="3200" dirty="0"/>
              <a:t>Web</a:t>
            </a:r>
            <a:r>
              <a:rPr lang="zh-CN" altLang="en-US" sz="3200" dirty="0"/>
              <a:t>缓存技术与</a:t>
            </a:r>
            <a:r>
              <a:rPr lang="en-US" altLang="zh-CN" sz="3200" dirty="0"/>
              <a:t>Web</a:t>
            </a:r>
            <a:r>
              <a:rPr lang="zh-CN" altLang="en-US" sz="3200" dirty="0"/>
              <a:t>代理</a:t>
            </a:r>
            <a:endParaRPr lang="en-US" altLang="zh-CN" sz="32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矩形 9"/>
          <p:cNvSpPr/>
          <p:nvPr/>
        </p:nvSpPr>
        <p:spPr>
          <a:xfrm>
            <a:off x="4471229" y="6492874"/>
            <a:ext cx="3793026"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charset="-122"/>
                <a:ea typeface="微软雅黑" panose="020B0503020204020204" charset="-122"/>
              </a:rPr>
              <a:t>引自：计算机网络（第</a:t>
            </a:r>
            <a:r>
              <a:rPr lang="en-US" altLang="zh-CN" sz="1600" dirty="0">
                <a:solidFill>
                  <a:schemeClr val="bg1">
                    <a:lumMod val="65000"/>
                  </a:schemeClr>
                </a:solidFill>
                <a:latin typeface="微软雅黑" panose="020B0503020204020204" charset="-122"/>
                <a:ea typeface="微软雅黑" panose="020B0503020204020204" charset="-122"/>
              </a:rPr>
              <a:t>5</a:t>
            </a:r>
            <a:r>
              <a:rPr lang="zh-CN" altLang="en-US" sz="1600" dirty="0">
                <a:solidFill>
                  <a:schemeClr val="bg1">
                    <a:lumMod val="65000"/>
                  </a:schemeClr>
                </a:solidFill>
                <a:latin typeface="微软雅黑" panose="020B0503020204020204" charset="-122"/>
                <a:ea typeface="微软雅黑" panose="020B0503020204020204" charset="-122"/>
              </a:rPr>
              <a:t>版），严伟等译</a:t>
            </a:r>
            <a:endParaRPr lang="zh-CN" altLang="en-US" sz="1600" dirty="0">
              <a:solidFill>
                <a:schemeClr val="bg1">
                  <a:lumMod val="65000"/>
                </a:schemeClr>
              </a:solidFill>
            </a:endParaRPr>
          </a:p>
        </p:txBody>
      </p:sp>
      <p:pic>
        <p:nvPicPr>
          <p:cNvPr id="2" name="图片 1"/>
          <p:cNvPicPr>
            <a:picLocks noChangeAspect="1"/>
          </p:cNvPicPr>
          <p:nvPr/>
        </p:nvPicPr>
        <p:blipFill>
          <a:blip r:embed="rId1"/>
          <a:stretch>
            <a:fillRect/>
          </a:stretch>
        </p:blipFill>
        <p:spPr>
          <a:xfrm>
            <a:off x="1426961" y="3396343"/>
            <a:ext cx="8482470" cy="2420448"/>
          </a:xfrm>
          <a:prstGeom prst="rect">
            <a:avLst/>
          </a:prstGeom>
        </p:spPr>
      </p:pic>
      <p:sp>
        <p:nvSpPr>
          <p:cNvPr id="8"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charset="-122"/>
                <a:ea typeface="微软雅黑" panose="020B0503020204020204" charset="-122"/>
              </a:defRPr>
            </a:lvl1pPr>
          </a:lstStyle>
          <a:p>
            <a:r>
              <a:rPr lang="en-US" altLang="zh-CN" dirty="0"/>
              <a:t>7.4 </a:t>
            </a:r>
            <a:r>
              <a:rPr lang="zh-CN" altLang="en-US" dirty="0"/>
              <a:t>万维网</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8566" y="1372029"/>
            <a:ext cx="6438844" cy="4794595"/>
          </a:xfrm>
        </p:spPr>
        <p:txBody>
          <a:bodyPr>
            <a:noAutofit/>
          </a:bodyPr>
          <a:lstStyle/>
          <a:p>
            <a:pPr algn="just">
              <a:lnSpc>
                <a:spcPct val="125000"/>
              </a:lnSpc>
              <a:spcBef>
                <a:spcPts val="600"/>
              </a:spcBef>
            </a:pPr>
            <a:r>
              <a:rPr lang="en-US" altLang="zh-CN" sz="2400" dirty="0">
                <a:cs typeface="Times New Roman" panose="02020603050405020304" pitchFamily="18" charset="0"/>
              </a:rPr>
              <a:t>Web</a:t>
            </a:r>
            <a:r>
              <a:rPr lang="zh-CN" altLang="en-US" sz="2400" dirty="0">
                <a:cs typeface="Times New Roman" panose="02020603050405020304" pitchFamily="18" charset="0"/>
              </a:rPr>
              <a:t>代理服务器缓存</a:t>
            </a:r>
            <a:endParaRPr lang="en-US" altLang="zh-CN" sz="2400" dirty="0">
              <a:cs typeface="Times New Roman" panose="02020603050405020304" pitchFamily="18" charset="0"/>
            </a:endParaRPr>
          </a:p>
          <a:p>
            <a:pPr lvl="1" indent="-328930" algn="just">
              <a:lnSpc>
                <a:spcPct val="125000"/>
              </a:lnSpc>
              <a:spcBef>
                <a:spcPts val="600"/>
              </a:spcBef>
              <a:buFont typeface="Wingdings" panose="05000000000000000000" pitchFamily="2" charset="2"/>
              <a:buChar char="Ø"/>
            </a:pPr>
            <a:r>
              <a:rPr lang="zh-CN" altLang="en-US" sz="2200" dirty="0">
                <a:cs typeface="Times New Roman" panose="02020603050405020304" pitchFamily="18" charset="0"/>
              </a:rPr>
              <a:t>目标：代理服务器缓存已访问过的</a:t>
            </a:r>
            <a:r>
              <a:rPr lang="en-US" altLang="zh-CN" sz="2200" dirty="0">
                <a:cs typeface="Times New Roman" panose="02020603050405020304" pitchFamily="18" charset="0"/>
              </a:rPr>
              <a:t>Web</a:t>
            </a:r>
            <a:r>
              <a:rPr lang="zh-CN" altLang="en-US" sz="2200" dirty="0">
                <a:cs typeface="Times New Roman" panose="02020603050405020304" pitchFamily="18" charset="0"/>
              </a:rPr>
              <a:t>页副本，满足用户浏览器从代理服务器提取</a:t>
            </a:r>
            <a:r>
              <a:rPr lang="en-US" altLang="zh-CN" sz="2200" dirty="0">
                <a:cs typeface="Times New Roman" panose="02020603050405020304" pitchFamily="18" charset="0"/>
              </a:rPr>
              <a:t>Web</a:t>
            </a:r>
            <a:r>
              <a:rPr lang="zh-CN" altLang="en-US" sz="2200" dirty="0">
                <a:cs typeface="Times New Roman" panose="02020603050405020304" pitchFamily="18" charset="0"/>
              </a:rPr>
              <a:t>页，尽量减少原始服务器参与</a:t>
            </a:r>
            <a:endParaRPr lang="zh-CN" altLang="en-US" sz="2200" dirty="0">
              <a:cs typeface="Times New Roman" panose="02020603050405020304" pitchFamily="18" charset="0"/>
            </a:endParaRPr>
          </a:p>
          <a:p>
            <a:pPr lvl="1" indent="-328930" algn="just">
              <a:lnSpc>
                <a:spcPct val="125000"/>
              </a:lnSpc>
              <a:spcBef>
                <a:spcPts val="600"/>
              </a:spcBef>
              <a:buFont typeface="Wingdings" panose="05000000000000000000" pitchFamily="2" charset="2"/>
              <a:buChar char="Ø"/>
            </a:pPr>
            <a:r>
              <a:rPr lang="zh-CN" altLang="en-US" sz="2200" dirty="0">
                <a:cs typeface="Times New Roman" panose="02020603050405020304" pitchFamily="18" charset="0"/>
              </a:rPr>
              <a:t>设置用户浏览器，通过代理服务器进行</a:t>
            </a:r>
            <a:r>
              <a:rPr lang="en-US" altLang="zh-CN" sz="2200" dirty="0">
                <a:cs typeface="Times New Roman" panose="02020603050405020304" pitchFamily="18" charset="0"/>
              </a:rPr>
              <a:t>Web</a:t>
            </a:r>
            <a:r>
              <a:rPr lang="zh-CN" altLang="en-US" sz="2200" dirty="0">
                <a:cs typeface="Times New Roman" panose="02020603050405020304" pitchFamily="18" charset="0"/>
              </a:rPr>
              <a:t>访问</a:t>
            </a:r>
            <a:endParaRPr lang="zh-CN" altLang="en-US" sz="2200" dirty="0">
              <a:cs typeface="Times New Roman" panose="02020603050405020304" pitchFamily="18" charset="0"/>
            </a:endParaRPr>
          </a:p>
          <a:p>
            <a:pPr lvl="1" indent="-328930" algn="just">
              <a:lnSpc>
                <a:spcPct val="125000"/>
              </a:lnSpc>
              <a:spcBef>
                <a:spcPts val="600"/>
              </a:spcBef>
              <a:buFont typeface="Wingdings" panose="05000000000000000000" pitchFamily="2" charset="2"/>
              <a:buChar char="Ø"/>
            </a:pPr>
            <a:r>
              <a:rPr lang="zh-CN" altLang="en-US" sz="2200" dirty="0">
                <a:cs typeface="Times New Roman" panose="02020603050405020304" pitchFamily="18" charset="0"/>
              </a:rPr>
              <a:t>浏览器将所有的</a:t>
            </a:r>
            <a:r>
              <a:rPr lang="en-US" altLang="zh-CN" sz="2200" dirty="0">
                <a:cs typeface="Times New Roman" panose="02020603050405020304" pitchFamily="18" charset="0"/>
              </a:rPr>
              <a:t>HTTP</a:t>
            </a:r>
            <a:r>
              <a:rPr lang="zh-CN" altLang="en-US" sz="2200" dirty="0">
                <a:cs typeface="Times New Roman" panose="02020603050405020304" pitchFamily="18" charset="0"/>
              </a:rPr>
              <a:t>请求发送到代理服务器</a:t>
            </a:r>
            <a:endParaRPr lang="zh-CN" altLang="en-US" sz="2200" dirty="0">
              <a:cs typeface="Times New Roman" panose="02020603050405020304" pitchFamily="18" charset="0"/>
            </a:endParaRPr>
          </a:p>
          <a:p>
            <a:pPr lvl="2" algn="just">
              <a:lnSpc>
                <a:spcPct val="125000"/>
              </a:lnSpc>
              <a:spcBef>
                <a:spcPts val="600"/>
              </a:spcBef>
            </a:pPr>
            <a:r>
              <a:rPr lang="zh-CN" altLang="en-US" dirty="0">
                <a:cs typeface="Times New Roman" panose="02020603050405020304" pitchFamily="18" charset="0"/>
              </a:rPr>
              <a:t>如果缓存中有被请求的对象，则直接返回对象</a:t>
            </a:r>
            <a:endParaRPr lang="zh-CN" altLang="en-US" dirty="0">
              <a:cs typeface="Times New Roman" panose="02020603050405020304" pitchFamily="18" charset="0"/>
            </a:endParaRPr>
          </a:p>
          <a:p>
            <a:pPr lvl="2" algn="just">
              <a:lnSpc>
                <a:spcPct val="125000"/>
              </a:lnSpc>
              <a:spcBef>
                <a:spcPts val="600"/>
              </a:spcBef>
            </a:pPr>
            <a:r>
              <a:rPr lang="zh-CN" altLang="en-US" dirty="0">
                <a:cs typeface="Times New Roman" panose="02020603050405020304" pitchFamily="18" charset="0"/>
              </a:rPr>
              <a:t>否则，代理服务器向原始服务器请求对象，再将对象返回给客户端</a:t>
            </a:r>
            <a:endParaRPr lang="zh-CN" altLang="en-US" dirty="0">
              <a:cs typeface="Times New Roman" panose="02020603050405020304" pitchFamily="18" charset="0"/>
            </a:endParaRPr>
          </a:p>
          <a:p>
            <a:pPr lvl="1" algn="just">
              <a:lnSpc>
                <a:spcPct val="125000"/>
              </a:lnSpc>
              <a:spcBef>
                <a:spcPts val="600"/>
              </a:spcBef>
            </a:pPr>
            <a:endParaRPr lang="en-US" altLang="zh-CN" dirty="0">
              <a:cs typeface="Times New Roman" panose="02020603050405020304" pitchFamily="18" charset="0"/>
            </a:endParaRPr>
          </a:p>
        </p:txBody>
      </p:sp>
      <p:sp>
        <p:nvSpPr>
          <p:cNvPr id="4" name="灯片编号占位符 3"/>
          <p:cNvSpPr>
            <a:spLocks noGrp="1"/>
          </p:cNvSpPr>
          <p:nvPr>
            <p:ph type="sldNum" sz="quarter" idx="12"/>
          </p:nvPr>
        </p:nvSpPr>
        <p:spPr>
          <a:xfrm>
            <a:off x="8683450" y="6460050"/>
            <a:ext cx="2889777" cy="365125"/>
          </a:xfrm>
        </p:spPr>
        <p:txBody>
          <a:bodyPr/>
          <a:lstStyle/>
          <a:p>
            <a:fld id="{8D4D1E41-7A09-AB4A-A4E1-09765ADA2698}" type="slidenum">
              <a:rPr kumimoji="1" lang="zh-CN" altLang="en-US" smtClean="0"/>
            </a:fld>
            <a:endParaRPr kumimoji="1" lang="zh-CN" altLang="en-US" dirty="0"/>
          </a:p>
        </p:txBody>
      </p:sp>
      <p:sp>
        <p:nvSpPr>
          <p:cNvPr id="6" name="Rectangle 2"/>
          <p:cNvSpPr>
            <a:spLocks noGrp="1" noChangeArrowheads="1"/>
          </p:cNvSpPr>
          <p:nvPr>
            <p:ph type="title"/>
          </p:nvPr>
        </p:nvSpPr>
        <p:spPr>
          <a:xfrm>
            <a:off x="812511" y="396503"/>
            <a:ext cx="7502971" cy="878400"/>
          </a:xfrm>
        </p:spPr>
        <p:txBody>
          <a:bodyPr>
            <a:noAutofit/>
          </a:bodyPr>
          <a:lstStyle/>
          <a:p>
            <a:r>
              <a:rPr lang="en-US" altLang="zh-CN" sz="3200" dirty="0"/>
              <a:t>Web</a:t>
            </a:r>
            <a:r>
              <a:rPr lang="zh-CN" altLang="en-US" sz="3200" dirty="0"/>
              <a:t>缓存技术与</a:t>
            </a:r>
            <a:r>
              <a:rPr lang="en-US" altLang="zh-CN" sz="3200" dirty="0"/>
              <a:t>Web</a:t>
            </a:r>
            <a:r>
              <a:rPr lang="zh-CN" altLang="en-US" sz="3200" dirty="0"/>
              <a:t>代理</a:t>
            </a:r>
            <a:endParaRPr lang="en-US" altLang="zh-CN" sz="3200" b="1"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2" name="组合 1"/>
          <p:cNvGrpSpPr/>
          <p:nvPr/>
        </p:nvGrpSpPr>
        <p:grpSpPr>
          <a:xfrm>
            <a:off x="7430272" y="2147266"/>
            <a:ext cx="4324123" cy="3135642"/>
            <a:chOff x="7138914" y="2257450"/>
            <a:chExt cx="4324123" cy="3135642"/>
          </a:xfrm>
        </p:grpSpPr>
        <p:grpSp>
          <p:nvGrpSpPr>
            <p:cNvPr id="7" name="Group 171"/>
            <p:cNvGrpSpPr/>
            <p:nvPr/>
          </p:nvGrpSpPr>
          <p:grpSpPr bwMode="auto">
            <a:xfrm>
              <a:off x="7255186" y="2314908"/>
              <a:ext cx="600151" cy="690934"/>
              <a:chOff x="-44" y="1473"/>
              <a:chExt cx="981" cy="1105"/>
            </a:xfrm>
          </p:grpSpPr>
          <p:pic>
            <p:nvPicPr>
              <p:cNvPr id="8" name="Picture 172" descr="desktop_computer_stylized_mediu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reeform 173"/>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grpSp>
        <p:grpSp>
          <p:nvGrpSpPr>
            <p:cNvPr id="10" name="Group 102"/>
            <p:cNvGrpSpPr/>
            <p:nvPr/>
          </p:nvGrpSpPr>
          <p:grpSpPr bwMode="auto">
            <a:xfrm>
              <a:off x="7312012" y="4009921"/>
              <a:ext cx="600152" cy="690934"/>
              <a:chOff x="-44" y="1473"/>
              <a:chExt cx="981" cy="1105"/>
            </a:xfrm>
          </p:grpSpPr>
          <p:pic>
            <p:nvPicPr>
              <p:cNvPr id="11" name="Picture 103" descr="desktop_computer_stylized_mediu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Freeform 104"/>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grpSp>
        <p:grpSp>
          <p:nvGrpSpPr>
            <p:cNvPr id="13" name="Group 138"/>
            <p:cNvGrpSpPr/>
            <p:nvPr/>
          </p:nvGrpSpPr>
          <p:grpSpPr bwMode="auto">
            <a:xfrm>
              <a:off x="9178997" y="3004405"/>
              <a:ext cx="349280" cy="647840"/>
              <a:chOff x="4140" y="429"/>
              <a:chExt cx="1425" cy="2396"/>
            </a:xfrm>
          </p:grpSpPr>
          <p:sp>
            <p:nvSpPr>
              <p:cNvPr id="14" name="Freeform 139"/>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15" name="Rectangle 140"/>
              <p:cNvSpPr>
                <a:spLocks noChangeArrowheads="1"/>
              </p:cNvSpPr>
              <p:nvPr/>
            </p:nvSpPr>
            <p:spPr bwMode="auto">
              <a:xfrm>
                <a:off x="4208" y="429"/>
                <a:ext cx="1046"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16" name="Freeform 141"/>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17" name="Freeform 142"/>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18" name="Rectangle 143"/>
              <p:cNvSpPr>
                <a:spLocks noChangeArrowheads="1"/>
              </p:cNvSpPr>
              <p:nvPr/>
            </p:nvSpPr>
            <p:spPr bwMode="auto">
              <a:xfrm>
                <a:off x="4214" y="695"/>
                <a:ext cx="594"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nvGrpSpPr>
              <p:cNvPr id="19" name="Group 144"/>
              <p:cNvGrpSpPr/>
              <p:nvPr/>
            </p:nvGrpSpPr>
            <p:grpSpPr bwMode="auto">
              <a:xfrm>
                <a:off x="4749" y="668"/>
                <a:ext cx="581" cy="145"/>
                <a:chOff x="614" y="2568"/>
                <a:chExt cx="725" cy="139"/>
              </a:xfrm>
            </p:grpSpPr>
            <p:sp>
              <p:nvSpPr>
                <p:cNvPr id="44" name="AutoShape 145"/>
                <p:cNvSpPr>
                  <a:spLocks noChangeArrowheads="1"/>
                </p:cNvSpPr>
                <p:nvPr/>
              </p:nvSpPr>
              <p:spPr bwMode="auto">
                <a:xfrm>
                  <a:off x="616" y="2568"/>
                  <a:ext cx="720"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45" name="AutoShape 146"/>
                <p:cNvSpPr>
                  <a:spLocks noChangeArrowheads="1"/>
                </p:cNvSpPr>
                <p:nvPr/>
              </p:nvSpPr>
              <p:spPr bwMode="auto">
                <a:xfrm>
                  <a:off x="630" y="2583"/>
                  <a:ext cx="67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sp>
            <p:nvSpPr>
              <p:cNvPr id="20" name="Rectangle 147"/>
              <p:cNvSpPr>
                <a:spLocks noChangeArrowheads="1"/>
              </p:cNvSpPr>
              <p:nvPr/>
            </p:nvSpPr>
            <p:spPr bwMode="auto">
              <a:xfrm>
                <a:off x="4225" y="1019"/>
                <a:ext cx="594"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nvGrpSpPr>
              <p:cNvPr id="21" name="Group 148"/>
              <p:cNvGrpSpPr/>
              <p:nvPr/>
            </p:nvGrpSpPr>
            <p:grpSpPr bwMode="auto">
              <a:xfrm>
                <a:off x="4747" y="994"/>
                <a:ext cx="581" cy="134"/>
                <a:chOff x="614" y="2568"/>
                <a:chExt cx="725" cy="139"/>
              </a:xfrm>
            </p:grpSpPr>
            <p:sp>
              <p:nvSpPr>
                <p:cNvPr id="42" name="AutoShape 149"/>
                <p:cNvSpPr>
                  <a:spLocks noChangeArrowheads="1"/>
                </p:cNvSpPr>
                <p:nvPr/>
              </p:nvSpPr>
              <p:spPr bwMode="auto">
                <a:xfrm>
                  <a:off x="612" y="2566"/>
                  <a:ext cx="727"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43" name="AutoShape 150"/>
                <p:cNvSpPr>
                  <a:spLocks noChangeArrowheads="1"/>
                </p:cNvSpPr>
                <p:nvPr/>
              </p:nvSpPr>
              <p:spPr bwMode="auto">
                <a:xfrm>
                  <a:off x="626" y="2583"/>
                  <a:ext cx="692"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sp>
            <p:nvSpPr>
              <p:cNvPr id="22" name="Rectangle 151"/>
              <p:cNvSpPr>
                <a:spLocks noChangeArrowheads="1"/>
              </p:cNvSpPr>
              <p:nvPr/>
            </p:nvSpPr>
            <p:spPr bwMode="auto">
              <a:xfrm>
                <a:off x="4219" y="1359"/>
                <a:ext cx="594"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23" name="Rectangle 152"/>
              <p:cNvSpPr>
                <a:spLocks noChangeArrowheads="1"/>
              </p:cNvSpPr>
              <p:nvPr/>
            </p:nvSpPr>
            <p:spPr bwMode="auto">
              <a:xfrm>
                <a:off x="4230" y="1656"/>
                <a:ext cx="594"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nvGrpSpPr>
              <p:cNvPr id="24" name="Group 153"/>
              <p:cNvGrpSpPr/>
              <p:nvPr/>
            </p:nvGrpSpPr>
            <p:grpSpPr bwMode="auto">
              <a:xfrm>
                <a:off x="4735" y="1627"/>
                <a:ext cx="582" cy="151"/>
                <a:chOff x="614" y="2568"/>
                <a:chExt cx="725" cy="139"/>
              </a:xfrm>
            </p:grpSpPr>
            <p:sp>
              <p:nvSpPr>
                <p:cNvPr id="40" name="AutoShape 154"/>
                <p:cNvSpPr>
                  <a:spLocks noChangeArrowheads="1"/>
                </p:cNvSpPr>
                <p:nvPr/>
              </p:nvSpPr>
              <p:spPr bwMode="auto">
                <a:xfrm>
                  <a:off x="612" y="2570"/>
                  <a:ext cx="726"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41" name="AutoShape 155"/>
                <p:cNvSpPr>
                  <a:spLocks noChangeArrowheads="1"/>
                </p:cNvSpPr>
                <p:nvPr/>
              </p:nvSpPr>
              <p:spPr bwMode="auto">
                <a:xfrm>
                  <a:off x="627" y="2585"/>
                  <a:ext cx="690"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sp>
            <p:nvSpPr>
              <p:cNvPr id="25" name="Freeform 156"/>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grpSp>
            <p:nvGrpSpPr>
              <p:cNvPr id="26" name="Group 157"/>
              <p:cNvGrpSpPr/>
              <p:nvPr/>
            </p:nvGrpSpPr>
            <p:grpSpPr bwMode="auto">
              <a:xfrm>
                <a:off x="4739" y="1327"/>
                <a:ext cx="582" cy="139"/>
                <a:chOff x="614" y="2568"/>
                <a:chExt cx="725" cy="139"/>
              </a:xfrm>
            </p:grpSpPr>
            <p:sp>
              <p:nvSpPr>
                <p:cNvPr id="38" name="AutoShape 158"/>
                <p:cNvSpPr>
                  <a:spLocks noChangeArrowheads="1"/>
                </p:cNvSpPr>
                <p:nvPr/>
              </p:nvSpPr>
              <p:spPr bwMode="auto">
                <a:xfrm>
                  <a:off x="615" y="2568"/>
                  <a:ext cx="726"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39" name="AutoShape 159"/>
                <p:cNvSpPr>
                  <a:spLocks noChangeArrowheads="1"/>
                </p:cNvSpPr>
                <p:nvPr/>
              </p:nvSpPr>
              <p:spPr bwMode="auto">
                <a:xfrm>
                  <a:off x="629" y="2584"/>
                  <a:ext cx="690"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sp>
            <p:nvSpPr>
              <p:cNvPr id="27" name="Rectangle 160"/>
              <p:cNvSpPr>
                <a:spLocks noChangeArrowheads="1"/>
              </p:cNvSpPr>
              <p:nvPr/>
            </p:nvSpPr>
            <p:spPr bwMode="auto">
              <a:xfrm>
                <a:off x="5248"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28" name="Freeform 161"/>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29" name="Freeform 162"/>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30" name="Oval 163"/>
              <p:cNvSpPr>
                <a:spLocks noChangeArrowheads="1"/>
              </p:cNvSpPr>
              <p:nvPr/>
            </p:nvSpPr>
            <p:spPr bwMode="auto">
              <a:xfrm>
                <a:off x="5520" y="2612"/>
                <a:ext cx="45" cy="9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31" name="Freeform 164"/>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32" name="AutoShape 165"/>
              <p:cNvSpPr>
                <a:spLocks noChangeArrowheads="1"/>
              </p:cNvSpPr>
              <p:nvPr/>
            </p:nvSpPr>
            <p:spPr bwMode="auto">
              <a:xfrm>
                <a:off x="4140" y="2676"/>
                <a:ext cx="1199" cy="149"/>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33" name="AutoShape 166"/>
              <p:cNvSpPr>
                <a:spLocks noChangeArrowheads="1"/>
              </p:cNvSpPr>
              <p:nvPr/>
            </p:nvSpPr>
            <p:spPr bwMode="auto">
              <a:xfrm>
                <a:off x="4208" y="2713"/>
                <a:ext cx="1069" cy="80"/>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34" name="Oval 167"/>
              <p:cNvSpPr>
                <a:spLocks noChangeArrowheads="1"/>
              </p:cNvSpPr>
              <p:nvPr/>
            </p:nvSpPr>
            <p:spPr bwMode="auto">
              <a:xfrm>
                <a:off x="4310" y="2384"/>
                <a:ext cx="158"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35" name="Oval 168"/>
              <p:cNvSpPr>
                <a:spLocks noChangeArrowheads="1"/>
              </p:cNvSpPr>
              <p:nvPr/>
            </p:nvSpPr>
            <p:spPr bwMode="auto">
              <a:xfrm>
                <a:off x="4485" y="2384"/>
                <a:ext cx="158"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charset="-122"/>
                  <a:ea typeface="微软雅黑" panose="020B0503020204020204" charset="-122"/>
                  <a:cs typeface="Times New Roman" panose="02020603050405020304" pitchFamily="18" charset="0"/>
                </a:endParaRPr>
              </a:p>
            </p:txBody>
          </p:sp>
          <p:sp>
            <p:nvSpPr>
              <p:cNvPr id="36" name="Oval 169"/>
              <p:cNvSpPr>
                <a:spLocks noChangeArrowheads="1"/>
              </p:cNvSpPr>
              <p:nvPr/>
            </p:nvSpPr>
            <p:spPr bwMode="auto">
              <a:xfrm>
                <a:off x="4660" y="2379"/>
                <a:ext cx="158"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37" name="Rectangle 170"/>
              <p:cNvSpPr>
                <a:spLocks noChangeArrowheads="1"/>
              </p:cNvSpPr>
              <p:nvPr/>
            </p:nvSpPr>
            <p:spPr bwMode="auto">
              <a:xfrm>
                <a:off x="5062" y="1837"/>
                <a:ext cx="85" cy="760"/>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grpSp>
          <p:nvGrpSpPr>
            <p:cNvPr id="46" name="Group 105"/>
            <p:cNvGrpSpPr/>
            <p:nvPr/>
          </p:nvGrpSpPr>
          <p:grpSpPr bwMode="auto">
            <a:xfrm>
              <a:off x="10879657" y="2442753"/>
              <a:ext cx="378387" cy="647839"/>
              <a:chOff x="4140" y="429"/>
              <a:chExt cx="1425" cy="2396"/>
            </a:xfrm>
          </p:grpSpPr>
          <p:sp>
            <p:nvSpPr>
              <p:cNvPr id="47" name="Freeform 106"/>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48" name="Rectangle 107"/>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49" name="Freeform 108"/>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50" name="Freeform 109"/>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51" name="Rectangle 110"/>
              <p:cNvSpPr>
                <a:spLocks noChangeArrowheads="1"/>
              </p:cNvSpPr>
              <p:nvPr/>
            </p:nvSpPr>
            <p:spPr bwMode="auto">
              <a:xfrm>
                <a:off x="4213" y="695"/>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nvGrpSpPr>
              <p:cNvPr id="52" name="Group 111"/>
              <p:cNvGrpSpPr/>
              <p:nvPr/>
            </p:nvGrpSpPr>
            <p:grpSpPr bwMode="auto">
              <a:xfrm>
                <a:off x="4749" y="668"/>
                <a:ext cx="581" cy="145"/>
                <a:chOff x="614" y="2568"/>
                <a:chExt cx="725" cy="139"/>
              </a:xfrm>
            </p:grpSpPr>
            <p:sp>
              <p:nvSpPr>
                <p:cNvPr id="77" name="AutoShape 112"/>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78" name="AutoShape 113"/>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sp>
            <p:nvSpPr>
              <p:cNvPr id="53" name="Rectangle 114"/>
              <p:cNvSpPr>
                <a:spLocks noChangeArrowheads="1"/>
              </p:cNvSpPr>
              <p:nvPr/>
            </p:nvSpPr>
            <p:spPr bwMode="auto">
              <a:xfrm>
                <a:off x="4224" y="1019"/>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nvGrpSpPr>
              <p:cNvPr id="54" name="Group 115"/>
              <p:cNvGrpSpPr/>
              <p:nvPr/>
            </p:nvGrpSpPr>
            <p:grpSpPr bwMode="auto">
              <a:xfrm>
                <a:off x="4747" y="994"/>
                <a:ext cx="581" cy="134"/>
                <a:chOff x="614" y="2568"/>
                <a:chExt cx="725" cy="139"/>
              </a:xfrm>
            </p:grpSpPr>
            <p:sp>
              <p:nvSpPr>
                <p:cNvPr id="75" name="AutoShape 116"/>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76" name="AutoShape 117"/>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sp>
            <p:nvSpPr>
              <p:cNvPr id="55" name="Rectangle 118"/>
              <p:cNvSpPr>
                <a:spLocks noChangeArrowheads="1"/>
              </p:cNvSpPr>
              <p:nvPr/>
            </p:nvSpPr>
            <p:spPr bwMode="auto">
              <a:xfrm>
                <a:off x="4218" y="1359"/>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56" name="Rectangle 119"/>
              <p:cNvSpPr>
                <a:spLocks noChangeArrowheads="1"/>
              </p:cNvSpPr>
              <p:nvPr/>
            </p:nvSpPr>
            <p:spPr bwMode="auto">
              <a:xfrm>
                <a:off x="4229" y="1656"/>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nvGrpSpPr>
              <p:cNvPr id="57" name="Group 120"/>
              <p:cNvGrpSpPr/>
              <p:nvPr/>
            </p:nvGrpSpPr>
            <p:grpSpPr bwMode="auto">
              <a:xfrm>
                <a:off x="4735" y="1627"/>
                <a:ext cx="582" cy="151"/>
                <a:chOff x="614" y="2568"/>
                <a:chExt cx="725" cy="139"/>
              </a:xfrm>
            </p:grpSpPr>
            <p:sp>
              <p:nvSpPr>
                <p:cNvPr id="73" name="AutoShape 121"/>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74" name="AutoShape 122"/>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sp>
            <p:nvSpPr>
              <p:cNvPr id="58" name="Freeform 123"/>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grpSp>
            <p:nvGrpSpPr>
              <p:cNvPr id="59" name="Group 124"/>
              <p:cNvGrpSpPr/>
              <p:nvPr/>
            </p:nvGrpSpPr>
            <p:grpSpPr bwMode="auto">
              <a:xfrm>
                <a:off x="4739" y="1327"/>
                <a:ext cx="582" cy="139"/>
                <a:chOff x="614" y="2568"/>
                <a:chExt cx="725" cy="139"/>
              </a:xfrm>
            </p:grpSpPr>
            <p:sp>
              <p:nvSpPr>
                <p:cNvPr id="71" name="AutoShape 125"/>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72" name="AutoShape 126"/>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sp>
            <p:nvSpPr>
              <p:cNvPr id="60" name="Rectangle 127"/>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61" name="Freeform 128"/>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62" name="Freeform 129"/>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63" name="Oval 130"/>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64" name="Freeform 131"/>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65" name="AutoShape 132"/>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66" name="AutoShape 133"/>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67" name="Oval 134"/>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68" name="Oval 135"/>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charset="-122"/>
                  <a:ea typeface="微软雅黑" panose="020B0503020204020204" charset="-122"/>
                  <a:cs typeface="Times New Roman" panose="02020603050405020304" pitchFamily="18" charset="0"/>
                </a:endParaRPr>
              </a:p>
            </p:txBody>
          </p:sp>
          <p:sp>
            <p:nvSpPr>
              <p:cNvPr id="69" name="Oval 136"/>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70" name="Rectangle 137"/>
              <p:cNvSpPr>
                <a:spLocks noChangeArrowheads="1"/>
              </p:cNvSpPr>
              <p:nvPr/>
            </p:nvSpPr>
            <p:spPr bwMode="auto">
              <a:xfrm>
                <a:off x="5064" y="1837"/>
                <a:ext cx="84" cy="760"/>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sp>
          <p:nvSpPr>
            <p:cNvPr id="79" name="Text Box 6"/>
            <p:cNvSpPr txBox="1">
              <a:spLocks noChangeArrowheads="1"/>
            </p:cNvSpPr>
            <p:nvPr/>
          </p:nvSpPr>
          <p:spPr bwMode="auto">
            <a:xfrm>
              <a:off x="7138914" y="2928909"/>
              <a:ext cx="792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gn="ctr">
                <a:lnSpc>
                  <a:spcPct val="100000"/>
                </a:lnSpc>
                <a:spcBef>
                  <a:spcPct val="0"/>
                </a:spcBef>
                <a:buClrTx/>
                <a:buSzTx/>
                <a:buFontTx/>
                <a:buNone/>
              </a:pPr>
              <a:r>
                <a:rPr lang="zh-CN" altLang="en-US" sz="1600" dirty="0">
                  <a:latin typeface="微软雅黑" panose="020B0503020204020204" charset="-122"/>
                  <a:ea typeface="微软雅黑" panose="020B0503020204020204" charset="-122"/>
                  <a:cs typeface="Times New Roman" panose="02020603050405020304" pitchFamily="18" charset="0"/>
                </a:rPr>
                <a:t>客户端</a:t>
              </a:r>
              <a:endParaRPr lang="en-US" altLang="zh-CN" sz="1600" dirty="0">
                <a:latin typeface="微软雅黑" panose="020B0503020204020204" charset="-122"/>
                <a:ea typeface="微软雅黑" panose="020B0503020204020204" charset="-122"/>
                <a:cs typeface="Times New Roman" panose="02020603050405020304" pitchFamily="18" charset="0"/>
              </a:endParaRPr>
            </a:p>
          </p:txBody>
        </p:sp>
        <p:sp>
          <p:nvSpPr>
            <p:cNvPr id="80" name="Text Box 8"/>
            <p:cNvSpPr txBox="1">
              <a:spLocks noChangeArrowheads="1"/>
            </p:cNvSpPr>
            <p:nvPr/>
          </p:nvSpPr>
          <p:spPr bwMode="auto">
            <a:xfrm>
              <a:off x="8965970" y="2330164"/>
              <a:ext cx="79248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gn="ctr">
                <a:lnSpc>
                  <a:spcPct val="100000"/>
                </a:lnSpc>
                <a:spcBef>
                  <a:spcPct val="0"/>
                </a:spcBef>
                <a:buClrTx/>
                <a:buSzTx/>
                <a:buFontTx/>
                <a:buNone/>
              </a:pPr>
              <a:r>
                <a:rPr lang="zh-CN" altLang="en-US" sz="1600" dirty="0">
                  <a:latin typeface="微软雅黑" panose="020B0503020204020204" charset="-122"/>
                  <a:ea typeface="微软雅黑" panose="020B0503020204020204" charset="-122"/>
                  <a:cs typeface="Times New Roman" panose="02020603050405020304" pitchFamily="18" charset="0"/>
                </a:rPr>
                <a:t>代理</a:t>
              </a:r>
              <a:endParaRPr lang="en-US" altLang="zh-CN" sz="1600" dirty="0">
                <a:latin typeface="微软雅黑" panose="020B0503020204020204" charset="-122"/>
                <a:ea typeface="微软雅黑" panose="020B0503020204020204" charset="-122"/>
                <a:cs typeface="Times New Roman" panose="02020603050405020304" pitchFamily="18" charset="0"/>
              </a:endParaRPr>
            </a:p>
            <a:p>
              <a:pPr algn="ctr">
                <a:lnSpc>
                  <a:spcPct val="100000"/>
                </a:lnSpc>
                <a:spcBef>
                  <a:spcPct val="0"/>
                </a:spcBef>
                <a:buClrTx/>
                <a:buSzTx/>
                <a:buFontTx/>
                <a:buNone/>
              </a:pPr>
              <a:r>
                <a:rPr lang="zh-CN" altLang="en-US" sz="1600" dirty="0">
                  <a:latin typeface="微软雅黑" panose="020B0503020204020204" charset="-122"/>
                  <a:ea typeface="微软雅黑" panose="020B0503020204020204" charset="-122"/>
                  <a:cs typeface="Times New Roman" panose="02020603050405020304" pitchFamily="18" charset="0"/>
                </a:rPr>
                <a:t>服务器</a:t>
              </a:r>
              <a:endParaRPr lang="en-US" altLang="zh-CN" sz="1600" dirty="0">
                <a:latin typeface="微软雅黑" panose="020B0503020204020204" charset="-122"/>
                <a:ea typeface="微软雅黑" panose="020B0503020204020204" charset="-122"/>
                <a:cs typeface="Times New Roman" panose="02020603050405020304" pitchFamily="18" charset="0"/>
              </a:endParaRPr>
            </a:p>
          </p:txBody>
        </p:sp>
        <p:sp>
          <p:nvSpPr>
            <p:cNvPr id="81" name="Text Box 21"/>
            <p:cNvSpPr txBox="1">
              <a:spLocks noChangeArrowheads="1"/>
            </p:cNvSpPr>
            <p:nvPr/>
          </p:nvSpPr>
          <p:spPr bwMode="auto">
            <a:xfrm>
              <a:off x="7187305" y="4677457"/>
              <a:ext cx="792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gn="ctr">
                <a:lnSpc>
                  <a:spcPct val="100000"/>
                </a:lnSpc>
                <a:spcBef>
                  <a:spcPct val="0"/>
                </a:spcBef>
                <a:buClrTx/>
                <a:buSzTx/>
                <a:buFontTx/>
                <a:buNone/>
              </a:pPr>
              <a:r>
                <a:rPr lang="zh-CN" altLang="en-US" sz="1600" dirty="0">
                  <a:latin typeface="微软雅黑" panose="020B0503020204020204" charset="-122"/>
                  <a:ea typeface="微软雅黑" panose="020B0503020204020204" charset="-122"/>
                  <a:cs typeface="Times New Roman" panose="02020603050405020304" pitchFamily="18" charset="0"/>
                </a:rPr>
                <a:t>客户端</a:t>
              </a:r>
              <a:endParaRPr lang="en-US" altLang="zh-CN" sz="1600" dirty="0">
                <a:latin typeface="微软雅黑" panose="020B0503020204020204" charset="-122"/>
                <a:ea typeface="微软雅黑" panose="020B0503020204020204" charset="-122"/>
                <a:cs typeface="Times New Roman" panose="02020603050405020304" pitchFamily="18" charset="0"/>
              </a:endParaRPr>
            </a:p>
          </p:txBody>
        </p:sp>
        <p:grpSp>
          <p:nvGrpSpPr>
            <p:cNvPr id="82" name="Group 53"/>
            <p:cNvGrpSpPr/>
            <p:nvPr/>
          </p:nvGrpSpPr>
          <p:grpSpPr bwMode="auto">
            <a:xfrm>
              <a:off x="7841473" y="3581858"/>
              <a:ext cx="1276534" cy="688061"/>
              <a:chOff x="2960" y="2580"/>
              <a:chExt cx="921" cy="479"/>
            </a:xfrm>
          </p:grpSpPr>
          <p:sp>
            <p:nvSpPr>
              <p:cNvPr id="83" name="Line 19"/>
              <p:cNvSpPr>
                <a:spLocks noChangeShapeType="1"/>
              </p:cNvSpPr>
              <p:nvPr/>
            </p:nvSpPr>
            <p:spPr bwMode="auto">
              <a:xfrm flipV="1">
                <a:off x="2998" y="2580"/>
                <a:ext cx="883" cy="479"/>
              </a:xfrm>
              <a:prstGeom prst="line">
                <a:avLst/>
              </a:prstGeom>
              <a:noFill/>
              <a:ln w="28575">
                <a:solidFill>
                  <a:srgbClr val="CC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84" name="Text Box 23"/>
              <p:cNvSpPr txBox="1">
                <a:spLocks noChangeArrowheads="1"/>
              </p:cNvSpPr>
              <p:nvPr/>
            </p:nvSpPr>
            <p:spPr bwMode="auto">
              <a:xfrm rot="19907361">
                <a:off x="2960" y="2614"/>
                <a:ext cx="83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gn="ctr">
                  <a:lnSpc>
                    <a:spcPct val="100000"/>
                  </a:lnSpc>
                  <a:spcBef>
                    <a:spcPct val="0"/>
                  </a:spcBef>
                  <a:buClrTx/>
                  <a:buSzTx/>
                  <a:buFontTx/>
                  <a:buNone/>
                </a:pPr>
                <a:r>
                  <a:rPr lang="en-US" altLang="zh-CN" sz="1600" dirty="0">
                    <a:solidFill>
                      <a:srgbClr val="CC0000"/>
                    </a:solidFill>
                    <a:latin typeface="微软雅黑" panose="020B0503020204020204" charset="-122"/>
                    <a:ea typeface="微软雅黑" panose="020B0503020204020204" charset="-122"/>
                    <a:cs typeface="Times New Roman" panose="02020603050405020304" pitchFamily="18" charset="0"/>
                  </a:rPr>
                  <a:t>HTTP</a:t>
                </a:r>
                <a:r>
                  <a:rPr lang="zh-CN" altLang="en-US" sz="1600" dirty="0">
                    <a:solidFill>
                      <a:srgbClr val="CC0000"/>
                    </a:solidFill>
                    <a:latin typeface="微软雅黑" panose="020B0503020204020204" charset="-122"/>
                    <a:ea typeface="微软雅黑" panose="020B0503020204020204" charset="-122"/>
                    <a:cs typeface="Times New Roman" panose="02020603050405020304" pitchFamily="18" charset="0"/>
                  </a:rPr>
                  <a:t>请求</a:t>
                </a:r>
                <a:endParaRPr lang="en-US" altLang="zh-CN" sz="2400" dirty="0">
                  <a:solidFill>
                    <a:srgbClr val="CC0000"/>
                  </a:solidFill>
                  <a:latin typeface="微软雅黑" panose="020B0503020204020204" charset="-122"/>
                  <a:ea typeface="微软雅黑" panose="020B0503020204020204" charset="-122"/>
                  <a:cs typeface="Times New Roman" panose="02020603050405020304" pitchFamily="18" charset="0"/>
                </a:endParaRPr>
              </a:p>
            </p:txBody>
          </p:sp>
        </p:grpSp>
        <p:grpSp>
          <p:nvGrpSpPr>
            <p:cNvPr id="85" name="Group 54"/>
            <p:cNvGrpSpPr/>
            <p:nvPr/>
          </p:nvGrpSpPr>
          <p:grpSpPr bwMode="auto">
            <a:xfrm>
              <a:off x="7938499" y="3660864"/>
              <a:ext cx="1265446" cy="711043"/>
              <a:chOff x="3030" y="2635"/>
              <a:chExt cx="913" cy="495"/>
            </a:xfrm>
          </p:grpSpPr>
          <p:sp>
            <p:nvSpPr>
              <p:cNvPr id="86" name="Line 20"/>
              <p:cNvSpPr>
                <a:spLocks noChangeShapeType="1"/>
              </p:cNvSpPr>
              <p:nvPr/>
            </p:nvSpPr>
            <p:spPr bwMode="auto">
              <a:xfrm flipH="1">
                <a:off x="3030" y="2635"/>
                <a:ext cx="884" cy="495"/>
              </a:xfrm>
              <a:prstGeom prst="line">
                <a:avLst/>
              </a:prstGeom>
              <a:noFill/>
              <a:ln w="28575">
                <a:solidFill>
                  <a:srgbClr val="CC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87" name="Text Box 25"/>
              <p:cNvSpPr txBox="1">
                <a:spLocks noChangeArrowheads="1"/>
              </p:cNvSpPr>
              <p:nvPr/>
            </p:nvSpPr>
            <p:spPr bwMode="auto">
              <a:xfrm rot="19862217">
                <a:off x="3107" y="2860"/>
                <a:ext cx="83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gn="ctr">
                  <a:lnSpc>
                    <a:spcPct val="100000"/>
                  </a:lnSpc>
                  <a:spcBef>
                    <a:spcPct val="0"/>
                  </a:spcBef>
                  <a:buClrTx/>
                  <a:buSzTx/>
                  <a:buFontTx/>
                  <a:buNone/>
                </a:pPr>
                <a:r>
                  <a:rPr lang="en-US" altLang="zh-CN" sz="1600" dirty="0">
                    <a:solidFill>
                      <a:srgbClr val="CC0000"/>
                    </a:solidFill>
                    <a:latin typeface="微软雅黑" panose="020B0503020204020204" charset="-122"/>
                    <a:ea typeface="微软雅黑" panose="020B0503020204020204" charset="-122"/>
                    <a:cs typeface="Times New Roman" panose="02020603050405020304" pitchFamily="18" charset="0"/>
                  </a:rPr>
                  <a:t>HTTP</a:t>
                </a:r>
                <a:r>
                  <a:rPr lang="zh-CN" altLang="en-US" sz="1600" dirty="0">
                    <a:solidFill>
                      <a:srgbClr val="CC0000"/>
                    </a:solidFill>
                    <a:latin typeface="微软雅黑" panose="020B0503020204020204" charset="-122"/>
                    <a:ea typeface="微软雅黑" panose="020B0503020204020204" charset="-122"/>
                    <a:cs typeface="Times New Roman" panose="02020603050405020304" pitchFamily="18" charset="0"/>
                  </a:rPr>
                  <a:t>响应</a:t>
                </a:r>
                <a:endParaRPr lang="en-US" altLang="zh-CN" sz="2400" dirty="0">
                  <a:solidFill>
                    <a:srgbClr val="CC0000"/>
                  </a:solidFill>
                  <a:latin typeface="微软雅黑" panose="020B0503020204020204" charset="-122"/>
                  <a:ea typeface="微软雅黑" panose="020B0503020204020204" charset="-122"/>
                  <a:cs typeface="Times New Roman" panose="02020603050405020304" pitchFamily="18" charset="0"/>
                </a:endParaRPr>
              </a:p>
            </p:txBody>
          </p:sp>
        </p:grpSp>
        <p:grpSp>
          <p:nvGrpSpPr>
            <p:cNvPr id="88" name="Group 49"/>
            <p:cNvGrpSpPr/>
            <p:nvPr/>
          </p:nvGrpSpPr>
          <p:grpSpPr bwMode="auto">
            <a:xfrm>
              <a:off x="7899690" y="2666841"/>
              <a:ext cx="2838592" cy="696679"/>
              <a:chOff x="3002" y="1954"/>
              <a:chExt cx="2048" cy="485"/>
            </a:xfrm>
          </p:grpSpPr>
          <p:sp>
            <p:nvSpPr>
              <p:cNvPr id="89" name="Freeform 18"/>
              <p:cNvSpPr/>
              <p:nvPr/>
            </p:nvSpPr>
            <p:spPr bwMode="auto">
              <a:xfrm>
                <a:off x="3002" y="1979"/>
                <a:ext cx="2048" cy="460"/>
              </a:xfrm>
              <a:custGeom>
                <a:avLst/>
                <a:gdLst>
                  <a:gd name="T0" fmla="*/ 0 w 2048"/>
                  <a:gd name="T1" fmla="*/ 2 h 460"/>
                  <a:gd name="T2" fmla="*/ 1011 w 2048"/>
                  <a:gd name="T3" fmla="*/ 460 h 460"/>
                  <a:gd name="T4" fmla="*/ 2048 w 2048"/>
                  <a:gd name="T5" fmla="*/ 0 h 460"/>
                  <a:gd name="T6" fmla="*/ 0 60000 65536"/>
                  <a:gd name="T7" fmla="*/ 0 60000 65536"/>
                  <a:gd name="T8" fmla="*/ 0 60000 65536"/>
                  <a:gd name="T9" fmla="*/ 0 w 2048"/>
                  <a:gd name="T10" fmla="*/ 0 h 460"/>
                  <a:gd name="T11" fmla="*/ 2048 w 2048"/>
                  <a:gd name="T12" fmla="*/ 460 h 460"/>
                </a:gdLst>
                <a:ahLst/>
                <a:cxnLst>
                  <a:cxn ang="T6">
                    <a:pos x="T0" y="T1"/>
                  </a:cxn>
                  <a:cxn ang="T7">
                    <a:pos x="T2" y="T3"/>
                  </a:cxn>
                  <a:cxn ang="T8">
                    <a:pos x="T4" y="T5"/>
                  </a:cxn>
                </a:cxnLst>
                <a:rect l="T9" t="T10" r="T11" b="T12"/>
                <a:pathLst>
                  <a:path w="2048" h="460">
                    <a:moveTo>
                      <a:pt x="0" y="2"/>
                    </a:moveTo>
                    <a:lnTo>
                      <a:pt x="1011" y="460"/>
                    </a:lnTo>
                    <a:lnTo>
                      <a:pt x="2048" y="0"/>
                    </a:lnTo>
                  </a:path>
                </a:pathLst>
              </a:custGeom>
              <a:noFill/>
              <a:ln w="28575">
                <a:solidFill>
                  <a:srgbClr val="CC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90" name="Text Box 22"/>
              <p:cNvSpPr txBox="1">
                <a:spLocks noChangeArrowheads="1"/>
              </p:cNvSpPr>
              <p:nvPr/>
            </p:nvSpPr>
            <p:spPr bwMode="auto">
              <a:xfrm rot="1422049">
                <a:off x="3102" y="1981"/>
                <a:ext cx="83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gn="ctr">
                  <a:lnSpc>
                    <a:spcPct val="100000"/>
                  </a:lnSpc>
                  <a:spcBef>
                    <a:spcPct val="0"/>
                  </a:spcBef>
                  <a:buClrTx/>
                  <a:buSzTx/>
                  <a:buFontTx/>
                  <a:buNone/>
                </a:pPr>
                <a:r>
                  <a:rPr lang="en-US" altLang="zh-CN" sz="1600" dirty="0">
                    <a:solidFill>
                      <a:srgbClr val="CC0000"/>
                    </a:solidFill>
                    <a:latin typeface="微软雅黑" panose="020B0503020204020204" charset="-122"/>
                    <a:ea typeface="微软雅黑" panose="020B0503020204020204" charset="-122"/>
                    <a:cs typeface="Times New Roman" panose="02020603050405020304" pitchFamily="18" charset="0"/>
                  </a:rPr>
                  <a:t>HTTP</a:t>
                </a:r>
                <a:r>
                  <a:rPr lang="zh-CN" altLang="en-US" sz="1600" dirty="0">
                    <a:solidFill>
                      <a:srgbClr val="CC0000"/>
                    </a:solidFill>
                    <a:latin typeface="微软雅黑" panose="020B0503020204020204" charset="-122"/>
                    <a:ea typeface="微软雅黑" panose="020B0503020204020204" charset="-122"/>
                    <a:cs typeface="Times New Roman" panose="02020603050405020304" pitchFamily="18" charset="0"/>
                  </a:rPr>
                  <a:t>请求</a:t>
                </a:r>
                <a:endParaRPr lang="en-US" altLang="zh-CN" sz="2400" dirty="0">
                  <a:solidFill>
                    <a:srgbClr val="CC0000"/>
                  </a:solidFill>
                  <a:latin typeface="微软雅黑" panose="020B0503020204020204" charset="-122"/>
                  <a:ea typeface="微软雅黑" panose="020B0503020204020204" charset="-122"/>
                  <a:cs typeface="Times New Roman" panose="02020603050405020304" pitchFamily="18" charset="0"/>
                </a:endParaRPr>
              </a:p>
            </p:txBody>
          </p:sp>
          <p:sp>
            <p:nvSpPr>
              <p:cNvPr id="91" name="Text Box 45"/>
              <p:cNvSpPr txBox="1">
                <a:spLocks noChangeArrowheads="1"/>
              </p:cNvSpPr>
              <p:nvPr/>
            </p:nvSpPr>
            <p:spPr bwMode="auto">
              <a:xfrm rot="20180032">
                <a:off x="4141" y="1954"/>
                <a:ext cx="83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gn="ctr">
                  <a:lnSpc>
                    <a:spcPct val="100000"/>
                  </a:lnSpc>
                  <a:spcBef>
                    <a:spcPct val="0"/>
                  </a:spcBef>
                  <a:buClrTx/>
                  <a:buSzTx/>
                  <a:buFontTx/>
                  <a:buNone/>
                </a:pPr>
                <a:r>
                  <a:rPr lang="en-US" altLang="zh-CN" sz="1600" dirty="0">
                    <a:solidFill>
                      <a:srgbClr val="CC0000"/>
                    </a:solidFill>
                    <a:latin typeface="微软雅黑" panose="020B0503020204020204" charset="-122"/>
                    <a:ea typeface="微软雅黑" panose="020B0503020204020204" charset="-122"/>
                    <a:cs typeface="Times New Roman" panose="02020603050405020304" pitchFamily="18" charset="0"/>
                  </a:rPr>
                  <a:t>HTTP</a:t>
                </a:r>
                <a:r>
                  <a:rPr lang="zh-CN" altLang="en-US" sz="1600" dirty="0">
                    <a:solidFill>
                      <a:srgbClr val="CC0000"/>
                    </a:solidFill>
                    <a:latin typeface="微软雅黑" panose="020B0503020204020204" charset="-122"/>
                    <a:ea typeface="微软雅黑" panose="020B0503020204020204" charset="-122"/>
                    <a:cs typeface="Times New Roman" panose="02020603050405020304" pitchFamily="18" charset="0"/>
                  </a:rPr>
                  <a:t>请求</a:t>
                </a:r>
                <a:endParaRPr lang="en-US" altLang="zh-CN" sz="2400" dirty="0">
                  <a:solidFill>
                    <a:srgbClr val="CC0000"/>
                  </a:solidFill>
                  <a:latin typeface="微软雅黑" panose="020B0503020204020204" charset="-122"/>
                  <a:ea typeface="微软雅黑" panose="020B0503020204020204" charset="-122"/>
                  <a:cs typeface="Times New Roman" panose="02020603050405020304" pitchFamily="18" charset="0"/>
                </a:endParaRPr>
              </a:p>
            </p:txBody>
          </p:sp>
        </p:grpSp>
        <p:sp>
          <p:nvSpPr>
            <p:cNvPr id="92" name="Text Box 47"/>
            <p:cNvSpPr txBox="1">
              <a:spLocks noChangeArrowheads="1"/>
            </p:cNvSpPr>
            <p:nvPr/>
          </p:nvSpPr>
          <p:spPr bwMode="auto">
            <a:xfrm>
              <a:off x="10616314" y="4809527"/>
              <a:ext cx="79248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gn="ctr">
                <a:lnSpc>
                  <a:spcPct val="100000"/>
                </a:lnSpc>
                <a:spcBef>
                  <a:spcPct val="0"/>
                </a:spcBef>
                <a:buClrTx/>
                <a:buSzTx/>
                <a:buFontTx/>
                <a:buNone/>
              </a:pPr>
              <a:r>
                <a:rPr lang="zh-CN" altLang="en-US" sz="1600" dirty="0">
                  <a:latin typeface="微软雅黑" panose="020B0503020204020204" charset="-122"/>
                  <a:ea typeface="微软雅黑" panose="020B0503020204020204" charset="-122"/>
                  <a:cs typeface="Times New Roman" panose="02020603050405020304" pitchFamily="18" charset="0"/>
                </a:rPr>
                <a:t>原始</a:t>
              </a:r>
              <a:endParaRPr lang="en-US" altLang="zh-CN" sz="1600" dirty="0">
                <a:latin typeface="微软雅黑" panose="020B0503020204020204" charset="-122"/>
                <a:ea typeface="微软雅黑" panose="020B0503020204020204" charset="-122"/>
                <a:cs typeface="Times New Roman" panose="02020603050405020304" pitchFamily="18" charset="0"/>
              </a:endParaRPr>
            </a:p>
            <a:p>
              <a:pPr algn="ctr">
                <a:lnSpc>
                  <a:spcPct val="100000"/>
                </a:lnSpc>
                <a:spcBef>
                  <a:spcPct val="0"/>
                </a:spcBef>
                <a:buClrTx/>
                <a:buSzTx/>
                <a:buFontTx/>
                <a:buNone/>
              </a:pPr>
              <a:r>
                <a:rPr lang="zh-CN" altLang="en-US" sz="1600" dirty="0">
                  <a:latin typeface="微软雅黑" panose="020B0503020204020204" charset="-122"/>
                  <a:ea typeface="微软雅黑" panose="020B0503020204020204" charset="-122"/>
                  <a:cs typeface="Times New Roman" panose="02020603050405020304" pitchFamily="18" charset="0"/>
                </a:rPr>
                <a:t>服务器</a:t>
              </a:r>
              <a:endParaRPr lang="en-US" altLang="zh-CN" sz="2400" dirty="0">
                <a:latin typeface="微软雅黑" panose="020B0503020204020204" charset="-122"/>
                <a:ea typeface="微软雅黑" panose="020B0503020204020204" charset="-122"/>
                <a:cs typeface="Times New Roman" panose="02020603050405020304" pitchFamily="18" charset="0"/>
              </a:endParaRPr>
            </a:p>
          </p:txBody>
        </p:sp>
        <p:sp>
          <p:nvSpPr>
            <p:cNvPr id="93" name="Text Box 48"/>
            <p:cNvSpPr txBox="1">
              <a:spLocks noChangeArrowheads="1"/>
            </p:cNvSpPr>
            <p:nvPr/>
          </p:nvSpPr>
          <p:spPr bwMode="auto">
            <a:xfrm>
              <a:off x="10670557" y="3081811"/>
              <a:ext cx="79248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gn="ctr">
                <a:lnSpc>
                  <a:spcPct val="100000"/>
                </a:lnSpc>
                <a:spcBef>
                  <a:spcPct val="0"/>
                </a:spcBef>
                <a:buClrTx/>
                <a:buSzTx/>
                <a:buFontTx/>
                <a:buNone/>
              </a:pPr>
              <a:r>
                <a:rPr lang="zh-CN" altLang="en-US" sz="1600" dirty="0">
                  <a:latin typeface="微软雅黑" panose="020B0503020204020204" charset="-122"/>
                  <a:ea typeface="微软雅黑" panose="020B0503020204020204" charset="-122"/>
                  <a:cs typeface="Times New Roman" panose="02020603050405020304" pitchFamily="18" charset="0"/>
                </a:rPr>
                <a:t>原始</a:t>
              </a:r>
              <a:endParaRPr lang="en-US" altLang="zh-CN" sz="1600" dirty="0">
                <a:latin typeface="微软雅黑" panose="020B0503020204020204" charset="-122"/>
                <a:ea typeface="微软雅黑" panose="020B0503020204020204" charset="-122"/>
                <a:cs typeface="Times New Roman" panose="02020603050405020304" pitchFamily="18" charset="0"/>
              </a:endParaRPr>
            </a:p>
            <a:p>
              <a:pPr algn="ctr">
                <a:lnSpc>
                  <a:spcPct val="100000"/>
                </a:lnSpc>
                <a:spcBef>
                  <a:spcPct val="0"/>
                </a:spcBef>
                <a:buClrTx/>
                <a:buSzTx/>
                <a:buFontTx/>
                <a:buNone/>
              </a:pPr>
              <a:r>
                <a:rPr lang="zh-CN" altLang="en-US" sz="1600" dirty="0">
                  <a:latin typeface="微软雅黑" panose="020B0503020204020204" charset="-122"/>
                  <a:ea typeface="微软雅黑" panose="020B0503020204020204" charset="-122"/>
                  <a:cs typeface="Times New Roman" panose="02020603050405020304" pitchFamily="18" charset="0"/>
                </a:rPr>
                <a:t>服务器</a:t>
              </a:r>
              <a:endParaRPr lang="en-US" altLang="zh-CN" sz="2400" dirty="0">
                <a:latin typeface="微软雅黑" panose="020B0503020204020204" charset="-122"/>
                <a:ea typeface="微软雅黑" panose="020B0503020204020204" charset="-122"/>
                <a:cs typeface="Times New Roman" panose="02020603050405020304" pitchFamily="18" charset="0"/>
              </a:endParaRPr>
            </a:p>
          </p:txBody>
        </p:sp>
        <p:sp>
          <p:nvSpPr>
            <p:cNvPr id="94" name="Rectangle 55"/>
            <p:cNvSpPr>
              <a:spLocks noChangeArrowheads="1"/>
            </p:cNvSpPr>
            <p:nvPr/>
          </p:nvSpPr>
          <p:spPr bwMode="auto">
            <a:xfrm>
              <a:off x="9804096" y="3811691"/>
              <a:ext cx="354824" cy="35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400">
                <a:latin typeface="微软雅黑" panose="020B0503020204020204" charset="-122"/>
                <a:ea typeface="微软雅黑" panose="020B0503020204020204" charset="-122"/>
                <a:cs typeface="Times New Roman" panose="02020603050405020304" pitchFamily="18" charset="0"/>
              </a:endParaRPr>
            </a:p>
          </p:txBody>
        </p:sp>
        <p:pic>
          <p:nvPicPr>
            <p:cNvPr id="95" name="Picture 5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83609" y="2257450"/>
              <a:ext cx="460162" cy="392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6" name="Group 60"/>
            <p:cNvGrpSpPr/>
            <p:nvPr/>
          </p:nvGrpSpPr>
          <p:grpSpPr bwMode="auto">
            <a:xfrm>
              <a:off x="7224693" y="2293362"/>
              <a:ext cx="3588435" cy="1641864"/>
              <a:chOff x="2515" y="1687"/>
              <a:chExt cx="2589" cy="1143"/>
            </a:xfrm>
          </p:grpSpPr>
          <p:sp>
            <p:nvSpPr>
              <p:cNvPr id="97" name="Freeform 44"/>
              <p:cNvSpPr/>
              <p:nvPr/>
            </p:nvSpPr>
            <p:spPr bwMode="auto">
              <a:xfrm>
                <a:off x="2985" y="2026"/>
                <a:ext cx="2119" cy="476"/>
              </a:xfrm>
              <a:custGeom>
                <a:avLst/>
                <a:gdLst>
                  <a:gd name="T0" fmla="*/ 2119 w 2119"/>
                  <a:gd name="T1" fmla="*/ 0 h 476"/>
                  <a:gd name="T2" fmla="*/ 1020 w 2119"/>
                  <a:gd name="T3" fmla="*/ 476 h 476"/>
                  <a:gd name="T4" fmla="*/ 0 w 2119"/>
                  <a:gd name="T5" fmla="*/ 8 h 476"/>
                  <a:gd name="T6" fmla="*/ 0 60000 65536"/>
                  <a:gd name="T7" fmla="*/ 0 60000 65536"/>
                  <a:gd name="T8" fmla="*/ 0 60000 65536"/>
                  <a:gd name="T9" fmla="*/ 0 w 2119"/>
                  <a:gd name="T10" fmla="*/ 0 h 476"/>
                  <a:gd name="T11" fmla="*/ 2119 w 2119"/>
                  <a:gd name="T12" fmla="*/ 476 h 476"/>
                </a:gdLst>
                <a:ahLst/>
                <a:cxnLst>
                  <a:cxn ang="T6">
                    <a:pos x="T0" y="T1"/>
                  </a:cxn>
                  <a:cxn ang="T7">
                    <a:pos x="T2" y="T3"/>
                  </a:cxn>
                  <a:cxn ang="T8">
                    <a:pos x="T4" y="T5"/>
                  </a:cxn>
                </a:cxnLst>
                <a:rect l="T9" t="T10" r="T11" b="T12"/>
                <a:pathLst>
                  <a:path w="2119" h="476">
                    <a:moveTo>
                      <a:pt x="2119" y="0"/>
                    </a:moveTo>
                    <a:lnTo>
                      <a:pt x="1020" y="476"/>
                    </a:lnTo>
                    <a:lnTo>
                      <a:pt x="0" y="8"/>
                    </a:lnTo>
                  </a:path>
                </a:pathLst>
              </a:custGeom>
              <a:noFill/>
              <a:ln w="28575">
                <a:solidFill>
                  <a:srgbClr val="CC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98" name="Text Box 24"/>
              <p:cNvSpPr txBox="1">
                <a:spLocks noChangeArrowheads="1"/>
              </p:cNvSpPr>
              <p:nvPr/>
            </p:nvSpPr>
            <p:spPr bwMode="auto">
              <a:xfrm rot="1411598">
                <a:off x="2984" y="2228"/>
                <a:ext cx="83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gn="ctr">
                  <a:lnSpc>
                    <a:spcPct val="100000"/>
                  </a:lnSpc>
                  <a:spcBef>
                    <a:spcPct val="0"/>
                  </a:spcBef>
                  <a:buClrTx/>
                  <a:buSzTx/>
                  <a:buFontTx/>
                  <a:buNone/>
                </a:pPr>
                <a:r>
                  <a:rPr lang="en-US" altLang="zh-CN" sz="1600" dirty="0">
                    <a:solidFill>
                      <a:srgbClr val="CC0000"/>
                    </a:solidFill>
                    <a:latin typeface="微软雅黑" panose="020B0503020204020204" charset="-122"/>
                    <a:ea typeface="微软雅黑" panose="020B0503020204020204" charset="-122"/>
                    <a:cs typeface="Times New Roman" panose="02020603050405020304" pitchFamily="18" charset="0"/>
                  </a:rPr>
                  <a:t>HTTP</a:t>
                </a:r>
                <a:r>
                  <a:rPr lang="zh-CN" altLang="en-US" sz="1600" dirty="0">
                    <a:solidFill>
                      <a:srgbClr val="CC0000"/>
                    </a:solidFill>
                    <a:latin typeface="微软雅黑" panose="020B0503020204020204" charset="-122"/>
                    <a:ea typeface="微软雅黑" panose="020B0503020204020204" charset="-122"/>
                    <a:cs typeface="Times New Roman" panose="02020603050405020304" pitchFamily="18" charset="0"/>
                  </a:rPr>
                  <a:t>响应</a:t>
                </a:r>
                <a:endParaRPr lang="en-US" altLang="zh-CN" sz="2400" dirty="0">
                  <a:solidFill>
                    <a:srgbClr val="CC0000"/>
                  </a:solidFill>
                  <a:latin typeface="微软雅黑" panose="020B0503020204020204" charset="-122"/>
                  <a:ea typeface="微软雅黑" panose="020B0503020204020204" charset="-122"/>
                  <a:cs typeface="Times New Roman" panose="02020603050405020304" pitchFamily="18" charset="0"/>
                </a:endParaRPr>
              </a:p>
            </p:txBody>
          </p:sp>
          <p:sp>
            <p:nvSpPr>
              <p:cNvPr id="99" name="Text Box 46"/>
              <p:cNvSpPr txBox="1">
                <a:spLocks noChangeArrowheads="1"/>
              </p:cNvSpPr>
              <p:nvPr/>
            </p:nvSpPr>
            <p:spPr bwMode="auto">
              <a:xfrm rot="20184211">
                <a:off x="4244" y="2213"/>
                <a:ext cx="83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gn="ctr">
                  <a:lnSpc>
                    <a:spcPct val="100000"/>
                  </a:lnSpc>
                  <a:spcBef>
                    <a:spcPct val="0"/>
                  </a:spcBef>
                  <a:buClrTx/>
                  <a:buSzTx/>
                  <a:buFontTx/>
                  <a:buNone/>
                </a:pPr>
                <a:r>
                  <a:rPr lang="en-US" altLang="zh-CN" sz="1600" dirty="0">
                    <a:solidFill>
                      <a:srgbClr val="CC0000"/>
                    </a:solidFill>
                    <a:latin typeface="微软雅黑" panose="020B0503020204020204" charset="-122"/>
                    <a:ea typeface="微软雅黑" panose="020B0503020204020204" charset="-122"/>
                    <a:cs typeface="Times New Roman" panose="02020603050405020304" pitchFamily="18" charset="0"/>
                  </a:rPr>
                  <a:t>HTTP</a:t>
                </a:r>
                <a:r>
                  <a:rPr lang="zh-CN" altLang="en-US" sz="1600" dirty="0">
                    <a:solidFill>
                      <a:srgbClr val="CC0000"/>
                    </a:solidFill>
                    <a:latin typeface="微软雅黑" panose="020B0503020204020204" charset="-122"/>
                    <a:ea typeface="微软雅黑" panose="020B0503020204020204" charset="-122"/>
                    <a:cs typeface="Times New Roman" panose="02020603050405020304" pitchFamily="18" charset="0"/>
                  </a:rPr>
                  <a:t>响应</a:t>
                </a:r>
                <a:endParaRPr lang="en-US" altLang="zh-CN" sz="2400" dirty="0">
                  <a:solidFill>
                    <a:srgbClr val="CC0000"/>
                  </a:solidFill>
                  <a:latin typeface="微软雅黑" panose="020B0503020204020204" charset="-122"/>
                  <a:ea typeface="微软雅黑" panose="020B0503020204020204" charset="-122"/>
                  <a:cs typeface="Times New Roman" panose="02020603050405020304" pitchFamily="18" charset="0"/>
                </a:endParaRPr>
              </a:p>
            </p:txBody>
          </p:sp>
          <p:pic>
            <p:nvPicPr>
              <p:cNvPr id="100" name="Picture 5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79" y="2557"/>
                <a:ext cx="33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 name="Picture 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5" y="1687"/>
                <a:ext cx="33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2" name="Picture 6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66274" y="4050142"/>
              <a:ext cx="460162" cy="392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 name="Group 69"/>
            <p:cNvGrpSpPr/>
            <p:nvPr/>
          </p:nvGrpSpPr>
          <p:grpSpPr bwMode="auto">
            <a:xfrm>
              <a:off x="10821443" y="4186605"/>
              <a:ext cx="378387" cy="647839"/>
              <a:chOff x="4140" y="429"/>
              <a:chExt cx="1425" cy="2396"/>
            </a:xfrm>
          </p:grpSpPr>
          <p:sp>
            <p:nvSpPr>
              <p:cNvPr id="104" name="Freeform 70"/>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105" name="Rectangle 71"/>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106" name="Freeform 72"/>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107" name="Freeform 73"/>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108" name="Rectangle 74"/>
              <p:cNvSpPr>
                <a:spLocks noChangeArrowheads="1"/>
              </p:cNvSpPr>
              <p:nvPr/>
            </p:nvSpPr>
            <p:spPr bwMode="auto">
              <a:xfrm>
                <a:off x="4213" y="695"/>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nvGrpSpPr>
              <p:cNvPr id="109" name="Group 75"/>
              <p:cNvGrpSpPr/>
              <p:nvPr/>
            </p:nvGrpSpPr>
            <p:grpSpPr bwMode="auto">
              <a:xfrm>
                <a:off x="4749" y="668"/>
                <a:ext cx="581" cy="145"/>
                <a:chOff x="614" y="2568"/>
                <a:chExt cx="725" cy="139"/>
              </a:xfrm>
            </p:grpSpPr>
            <p:sp>
              <p:nvSpPr>
                <p:cNvPr id="134" name="AutoShape 76"/>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135" name="AutoShape 77"/>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sp>
            <p:nvSpPr>
              <p:cNvPr id="110" name="Rectangle 78"/>
              <p:cNvSpPr>
                <a:spLocks noChangeArrowheads="1"/>
              </p:cNvSpPr>
              <p:nvPr/>
            </p:nvSpPr>
            <p:spPr bwMode="auto">
              <a:xfrm>
                <a:off x="4224" y="1019"/>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nvGrpSpPr>
              <p:cNvPr id="111" name="Group 79"/>
              <p:cNvGrpSpPr/>
              <p:nvPr/>
            </p:nvGrpSpPr>
            <p:grpSpPr bwMode="auto">
              <a:xfrm>
                <a:off x="4747" y="994"/>
                <a:ext cx="581" cy="134"/>
                <a:chOff x="614" y="2568"/>
                <a:chExt cx="725" cy="139"/>
              </a:xfrm>
            </p:grpSpPr>
            <p:sp>
              <p:nvSpPr>
                <p:cNvPr id="132" name="AutoShape 80"/>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133" name="AutoShape 81"/>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sp>
            <p:nvSpPr>
              <p:cNvPr id="112" name="Rectangle 82"/>
              <p:cNvSpPr>
                <a:spLocks noChangeArrowheads="1"/>
              </p:cNvSpPr>
              <p:nvPr/>
            </p:nvSpPr>
            <p:spPr bwMode="auto">
              <a:xfrm>
                <a:off x="4218" y="1359"/>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113" name="Rectangle 83"/>
              <p:cNvSpPr>
                <a:spLocks noChangeArrowheads="1"/>
              </p:cNvSpPr>
              <p:nvPr/>
            </p:nvSpPr>
            <p:spPr bwMode="auto">
              <a:xfrm>
                <a:off x="4229" y="1656"/>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nvGrpSpPr>
              <p:cNvPr id="114" name="Group 84"/>
              <p:cNvGrpSpPr/>
              <p:nvPr/>
            </p:nvGrpSpPr>
            <p:grpSpPr bwMode="auto">
              <a:xfrm>
                <a:off x="4735" y="1627"/>
                <a:ext cx="582" cy="151"/>
                <a:chOff x="614" y="2568"/>
                <a:chExt cx="725" cy="139"/>
              </a:xfrm>
            </p:grpSpPr>
            <p:sp>
              <p:nvSpPr>
                <p:cNvPr id="130" name="AutoShape 85"/>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131" name="AutoShape 86"/>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sp>
            <p:nvSpPr>
              <p:cNvPr id="115" name="Freeform 87"/>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grpSp>
            <p:nvGrpSpPr>
              <p:cNvPr id="116" name="Group 88"/>
              <p:cNvGrpSpPr/>
              <p:nvPr/>
            </p:nvGrpSpPr>
            <p:grpSpPr bwMode="auto">
              <a:xfrm>
                <a:off x="4739" y="1327"/>
                <a:ext cx="582" cy="139"/>
                <a:chOff x="614" y="2568"/>
                <a:chExt cx="725" cy="139"/>
              </a:xfrm>
            </p:grpSpPr>
            <p:sp>
              <p:nvSpPr>
                <p:cNvPr id="128" name="AutoShape 89"/>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129" name="AutoShape 90"/>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sp>
            <p:nvSpPr>
              <p:cNvPr id="117" name="Rectangle 91"/>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118" name="Freeform 92"/>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119" name="Freeform 93"/>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120" name="Oval 94"/>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121" name="Freeform 95"/>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charset="-122"/>
                  <a:ea typeface="微软雅黑" panose="020B0503020204020204" charset="-122"/>
                  <a:cs typeface="Times New Roman" panose="02020603050405020304" pitchFamily="18" charset="0"/>
                </a:endParaRPr>
              </a:p>
            </p:txBody>
          </p:sp>
          <p:sp>
            <p:nvSpPr>
              <p:cNvPr id="122" name="AutoShape 96"/>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123" name="AutoShape 97"/>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124" name="Oval 98"/>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125" name="Oval 99"/>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charset="-122"/>
                  <a:ea typeface="微软雅黑" panose="020B0503020204020204" charset="-122"/>
                  <a:cs typeface="Times New Roman" panose="02020603050405020304" pitchFamily="18" charset="0"/>
                </a:endParaRPr>
              </a:p>
            </p:txBody>
          </p:sp>
          <p:sp>
            <p:nvSpPr>
              <p:cNvPr id="126" name="Oval 100"/>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sp>
            <p:nvSpPr>
              <p:cNvPr id="127" name="Rectangle 101"/>
              <p:cNvSpPr>
                <a:spLocks noChangeArrowheads="1"/>
              </p:cNvSpPr>
              <p:nvPr/>
            </p:nvSpPr>
            <p:spPr bwMode="auto">
              <a:xfrm>
                <a:off x="5064" y="1837"/>
                <a:ext cx="84" cy="760"/>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charset="0"/>
                    <a:ea typeface="MS PGothic" panose="020B060007020508020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charset="0"/>
                    <a:ea typeface="MS PGothic" panose="020B060007020508020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charset="-122"/>
                  <a:ea typeface="微软雅黑" panose="020B0503020204020204" charset="-122"/>
                  <a:cs typeface="Times New Roman" panose="02020603050405020304" pitchFamily="18" charset="0"/>
                </a:endParaRPr>
              </a:p>
            </p:txBody>
          </p:sp>
        </p:grpSp>
        <p:pic>
          <p:nvPicPr>
            <p:cNvPr id="147" name="Picture 5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49099" y="3974647"/>
              <a:ext cx="460162" cy="392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7" name="文本框 136"/>
          <p:cNvSpPr txBox="1"/>
          <p:nvPr/>
        </p:nvSpPr>
        <p:spPr>
          <a:xfrm>
            <a:off x="8315482" y="5580951"/>
            <a:ext cx="3065171" cy="398780"/>
          </a:xfrm>
          <a:prstGeom prst="rect">
            <a:avLst/>
          </a:prstGeom>
          <a:noFill/>
          <a:ln>
            <a:solidFill>
              <a:srgbClr val="FF0000"/>
            </a:solidFill>
          </a:ln>
        </p:spPr>
        <p:txBody>
          <a:bodyPr wrap="square" rtlCol="0">
            <a:spAutoFit/>
          </a:bodyPr>
          <a:lstStyle/>
          <a:p>
            <a:pPr algn="ctr"/>
            <a:r>
              <a:rPr lang="zh-CN" altLang="en-US" sz="2000" dirty="0">
                <a:latin typeface="微软雅黑" panose="020B0503020204020204" charset="-122"/>
                <a:ea typeface="微软雅黑" panose="020B0503020204020204" charset="-122"/>
              </a:rPr>
              <a:t>降低时延、减少网络流量</a:t>
            </a:r>
            <a:endParaRPr lang="zh-CN" altLang="en-US" sz="2000" dirty="0">
              <a:latin typeface="微软雅黑" panose="020B0503020204020204" charset="-122"/>
              <a:ea typeface="微软雅黑" panose="020B0503020204020204" charset="-122"/>
            </a:endParaRPr>
          </a:p>
        </p:txBody>
      </p:sp>
      <p:sp>
        <p:nvSpPr>
          <p:cNvPr id="141" name="矩形 140"/>
          <p:cNvSpPr/>
          <p:nvPr/>
        </p:nvSpPr>
        <p:spPr>
          <a:xfrm>
            <a:off x="4471200" y="6494400"/>
            <a:ext cx="2852063"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charset="-122"/>
                <a:ea typeface="微软雅黑" panose="020B0503020204020204" charset="-122"/>
              </a:rPr>
              <a:t>引自：计算机网络，徐敬东等</a:t>
            </a:r>
            <a:endParaRPr lang="zh-CN" altLang="en-US" sz="1600" dirty="0">
              <a:solidFill>
                <a:schemeClr val="bg1">
                  <a:lumMod val="65000"/>
                </a:schemeClr>
              </a:solidFill>
            </a:endParaRPr>
          </a:p>
        </p:txBody>
      </p:sp>
      <p:sp>
        <p:nvSpPr>
          <p:cNvPr id="140"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charset="-122"/>
                <a:ea typeface="微软雅黑" panose="020B0503020204020204" charset="-122"/>
              </a:defRPr>
            </a:lvl1pPr>
          </a:lstStyle>
          <a:p>
            <a:r>
              <a:rPr lang="en-US" altLang="zh-CN" dirty="0"/>
              <a:t>7.4 </a:t>
            </a:r>
            <a:r>
              <a:rPr lang="zh-CN" altLang="en-US" dirty="0"/>
              <a:t>万维网</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灯片编号占位符 5"/>
          <p:cNvSpPr>
            <a:spLocks noGrp="1"/>
          </p:cNvSpPr>
          <p:nvPr>
            <p:ph type="sldNum" sz="quarter" idx="12"/>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990600" indent="-381000" eaLnBrk="0" hangingPunct="0">
              <a:defRPr>
                <a:solidFill>
                  <a:schemeClr val="tx1"/>
                </a:solidFill>
                <a:latin typeface="Verdana" panose="020B0604030504040204" pitchFamily="34" charset="0"/>
                <a:ea typeface="宋体" panose="02010600030101010101" pitchFamily="2" charset="-122"/>
              </a:defRPr>
            </a:lvl2pPr>
            <a:lvl3pPr marL="1524000" indent="-304800" eaLnBrk="0" hangingPunct="0">
              <a:defRPr>
                <a:solidFill>
                  <a:schemeClr val="tx1"/>
                </a:solidFill>
                <a:latin typeface="Verdana" panose="020B0604030504040204" pitchFamily="34" charset="0"/>
                <a:ea typeface="宋体" panose="02010600030101010101" pitchFamily="2" charset="-122"/>
              </a:defRPr>
            </a:lvl3pPr>
            <a:lvl4pPr marL="2133600" indent="-304800" eaLnBrk="0" hangingPunct="0">
              <a:defRPr>
                <a:solidFill>
                  <a:schemeClr val="tx1"/>
                </a:solidFill>
                <a:latin typeface="Verdana" panose="020B0604030504040204" pitchFamily="34" charset="0"/>
                <a:ea typeface="宋体" panose="02010600030101010101" pitchFamily="2" charset="-122"/>
              </a:defRPr>
            </a:lvl4pPr>
            <a:lvl5pPr marL="2743200" indent="-304800" eaLnBrk="0" hangingPunct="0">
              <a:defRPr>
                <a:solidFill>
                  <a:schemeClr val="tx1"/>
                </a:solidFill>
                <a:latin typeface="Verdana" panose="020B0604030504040204" pitchFamily="34" charset="0"/>
                <a:ea typeface="宋体" panose="02010600030101010101" pitchFamily="2" charset="-122"/>
              </a:defRPr>
            </a:lvl5pPr>
            <a:lvl6pPr marL="3352800" indent="-304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962400" indent="-304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4572000" indent="-304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5181600" indent="-304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5AE52175-9E22-43B5-B9DC-FF312000541C}" type="slidenum">
              <a:rPr lang="en-US" altLang="zh-CN">
                <a:solidFill>
                  <a:prstClr val="white">
                    <a:lumMod val="65000"/>
                  </a:prstClr>
                </a:solidFill>
                <a:latin typeface="微软雅黑" panose="020B0503020204020204" charset="-122"/>
                <a:ea typeface="微软雅黑" panose="020B0503020204020204" charset="-122"/>
              </a:rPr>
            </a:fld>
            <a:endParaRPr lang="en-US" altLang="zh-CN" dirty="0">
              <a:solidFill>
                <a:prstClr val="white">
                  <a:lumMod val="65000"/>
                </a:prstClr>
              </a:solidFill>
              <a:latin typeface="微软雅黑" panose="020B0503020204020204" charset="-122"/>
              <a:ea typeface="微软雅黑" panose="020B0503020204020204" charset="-122"/>
            </a:endParaRPr>
          </a:p>
        </p:txBody>
      </p:sp>
      <p:sp>
        <p:nvSpPr>
          <p:cNvPr id="23556" name="Rectangle 2"/>
          <p:cNvSpPr>
            <a:spLocks noGrp="1" noChangeArrowheads="1"/>
          </p:cNvSpPr>
          <p:nvPr>
            <p:ph type="title"/>
          </p:nvPr>
        </p:nvSpPr>
        <p:spPr>
          <a:xfrm>
            <a:off x="838200" y="444638"/>
            <a:ext cx="10515600" cy="660787"/>
          </a:xfrm>
        </p:spPr>
        <p:txBody>
          <a:bodyPr>
            <a:normAutofit/>
          </a:bodyPr>
          <a:lstStyle/>
          <a:p>
            <a:pPr eaLnBrk="1" hangingPunct="1"/>
            <a:r>
              <a:rPr lang="en-US" altLang="zh-CN" sz="3200" dirty="0">
                <a:latin typeface="微软雅黑" panose="020B0503020204020204" charset="-122"/>
                <a:ea typeface="微软雅黑" panose="020B0503020204020204" charset="-122"/>
              </a:rPr>
              <a:t>5) FTP</a:t>
            </a:r>
            <a:endParaRPr lang="zh-CN" altLang="en-US" sz="3200" dirty="0">
              <a:latin typeface="微软雅黑" panose="020B0503020204020204" charset="-122"/>
              <a:ea typeface="微软雅黑" panose="020B0503020204020204" charset="-122"/>
            </a:endParaRPr>
          </a:p>
        </p:txBody>
      </p:sp>
      <p:sp>
        <p:nvSpPr>
          <p:cNvPr id="23557" name="Rectangle 3"/>
          <p:cNvSpPr>
            <a:spLocks noGrp="1" noChangeArrowheads="1"/>
          </p:cNvSpPr>
          <p:nvPr>
            <p:ph type="body" idx="1"/>
          </p:nvPr>
        </p:nvSpPr>
        <p:spPr>
          <a:xfrm>
            <a:off x="701040" y="1160046"/>
            <a:ext cx="10789920" cy="4724400"/>
          </a:xfrm>
        </p:spPr>
        <p:txBody>
          <a:bodyPr>
            <a:normAutofit/>
          </a:bodyPr>
          <a:lstStyle/>
          <a:p>
            <a:pPr algn="just">
              <a:lnSpc>
                <a:spcPct val="130000"/>
              </a:lnSpc>
            </a:pPr>
            <a:r>
              <a:rPr lang="en-US" altLang="zh-CN" sz="2400" dirty="0">
                <a:latin typeface="微软雅黑" panose="020B0503020204020204" charset="-122"/>
                <a:ea typeface="微软雅黑" panose="020B0503020204020204" charset="-122"/>
              </a:rPr>
              <a:t>FTP</a:t>
            </a:r>
            <a:r>
              <a:rPr lang="zh-CN" altLang="en-US" sz="2400" dirty="0">
                <a:latin typeface="微软雅黑" panose="020B0503020204020204" charset="-122"/>
                <a:ea typeface="微软雅黑" panose="020B0503020204020204" charset="-122"/>
              </a:rPr>
              <a:t>使用</a:t>
            </a:r>
            <a:r>
              <a:rPr lang="en-US" altLang="zh-CN" sz="2400" dirty="0">
                <a:solidFill>
                  <a:srgbClr val="FF0000"/>
                </a:solidFill>
                <a:latin typeface="微软雅黑" panose="020B0503020204020204" charset="-122"/>
                <a:ea typeface="微软雅黑" panose="020B0503020204020204" charset="-122"/>
              </a:rPr>
              <a:t>C/S</a:t>
            </a:r>
            <a:r>
              <a:rPr lang="zh-CN" altLang="en-US" sz="2400" dirty="0">
                <a:solidFill>
                  <a:srgbClr val="FF0000"/>
                </a:solidFill>
                <a:latin typeface="微软雅黑" panose="020B0503020204020204" charset="-122"/>
                <a:ea typeface="微软雅黑" panose="020B0503020204020204" charset="-122"/>
              </a:rPr>
              <a:t>方式</a:t>
            </a:r>
            <a:r>
              <a:rPr lang="zh-CN" altLang="en-US" sz="2400" dirty="0">
                <a:latin typeface="微软雅黑" panose="020B0503020204020204" charset="-122"/>
                <a:ea typeface="微软雅黑" panose="020B0503020204020204" charset="-122"/>
              </a:rPr>
              <a:t>实现</a:t>
            </a:r>
            <a:endParaRPr lang="en-US" altLang="zh-CN" sz="2400" dirty="0">
              <a:latin typeface="微软雅黑" panose="020B0503020204020204" charset="-122"/>
              <a:ea typeface="微软雅黑" panose="020B0503020204020204" charset="-122"/>
            </a:endParaRPr>
          </a:p>
          <a:p>
            <a:pPr algn="just">
              <a:lnSpc>
                <a:spcPct val="130000"/>
              </a:lnSpc>
            </a:pPr>
            <a:r>
              <a:rPr lang="en-US" altLang="zh-CN" sz="2400" dirty="0">
                <a:latin typeface="微软雅黑" panose="020B0503020204020204" charset="-122"/>
                <a:ea typeface="微软雅黑" panose="020B0503020204020204" charset="-122"/>
              </a:rPr>
              <a:t>FTP</a:t>
            </a:r>
            <a:r>
              <a:rPr lang="zh-CN" altLang="en-US" sz="2400" dirty="0">
                <a:latin typeface="微软雅黑" panose="020B0503020204020204" charset="-122"/>
                <a:ea typeface="微软雅黑" panose="020B0503020204020204" charset="-122"/>
              </a:rPr>
              <a:t>工作过程</a:t>
            </a:r>
            <a:endParaRPr lang="en-US" altLang="zh-CN" sz="2400" dirty="0">
              <a:latin typeface="微软雅黑" panose="020B0503020204020204" charset="-122"/>
              <a:ea typeface="微软雅黑" panose="020B0503020204020204" charset="-122"/>
            </a:endParaRPr>
          </a:p>
          <a:p>
            <a:pPr lvl="1" algn="just">
              <a:lnSpc>
                <a:spcPct val="130000"/>
              </a:lnSpc>
            </a:pPr>
            <a:r>
              <a:rPr lang="zh-CN" altLang="en-US" sz="2000" dirty="0">
                <a:solidFill>
                  <a:srgbClr val="FF0000"/>
                </a:solidFill>
                <a:latin typeface="微软雅黑" panose="020B0503020204020204" charset="-122"/>
                <a:ea typeface="微软雅黑" panose="020B0503020204020204" charset="-122"/>
              </a:rPr>
              <a:t>服务器主进程</a:t>
            </a:r>
            <a:r>
              <a:rPr lang="zh-CN" altLang="en-US" sz="2000" dirty="0">
                <a:latin typeface="微软雅黑" panose="020B0503020204020204" charset="-122"/>
                <a:ea typeface="微软雅黑" panose="020B0503020204020204" charset="-122"/>
              </a:rPr>
              <a:t>打开</a:t>
            </a:r>
            <a:r>
              <a:rPr lang="en-US" altLang="zh-CN" sz="2000" dirty="0">
                <a:solidFill>
                  <a:srgbClr val="FF0000"/>
                </a:solidFill>
                <a:latin typeface="微软雅黑" panose="020B0503020204020204" charset="-122"/>
                <a:ea typeface="微软雅黑" panose="020B0503020204020204" charset="-122"/>
              </a:rPr>
              <a:t>TCP21</a:t>
            </a:r>
            <a:r>
              <a:rPr lang="zh-CN" altLang="en-US" sz="2000" dirty="0">
                <a:solidFill>
                  <a:srgbClr val="FF0000"/>
                </a:solidFill>
                <a:latin typeface="微软雅黑" panose="020B0503020204020204" charset="-122"/>
                <a:ea typeface="微软雅黑" panose="020B0503020204020204" charset="-122"/>
              </a:rPr>
              <a:t>端口</a:t>
            </a:r>
            <a:r>
              <a:rPr lang="zh-CN" altLang="en-US" sz="2000" dirty="0">
                <a:latin typeface="微软雅黑" panose="020B0503020204020204" charset="-122"/>
                <a:ea typeface="微软雅黑" panose="020B0503020204020204" charset="-122"/>
              </a:rPr>
              <a:t>，等待客户进程发出的连接请求</a:t>
            </a:r>
            <a:endParaRPr lang="en-US" altLang="zh-CN" sz="2000" dirty="0">
              <a:latin typeface="微软雅黑" panose="020B0503020204020204" charset="-122"/>
              <a:ea typeface="微软雅黑" panose="020B0503020204020204" charset="-122"/>
            </a:endParaRPr>
          </a:p>
          <a:p>
            <a:pPr lvl="1" algn="just">
              <a:lnSpc>
                <a:spcPct val="130000"/>
              </a:lnSpc>
            </a:pPr>
            <a:r>
              <a:rPr lang="zh-CN" altLang="en-US" sz="2000" dirty="0">
                <a:latin typeface="微软雅黑" panose="020B0503020204020204" charset="-122"/>
                <a:ea typeface="微软雅黑" panose="020B0503020204020204" charset="-122"/>
              </a:rPr>
              <a:t>客户可以用分配的任意一个本地端口号与服务器进程的</a:t>
            </a:r>
            <a:r>
              <a:rPr lang="en-US" altLang="zh-CN" sz="2000" dirty="0">
                <a:latin typeface="微软雅黑" panose="020B0503020204020204" charset="-122"/>
                <a:ea typeface="微软雅黑" panose="020B0503020204020204" charset="-122"/>
              </a:rPr>
              <a:t>TCP21</a:t>
            </a:r>
            <a:r>
              <a:rPr lang="zh-CN" altLang="en-US" sz="2000" dirty="0">
                <a:latin typeface="微软雅黑" panose="020B0503020204020204" charset="-122"/>
                <a:ea typeface="微软雅黑" panose="020B0503020204020204" charset="-122"/>
              </a:rPr>
              <a:t>端口进行连接 </a:t>
            </a:r>
            <a:endParaRPr lang="zh-CN" altLang="en-US" sz="2000" dirty="0">
              <a:latin typeface="微软雅黑" panose="020B0503020204020204" charset="-122"/>
              <a:ea typeface="微软雅黑" panose="020B0503020204020204" charset="-122"/>
            </a:endParaRPr>
          </a:p>
          <a:p>
            <a:pPr lvl="1" algn="just">
              <a:lnSpc>
                <a:spcPct val="130000"/>
              </a:lnSpc>
            </a:pPr>
            <a:r>
              <a:rPr lang="zh-CN" altLang="en-US" sz="2000" dirty="0">
                <a:latin typeface="微软雅黑" panose="020B0503020204020204" charset="-122"/>
                <a:ea typeface="微软雅黑" panose="020B0503020204020204" charset="-122"/>
              </a:rPr>
              <a:t>客户请求到来时，服务器主进程启动</a:t>
            </a:r>
            <a:r>
              <a:rPr lang="zh-CN" altLang="en-US" sz="2000" dirty="0">
                <a:solidFill>
                  <a:srgbClr val="FF0000"/>
                </a:solidFill>
                <a:latin typeface="微软雅黑" panose="020B0503020204020204" charset="-122"/>
                <a:ea typeface="微软雅黑" panose="020B0503020204020204" charset="-122"/>
              </a:rPr>
              <a:t>从属进程</a:t>
            </a:r>
            <a:r>
              <a:rPr lang="zh-CN" altLang="en-US" sz="2000" dirty="0">
                <a:latin typeface="微软雅黑" panose="020B0503020204020204" charset="-122"/>
                <a:ea typeface="微软雅黑" panose="020B0503020204020204" charset="-122"/>
              </a:rPr>
              <a:t>来处理客户进程发来的请求</a:t>
            </a:r>
            <a:endParaRPr lang="en-US" altLang="zh-CN" sz="2000" dirty="0">
              <a:latin typeface="微软雅黑" panose="020B0503020204020204" charset="-122"/>
              <a:ea typeface="微软雅黑" panose="020B0503020204020204" charset="-122"/>
            </a:endParaRPr>
          </a:p>
          <a:p>
            <a:pPr lvl="1" algn="just">
              <a:lnSpc>
                <a:spcPct val="130000"/>
              </a:lnSpc>
            </a:pPr>
            <a:r>
              <a:rPr lang="zh-CN" altLang="en-US" sz="2000" dirty="0">
                <a:latin typeface="微软雅黑" panose="020B0503020204020204" charset="-122"/>
                <a:ea typeface="微软雅黑" panose="020B0503020204020204" charset="-122"/>
              </a:rPr>
              <a:t>服务器从属进程对客户进程的请求处理完毕后即终止，但从属进程在运行期间根据需要还可能创建其他一些子进程</a:t>
            </a:r>
            <a:endParaRPr lang="zh-CN" altLang="en-US" sz="2000" dirty="0">
              <a:latin typeface="微软雅黑" panose="020B0503020204020204" charset="-122"/>
              <a:ea typeface="微软雅黑" panose="020B0503020204020204" charset="-122"/>
            </a:endParaRPr>
          </a:p>
          <a:p>
            <a:pPr lvl="1" algn="just">
              <a:lnSpc>
                <a:spcPct val="130000"/>
              </a:lnSpc>
            </a:pPr>
            <a:r>
              <a:rPr lang="zh-CN" altLang="en-US" sz="2000" dirty="0">
                <a:latin typeface="微软雅黑" panose="020B0503020204020204" charset="-122"/>
                <a:ea typeface="微软雅黑" panose="020B0503020204020204" charset="-122"/>
              </a:rPr>
              <a:t>服务器主进程返回，继续等待接收其他客户进程发来的连接请求，服务器主进程与从属进程并行工作</a:t>
            </a:r>
            <a:endParaRPr lang="zh-CN" altLang="en-US" sz="2000" dirty="0">
              <a:latin typeface="微软雅黑" panose="020B0503020204020204" charset="-122"/>
              <a:ea typeface="微软雅黑" panose="020B0503020204020204" charset="-122"/>
            </a:endParaRPr>
          </a:p>
        </p:txBody>
      </p:sp>
      <p:sp>
        <p:nvSpPr>
          <p:cNvPr id="6" name="文本框 5"/>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charset="-122"/>
                <a:ea typeface="微软雅黑" panose="020B050302020402020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charset="-122"/>
                <a:ea typeface="微软雅黑" panose="020B0503020204020204" charset="-122"/>
                <a:cs typeface="+mn-cs"/>
              </a:rPr>
              <a:t>其它应用层协议</a:t>
            </a:r>
            <a:endPar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灯片编号占位符 5"/>
          <p:cNvSpPr>
            <a:spLocks noGrp="1"/>
          </p:cNvSpPr>
          <p:nvPr>
            <p:ph type="sldNum" sz="quarter" idx="12"/>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990600" indent="-381000" eaLnBrk="0" hangingPunct="0">
              <a:defRPr>
                <a:solidFill>
                  <a:schemeClr val="tx1"/>
                </a:solidFill>
                <a:latin typeface="Verdana" panose="020B0604030504040204" pitchFamily="34" charset="0"/>
                <a:ea typeface="宋体" panose="02010600030101010101" pitchFamily="2" charset="-122"/>
              </a:defRPr>
            </a:lvl2pPr>
            <a:lvl3pPr marL="1524000" indent="-304800" eaLnBrk="0" hangingPunct="0">
              <a:defRPr>
                <a:solidFill>
                  <a:schemeClr val="tx1"/>
                </a:solidFill>
                <a:latin typeface="Verdana" panose="020B0604030504040204" pitchFamily="34" charset="0"/>
                <a:ea typeface="宋体" panose="02010600030101010101" pitchFamily="2" charset="-122"/>
              </a:defRPr>
            </a:lvl3pPr>
            <a:lvl4pPr marL="2133600" indent="-304800" eaLnBrk="0" hangingPunct="0">
              <a:defRPr>
                <a:solidFill>
                  <a:schemeClr val="tx1"/>
                </a:solidFill>
                <a:latin typeface="Verdana" panose="020B0604030504040204" pitchFamily="34" charset="0"/>
                <a:ea typeface="宋体" panose="02010600030101010101" pitchFamily="2" charset="-122"/>
              </a:defRPr>
            </a:lvl4pPr>
            <a:lvl5pPr marL="2743200" indent="-304800" eaLnBrk="0" hangingPunct="0">
              <a:defRPr>
                <a:solidFill>
                  <a:schemeClr val="tx1"/>
                </a:solidFill>
                <a:latin typeface="Verdana" panose="020B0604030504040204" pitchFamily="34" charset="0"/>
                <a:ea typeface="宋体" panose="02010600030101010101" pitchFamily="2" charset="-122"/>
              </a:defRPr>
            </a:lvl5pPr>
            <a:lvl6pPr marL="3352800" indent="-304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962400" indent="-304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4572000" indent="-304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5181600" indent="-304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9B3BB551-354F-454A-A230-46B1989397F3}" type="slidenum">
              <a:rPr lang="en-US" altLang="zh-CN">
                <a:solidFill>
                  <a:prstClr val="white">
                    <a:lumMod val="65000"/>
                  </a:prstClr>
                </a:solidFill>
                <a:latin typeface="微软雅黑" panose="020B0503020204020204" charset="-122"/>
                <a:ea typeface="微软雅黑" panose="020B0503020204020204" charset="-122"/>
              </a:rPr>
            </a:fld>
            <a:endParaRPr lang="en-US" altLang="zh-CN" dirty="0">
              <a:solidFill>
                <a:prstClr val="white">
                  <a:lumMod val="65000"/>
                </a:prstClr>
              </a:solidFill>
              <a:latin typeface="微软雅黑" panose="020B0503020204020204" charset="-122"/>
              <a:ea typeface="微软雅黑" panose="020B0503020204020204" charset="-122"/>
            </a:endParaRPr>
          </a:p>
        </p:txBody>
      </p:sp>
      <p:sp>
        <p:nvSpPr>
          <p:cNvPr id="610307" name="Rectangle 3"/>
          <p:cNvSpPr>
            <a:spLocks noGrp="1" noChangeArrowheads="1"/>
          </p:cNvSpPr>
          <p:nvPr>
            <p:ph type="body" idx="1"/>
          </p:nvPr>
        </p:nvSpPr>
        <p:spPr>
          <a:xfrm>
            <a:off x="661434" y="1089760"/>
            <a:ext cx="10861323" cy="4753551"/>
          </a:xfrm>
        </p:spPr>
        <p:txBody>
          <a:bodyPr>
            <a:normAutofit/>
          </a:bodyPr>
          <a:lstStyle/>
          <a:p>
            <a:pPr algn="just">
              <a:lnSpc>
                <a:spcPct val="120000"/>
              </a:lnSpc>
              <a:spcBef>
                <a:spcPts val="0"/>
              </a:spcBef>
            </a:pPr>
            <a:r>
              <a:rPr lang="en-US" altLang="zh-CN" sz="2400" dirty="0">
                <a:latin typeface="微软雅黑" panose="020B0503020204020204" charset="-122"/>
                <a:ea typeface="微软雅黑" panose="020B0503020204020204" charset="-122"/>
              </a:rPr>
              <a:t>FTP</a:t>
            </a:r>
            <a:r>
              <a:rPr lang="zh-CN" altLang="en-US" sz="2400" dirty="0">
                <a:latin typeface="微软雅黑" panose="020B0503020204020204" charset="-122"/>
                <a:ea typeface="微软雅黑" panose="020B0503020204020204" charset="-122"/>
              </a:rPr>
              <a:t>的两个端口与两个连接</a:t>
            </a:r>
            <a:endParaRPr lang="zh-CN" altLang="en-US" sz="2400" dirty="0">
              <a:latin typeface="微软雅黑" panose="020B0503020204020204" charset="-122"/>
              <a:ea typeface="微软雅黑" panose="020B0503020204020204" charset="-122"/>
            </a:endParaRPr>
          </a:p>
          <a:p>
            <a:pPr lvl="1" algn="just">
              <a:lnSpc>
                <a:spcPct val="120000"/>
              </a:lnSpc>
              <a:spcBef>
                <a:spcPts val="0"/>
              </a:spcBef>
            </a:pPr>
            <a:r>
              <a:rPr lang="zh-CN" altLang="en-US" sz="2000" dirty="0">
                <a:solidFill>
                  <a:srgbClr val="FF3300"/>
                </a:solidFill>
                <a:latin typeface="微软雅黑" panose="020B0503020204020204" charset="-122"/>
                <a:ea typeface="微软雅黑" panose="020B0503020204020204" charset="-122"/>
              </a:rPr>
              <a:t>控制连接</a:t>
            </a:r>
            <a:r>
              <a:rPr lang="zh-CN" altLang="en-US" sz="2000" dirty="0">
                <a:latin typeface="微软雅黑" panose="020B0503020204020204" charset="-122"/>
                <a:ea typeface="微软雅黑" panose="020B0503020204020204" charset="-122"/>
              </a:rPr>
              <a:t>在整个会话期间一直保持，客户进程发出的文件传输请求通过控制连接发送给</a:t>
            </a:r>
            <a:r>
              <a:rPr lang="zh-CN" altLang="en-US" sz="2000" dirty="0">
                <a:solidFill>
                  <a:srgbClr val="FF0000"/>
                </a:solidFill>
                <a:latin typeface="微软雅黑" panose="020B0503020204020204" charset="-122"/>
                <a:ea typeface="微软雅黑" panose="020B0503020204020204" charset="-122"/>
              </a:rPr>
              <a:t>服务器控制进程（工作在</a:t>
            </a:r>
            <a:r>
              <a:rPr lang="en-US" altLang="zh-CN" sz="2000" dirty="0">
                <a:solidFill>
                  <a:srgbClr val="FF0000"/>
                </a:solidFill>
                <a:latin typeface="微软雅黑" panose="020B0503020204020204" charset="-122"/>
                <a:ea typeface="微软雅黑" panose="020B0503020204020204" charset="-122"/>
              </a:rPr>
              <a:t>TCP21</a:t>
            </a:r>
            <a:r>
              <a:rPr lang="zh-CN" altLang="en-US" sz="2000" dirty="0">
                <a:solidFill>
                  <a:srgbClr val="FF0000"/>
                </a:solidFill>
                <a:latin typeface="微软雅黑" panose="020B0503020204020204" charset="-122"/>
                <a:ea typeface="微软雅黑" panose="020B0503020204020204" charset="-122"/>
              </a:rPr>
              <a:t>端口）</a:t>
            </a:r>
            <a:r>
              <a:rPr lang="zh-CN" altLang="en-US" sz="2000" dirty="0">
                <a:latin typeface="微软雅黑" panose="020B0503020204020204" charset="-122"/>
                <a:ea typeface="微软雅黑" panose="020B0503020204020204" charset="-122"/>
              </a:rPr>
              <a:t>，但控制连接不用来传输文件</a:t>
            </a:r>
            <a:endParaRPr lang="zh-CN" altLang="en-US" sz="2000" dirty="0">
              <a:latin typeface="微软雅黑" panose="020B0503020204020204" charset="-122"/>
              <a:ea typeface="微软雅黑" panose="020B0503020204020204" charset="-122"/>
            </a:endParaRPr>
          </a:p>
          <a:p>
            <a:pPr lvl="1" algn="just">
              <a:lnSpc>
                <a:spcPct val="120000"/>
              </a:lnSpc>
              <a:spcBef>
                <a:spcPts val="0"/>
              </a:spcBef>
            </a:pPr>
            <a:r>
              <a:rPr lang="zh-CN" altLang="en-US" sz="2000" dirty="0">
                <a:latin typeface="微软雅黑" panose="020B0503020204020204" charset="-122"/>
                <a:ea typeface="微软雅黑" panose="020B0503020204020204" charset="-122"/>
              </a:rPr>
              <a:t>服务器控制进程在接收到客户进程发送来的文件传输请求后就创建</a:t>
            </a:r>
            <a:r>
              <a:rPr lang="zh-CN" altLang="en-US" sz="2000" dirty="0">
                <a:solidFill>
                  <a:srgbClr val="FF0000"/>
                </a:solidFill>
                <a:latin typeface="微软雅黑" panose="020B0503020204020204" charset="-122"/>
                <a:ea typeface="微软雅黑" panose="020B0503020204020204" charset="-122"/>
              </a:rPr>
              <a:t>数据传输进程（工作在</a:t>
            </a:r>
            <a:r>
              <a:rPr lang="en-US" altLang="zh-CN" sz="2000" dirty="0">
                <a:solidFill>
                  <a:srgbClr val="FF0000"/>
                </a:solidFill>
                <a:latin typeface="微软雅黑" panose="020B0503020204020204" charset="-122"/>
                <a:ea typeface="微软雅黑" panose="020B0503020204020204" charset="-122"/>
              </a:rPr>
              <a:t>TCP20</a:t>
            </a:r>
            <a:r>
              <a:rPr lang="zh-CN" altLang="en-US" sz="2000" dirty="0">
                <a:solidFill>
                  <a:srgbClr val="FF0000"/>
                </a:solidFill>
                <a:latin typeface="微软雅黑" panose="020B0503020204020204" charset="-122"/>
                <a:ea typeface="微软雅黑" panose="020B0503020204020204" charset="-122"/>
              </a:rPr>
              <a:t>端口）</a:t>
            </a:r>
            <a:r>
              <a:rPr lang="zh-CN" altLang="en-US" sz="2000" dirty="0">
                <a:latin typeface="微软雅黑" panose="020B0503020204020204" charset="-122"/>
                <a:ea typeface="微软雅黑" panose="020B0503020204020204" charset="-122"/>
              </a:rPr>
              <a:t>和</a:t>
            </a:r>
            <a:r>
              <a:rPr lang="zh-CN" altLang="en-US" sz="2000" dirty="0">
                <a:solidFill>
                  <a:srgbClr val="FF0000"/>
                </a:solidFill>
                <a:latin typeface="微软雅黑" panose="020B0503020204020204" charset="-122"/>
                <a:ea typeface="微软雅黑" panose="020B0503020204020204" charset="-122"/>
              </a:rPr>
              <a:t>数据连接</a:t>
            </a:r>
            <a:endParaRPr lang="en-US" altLang="zh-CN" sz="2000" dirty="0">
              <a:solidFill>
                <a:srgbClr val="FF0000"/>
              </a:solidFill>
              <a:latin typeface="微软雅黑" panose="020B0503020204020204" charset="-122"/>
              <a:ea typeface="微软雅黑" panose="020B0503020204020204" charset="-122"/>
            </a:endParaRPr>
          </a:p>
          <a:p>
            <a:pPr lvl="1" algn="just">
              <a:lnSpc>
                <a:spcPct val="120000"/>
              </a:lnSpc>
              <a:spcBef>
                <a:spcPts val="0"/>
              </a:spcBef>
            </a:pPr>
            <a:r>
              <a:rPr lang="zh-CN" altLang="en-US" sz="2000" dirty="0">
                <a:latin typeface="微软雅黑" panose="020B0503020204020204" charset="-122"/>
                <a:ea typeface="微软雅黑" panose="020B0503020204020204" charset="-122"/>
              </a:rPr>
              <a:t>数据连接用来连接客户进程和服务器数据传输进程，实际完成文件的传输。服务器数据传输进程在文件传输完毕后关闭数据连接并结束运行</a:t>
            </a:r>
            <a:endParaRPr lang="en-US" altLang="zh-CN" sz="2000" dirty="0">
              <a:latin typeface="微软雅黑" panose="020B0503020204020204" charset="-122"/>
              <a:ea typeface="微软雅黑" panose="020B0503020204020204" charset="-122"/>
            </a:endParaRPr>
          </a:p>
        </p:txBody>
      </p:sp>
      <p:sp>
        <p:nvSpPr>
          <p:cNvPr id="7" name="Rectangle 2"/>
          <p:cNvSpPr txBox="1">
            <a:spLocks noChangeArrowheads="1"/>
          </p:cNvSpPr>
          <p:nvPr/>
        </p:nvSpPr>
        <p:spPr>
          <a:xfrm>
            <a:off x="807536" y="287332"/>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微软雅黑" panose="020B0503020204020204" charset="-122"/>
                <a:ea typeface="微软雅黑" panose="020B0503020204020204" charset="-122"/>
                <a:cs typeface="+mj-cs"/>
              </a:defRPr>
            </a:lvl1pPr>
          </a:lstStyle>
          <a:p>
            <a:pPr>
              <a:lnSpc>
                <a:spcPct val="100000"/>
              </a:lnSpc>
            </a:pPr>
            <a:r>
              <a:rPr lang="en-US" altLang="zh-CN" sz="3200" dirty="0">
                <a:latin typeface="微软雅黑" panose="020B0503020204020204" charset="-122"/>
                <a:ea typeface="微软雅黑" panose="020B0503020204020204" charset="-122"/>
              </a:rPr>
              <a:t>5) FTP</a:t>
            </a:r>
            <a:endParaRPr lang="zh-CN" altLang="en-US" sz="3200" dirty="0">
              <a:latin typeface="微软雅黑" panose="020B0503020204020204" charset="-122"/>
              <a:ea typeface="微软雅黑" panose="020B0503020204020204" charset="-122"/>
            </a:endParaRPr>
          </a:p>
        </p:txBody>
      </p:sp>
      <p:sp>
        <p:nvSpPr>
          <p:cNvPr id="6" name="文本框 5"/>
          <p:cNvSpPr txBox="1"/>
          <p:nvPr/>
        </p:nvSpPr>
        <p:spPr>
          <a:xfrm>
            <a:off x="102036" y="6481723"/>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charset="-122"/>
                <a:ea typeface="微软雅黑" panose="020B050302020402020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charset="-122"/>
                <a:ea typeface="微软雅黑" panose="020B0503020204020204" charset="-122"/>
                <a:cs typeface="+mn-cs"/>
              </a:rPr>
              <a:t>其它应用层协议</a:t>
            </a:r>
            <a:endPar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charset="-122"/>
              <a:ea typeface="微软雅黑" panose="020B0503020204020204" charset="-122"/>
              <a:cs typeface="+mn-cs"/>
            </a:endParaRPr>
          </a:p>
        </p:txBody>
      </p:sp>
      <p:grpSp>
        <p:nvGrpSpPr>
          <p:cNvPr id="8" name="组合 7"/>
          <p:cNvGrpSpPr/>
          <p:nvPr/>
        </p:nvGrpSpPr>
        <p:grpSpPr>
          <a:xfrm>
            <a:off x="334433" y="3846709"/>
            <a:ext cx="11554885" cy="2663537"/>
            <a:chOff x="334433" y="2470453"/>
            <a:chExt cx="11554885" cy="3025704"/>
          </a:xfrm>
        </p:grpSpPr>
        <p:sp>
          <p:nvSpPr>
            <p:cNvPr id="9" name="Rectangle 4"/>
            <p:cNvSpPr>
              <a:spLocks noChangeArrowheads="1"/>
            </p:cNvSpPr>
            <p:nvPr/>
          </p:nvSpPr>
          <p:spPr bwMode="auto">
            <a:xfrm>
              <a:off x="8523818" y="3120270"/>
              <a:ext cx="2019300" cy="1758949"/>
            </a:xfrm>
            <a:prstGeom prst="rect">
              <a:avLst/>
            </a:prstGeom>
            <a:solidFill>
              <a:srgbClr val="FFFF99"/>
            </a:solidFill>
            <a:ln w="9525" algn="ctr">
              <a:solidFill>
                <a:schemeClr val="folHlink"/>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1600">
                <a:latin typeface="微软雅黑" panose="020B0503020204020204" charset="-122"/>
                <a:ea typeface="微软雅黑" panose="020B0503020204020204" charset="-122"/>
              </a:endParaRPr>
            </a:p>
          </p:txBody>
        </p:sp>
        <p:sp>
          <p:nvSpPr>
            <p:cNvPr id="10" name="Oval 5"/>
            <p:cNvSpPr>
              <a:spLocks noChangeArrowheads="1"/>
            </p:cNvSpPr>
            <p:nvPr/>
          </p:nvSpPr>
          <p:spPr bwMode="auto">
            <a:xfrm>
              <a:off x="8636001" y="3304420"/>
              <a:ext cx="1682751" cy="556684"/>
            </a:xfrm>
            <a:prstGeom prst="ellipse">
              <a:avLst/>
            </a:prstGeom>
            <a:solidFill>
              <a:srgbClr val="FFCCCC"/>
            </a:solidFill>
            <a:ln w="9525" algn="ctr">
              <a:solidFill>
                <a:schemeClr val="folHlink"/>
              </a:solidFill>
              <a:round/>
            </a:ln>
            <a:effectLst>
              <a:outerShdw dist="35921" dir="2700000" algn="ctr" rotWithShape="0">
                <a:schemeClr val="bg2"/>
              </a:outerShdw>
            </a:effec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sz="1600" dirty="0">
                  <a:latin typeface="微软雅黑" panose="020B0503020204020204" charset="-122"/>
                  <a:ea typeface="微软雅黑" panose="020B0503020204020204" charset="-122"/>
                </a:rPr>
                <a:t>控制进程</a:t>
              </a:r>
              <a:endParaRPr kumimoji="1" lang="zh-CN" altLang="en-US" sz="1600" dirty="0">
                <a:latin typeface="微软雅黑" panose="020B0503020204020204" charset="-122"/>
                <a:ea typeface="微软雅黑" panose="020B0503020204020204" charset="-122"/>
              </a:endParaRPr>
            </a:p>
          </p:txBody>
        </p:sp>
        <p:grpSp>
          <p:nvGrpSpPr>
            <p:cNvPr id="11" name="Group 6"/>
            <p:cNvGrpSpPr/>
            <p:nvPr/>
          </p:nvGrpSpPr>
          <p:grpSpPr bwMode="auto">
            <a:xfrm>
              <a:off x="334433" y="2561471"/>
              <a:ext cx="1009651" cy="1206500"/>
              <a:chOff x="480" y="1395"/>
              <a:chExt cx="511" cy="728"/>
            </a:xfrm>
          </p:grpSpPr>
          <p:grpSp>
            <p:nvGrpSpPr>
              <p:cNvPr id="36" name="Group 7"/>
              <p:cNvGrpSpPr/>
              <p:nvPr/>
            </p:nvGrpSpPr>
            <p:grpSpPr bwMode="auto">
              <a:xfrm>
                <a:off x="717" y="1446"/>
                <a:ext cx="274" cy="237"/>
                <a:chOff x="717" y="1446"/>
                <a:chExt cx="274" cy="237"/>
              </a:xfrm>
            </p:grpSpPr>
            <p:sp>
              <p:nvSpPr>
                <p:cNvPr id="61" name="Arc 8"/>
                <p:cNvSpPr/>
                <p:nvPr/>
              </p:nvSpPr>
              <p:spPr bwMode="auto">
                <a:xfrm>
                  <a:off x="930" y="1618"/>
                  <a:ext cx="58" cy="39"/>
                </a:xfrm>
                <a:custGeom>
                  <a:avLst/>
                  <a:gdLst>
                    <a:gd name="T0" fmla="*/ 0 w 38273"/>
                    <a:gd name="T1" fmla="*/ 0 h 35142"/>
                    <a:gd name="T2" fmla="*/ 0 w 38273"/>
                    <a:gd name="T3" fmla="*/ 0 h 35142"/>
                    <a:gd name="T4" fmla="*/ 0 w 38273"/>
                    <a:gd name="T5" fmla="*/ 0 h 35142"/>
                    <a:gd name="T6" fmla="*/ 0 60000 65536"/>
                    <a:gd name="T7" fmla="*/ 0 60000 65536"/>
                    <a:gd name="T8" fmla="*/ 0 60000 65536"/>
                  </a:gdLst>
                  <a:ahLst/>
                  <a:cxnLst>
                    <a:cxn ang="T6">
                      <a:pos x="T0" y="T1"/>
                    </a:cxn>
                    <a:cxn ang="T7">
                      <a:pos x="T2" y="T3"/>
                    </a:cxn>
                    <a:cxn ang="T8">
                      <a:pos x="T4" y="T5"/>
                    </a:cxn>
                  </a:cxnLst>
                  <a:rect l="0" t="0" r="r" b="b"/>
                  <a:pathLst>
                    <a:path w="38273" h="35142" fill="none" extrusionOk="0">
                      <a:moveTo>
                        <a:pt x="-1" y="7867"/>
                      </a:moveTo>
                      <a:cubicBezTo>
                        <a:pt x="4103" y="2886"/>
                        <a:pt x="10218" y="-1"/>
                        <a:pt x="16673" y="0"/>
                      </a:cubicBezTo>
                      <a:cubicBezTo>
                        <a:pt x="28602" y="0"/>
                        <a:pt x="38273" y="9670"/>
                        <a:pt x="38273" y="21600"/>
                      </a:cubicBezTo>
                      <a:cubicBezTo>
                        <a:pt x="38273" y="26526"/>
                        <a:pt x="36589" y="31304"/>
                        <a:pt x="33500" y="35141"/>
                      </a:cubicBezTo>
                    </a:path>
                    <a:path w="38273" h="35142" stroke="0" extrusionOk="0">
                      <a:moveTo>
                        <a:pt x="-1" y="7867"/>
                      </a:moveTo>
                      <a:cubicBezTo>
                        <a:pt x="4103" y="2886"/>
                        <a:pt x="10218" y="-1"/>
                        <a:pt x="16673" y="0"/>
                      </a:cubicBezTo>
                      <a:cubicBezTo>
                        <a:pt x="28602" y="0"/>
                        <a:pt x="38273" y="9670"/>
                        <a:pt x="38273" y="21600"/>
                      </a:cubicBezTo>
                      <a:cubicBezTo>
                        <a:pt x="38273" y="26526"/>
                        <a:pt x="36589" y="31304"/>
                        <a:pt x="33500" y="35141"/>
                      </a:cubicBezTo>
                      <a:lnTo>
                        <a:pt x="16673" y="21600"/>
                      </a:lnTo>
                      <a:lnTo>
                        <a:pt x="-1" y="7867"/>
                      </a:lnTo>
                      <a:close/>
                    </a:path>
                  </a:pathLst>
                </a:custGeom>
                <a:noFill/>
                <a:ln w="4763">
                  <a:solidFill>
                    <a:srgbClr val="494936"/>
                  </a:solidFill>
                  <a:round/>
                </a:ln>
                <a:extLst>
                  <a:ext uri="{909E8E84-426E-40DD-AFC4-6F175D3DCCD1}">
                    <a14:hiddenFill xmlns:a14="http://schemas.microsoft.com/office/drawing/2010/main">
                      <a:solidFill>
                        <a:srgbClr val="FFFFFF"/>
                      </a:solidFill>
                    </a14:hiddenFill>
                  </a:ext>
                </a:extLst>
              </p:spPr>
              <p:txBody>
                <a:bodyPr/>
                <a:lstStyle/>
                <a:p>
                  <a:pPr algn="ctr"/>
                  <a:endParaRPr lang="zh-CN" altLang="en-US" sz="1600">
                    <a:latin typeface="微软雅黑" panose="020B0503020204020204" charset="-122"/>
                    <a:ea typeface="微软雅黑" panose="020B0503020204020204" charset="-122"/>
                  </a:endParaRPr>
                </a:p>
              </p:txBody>
            </p:sp>
            <p:sp>
              <p:nvSpPr>
                <p:cNvPr id="62" name="Arc 9"/>
                <p:cNvSpPr/>
                <p:nvPr/>
              </p:nvSpPr>
              <p:spPr bwMode="auto">
                <a:xfrm>
                  <a:off x="929" y="1618"/>
                  <a:ext cx="55" cy="36"/>
                </a:xfrm>
                <a:custGeom>
                  <a:avLst/>
                  <a:gdLst>
                    <a:gd name="T0" fmla="*/ 0 w 38146"/>
                    <a:gd name="T1" fmla="*/ 0 h 34928"/>
                    <a:gd name="T2" fmla="*/ 0 w 38146"/>
                    <a:gd name="T3" fmla="*/ 0 h 34928"/>
                    <a:gd name="T4" fmla="*/ 0 w 38146"/>
                    <a:gd name="T5" fmla="*/ 0 h 34928"/>
                    <a:gd name="T6" fmla="*/ 0 60000 65536"/>
                    <a:gd name="T7" fmla="*/ 0 60000 65536"/>
                    <a:gd name="T8" fmla="*/ 0 60000 65536"/>
                  </a:gdLst>
                  <a:ahLst/>
                  <a:cxnLst>
                    <a:cxn ang="T6">
                      <a:pos x="T0" y="T1"/>
                    </a:cxn>
                    <a:cxn ang="T7">
                      <a:pos x="T2" y="T3"/>
                    </a:cxn>
                    <a:cxn ang="T8">
                      <a:pos x="T4" y="T5"/>
                    </a:cxn>
                  </a:cxnLst>
                  <a:rect l="0" t="0" r="r" b="b"/>
                  <a:pathLst>
                    <a:path w="38146" h="34928" fill="none" extrusionOk="0">
                      <a:moveTo>
                        <a:pt x="0" y="7715"/>
                      </a:moveTo>
                      <a:cubicBezTo>
                        <a:pt x="4104" y="2824"/>
                        <a:pt x="10161" y="-1"/>
                        <a:pt x="16546" y="0"/>
                      </a:cubicBezTo>
                      <a:cubicBezTo>
                        <a:pt x="28475" y="0"/>
                        <a:pt x="38146" y="9670"/>
                        <a:pt x="38146" y="21600"/>
                      </a:cubicBezTo>
                      <a:cubicBezTo>
                        <a:pt x="38146" y="26432"/>
                        <a:pt x="36525" y="31125"/>
                        <a:pt x="33543" y="34927"/>
                      </a:cubicBezTo>
                    </a:path>
                    <a:path w="38146" h="34928" stroke="0" extrusionOk="0">
                      <a:moveTo>
                        <a:pt x="0" y="7715"/>
                      </a:moveTo>
                      <a:cubicBezTo>
                        <a:pt x="4104" y="2824"/>
                        <a:pt x="10161" y="-1"/>
                        <a:pt x="16546" y="0"/>
                      </a:cubicBezTo>
                      <a:cubicBezTo>
                        <a:pt x="28475" y="0"/>
                        <a:pt x="38146" y="9670"/>
                        <a:pt x="38146" y="21600"/>
                      </a:cubicBezTo>
                      <a:cubicBezTo>
                        <a:pt x="38146" y="26432"/>
                        <a:pt x="36525" y="31125"/>
                        <a:pt x="33543" y="34927"/>
                      </a:cubicBezTo>
                      <a:lnTo>
                        <a:pt x="16546" y="21600"/>
                      </a:lnTo>
                      <a:lnTo>
                        <a:pt x="0" y="7715"/>
                      </a:lnTo>
                      <a:close/>
                    </a:path>
                  </a:pathLst>
                </a:custGeom>
                <a:noFill/>
                <a:ln w="4763">
                  <a:solidFill>
                    <a:srgbClr val="DBDBCE"/>
                  </a:solidFill>
                  <a:round/>
                </a:ln>
                <a:extLst>
                  <a:ext uri="{909E8E84-426E-40DD-AFC4-6F175D3DCCD1}">
                    <a14:hiddenFill xmlns:a14="http://schemas.microsoft.com/office/drawing/2010/main">
                      <a:solidFill>
                        <a:srgbClr val="FFFFFF"/>
                      </a:solidFill>
                    </a14:hiddenFill>
                  </a:ext>
                </a:extLst>
              </p:spPr>
              <p:txBody>
                <a:bodyPr/>
                <a:lstStyle/>
                <a:p>
                  <a:pPr algn="ctr"/>
                  <a:endParaRPr lang="zh-CN" altLang="en-US" sz="1600">
                    <a:latin typeface="微软雅黑" panose="020B0503020204020204" charset="-122"/>
                    <a:ea typeface="微软雅黑" panose="020B0503020204020204" charset="-122"/>
                  </a:endParaRPr>
                </a:p>
              </p:txBody>
            </p:sp>
            <p:sp>
              <p:nvSpPr>
                <p:cNvPr id="63" name="Freeform 10"/>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64" name="Freeform 11"/>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w="4763">
                  <a:solidFill>
                    <a:srgbClr val="494936"/>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65" name="Rectangle 12"/>
                <p:cNvSpPr>
                  <a:spLocks noChangeArrowheads="1"/>
                </p:cNvSpPr>
                <p:nvPr/>
              </p:nvSpPr>
              <p:spPr bwMode="auto">
                <a:xfrm>
                  <a:off x="751" y="1617"/>
                  <a:ext cx="180" cy="3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1600" dirty="0">
                    <a:latin typeface="微软雅黑" panose="020B0503020204020204" charset="-122"/>
                    <a:ea typeface="微软雅黑" panose="020B0503020204020204" charset="-122"/>
                  </a:endParaRPr>
                </a:p>
              </p:txBody>
            </p:sp>
            <p:sp>
              <p:nvSpPr>
                <p:cNvPr id="66" name="Rectangle 13"/>
                <p:cNvSpPr>
                  <a:spLocks noChangeArrowheads="1"/>
                </p:cNvSpPr>
                <p:nvPr/>
              </p:nvSpPr>
              <p:spPr bwMode="auto">
                <a:xfrm>
                  <a:off x="752" y="1618"/>
                  <a:ext cx="178" cy="29"/>
                </a:xfrm>
                <a:prstGeom prst="rect">
                  <a:avLst/>
                </a:prstGeom>
                <a:solidFill>
                  <a:srgbClr val="B7B79D"/>
                </a:solidFill>
                <a:ln w="4763">
                  <a:solidFill>
                    <a:srgbClr val="494936"/>
                  </a:solidFill>
                  <a:miter lim="800000"/>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1600" dirty="0">
                    <a:latin typeface="微软雅黑" panose="020B0503020204020204" charset="-122"/>
                    <a:ea typeface="微软雅黑" panose="020B0503020204020204" charset="-122"/>
                  </a:endParaRPr>
                </a:p>
              </p:txBody>
            </p:sp>
            <p:sp>
              <p:nvSpPr>
                <p:cNvPr id="67" name="Freeform 14"/>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68" name="Freeform 15"/>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w="4763">
                  <a:solidFill>
                    <a:srgbClr val="494936"/>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69" name="Freeform 16"/>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70" name="Freeform 17"/>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w="4763">
                  <a:solidFill>
                    <a:srgbClr val="000000"/>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71" name="Freeform 18"/>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72" name="Freeform 19"/>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w="4763">
                  <a:solidFill>
                    <a:srgbClr val="494936"/>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73" name="Rectangle 20"/>
                <p:cNvSpPr>
                  <a:spLocks noChangeArrowheads="1"/>
                </p:cNvSpPr>
                <p:nvPr/>
              </p:nvSpPr>
              <p:spPr bwMode="auto">
                <a:xfrm>
                  <a:off x="752" y="1466"/>
                  <a:ext cx="181" cy="140"/>
                </a:xfrm>
                <a:prstGeom prst="rect">
                  <a:avLst/>
                </a:prstGeom>
                <a:solidFill>
                  <a:srgbClr val="B7B79D"/>
                </a:solidFill>
                <a:ln w="4763">
                  <a:solidFill>
                    <a:srgbClr val="494936"/>
                  </a:solidFill>
                  <a:miter lim="800000"/>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1600" dirty="0">
                    <a:latin typeface="微软雅黑" panose="020B0503020204020204" charset="-122"/>
                    <a:ea typeface="微软雅黑" panose="020B0503020204020204" charset="-122"/>
                  </a:endParaRPr>
                </a:p>
              </p:txBody>
            </p:sp>
            <p:sp>
              <p:nvSpPr>
                <p:cNvPr id="74" name="Rectangle 21"/>
                <p:cNvSpPr>
                  <a:spLocks noChangeArrowheads="1"/>
                </p:cNvSpPr>
                <p:nvPr/>
              </p:nvSpPr>
              <p:spPr bwMode="auto">
                <a:xfrm>
                  <a:off x="768" y="1485"/>
                  <a:ext cx="149" cy="108"/>
                </a:xfrm>
                <a:prstGeom prst="rect">
                  <a:avLst/>
                </a:prstGeom>
                <a:solidFill>
                  <a:srgbClr val="FFFFFF"/>
                </a:solidFill>
                <a:ln w="4763">
                  <a:solidFill>
                    <a:srgbClr val="494936"/>
                  </a:solidFill>
                  <a:miter lim="800000"/>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1600" dirty="0">
                    <a:latin typeface="微软雅黑" panose="020B0503020204020204" charset="-122"/>
                    <a:ea typeface="微软雅黑" panose="020B0503020204020204" charset="-122"/>
                  </a:endParaRPr>
                </a:p>
              </p:txBody>
            </p:sp>
            <p:sp>
              <p:nvSpPr>
                <p:cNvPr id="75" name="Freeform 22"/>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76" name="Freeform 23"/>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w="4763">
                  <a:solidFill>
                    <a:srgbClr val="494936"/>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77" name="Freeform 24"/>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78" name="Freeform 25"/>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w="4763">
                  <a:solidFill>
                    <a:srgbClr val="494936"/>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79" name="Freeform 26"/>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80" name="Freeform 27"/>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w="4763">
                  <a:solidFill>
                    <a:srgbClr val="494936"/>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81" name="Rectangle 28"/>
                <p:cNvSpPr>
                  <a:spLocks noChangeArrowheads="1"/>
                </p:cNvSpPr>
                <p:nvPr/>
              </p:nvSpPr>
              <p:spPr bwMode="auto">
                <a:xfrm>
                  <a:off x="717" y="1677"/>
                  <a:ext cx="195"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1600" dirty="0">
                    <a:latin typeface="微软雅黑" panose="020B0503020204020204" charset="-122"/>
                    <a:ea typeface="微软雅黑" panose="020B0503020204020204" charset="-122"/>
                  </a:endParaRPr>
                </a:p>
              </p:txBody>
            </p:sp>
            <p:sp>
              <p:nvSpPr>
                <p:cNvPr id="82" name="Rectangle 29"/>
                <p:cNvSpPr>
                  <a:spLocks noChangeArrowheads="1"/>
                </p:cNvSpPr>
                <p:nvPr/>
              </p:nvSpPr>
              <p:spPr bwMode="auto">
                <a:xfrm>
                  <a:off x="718" y="1678"/>
                  <a:ext cx="193" cy="4"/>
                </a:xfrm>
                <a:prstGeom prst="rect">
                  <a:avLst/>
                </a:prstGeom>
                <a:solidFill>
                  <a:srgbClr val="B7B79D"/>
                </a:solidFill>
                <a:ln w="4763">
                  <a:solidFill>
                    <a:srgbClr val="494936"/>
                  </a:solidFill>
                  <a:miter lim="800000"/>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1600" dirty="0">
                    <a:latin typeface="微软雅黑" panose="020B0503020204020204" charset="-122"/>
                    <a:ea typeface="微软雅黑" panose="020B0503020204020204" charset="-122"/>
                  </a:endParaRPr>
                </a:p>
              </p:txBody>
            </p:sp>
            <p:sp>
              <p:nvSpPr>
                <p:cNvPr id="83" name="Freeform 30"/>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84" name="Freeform 31"/>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w="4763">
                  <a:solidFill>
                    <a:srgbClr val="494936"/>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85" name="Freeform 32"/>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86" name="Freeform 33"/>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w="4763">
                  <a:solidFill>
                    <a:srgbClr val="494936"/>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87" name="Rectangle 34"/>
                <p:cNvSpPr>
                  <a:spLocks noChangeArrowheads="1"/>
                </p:cNvSpPr>
                <p:nvPr/>
              </p:nvSpPr>
              <p:spPr bwMode="auto">
                <a:xfrm>
                  <a:off x="950" y="1674"/>
                  <a:ext cx="28"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1600" dirty="0">
                    <a:latin typeface="微软雅黑" panose="020B0503020204020204" charset="-122"/>
                    <a:ea typeface="微软雅黑" panose="020B0503020204020204" charset="-122"/>
                  </a:endParaRPr>
                </a:p>
              </p:txBody>
            </p:sp>
            <p:sp>
              <p:nvSpPr>
                <p:cNvPr id="88" name="Rectangle 35"/>
                <p:cNvSpPr>
                  <a:spLocks noChangeArrowheads="1"/>
                </p:cNvSpPr>
                <p:nvPr/>
              </p:nvSpPr>
              <p:spPr bwMode="auto">
                <a:xfrm>
                  <a:off x="951" y="1675"/>
                  <a:ext cx="26" cy="4"/>
                </a:xfrm>
                <a:prstGeom prst="rect">
                  <a:avLst/>
                </a:prstGeom>
                <a:solidFill>
                  <a:srgbClr val="B7B79D"/>
                </a:solidFill>
                <a:ln w="4763">
                  <a:solidFill>
                    <a:srgbClr val="494936"/>
                  </a:solidFill>
                  <a:miter lim="800000"/>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1600" dirty="0">
                    <a:latin typeface="微软雅黑" panose="020B0503020204020204" charset="-122"/>
                    <a:ea typeface="微软雅黑" panose="020B0503020204020204" charset="-122"/>
                  </a:endParaRPr>
                </a:p>
              </p:txBody>
            </p:sp>
          </p:grpSp>
          <p:sp>
            <p:nvSpPr>
              <p:cNvPr id="37" name="Freeform 36"/>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38" name="Freeform 37"/>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w="4763">
                <a:solidFill>
                  <a:srgbClr val="000000"/>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39" name="Freeform 38"/>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40" name="Freeform 39"/>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w="4763">
                <a:solidFill>
                  <a:srgbClr val="000000"/>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41" name="Freeform 40"/>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42" name="Freeform 41"/>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w="4763">
                <a:solidFill>
                  <a:srgbClr val="000000"/>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43" name="Freeform 42"/>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44" name="Freeform 43"/>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w="4763">
                <a:solidFill>
                  <a:srgbClr val="000000"/>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45" name="Freeform 44"/>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46" name="Freeform 45"/>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w="4763">
                <a:solidFill>
                  <a:srgbClr val="000000"/>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47" name="Freeform 46"/>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48" name="Freeform 47"/>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w="4763">
                <a:solidFill>
                  <a:srgbClr val="000000"/>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49" name="Freeform 48"/>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50" name="Freeform 49"/>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w="4763">
                <a:solidFill>
                  <a:srgbClr val="000000"/>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51" name="Freeform 50"/>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52" name="Freeform 51"/>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w="4763">
                <a:solidFill>
                  <a:srgbClr val="000000"/>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53" name="Freeform 52"/>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8 w 111"/>
                  <a:gd name="T19" fmla="*/ 92 h 149"/>
                  <a:gd name="T20" fmla="*/ 95 w 111"/>
                  <a:gd name="T21" fmla="*/ 105 h 149"/>
                  <a:gd name="T22" fmla="*/ 92 w 111"/>
                  <a:gd name="T23" fmla="*/ 114 h 149"/>
                  <a:gd name="T24" fmla="*/ 86 w 111"/>
                  <a:gd name="T25" fmla="*/ 117 h 149"/>
                  <a:gd name="T26" fmla="*/ 76 w 111"/>
                  <a:gd name="T27" fmla="*/ 117 h 149"/>
                  <a:gd name="T28" fmla="*/ 63 w 111"/>
                  <a:gd name="T29" fmla="*/ 127 h 149"/>
                  <a:gd name="T30" fmla="*/ 51 w 111"/>
                  <a:gd name="T31" fmla="*/ 149 h 149"/>
                  <a:gd name="T32" fmla="*/ 0 w 111"/>
                  <a:gd name="T33" fmla="*/ 105 h 149"/>
                  <a:gd name="T34" fmla="*/ 26 w 111"/>
                  <a:gd name="T35" fmla="*/ 0 h 149"/>
                  <a:gd name="T36" fmla="*/ 101 w 111"/>
                  <a:gd name="T37" fmla="*/ 13 h 1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54" name="Freeform 53"/>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5 w 111"/>
                  <a:gd name="T19" fmla="*/ 105 h 149"/>
                  <a:gd name="T20" fmla="*/ 92 w 111"/>
                  <a:gd name="T21" fmla="*/ 114 h 149"/>
                  <a:gd name="T22" fmla="*/ 86 w 111"/>
                  <a:gd name="T23" fmla="*/ 117 h 149"/>
                  <a:gd name="T24" fmla="*/ 76 w 111"/>
                  <a:gd name="T25" fmla="*/ 117 h 149"/>
                  <a:gd name="T26" fmla="*/ 63 w 111"/>
                  <a:gd name="T27" fmla="*/ 127 h 149"/>
                  <a:gd name="T28" fmla="*/ 51 w 111"/>
                  <a:gd name="T29" fmla="*/ 149 h 149"/>
                  <a:gd name="T30" fmla="*/ 0 w 111"/>
                  <a:gd name="T31" fmla="*/ 105 h 149"/>
                  <a:gd name="T32" fmla="*/ 26 w 111"/>
                  <a:gd name="T33" fmla="*/ 0 h 149"/>
                  <a:gd name="T34" fmla="*/ 101 w 111"/>
                  <a:gd name="T35" fmla="*/ 13 h 1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w="4763">
                <a:solidFill>
                  <a:srgbClr val="000000"/>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55" name="Freeform 54"/>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rgbClr val="8F5B1A"/>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56" name="Freeform 55"/>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chemeClr val="tx1"/>
              </a:solidFill>
              <a:ln w="4763">
                <a:solidFill>
                  <a:srgbClr val="000000"/>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57" name="Freeform 56"/>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58" name="Freeform 57"/>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w="4763">
                <a:solidFill>
                  <a:srgbClr val="000000"/>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sp>
            <p:nvSpPr>
              <p:cNvPr id="59" name="Freeform 58"/>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a:noFill/>
              </a:ln>
              <a:extLst>
                <a:ext uri="{91240B29-F687-4F45-9708-019B960494DF}">
                  <a14:hiddenLine xmlns:a14="http://schemas.microsoft.com/office/drawing/2010/main" w="9525">
                    <a:solidFill>
                      <a:srgbClr val="000000"/>
                    </a:solidFill>
                    <a:round/>
                  </a14:hiddenLine>
                </a:ext>
              </a:extLst>
            </p:spPr>
            <p:txBody>
              <a:bodyPr/>
              <a:lstStyle/>
              <a:p>
                <a:pPr algn="ctr"/>
                <a:endParaRPr lang="zh-CN" altLang="en-US" sz="1600">
                  <a:latin typeface="微软雅黑" panose="020B0503020204020204" charset="-122"/>
                  <a:ea typeface="微软雅黑" panose="020B0503020204020204" charset="-122"/>
                </a:endParaRPr>
              </a:p>
            </p:txBody>
          </p:sp>
          <p:sp>
            <p:nvSpPr>
              <p:cNvPr id="60" name="Freeform 59"/>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w="4763">
                <a:solidFill>
                  <a:srgbClr val="000000"/>
                </a:solidFill>
                <a:prstDash val="solid"/>
                <a:round/>
              </a:ln>
            </p:spPr>
            <p:txBody>
              <a:bodyPr/>
              <a:lstStyle/>
              <a:p>
                <a:pPr algn="ctr"/>
                <a:endParaRPr lang="zh-CN" altLang="en-US" sz="1600">
                  <a:latin typeface="微软雅黑" panose="020B0503020204020204" charset="-122"/>
                  <a:ea typeface="微软雅黑" panose="020B0503020204020204" charset="-122"/>
                </a:endParaRPr>
              </a:p>
            </p:txBody>
          </p:sp>
        </p:grpSp>
        <p:sp>
          <p:nvSpPr>
            <p:cNvPr id="12" name="Rectangle 60"/>
            <p:cNvSpPr>
              <a:spLocks noChangeArrowheads="1"/>
            </p:cNvSpPr>
            <p:nvPr/>
          </p:nvSpPr>
          <p:spPr bwMode="auto">
            <a:xfrm>
              <a:off x="1905001" y="2470453"/>
              <a:ext cx="2019300" cy="2408767"/>
            </a:xfrm>
            <a:prstGeom prst="rect">
              <a:avLst/>
            </a:prstGeom>
            <a:solidFill>
              <a:srgbClr val="FFFF99"/>
            </a:solidFill>
            <a:ln w="9525">
              <a:solidFill>
                <a:schemeClr val="folHlink"/>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1600">
                <a:latin typeface="微软雅黑" panose="020B0503020204020204" charset="-122"/>
                <a:ea typeface="微软雅黑" panose="020B0503020204020204" charset="-122"/>
              </a:endParaRPr>
            </a:p>
          </p:txBody>
        </p:sp>
        <p:sp>
          <p:nvSpPr>
            <p:cNvPr id="13" name="Line 61"/>
            <p:cNvSpPr>
              <a:spLocks noChangeShapeType="1"/>
            </p:cNvSpPr>
            <p:nvPr/>
          </p:nvSpPr>
          <p:spPr bwMode="auto">
            <a:xfrm>
              <a:off x="1231901" y="2840870"/>
              <a:ext cx="785284" cy="0"/>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微软雅黑" panose="020B0503020204020204" charset="-122"/>
                <a:ea typeface="微软雅黑" panose="020B0503020204020204" charset="-122"/>
              </a:endParaRPr>
            </a:p>
          </p:txBody>
        </p:sp>
        <p:sp>
          <p:nvSpPr>
            <p:cNvPr id="14" name="Text Box 62"/>
            <p:cNvSpPr txBox="1">
              <a:spLocks noChangeArrowheads="1"/>
            </p:cNvSpPr>
            <p:nvPr/>
          </p:nvSpPr>
          <p:spPr bwMode="auto">
            <a:xfrm>
              <a:off x="2222951" y="4908853"/>
              <a:ext cx="1213666" cy="384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1600">
                  <a:latin typeface="微软雅黑" panose="020B0503020204020204" charset="-122"/>
                  <a:ea typeface="微软雅黑" panose="020B0503020204020204" charset="-122"/>
                </a:rPr>
                <a:t>FTP </a:t>
              </a:r>
              <a:r>
                <a:rPr kumimoji="1" lang="zh-CN" altLang="en-US" sz="1600">
                  <a:latin typeface="微软雅黑" panose="020B0503020204020204" charset="-122"/>
                  <a:ea typeface="微软雅黑" panose="020B0503020204020204" charset="-122"/>
                </a:rPr>
                <a:t>客户端</a:t>
              </a:r>
              <a:endParaRPr kumimoji="1" lang="zh-CN" altLang="en-US" sz="1600">
                <a:latin typeface="微软雅黑" panose="020B0503020204020204" charset="-122"/>
                <a:ea typeface="微软雅黑" panose="020B0503020204020204" charset="-122"/>
              </a:endParaRPr>
            </a:p>
          </p:txBody>
        </p:sp>
        <p:sp>
          <p:nvSpPr>
            <p:cNvPr id="15" name="Text Box 63"/>
            <p:cNvSpPr txBox="1">
              <a:spLocks noChangeArrowheads="1"/>
            </p:cNvSpPr>
            <p:nvPr/>
          </p:nvSpPr>
          <p:spPr bwMode="auto">
            <a:xfrm>
              <a:off x="8795799" y="4938486"/>
              <a:ext cx="1418850" cy="384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1600">
                  <a:latin typeface="微软雅黑" panose="020B0503020204020204" charset="-122"/>
                  <a:ea typeface="微软雅黑" panose="020B0503020204020204" charset="-122"/>
                </a:rPr>
                <a:t>FTP </a:t>
              </a:r>
              <a:r>
                <a:rPr kumimoji="1" lang="zh-CN" altLang="en-US" sz="1600">
                  <a:latin typeface="微软雅黑" panose="020B0503020204020204" charset="-122"/>
                  <a:ea typeface="微软雅黑" panose="020B0503020204020204" charset="-122"/>
                </a:rPr>
                <a:t>服务器端</a:t>
              </a:r>
              <a:endParaRPr kumimoji="1" lang="zh-CN" altLang="en-US" sz="1600">
                <a:latin typeface="微软雅黑" panose="020B0503020204020204" charset="-122"/>
                <a:ea typeface="微软雅黑" panose="020B0503020204020204" charset="-122"/>
              </a:endParaRPr>
            </a:p>
          </p:txBody>
        </p:sp>
        <p:sp>
          <p:nvSpPr>
            <p:cNvPr id="16" name="AutoShape 64"/>
            <p:cNvSpPr>
              <a:spLocks noChangeArrowheads="1"/>
            </p:cNvSpPr>
            <p:nvPr/>
          </p:nvSpPr>
          <p:spPr bwMode="auto">
            <a:xfrm>
              <a:off x="446617" y="3952120"/>
              <a:ext cx="785283" cy="836084"/>
            </a:xfrm>
            <a:prstGeom prst="can">
              <a:avLst>
                <a:gd name="adj" fmla="val 35490"/>
              </a:avLst>
            </a:prstGeom>
            <a:gradFill rotWithShape="1">
              <a:gsLst>
                <a:gs pos="0">
                  <a:srgbClr val="5E5E76"/>
                </a:gs>
                <a:gs pos="50000">
                  <a:srgbClr val="CCCCFF"/>
                </a:gs>
                <a:gs pos="100000">
                  <a:srgbClr val="5E5E76"/>
                </a:gs>
              </a:gsLst>
              <a:lin ang="0" scaled="1"/>
            </a:gra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1600" dirty="0">
                <a:latin typeface="微软雅黑" panose="020B0503020204020204" charset="-122"/>
                <a:ea typeface="微软雅黑" panose="020B0503020204020204" charset="-122"/>
              </a:endParaRPr>
            </a:p>
          </p:txBody>
        </p:sp>
        <p:sp>
          <p:nvSpPr>
            <p:cNvPr id="17" name="Line 65"/>
            <p:cNvSpPr>
              <a:spLocks noChangeShapeType="1"/>
            </p:cNvSpPr>
            <p:nvPr/>
          </p:nvSpPr>
          <p:spPr bwMode="auto">
            <a:xfrm>
              <a:off x="1231901" y="4369103"/>
              <a:ext cx="785284" cy="0"/>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微软雅黑" panose="020B0503020204020204" charset="-122"/>
                <a:ea typeface="微软雅黑" panose="020B0503020204020204" charset="-122"/>
              </a:endParaRPr>
            </a:p>
          </p:txBody>
        </p:sp>
        <p:sp>
          <p:nvSpPr>
            <p:cNvPr id="18" name="Line 66"/>
            <p:cNvSpPr>
              <a:spLocks noChangeShapeType="1"/>
            </p:cNvSpPr>
            <p:nvPr/>
          </p:nvSpPr>
          <p:spPr bwMode="auto">
            <a:xfrm>
              <a:off x="10318751" y="4369103"/>
              <a:ext cx="785283" cy="0"/>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微软雅黑" panose="020B0503020204020204" charset="-122"/>
                <a:ea typeface="微软雅黑" panose="020B0503020204020204" charset="-122"/>
              </a:endParaRPr>
            </a:p>
          </p:txBody>
        </p:sp>
        <p:sp>
          <p:nvSpPr>
            <p:cNvPr id="19" name="AutoShape 67"/>
            <p:cNvSpPr>
              <a:spLocks noChangeArrowheads="1"/>
            </p:cNvSpPr>
            <p:nvPr/>
          </p:nvSpPr>
          <p:spPr bwMode="auto">
            <a:xfrm>
              <a:off x="11104034" y="3952120"/>
              <a:ext cx="785284" cy="836084"/>
            </a:xfrm>
            <a:prstGeom prst="can">
              <a:avLst>
                <a:gd name="adj" fmla="val 35490"/>
              </a:avLst>
            </a:prstGeom>
            <a:gradFill rotWithShape="1">
              <a:gsLst>
                <a:gs pos="0">
                  <a:srgbClr val="5E5E76"/>
                </a:gs>
                <a:gs pos="50000">
                  <a:srgbClr val="CCCCFF"/>
                </a:gs>
                <a:gs pos="100000">
                  <a:srgbClr val="5E5E76"/>
                </a:gs>
              </a:gsLst>
              <a:lin ang="0" scaled="1"/>
            </a:gra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1600" dirty="0">
                <a:latin typeface="微软雅黑" panose="020B0503020204020204" charset="-122"/>
                <a:ea typeface="微软雅黑" panose="020B0503020204020204" charset="-122"/>
              </a:endParaRPr>
            </a:p>
          </p:txBody>
        </p:sp>
        <p:sp>
          <p:nvSpPr>
            <p:cNvPr id="20" name="Line 68"/>
            <p:cNvSpPr>
              <a:spLocks noChangeShapeType="1"/>
            </p:cNvSpPr>
            <p:nvPr/>
          </p:nvSpPr>
          <p:spPr bwMode="auto">
            <a:xfrm>
              <a:off x="3699933" y="4415670"/>
              <a:ext cx="4936067" cy="0"/>
            </a:xfrm>
            <a:prstGeom prst="line">
              <a:avLst/>
            </a:prstGeom>
            <a:noFill/>
            <a:ln w="57150">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微软雅黑" panose="020B0503020204020204" charset="-122"/>
                <a:ea typeface="微软雅黑" panose="020B0503020204020204" charset="-122"/>
              </a:endParaRPr>
            </a:p>
          </p:txBody>
        </p:sp>
        <p:sp>
          <p:nvSpPr>
            <p:cNvPr id="21" name="Line 69"/>
            <p:cNvSpPr>
              <a:spLocks noChangeShapeType="1"/>
            </p:cNvSpPr>
            <p:nvPr/>
          </p:nvSpPr>
          <p:spPr bwMode="auto">
            <a:xfrm>
              <a:off x="3699933" y="3581703"/>
              <a:ext cx="4936067" cy="0"/>
            </a:xfrm>
            <a:prstGeom prst="line">
              <a:avLst/>
            </a:prstGeom>
            <a:noFill/>
            <a:ln w="57150">
              <a:solidFill>
                <a:schemeClr va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微软雅黑" panose="020B0503020204020204" charset="-122"/>
                <a:ea typeface="微软雅黑" panose="020B0503020204020204" charset="-122"/>
              </a:endParaRPr>
            </a:p>
          </p:txBody>
        </p:sp>
        <p:graphicFrame>
          <p:nvGraphicFramePr>
            <p:cNvPr id="22" name="Object 70"/>
            <p:cNvGraphicFramePr>
              <a:graphicFrameLocks noChangeAspect="1"/>
            </p:cNvGraphicFramePr>
            <p:nvPr/>
          </p:nvGraphicFramePr>
          <p:xfrm>
            <a:off x="4709585" y="3211286"/>
            <a:ext cx="2916767" cy="1746251"/>
          </p:xfrm>
          <a:graphic>
            <a:graphicData uri="http://schemas.openxmlformats.org/presentationml/2006/ole">
              <mc:AlternateContent xmlns:mc="http://schemas.openxmlformats.org/markup-compatibility/2006">
                <mc:Choice xmlns:v="urn:schemas-microsoft-com:vml" Requires="v">
                  <p:oleObj spid="_x0000_s4105" name="VISIO" r:id="rId1" imgW="1687195" imgH="964565" progId="Visio.Drawing.6">
                    <p:embed/>
                  </p:oleObj>
                </mc:Choice>
                <mc:Fallback>
                  <p:oleObj name="VISIO" r:id="rId1" imgW="1687195" imgH="964565" progId="Visio.Drawing.6">
                    <p:embed/>
                    <p:pic>
                      <p:nvPicPr>
                        <p:cNvPr id="0" name="Object 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9585" y="3211286"/>
                          <a:ext cx="2916767" cy="1746251"/>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3" name="Text Box 71"/>
            <p:cNvSpPr txBox="1">
              <a:spLocks noChangeArrowheads="1"/>
            </p:cNvSpPr>
            <p:nvPr/>
          </p:nvSpPr>
          <p:spPr bwMode="auto">
            <a:xfrm>
              <a:off x="5635311" y="3888531"/>
              <a:ext cx="963212" cy="384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1600" dirty="0">
                  <a:latin typeface="微软雅黑" panose="020B0503020204020204" charset="-122"/>
                  <a:ea typeface="微软雅黑" panose="020B0503020204020204" charset="-122"/>
                </a:rPr>
                <a:t>Internet</a:t>
              </a:r>
              <a:endParaRPr kumimoji="1" lang="zh-CN" altLang="en-US" sz="1600" dirty="0">
                <a:latin typeface="微软雅黑" panose="020B0503020204020204" charset="-122"/>
                <a:ea typeface="微软雅黑" panose="020B0503020204020204" charset="-122"/>
              </a:endParaRPr>
            </a:p>
          </p:txBody>
        </p:sp>
        <p:sp>
          <p:nvSpPr>
            <p:cNvPr id="24" name="Text Box 72"/>
            <p:cNvSpPr txBox="1">
              <a:spLocks noChangeArrowheads="1"/>
            </p:cNvSpPr>
            <p:nvPr/>
          </p:nvSpPr>
          <p:spPr bwMode="auto">
            <a:xfrm>
              <a:off x="5398772" y="2587108"/>
              <a:ext cx="1436291" cy="384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1600" dirty="0">
                  <a:latin typeface="微软雅黑" panose="020B0503020204020204" charset="-122"/>
                  <a:ea typeface="微软雅黑" panose="020B0503020204020204" charset="-122"/>
                </a:rPr>
                <a:t>TCP </a:t>
              </a:r>
              <a:r>
                <a:rPr kumimoji="1" lang="zh-CN" altLang="en-US" sz="1600" dirty="0">
                  <a:latin typeface="微软雅黑" panose="020B0503020204020204" charset="-122"/>
                  <a:ea typeface="微软雅黑" panose="020B0503020204020204" charset="-122"/>
                </a:rPr>
                <a:t>控制连接</a:t>
              </a:r>
              <a:endParaRPr kumimoji="1" lang="zh-CN" altLang="en-US" sz="1600" dirty="0">
                <a:latin typeface="微软雅黑" panose="020B0503020204020204" charset="-122"/>
                <a:ea typeface="微软雅黑" panose="020B0503020204020204" charset="-122"/>
              </a:endParaRPr>
            </a:p>
          </p:txBody>
        </p:sp>
        <p:sp>
          <p:nvSpPr>
            <p:cNvPr id="25" name="Text Box 73"/>
            <p:cNvSpPr txBox="1">
              <a:spLocks noChangeArrowheads="1"/>
            </p:cNvSpPr>
            <p:nvPr/>
          </p:nvSpPr>
          <p:spPr bwMode="auto">
            <a:xfrm>
              <a:off x="5396604" y="5111569"/>
              <a:ext cx="1436291" cy="384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1600" dirty="0">
                  <a:latin typeface="微软雅黑" panose="020B0503020204020204" charset="-122"/>
                  <a:ea typeface="微软雅黑" panose="020B0503020204020204" charset="-122"/>
                </a:rPr>
                <a:t>TCP </a:t>
              </a:r>
              <a:r>
                <a:rPr kumimoji="1" lang="zh-CN" altLang="en-US" sz="1600" dirty="0">
                  <a:latin typeface="微软雅黑" panose="020B0503020204020204" charset="-122"/>
                  <a:ea typeface="微软雅黑" panose="020B0503020204020204" charset="-122"/>
                </a:rPr>
                <a:t>数据连接</a:t>
              </a:r>
              <a:endParaRPr kumimoji="1" lang="zh-CN" altLang="en-US" sz="1600" dirty="0">
                <a:latin typeface="微软雅黑" panose="020B0503020204020204" charset="-122"/>
                <a:ea typeface="微软雅黑" panose="020B0503020204020204" charset="-122"/>
              </a:endParaRPr>
            </a:p>
          </p:txBody>
        </p:sp>
        <p:sp>
          <p:nvSpPr>
            <p:cNvPr id="26" name="Line 74"/>
            <p:cNvSpPr>
              <a:spLocks noChangeShapeType="1"/>
            </p:cNvSpPr>
            <p:nvPr/>
          </p:nvSpPr>
          <p:spPr bwMode="auto">
            <a:xfrm flipH="1" flipV="1">
              <a:off x="4485217" y="4415670"/>
              <a:ext cx="1234016" cy="649816"/>
            </a:xfrm>
            <a:prstGeom prst="line">
              <a:avLst/>
            </a:prstGeom>
            <a:noFill/>
            <a:ln w="9525">
              <a:solidFill>
                <a:schemeClr val="folHlink"/>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微软雅黑" panose="020B0503020204020204" charset="-122"/>
                <a:ea typeface="微软雅黑" panose="020B0503020204020204" charset="-122"/>
              </a:endParaRPr>
            </a:p>
          </p:txBody>
        </p:sp>
        <p:sp>
          <p:nvSpPr>
            <p:cNvPr id="27" name="Line 75"/>
            <p:cNvSpPr>
              <a:spLocks noChangeShapeType="1"/>
            </p:cNvSpPr>
            <p:nvPr/>
          </p:nvSpPr>
          <p:spPr bwMode="auto">
            <a:xfrm flipV="1">
              <a:off x="6504517" y="4415670"/>
              <a:ext cx="1346200" cy="649816"/>
            </a:xfrm>
            <a:prstGeom prst="line">
              <a:avLst/>
            </a:prstGeom>
            <a:noFill/>
            <a:ln w="9525">
              <a:solidFill>
                <a:schemeClr val="folHlink"/>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微软雅黑" panose="020B0503020204020204" charset="-122"/>
                <a:ea typeface="微软雅黑" panose="020B0503020204020204" charset="-122"/>
              </a:endParaRPr>
            </a:p>
          </p:txBody>
        </p:sp>
        <p:sp>
          <p:nvSpPr>
            <p:cNvPr id="28" name="Line 76"/>
            <p:cNvSpPr>
              <a:spLocks noChangeShapeType="1"/>
            </p:cNvSpPr>
            <p:nvPr/>
          </p:nvSpPr>
          <p:spPr bwMode="auto">
            <a:xfrm>
              <a:off x="6392333" y="3025020"/>
              <a:ext cx="1458384" cy="556684"/>
            </a:xfrm>
            <a:prstGeom prst="line">
              <a:avLst/>
            </a:prstGeom>
            <a:noFill/>
            <a:ln w="9525">
              <a:solidFill>
                <a:schemeClr val="folHlink"/>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微软雅黑" panose="020B0503020204020204" charset="-122"/>
                <a:ea typeface="微软雅黑" panose="020B0503020204020204" charset="-122"/>
              </a:endParaRPr>
            </a:p>
          </p:txBody>
        </p:sp>
        <p:sp>
          <p:nvSpPr>
            <p:cNvPr id="29" name="Line 77"/>
            <p:cNvSpPr>
              <a:spLocks noChangeShapeType="1"/>
            </p:cNvSpPr>
            <p:nvPr/>
          </p:nvSpPr>
          <p:spPr bwMode="auto">
            <a:xfrm flipH="1">
              <a:off x="4373033" y="3025020"/>
              <a:ext cx="1346200" cy="556684"/>
            </a:xfrm>
            <a:prstGeom prst="line">
              <a:avLst/>
            </a:prstGeom>
            <a:noFill/>
            <a:ln w="9525">
              <a:solidFill>
                <a:schemeClr val="folHlink"/>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微软雅黑" panose="020B0503020204020204" charset="-122"/>
                <a:ea typeface="微软雅黑" panose="020B0503020204020204" charset="-122"/>
              </a:endParaRPr>
            </a:p>
          </p:txBody>
        </p:sp>
        <p:sp>
          <p:nvSpPr>
            <p:cNvPr id="30" name="Oval 78"/>
            <p:cNvSpPr>
              <a:spLocks noChangeArrowheads="1"/>
            </p:cNvSpPr>
            <p:nvPr/>
          </p:nvSpPr>
          <p:spPr bwMode="auto">
            <a:xfrm>
              <a:off x="2017184" y="2561470"/>
              <a:ext cx="1682749" cy="558800"/>
            </a:xfrm>
            <a:prstGeom prst="ellipse">
              <a:avLst/>
            </a:prstGeom>
            <a:solidFill>
              <a:srgbClr val="99FF33"/>
            </a:solidFill>
            <a:ln w="9525">
              <a:solidFill>
                <a:schemeClr val="tx1"/>
              </a:solidFill>
              <a:round/>
            </a:ln>
            <a:effectLst>
              <a:outerShdw dist="35921" dir="2700000" algn="ctr" rotWithShape="0">
                <a:schemeClr val="bg2"/>
              </a:outerShdw>
            </a:effec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sz="1600" dirty="0">
                  <a:latin typeface="微软雅黑" panose="020B0503020204020204" charset="-122"/>
                  <a:ea typeface="微软雅黑" panose="020B0503020204020204" charset="-122"/>
                </a:rPr>
                <a:t>用户界面</a:t>
              </a:r>
              <a:endParaRPr kumimoji="1" lang="zh-CN" altLang="en-US" sz="1600" dirty="0">
                <a:latin typeface="微软雅黑" panose="020B0503020204020204" charset="-122"/>
                <a:ea typeface="微软雅黑" panose="020B0503020204020204" charset="-122"/>
              </a:endParaRPr>
            </a:p>
          </p:txBody>
        </p:sp>
        <p:sp>
          <p:nvSpPr>
            <p:cNvPr id="31" name="Line 79"/>
            <p:cNvSpPr>
              <a:spLocks noChangeShapeType="1"/>
            </p:cNvSpPr>
            <p:nvPr/>
          </p:nvSpPr>
          <p:spPr bwMode="auto">
            <a:xfrm>
              <a:off x="2914651" y="3861103"/>
              <a:ext cx="0" cy="277283"/>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微软雅黑" panose="020B0503020204020204" charset="-122"/>
                <a:ea typeface="微软雅黑" panose="020B0503020204020204" charset="-122"/>
              </a:endParaRPr>
            </a:p>
          </p:txBody>
        </p:sp>
        <p:sp>
          <p:nvSpPr>
            <p:cNvPr id="32" name="Oval 80"/>
            <p:cNvSpPr>
              <a:spLocks noChangeArrowheads="1"/>
            </p:cNvSpPr>
            <p:nvPr/>
          </p:nvSpPr>
          <p:spPr bwMode="auto">
            <a:xfrm>
              <a:off x="2017184" y="3304420"/>
              <a:ext cx="1682749" cy="556684"/>
            </a:xfrm>
            <a:prstGeom prst="ellipse">
              <a:avLst/>
            </a:prstGeom>
            <a:solidFill>
              <a:srgbClr val="FFCCCC"/>
            </a:solidFill>
            <a:ln w="9525">
              <a:solidFill>
                <a:schemeClr val="folHlink"/>
              </a:solidFill>
              <a:round/>
            </a:ln>
            <a:effectLst>
              <a:outerShdw dist="35921" dir="2700000" algn="ctr" rotWithShape="0">
                <a:schemeClr val="bg2"/>
              </a:outerShdw>
            </a:effec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sz="1600">
                  <a:latin typeface="微软雅黑" panose="020B0503020204020204" charset="-122"/>
                  <a:ea typeface="微软雅黑" panose="020B0503020204020204" charset="-122"/>
                </a:rPr>
                <a:t>控制进程</a:t>
              </a:r>
              <a:endParaRPr kumimoji="1" lang="zh-CN" altLang="en-US" sz="1600">
                <a:latin typeface="微软雅黑" panose="020B0503020204020204" charset="-122"/>
                <a:ea typeface="微软雅黑" panose="020B0503020204020204" charset="-122"/>
              </a:endParaRPr>
            </a:p>
          </p:txBody>
        </p:sp>
        <p:sp>
          <p:nvSpPr>
            <p:cNvPr id="33" name="Oval 81"/>
            <p:cNvSpPr>
              <a:spLocks noChangeArrowheads="1"/>
            </p:cNvSpPr>
            <p:nvPr/>
          </p:nvSpPr>
          <p:spPr bwMode="auto">
            <a:xfrm>
              <a:off x="2017184" y="4047371"/>
              <a:ext cx="1682749" cy="740833"/>
            </a:xfrm>
            <a:prstGeom prst="ellipse">
              <a:avLst/>
            </a:prstGeom>
            <a:solidFill>
              <a:srgbClr val="CCECFF"/>
            </a:solidFill>
            <a:ln w="9525">
              <a:solidFill>
                <a:schemeClr val="folHlink"/>
              </a:solidFill>
              <a:round/>
            </a:ln>
            <a:effectLst>
              <a:outerShdw dist="35921" dir="2700000" algn="ctr" rotWithShape="0">
                <a:schemeClr val="bg2"/>
              </a:outerShdw>
            </a:effec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sz="1600" dirty="0">
                  <a:latin typeface="微软雅黑" panose="020B0503020204020204" charset="-122"/>
                  <a:ea typeface="微软雅黑" panose="020B0503020204020204" charset="-122"/>
                </a:rPr>
                <a:t>数据传输</a:t>
              </a:r>
              <a:endParaRPr kumimoji="1" lang="zh-CN" altLang="en-US" sz="1600" dirty="0">
                <a:latin typeface="微软雅黑" panose="020B0503020204020204" charset="-122"/>
                <a:ea typeface="微软雅黑" panose="020B0503020204020204" charset="-122"/>
              </a:endParaRPr>
            </a:p>
            <a:p>
              <a:pPr algn="ctr" eaLnBrk="1" hangingPunct="1"/>
              <a:r>
                <a:rPr kumimoji="1" lang="zh-CN" altLang="en-US" sz="1600" dirty="0">
                  <a:latin typeface="微软雅黑" panose="020B0503020204020204" charset="-122"/>
                  <a:ea typeface="微软雅黑" panose="020B0503020204020204" charset="-122"/>
                </a:rPr>
                <a:t>进程</a:t>
              </a:r>
              <a:endParaRPr kumimoji="1" lang="zh-CN" altLang="en-US" sz="1600" dirty="0">
                <a:latin typeface="微软雅黑" panose="020B0503020204020204" charset="-122"/>
                <a:ea typeface="微软雅黑" panose="020B0503020204020204" charset="-122"/>
              </a:endParaRPr>
            </a:p>
          </p:txBody>
        </p:sp>
        <p:sp>
          <p:nvSpPr>
            <p:cNvPr id="34" name="Line 82"/>
            <p:cNvSpPr>
              <a:spLocks noChangeShapeType="1"/>
            </p:cNvSpPr>
            <p:nvPr/>
          </p:nvSpPr>
          <p:spPr bwMode="auto">
            <a:xfrm>
              <a:off x="9533467" y="3861103"/>
              <a:ext cx="0" cy="277283"/>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微软雅黑" panose="020B0503020204020204" charset="-122"/>
                <a:ea typeface="微软雅黑" panose="020B0503020204020204" charset="-122"/>
              </a:endParaRPr>
            </a:p>
          </p:txBody>
        </p:sp>
        <p:sp>
          <p:nvSpPr>
            <p:cNvPr id="35" name="Oval 83"/>
            <p:cNvSpPr>
              <a:spLocks noChangeArrowheads="1"/>
            </p:cNvSpPr>
            <p:nvPr/>
          </p:nvSpPr>
          <p:spPr bwMode="auto">
            <a:xfrm>
              <a:off x="8636001" y="4047371"/>
              <a:ext cx="1682751" cy="740833"/>
            </a:xfrm>
            <a:prstGeom prst="ellipse">
              <a:avLst/>
            </a:prstGeom>
            <a:solidFill>
              <a:srgbClr val="CCECFF"/>
            </a:solidFill>
            <a:ln w="9525" algn="ctr">
              <a:solidFill>
                <a:schemeClr val="folHlink"/>
              </a:solidFill>
              <a:round/>
            </a:ln>
            <a:effectLst>
              <a:outerShdw dist="35921" dir="2700000" algn="ctr" rotWithShape="0">
                <a:schemeClr val="bg2"/>
              </a:outerShdw>
            </a:effec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sz="1600" dirty="0">
                  <a:latin typeface="微软雅黑" panose="020B0503020204020204" charset="-122"/>
                  <a:ea typeface="微软雅黑" panose="020B0503020204020204" charset="-122"/>
                </a:rPr>
                <a:t>数据传输</a:t>
              </a:r>
              <a:endParaRPr kumimoji="1" lang="zh-CN" altLang="en-US" sz="1600" dirty="0">
                <a:latin typeface="微软雅黑" panose="020B0503020204020204" charset="-122"/>
                <a:ea typeface="微软雅黑" panose="020B0503020204020204" charset="-122"/>
              </a:endParaRPr>
            </a:p>
            <a:p>
              <a:pPr algn="ctr" eaLnBrk="1" hangingPunct="1"/>
              <a:r>
                <a:rPr kumimoji="1" lang="zh-CN" altLang="en-US" sz="1600" dirty="0">
                  <a:latin typeface="微软雅黑" panose="020B0503020204020204" charset="-122"/>
                  <a:ea typeface="微软雅黑" panose="020B0503020204020204" charset="-122"/>
                </a:rPr>
                <a:t>进程</a:t>
              </a:r>
              <a:endParaRPr kumimoji="1" lang="zh-CN" altLang="en-US" sz="1600" dirty="0">
                <a:latin typeface="微软雅黑" panose="020B0503020204020204" charset="-122"/>
                <a:ea typeface="微软雅黑" panose="020B0503020204020204" charset="-122"/>
              </a:endParaRPr>
            </a:p>
          </p:txBody>
        </p:sp>
        <p:sp>
          <p:nvSpPr>
            <p:cNvPr id="90" name="Text Box 72"/>
            <p:cNvSpPr txBox="1">
              <a:spLocks noChangeArrowheads="1"/>
            </p:cNvSpPr>
            <p:nvPr/>
          </p:nvSpPr>
          <p:spPr bwMode="auto">
            <a:xfrm>
              <a:off x="7294676" y="2645991"/>
              <a:ext cx="1205458" cy="384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1600" dirty="0">
                  <a:solidFill>
                    <a:srgbClr val="FF0000"/>
                  </a:solidFill>
                  <a:latin typeface="微软雅黑" panose="020B0503020204020204" charset="-122"/>
                  <a:ea typeface="微软雅黑" panose="020B0503020204020204" charset="-122"/>
                </a:rPr>
                <a:t>TCP21</a:t>
              </a:r>
              <a:r>
                <a:rPr kumimoji="1" lang="zh-CN" altLang="en-US" sz="1600" dirty="0">
                  <a:solidFill>
                    <a:srgbClr val="FF0000"/>
                  </a:solidFill>
                  <a:latin typeface="微软雅黑" panose="020B0503020204020204" charset="-122"/>
                  <a:ea typeface="微软雅黑" panose="020B0503020204020204" charset="-122"/>
                </a:rPr>
                <a:t>端口</a:t>
              </a:r>
              <a:endParaRPr kumimoji="1" lang="zh-CN" altLang="en-US" sz="1600" dirty="0">
                <a:solidFill>
                  <a:srgbClr val="FF0000"/>
                </a:solidFill>
                <a:latin typeface="微软雅黑" panose="020B0503020204020204" charset="-122"/>
                <a:ea typeface="微软雅黑" panose="020B0503020204020204" charset="-122"/>
              </a:endParaRPr>
            </a:p>
          </p:txBody>
        </p:sp>
        <p:sp>
          <p:nvSpPr>
            <p:cNvPr id="92" name="Text Box 72"/>
            <p:cNvSpPr txBox="1">
              <a:spLocks noChangeArrowheads="1"/>
            </p:cNvSpPr>
            <p:nvPr/>
          </p:nvSpPr>
          <p:spPr bwMode="auto">
            <a:xfrm>
              <a:off x="7174295" y="4916275"/>
              <a:ext cx="1205458" cy="384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1600" dirty="0">
                  <a:solidFill>
                    <a:srgbClr val="FF0000"/>
                  </a:solidFill>
                  <a:latin typeface="微软雅黑" panose="020B0503020204020204" charset="-122"/>
                  <a:ea typeface="微软雅黑" panose="020B0503020204020204" charset="-122"/>
                </a:rPr>
                <a:t>TCP20</a:t>
              </a:r>
              <a:r>
                <a:rPr kumimoji="1" lang="zh-CN" altLang="en-US" sz="1600" dirty="0">
                  <a:solidFill>
                    <a:srgbClr val="FF0000"/>
                  </a:solidFill>
                  <a:latin typeface="微软雅黑" panose="020B0503020204020204" charset="-122"/>
                  <a:ea typeface="微软雅黑" panose="020B0503020204020204" charset="-122"/>
                </a:rPr>
                <a:t>端口</a:t>
              </a:r>
              <a:endParaRPr kumimoji="1" lang="zh-CN" altLang="en-US" sz="1600" dirty="0">
                <a:solidFill>
                  <a:srgbClr val="FF0000"/>
                </a:solidFill>
                <a:latin typeface="微软雅黑" panose="020B0503020204020204" charset="-122"/>
                <a:ea typeface="微软雅黑" panose="020B0503020204020204" charset="-122"/>
              </a:endParaRPr>
            </a:p>
          </p:txBody>
        </p:sp>
      </p:grpSp>
      <p:cxnSp>
        <p:nvCxnSpPr>
          <p:cNvPr id="3" name="直接连接符 2"/>
          <p:cNvCxnSpPr>
            <a:stCxn id="90" idx="2"/>
            <a:endCxn id="21" idx="1"/>
          </p:cNvCxnSpPr>
          <p:nvPr/>
        </p:nvCxnSpPr>
        <p:spPr>
          <a:xfrm>
            <a:off x="7897405" y="4339790"/>
            <a:ext cx="738595" cy="4851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a:stCxn id="92" idx="0"/>
            <a:endCxn id="35" idx="2"/>
          </p:cNvCxnSpPr>
          <p:nvPr/>
        </p:nvCxnSpPr>
        <p:spPr>
          <a:xfrm flipV="1">
            <a:off x="7777024" y="5560954"/>
            <a:ext cx="858977" cy="4388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0307">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03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38846"/>
          </a:xfrm>
        </p:spPr>
        <p:txBody>
          <a:bodyPr>
            <a:normAutofit/>
          </a:bodyPr>
          <a:lstStyle/>
          <a:p>
            <a:r>
              <a:rPr lang="en-US" sz="3200" dirty="0">
                <a:solidFill>
                  <a:srgbClr val="FF0000"/>
                </a:solidFill>
              </a:rPr>
              <a:t>6. </a:t>
            </a:r>
            <a:r>
              <a:rPr lang="en-US" sz="3200" dirty="0" err="1">
                <a:solidFill>
                  <a:srgbClr val="FF0000"/>
                </a:solidFill>
              </a:rPr>
              <a:t>计算机网络中的算法</a:t>
            </a:r>
            <a:r>
              <a:rPr lang="zh-CN" altLang="en-US" sz="3200" dirty="0">
                <a:solidFill>
                  <a:srgbClr val="FF0000"/>
                </a:solidFill>
              </a:rPr>
              <a:t>（公式？）</a:t>
            </a:r>
            <a:endParaRPr lang="en-US" sz="3200" dirty="0">
              <a:solidFill>
                <a:srgbClr val="FF0000"/>
              </a:solidFill>
            </a:endParaRPr>
          </a:p>
        </p:txBody>
      </p:sp>
      <p:sp>
        <p:nvSpPr>
          <p:cNvPr id="3" name="Content Placeholder 2"/>
          <p:cNvSpPr>
            <a:spLocks noGrp="1"/>
          </p:cNvSpPr>
          <p:nvPr>
            <p:ph idx="1"/>
          </p:nvPr>
        </p:nvSpPr>
        <p:spPr>
          <a:xfrm>
            <a:off x="838200" y="1215484"/>
            <a:ext cx="10892883" cy="5129560"/>
          </a:xfrm>
        </p:spPr>
        <p:txBody>
          <a:bodyPr>
            <a:normAutofit fontScale="67500" lnSpcReduction="20000"/>
          </a:bodyPr>
          <a:lstStyle/>
          <a:p>
            <a:pPr>
              <a:lnSpc>
                <a:spcPct val="120000"/>
              </a:lnSpc>
              <a:spcBef>
                <a:spcPts val="600"/>
              </a:spcBef>
            </a:pPr>
            <a:r>
              <a:rPr lang="en-US" dirty="0"/>
              <a:t>物理层</a:t>
            </a:r>
            <a:endParaRPr lang="en-US" dirty="0"/>
          </a:p>
          <a:p>
            <a:pPr lvl="1">
              <a:lnSpc>
                <a:spcPct val="120000"/>
              </a:lnSpc>
              <a:spcBef>
                <a:spcPts val="600"/>
              </a:spcBef>
            </a:pPr>
            <a:r>
              <a:rPr lang="en-US" dirty="0" err="1">
                <a:solidFill>
                  <a:srgbClr val="FF0000"/>
                </a:solidFill>
              </a:rPr>
              <a:t>香农定理</a:t>
            </a:r>
            <a:r>
              <a:rPr lang="zh-CN" altLang="en-US" dirty="0"/>
              <a:t> </a:t>
            </a:r>
            <a:r>
              <a:rPr lang="en-US" altLang="zh-CN" dirty="0"/>
              <a:t>(</a:t>
            </a:r>
            <a:r>
              <a:rPr lang="zh-CN" altLang="en-US" dirty="0"/>
              <a:t>公式</a:t>
            </a:r>
            <a:r>
              <a:rPr lang="en-US" altLang="zh-CN" dirty="0"/>
              <a:t>)</a:t>
            </a:r>
            <a:r>
              <a:rPr lang="zh-CN" altLang="en-US" dirty="0"/>
              <a:t> </a:t>
            </a:r>
            <a:r>
              <a:rPr lang="en-US" altLang="zh-CN" dirty="0"/>
              <a:t>C=Wlog</a:t>
            </a:r>
            <a:r>
              <a:rPr lang="en-US" altLang="zh-CN" baseline="-25000" dirty="0"/>
              <a:t>2</a:t>
            </a:r>
            <a:r>
              <a:rPr lang="en-US" altLang="zh-CN" dirty="0"/>
              <a:t>(1 + S/N)</a:t>
            </a:r>
            <a:r>
              <a:rPr lang="zh-CN" altLang="en-US" dirty="0"/>
              <a:t> </a:t>
            </a:r>
            <a:r>
              <a:rPr lang="en-US" altLang="zh-CN" dirty="0"/>
              <a:t>bps</a:t>
            </a:r>
            <a:r>
              <a:rPr lang="zh-CN" altLang="en-US" dirty="0"/>
              <a:t>、</a:t>
            </a:r>
            <a:r>
              <a:rPr lang="zh-CN" altLang="en-US" dirty="0">
                <a:solidFill>
                  <a:srgbClr val="FF0000"/>
                </a:solidFill>
              </a:rPr>
              <a:t>奈氏准则</a:t>
            </a:r>
            <a:r>
              <a:rPr lang="en-US" altLang="zh-CN" dirty="0"/>
              <a:t>(</a:t>
            </a:r>
            <a:r>
              <a:rPr lang="zh-CN" altLang="en-US" dirty="0"/>
              <a:t>公式</a:t>
            </a:r>
            <a:r>
              <a:rPr lang="en-US" altLang="zh-CN" dirty="0"/>
              <a:t>)</a:t>
            </a:r>
            <a:r>
              <a:rPr lang="zh-CN" altLang="en-US" dirty="0"/>
              <a:t>  最高波特率</a:t>
            </a:r>
            <a:r>
              <a:rPr lang="en-US" altLang="zh-CN" dirty="0"/>
              <a:t>R</a:t>
            </a:r>
            <a:r>
              <a:rPr lang="en-US" altLang="zh-CN" baseline="-25000" dirty="0"/>
              <a:t>B</a:t>
            </a:r>
            <a:r>
              <a:rPr lang="en-US" altLang="zh-CN" dirty="0"/>
              <a:t> = 2W</a:t>
            </a:r>
            <a:r>
              <a:rPr lang="zh-CN" altLang="en-US" dirty="0"/>
              <a:t>，最大数据传输率 </a:t>
            </a:r>
            <a:r>
              <a:rPr lang="en-US" altLang="zh-CN" dirty="0"/>
              <a:t>C = 2Wlog</a:t>
            </a:r>
            <a:r>
              <a:rPr lang="en-US" altLang="zh-CN" baseline="-25000" dirty="0"/>
              <a:t>2</a:t>
            </a:r>
            <a:r>
              <a:rPr lang="en-US" altLang="zh-CN" dirty="0"/>
              <a:t>N (bps)</a:t>
            </a:r>
            <a:endParaRPr lang="en-US" dirty="0"/>
          </a:p>
          <a:p>
            <a:pPr lvl="1">
              <a:lnSpc>
                <a:spcPct val="120000"/>
              </a:lnSpc>
              <a:spcBef>
                <a:spcPts val="600"/>
              </a:spcBef>
            </a:pPr>
            <a:r>
              <a:rPr lang="en-US" dirty="0"/>
              <a:t>编码</a:t>
            </a:r>
            <a:r>
              <a:rPr lang="zh-CN" altLang="en-US" dirty="0"/>
              <a:t>：</a:t>
            </a:r>
            <a:r>
              <a:rPr lang="en-US" altLang="zh-CN" dirty="0"/>
              <a:t>CRC</a:t>
            </a:r>
            <a:r>
              <a:rPr lang="zh-CN" altLang="en-US" dirty="0"/>
              <a:t>、汉明码、</a:t>
            </a:r>
            <a:r>
              <a:rPr lang="en-US" altLang="zh-CN" dirty="0"/>
              <a:t>CDMA</a:t>
            </a:r>
            <a:endParaRPr lang="en-US" altLang="zh-CN" dirty="0"/>
          </a:p>
          <a:p>
            <a:pPr lvl="1">
              <a:lnSpc>
                <a:spcPct val="120000"/>
              </a:lnSpc>
              <a:spcBef>
                <a:spcPts val="600"/>
              </a:spcBef>
            </a:pPr>
            <a:r>
              <a:rPr lang="en-US" dirty="0"/>
              <a:t>资源分配</a:t>
            </a:r>
            <a:r>
              <a:rPr lang="zh-CN" altLang="en-US" dirty="0"/>
              <a:t>：不同的复用方式、</a:t>
            </a:r>
            <a:r>
              <a:rPr lang="en-US" altLang="zh-CN" dirty="0"/>
              <a:t>Aloha</a:t>
            </a:r>
            <a:r>
              <a:rPr lang="zh-CN" altLang="en-US" dirty="0"/>
              <a:t>、</a:t>
            </a:r>
            <a:r>
              <a:rPr lang="en-US" altLang="zh-CN" dirty="0"/>
              <a:t>CSMA</a:t>
            </a:r>
            <a:r>
              <a:rPr lang="zh-CN" altLang="en-US" dirty="0"/>
              <a:t>系列、</a:t>
            </a:r>
            <a:r>
              <a:rPr lang="en-US" altLang="zh-CN" dirty="0"/>
              <a:t>CSMA/CD</a:t>
            </a:r>
            <a:endParaRPr lang="en-US" dirty="0"/>
          </a:p>
          <a:p>
            <a:pPr>
              <a:lnSpc>
                <a:spcPct val="120000"/>
              </a:lnSpc>
              <a:spcBef>
                <a:spcPts val="600"/>
              </a:spcBef>
            </a:pPr>
            <a:r>
              <a:rPr lang="en-US" dirty="0"/>
              <a:t>数据链路层</a:t>
            </a:r>
            <a:endParaRPr lang="en-US" dirty="0"/>
          </a:p>
          <a:p>
            <a:pPr lvl="1">
              <a:lnSpc>
                <a:spcPct val="120000"/>
              </a:lnSpc>
              <a:spcBef>
                <a:spcPts val="600"/>
              </a:spcBef>
            </a:pPr>
            <a:r>
              <a:rPr lang="en-US" dirty="0"/>
              <a:t>流量控制</a:t>
            </a:r>
            <a:r>
              <a:rPr lang="zh-CN" altLang="en-US" dirty="0"/>
              <a:t>（传输层也有类似问题）：</a:t>
            </a:r>
            <a:r>
              <a:rPr lang="en-US" dirty="0"/>
              <a:t>滑窗算法</a:t>
            </a:r>
            <a:r>
              <a:rPr lang="zh-CN" altLang="en-US" dirty="0"/>
              <a:t>（停</a:t>
            </a:r>
            <a:r>
              <a:rPr lang="en-US" altLang="zh-CN" dirty="0"/>
              <a:t>-</a:t>
            </a:r>
            <a:r>
              <a:rPr lang="zh-CN" altLang="en-US" dirty="0"/>
              <a:t>等、</a:t>
            </a:r>
            <a:r>
              <a:rPr lang="en-US" altLang="zh-CN" dirty="0"/>
              <a:t>go-back-n</a:t>
            </a:r>
            <a:r>
              <a:rPr lang="zh-CN" altLang="en-US" dirty="0"/>
              <a:t>、选择性重传）</a:t>
            </a:r>
            <a:endParaRPr lang="en-US" altLang="zh-CN" dirty="0"/>
          </a:p>
          <a:p>
            <a:pPr>
              <a:lnSpc>
                <a:spcPct val="120000"/>
              </a:lnSpc>
              <a:spcBef>
                <a:spcPts val="600"/>
              </a:spcBef>
            </a:pPr>
            <a:r>
              <a:rPr lang="en-US" dirty="0"/>
              <a:t>网络层</a:t>
            </a:r>
            <a:endParaRPr lang="en-US" dirty="0"/>
          </a:p>
          <a:p>
            <a:pPr lvl="1">
              <a:lnSpc>
                <a:spcPct val="120000"/>
              </a:lnSpc>
              <a:spcBef>
                <a:spcPts val="600"/>
              </a:spcBef>
            </a:pPr>
            <a:r>
              <a:rPr lang="en-US" dirty="0"/>
              <a:t>路由算法</a:t>
            </a:r>
            <a:r>
              <a:rPr lang="zh-CN" altLang="en-US" dirty="0">
                <a:sym typeface="Wingdings" panose="05000000000000000000" pitchFamily="2" charset="2"/>
              </a:rPr>
              <a:t>：距离矢量、链路状态（哪些协议使用了这些路由算法？）</a:t>
            </a:r>
            <a:endParaRPr lang="en-US" altLang="zh-CN" dirty="0">
              <a:sym typeface="Wingdings" panose="05000000000000000000" pitchFamily="2" charset="2"/>
            </a:endParaRPr>
          </a:p>
          <a:p>
            <a:pPr>
              <a:lnSpc>
                <a:spcPct val="120000"/>
              </a:lnSpc>
              <a:spcBef>
                <a:spcPts val="600"/>
              </a:spcBef>
            </a:pPr>
            <a:r>
              <a:rPr lang="zh-CN" altLang="en-US" dirty="0">
                <a:sym typeface="Wingdings" panose="05000000000000000000" pitchFamily="2" charset="2"/>
              </a:rPr>
              <a:t>传输层</a:t>
            </a:r>
            <a:endParaRPr lang="en-US" altLang="zh-CN" dirty="0">
              <a:sym typeface="Wingdings" panose="05000000000000000000" pitchFamily="2" charset="2"/>
            </a:endParaRPr>
          </a:p>
          <a:p>
            <a:pPr lvl="1">
              <a:lnSpc>
                <a:spcPct val="120000"/>
              </a:lnSpc>
              <a:spcBef>
                <a:spcPts val="600"/>
              </a:spcBef>
            </a:pPr>
            <a:r>
              <a:rPr lang="zh-CN" altLang="en-US" dirty="0">
                <a:sym typeface="Wingdings" panose="05000000000000000000" pitchFamily="2" charset="2"/>
              </a:rPr>
              <a:t>拥塞控制流程：慢启动</a:t>
            </a:r>
            <a:r>
              <a:rPr lang="en-US" altLang="zh-CN" dirty="0">
                <a:sym typeface="Wingdings" panose="05000000000000000000" pitchFamily="2" charset="2"/>
              </a:rPr>
              <a:t>+</a:t>
            </a:r>
            <a:r>
              <a:rPr lang="zh-CN" altLang="en-US" dirty="0">
                <a:sym typeface="Wingdings" panose="05000000000000000000" pitchFamily="2" charset="2"/>
              </a:rPr>
              <a:t>拥塞避免（慢启动不慢！）</a:t>
            </a:r>
            <a:endParaRPr lang="en-US" altLang="zh-CN" dirty="0">
              <a:sym typeface="Wingdings" panose="05000000000000000000" pitchFamily="2" charset="2"/>
            </a:endParaRPr>
          </a:p>
          <a:p>
            <a:pPr lvl="1">
              <a:lnSpc>
                <a:spcPct val="120000"/>
              </a:lnSpc>
              <a:spcBef>
                <a:spcPts val="600"/>
              </a:spcBef>
            </a:pPr>
            <a:r>
              <a:rPr lang="zh-CN" altLang="en-US" dirty="0">
                <a:sym typeface="Wingdings" panose="05000000000000000000" pitchFamily="2" charset="2"/>
              </a:rPr>
              <a:t>算法：</a:t>
            </a:r>
            <a:r>
              <a:rPr lang="en-US" altLang="zh-CN" dirty="0">
                <a:sym typeface="Wingdings" panose="05000000000000000000" pitchFamily="2" charset="2"/>
              </a:rPr>
              <a:t>AIMD</a:t>
            </a:r>
            <a:r>
              <a:rPr lang="zh-CN" altLang="en-US" dirty="0">
                <a:sym typeface="Wingdings" panose="05000000000000000000" pitchFamily="2" charset="2"/>
              </a:rPr>
              <a:t>、如何判断拥塞？</a:t>
            </a:r>
            <a:endParaRPr lang="zh-CN" altLang="en-US" dirty="0">
              <a:sym typeface="Wingdings" panose="05000000000000000000" pitchFamily="2" charset="2"/>
            </a:endParaRPr>
          </a:p>
          <a:p>
            <a:pPr lvl="1">
              <a:lnSpc>
                <a:spcPct val="120000"/>
              </a:lnSpc>
              <a:spcBef>
                <a:spcPts val="600"/>
              </a:spcBef>
            </a:pPr>
            <a:r>
              <a:rPr lang="en-US" altLang="zh-CN" dirty="0">
                <a:sym typeface="Wingdings" panose="05000000000000000000" pitchFamily="2" charset="2"/>
              </a:rPr>
              <a:t>Throughput = </a:t>
            </a:r>
            <a:r>
              <a:rPr lang="en-US" altLang="zh-CN" dirty="0" err="1">
                <a:sym typeface="Wingdings" panose="05000000000000000000" pitchFamily="2" charset="2"/>
              </a:rPr>
              <a:t>cwnd</a:t>
            </a:r>
            <a:r>
              <a:rPr lang="en-US" altLang="zh-CN" dirty="0">
                <a:sym typeface="Wingdings" panose="05000000000000000000" pitchFamily="2" charset="2"/>
              </a:rPr>
              <a:t> / </a:t>
            </a:r>
            <a:r>
              <a:rPr lang="en-US" altLang="zh-CN" dirty="0" err="1">
                <a:sym typeface="Wingdings" panose="05000000000000000000" pitchFamily="2" charset="2"/>
              </a:rPr>
              <a:t>rtt</a:t>
            </a:r>
            <a:r>
              <a:rPr lang="en-US" altLang="zh-CN" dirty="0">
                <a:sym typeface="Wingdings" panose="05000000000000000000" pitchFamily="2" charset="2"/>
              </a:rPr>
              <a:t>, </a:t>
            </a:r>
            <a:endParaRPr lang="en-US" altLang="zh-CN" dirty="0">
              <a:sym typeface="Wingdings" panose="05000000000000000000" pitchFamily="2" charset="2"/>
            </a:endParaRPr>
          </a:p>
          <a:p>
            <a:pPr lvl="1">
              <a:lnSpc>
                <a:spcPct val="120000"/>
              </a:lnSpc>
              <a:spcBef>
                <a:spcPts val="600"/>
              </a:spcBef>
            </a:pPr>
            <a:r>
              <a:rPr lang="en-US" altLang="zh-CN" dirty="0">
                <a:sym typeface="Wingdings" panose="05000000000000000000" pitchFamily="2" charset="2"/>
              </a:rPr>
              <a:t>RTO = Estimated RTT+4×</a:t>
            </a:r>
            <a:r>
              <a:rPr lang="en-US" altLang="zh-CN" dirty="0">
                <a:solidFill>
                  <a:srgbClr val="FF0000"/>
                </a:solidFill>
                <a:sym typeface="Wingdings" panose="05000000000000000000" pitchFamily="2" charset="2"/>
              </a:rPr>
              <a:t>Dev RTT</a:t>
            </a:r>
            <a:r>
              <a:rPr lang="zh-CN" altLang="en-US" dirty="0">
                <a:sym typeface="Wingdings" panose="05000000000000000000" pitchFamily="2" charset="2"/>
              </a:rPr>
              <a:t>，</a:t>
            </a:r>
            <a:r>
              <a:rPr lang="en-US" altLang="zh-CN" dirty="0">
                <a:solidFill>
                  <a:srgbClr val="FF0000"/>
                </a:solidFill>
                <a:sym typeface="Wingdings" panose="05000000000000000000" pitchFamily="2" charset="2"/>
              </a:rPr>
              <a:t>EstimatedRTT</a:t>
            </a:r>
            <a:r>
              <a:rPr lang="en-US" altLang="zh-CN" dirty="0">
                <a:sym typeface="Wingdings" panose="05000000000000000000" pitchFamily="2" charset="2"/>
              </a:rPr>
              <a:t> = (1- a)*EstimatedRTT + a*SampleRTT</a:t>
            </a:r>
            <a:endParaRPr lang="en-US" altLang="zh-CN" dirty="0">
              <a:sym typeface="Wingdings" panose="05000000000000000000" pitchFamily="2" charset="2"/>
            </a:endParaRPr>
          </a:p>
          <a:p>
            <a:pPr>
              <a:lnSpc>
                <a:spcPct val="120000"/>
              </a:lnSpc>
              <a:spcBef>
                <a:spcPts val="600"/>
              </a:spcBef>
            </a:pPr>
            <a:r>
              <a:rPr lang="zh-CN" altLang="en-US" dirty="0">
                <a:sym typeface="Wingdings" panose="05000000000000000000" pitchFamily="2" charset="2"/>
              </a:rPr>
              <a:t>应用层</a:t>
            </a:r>
            <a:endParaRPr lang="en-US" altLang="zh-CN" dirty="0">
              <a:sym typeface="Wingdings" panose="05000000000000000000" pitchFamily="2" charset="2"/>
            </a:endParaRPr>
          </a:p>
          <a:p>
            <a:pPr lvl="1">
              <a:lnSpc>
                <a:spcPct val="120000"/>
              </a:lnSpc>
              <a:spcBef>
                <a:spcPts val="600"/>
              </a:spcBef>
            </a:pPr>
            <a:r>
              <a:rPr lang="en-US" altLang="zh-CN" dirty="0">
                <a:sym typeface="Wingdings" panose="05000000000000000000" pitchFamily="2" charset="2"/>
              </a:rPr>
              <a:t>DNS</a:t>
            </a:r>
            <a:r>
              <a:rPr lang="zh-CN" altLang="en-US" dirty="0">
                <a:sym typeface="Wingdings" panose="05000000000000000000" pitchFamily="2" charset="2"/>
              </a:rPr>
              <a:t>解析的流程（也可说是算法）：迭代式、递归式</a:t>
            </a:r>
            <a:endParaRPr lang="en-US" dirty="0"/>
          </a:p>
        </p:txBody>
      </p:sp>
      <p:sp>
        <p:nvSpPr>
          <p:cNvPr id="5" name="文本框 4"/>
          <p:cNvSpPr txBox="1"/>
          <p:nvPr/>
        </p:nvSpPr>
        <p:spPr>
          <a:xfrm>
            <a:off x="8363414" y="1103973"/>
            <a:ext cx="1873405" cy="369332"/>
          </a:xfrm>
          <a:prstGeom prst="rect">
            <a:avLst/>
          </a:prstGeom>
          <a:noFill/>
        </p:spPr>
        <p:txBody>
          <a:bodyPr wrap="square" rtlCol="0">
            <a:spAutoFit/>
          </a:bodyPr>
          <a:lstStyle/>
          <a:p>
            <a:r>
              <a:rPr lang="en-US" altLang="zh-CN" dirty="0"/>
              <a:t>C = Rb log</a:t>
            </a:r>
            <a:r>
              <a:rPr lang="en-US" altLang="zh-CN" baseline="-25000" dirty="0"/>
              <a:t>2</a:t>
            </a:r>
            <a:r>
              <a:rPr lang="en-US" altLang="zh-CN" dirty="0"/>
              <a:t>N</a:t>
            </a:r>
            <a:endParaRPr lang="en-US" altLang="zh-CN" dirty="0"/>
          </a:p>
        </p:txBody>
      </p:sp>
      <p:sp>
        <p:nvSpPr>
          <p:cNvPr id="4" name="灯片编号占位符 3"/>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455" y="1859388"/>
            <a:ext cx="5451089" cy="1325563"/>
          </a:xfrm>
        </p:spPr>
        <p:txBody>
          <a:bodyPr/>
          <a:lstStyle/>
          <a:p>
            <a:r>
              <a:rPr lang="zh-CN" altLang="en-US" dirty="0">
                <a:solidFill>
                  <a:srgbClr val="FF0000"/>
                </a:solidFill>
                <a:effectLst>
                  <a:outerShdw blurRad="38100" dist="38100" dir="2700000" algn="tl">
                    <a:srgbClr val="000000">
                      <a:alpha val="43137"/>
                    </a:srgbClr>
                  </a:outerShdw>
                </a:effectLst>
              </a:rPr>
              <a:t>二、典型</a:t>
            </a:r>
            <a:r>
              <a:rPr lang="en-US" dirty="0" err="1">
                <a:solidFill>
                  <a:srgbClr val="FF0000"/>
                </a:solidFill>
                <a:effectLst>
                  <a:outerShdw blurRad="38100" dist="38100" dir="2700000" algn="tl">
                    <a:srgbClr val="000000">
                      <a:alpha val="43137"/>
                    </a:srgbClr>
                  </a:outerShdw>
                </a:effectLst>
              </a:rPr>
              <a:t>习题</a:t>
            </a:r>
            <a:endParaRPr lang="en-US" dirty="0">
              <a:solidFill>
                <a:srgbClr val="FF0000"/>
              </a:solidFill>
              <a:effectLst>
                <a:outerShdw blurRad="38100" dist="38100" dir="2700000" algn="tl">
                  <a:srgbClr val="000000">
                    <a:alpha val="43137"/>
                  </a:srgbClr>
                </a:outerShdw>
              </a:effectLst>
            </a:endParaRPr>
          </a:p>
        </p:txBody>
      </p:sp>
      <p:sp>
        <p:nvSpPr>
          <p:cNvPr id="3" name="文本框 2"/>
          <p:cNvSpPr txBox="1"/>
          <p:nvPr/>
        </p:nvSpPr>
        <p:spPr>
          <a:xfrm>
            <a:off x="3124199" y="3350941"/>
            <a:ext cx="5787482" cy="1107996"/>
          </a:xfrm>
          <a:prstGeom prst="rect">
            <a:avLst/>
          </a:prstGeom>
          <a:noFill/>
        </p:spPr>
        <p:txBody>
          <a:bodyPr wrap="square" rtlCol="0">
            <a:spAutoFit/>
          </a:bodyPr>
          <a:lstStyle/>
          <a:p>
            <a:pPr marL="457200" indent="-457200">
              <a:spcBef>
                <a:spcPts val="1200"/>
              </a:spcBef>
              <a:buAutoNum type="arabicPeriod"/>
            </a:pPr>
            <a:r>
              <a:rPr lang="zh-CN" altLang="en-US" sz="2800" dirty="0"/>
              <a:t>窗口计算；</a:t>
            </a:r>
            <a:r>
              <a:rPr lang="en-US" altLang="zh-CN" sz="2800" dirty="0"/>
              <a:t>2.</a:t>
            </a:r>
            <a:r>
              <a:rPr lang="zh-CN" altLang="en-US" sz="2800" dirty="0"/>
              <a:t> 填空； </a:t>
            </a:r>
            <a:r>
              <a:rPr lang="en-US" altLang="zh-CN" sz="2800" dirty="0"/>
              <a:t>3. </a:t>
            </a:r>
            <a:r>
              <a:rPr lang="zh-CN" altLang="en-US" sz="2800" dirty="0"/>
              <a:t>单选；</a:t>
            </a:r>
            <a:endParaRPr lang="en-US" altLang="zh-CN" sz="2800" dirty="0"/>
          </a:p>
          <a:p>
            <a:pPr>
              <a:spcBef>
                <a:spcPts val="1200"/>
              </a:spcBef>
            </a:pPr>
            <a:r>
              <a:rPr lang="en-US" altLang="zh-CN" sz="2800" dirty="0"/>
              <a:t>4.  </a:t>
            </a:r>
            <a:r>
              <a:rPr lang="zh-CN" altLang="en-US" sz="2800" dirty="0"/>
              <a:t>多选；         </a:t>
            </a:r>
            <a:r>
              <a:rPr lang="en-US" altLang="zh-CN" sz="2800" dirty="0"/>
              <a:t>5. </a:t>
            </a:r>
            <a:r>
              <a:rPr lang="zh-CN" altLang="en-US" sz="2800" dirty="0"/>
              <a:t>判断； </a:t>
            </a:r>
            <a:r>
              <a:rPr lang="en-US" altLang="zh-CN" sz="2800" dirty="0"/>
              <a:t>6. </a:t>
            </a:r>
            <a:r>
              <a:rPr lang="zh-CN" altLang="en-US" sz="2800" dirty="0"/>
              <a:t>简答题</a:t>
            </a:r>
            <a:endParaRPr lang="zh-CN" altLang="en-US" sz="2800" dirty="0"/>
          </a:p>
        </p:txBody>
      </p:sp>
      <p:sp>
        <p:nvSpPr>
          <p:cNvPr id="4" name="灯片编号占位符 3"/>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1391" y="1341593"/>
            <a:ext cx="10865792" cy="2622700"/>
          </a:xfrm>
        </p:spPr>
        <p:txBody>
          <a:bodyPr>
            <a:noAutofit/>
          </a:bodyPr>
          <a:lstStyle/>
          <a:p>
            <a:pPr>
              <a:lnSpc>
                <a:spcPct val="120000"/>
              </a:lnSpc>
            </a:pPr>
            <a:r>
              <a:rPr lang="zh-CN" altLang="en-US" sz="2200" dirty="0"/>
              <a:t> </a:t>
            </a:r>
            <a:r>
              <a:rPr lang="en-US" altLang="zh-CN" sz="2200" dirty="0"/>
              <a:t>1</a:t>
            </a:r>
            <a:r>
              <a:rPr lang="zh-CN" altLang="en-US" sz="2200" dirty="0"/>
              <a:t>）在一个</a:t>
            </a:r>
            <a:r>
              <a:rPr lang="en-US" altLang="zh-CN" sz="2200" dirty="0"/>
              <a:t>1Mb/s</a:t>
            </a:r>
            <a:r>
              <a:rPr lang="zh-CN" altLang="en-US" sz="2200" dirty="0"/>
              <a:t>的卫星信道上发送</a:t>
            </a:r>
            <a:r>
              <a:rPr lang="en-US" altLang="zh-CN" sz="2200" dirty="0"/>
              <a:t>1000bit</a:t>
            </a:r>
            <a:r>
              <a:rPr lang="zh-CN" altLang="en-US" sz="2200" dirty="0"/>
              <a:t>大小的帧。卫星信道端到端的传输延迟是</a:t>
            </a:r>
            <a:r>
              <a:rPr lang="en-US" altLang="zh-CN" sz="2200" dirty="0"/>
              <a:t>270ms</a:t>
            </a:r>
            <a:r>
              <a:rPr lang="zh-CN" altLang="en-US" sz="2200" dirty="0"/>
              <a:t>。确认总是捎带在数据帧中（假设从卫星发回的数据帧长也为</a:t>
            </a:r>
            <a:r>
              <a:rPr lang="en-US" altLang="zh-CN" sz="2200" dirty="0"/>
              <a:t>1000bit</a:t>
            </a:r>
            <a:r>
              <a:rPr lang="zh-CN" altLang="en-US" sz="2200" dirty="0"/>
              <a:t>）。帧头很短，使用 </a:t>
            </a:r>
            <a:r>
              <a:rPr lang="en-US" altLang="zh-CN" sz="2200" dirty="0"/>
              <a:t>3</a:t>
            </a:r>
            <a:r>
              <a:rPr lang="zh-CN" altLang="en-US" sz="2200" dirty="0"/>
              <a:t>位的序列号。对以下协议而言，可以取得的最大信道利用率是多少？ </a:t>
            </a:r>
            <a:br>
              <a:rPr lang="en-US" altLang="zh-CN" sz="2200" dirty="0"/>
            </a:br>
            <a:r>
              <a:rPr lang="zh-CN" altLang="en-US" sz="2200" dirty="0"/>
              <a:t>（</a:t>
            </a:r>
            <a:r>
              <a:rPr lang="en-US" altLang="zh-CN" sz="2200" dirty="0"/>
              <a:t>a</a:t>
            </a:r>
            <a:r>
              <a:rPr lang="zh-CN" altLang="en-US" sz="2200" dirty="0"/>
              <a:t>）停一等协议； </a:t>
            </a:r>
            <a:br>
              <a:rPr lang="en-US" altLang="zh-CN" sz="2200" dirty="0"/>
            </a:br>
            <a:r>
              <a:rPr lang="zh-CN" altLang="en-US" sz="2200" dirty="0"/>
              <a:t>（</a:t>
            </a:r>
            <a:r>
              <a:rPr lang="en-US" altLang="zh-CN" sz="2200" dirty="0"/>
              <a:t>b</a:t>
            </a:r>
            <a:r>
              <a:rPr lang="zh-CN" altLang="en-US" sz="2200" dirty="0"/>
              <a:t>）回退</a:t>
            </a:r>
            <a:r>
              <a:rPr lang="en-US" altLang="zh-CN" sz="2200" dirty="0"/>
              <a:t>N</a:t>
            </a:r>
            <a:r>
              <a:rPr lang="zh-CN" altLang="en-US" sz="2200" dirty="0"/>
              <a:t>滑动窗口协议；</a:t>
            </a:r>
            <a:br>
              <a:rPr lang="en-US" altLang="zh-CN" sz="2200" dirty="0"/>
            </a:br>
            <a:r>
              <a:rPr lang="zh-CN" altLang="en-US" sz="2200" dirty="0"/>
              <a:t>（</a:t>
            </a:r>
            <a:r>
              <a:rPr lang="en-US" altLang="zh-CN" sz="2200" dirty="0"/>
              <a:t>c</a:t>
            </a:r>
            <a:r>
              <a:rPr lang="zh-CN" altLang="en-US" sz="2200" dirty="0"/>
              <a:t>）选择重传滑动窗口协议（</a:t>
            </a:r>
            <a:r>
              <a:rPr lang="en-US" altLang="zh-CN" sz="2200" dirty="0"/>
              <a:t>WT</a:t>
            </a:r>
            <a:r>
              <a:rPr lang="zh-CN" altLang="en-US" sz="2200" dirty="0"/>
              <a:t>最大时）；</a:t>
            </a:r>
            <a:endParaRPr lang="en-US" sz="2200" dirty="0"/>
          </a:p>
        </p:txBody>
      </p:sp>
      <p:sp>
        <p:nvSpPr>
          <p:cNvPr id="4" name="文本框 3"/>
          <p:cNvSpPr txBox="1"/>
          <p:nvPr/>
        </p:nvSpPr>
        <p:spPr>
          <a:xfrm>
            <a:off x="781391" y="543336"/>
            <a:ext cx="2231701" cy="584775"/>
          </a:xfrm>
          <a:prstGeom prst="rect">
            <a:avLst/>
          </a:prstGeom>
          <a:noFill/>
        </p:spPr>
        <p:txBody>
          <a:bodyPr wrap="none" rtlCol="0">
            <a:spAutoFit/>
          </a:bodyPr>
          <a:lstStyle/>
          <a:p>
            <a:r>
              <a:rPr lang="en-US" altLang="zh-CN" sz="3200" dirty="0">
                <a:solidFill>
                  <a:srgbClr val="FF0000"/>
                </a:solidFill>
              </a:rPr>
              <a:t>1. </a:t>
            </a:r>
            <a:r>
              <a:rPr lang="zh-CN" altLang="en-US" sz="3200" dirty="0">
                <a:solidFill>
                  <a:srgbClr val="FF0000"/>
                </a:solidFill>
              </a:rPr>
              <a:t>窗口计算</a:t>
            </a:r>
            <a:endParaRPr lang="en-US" sz="3200" dirty="0">
              <a:solidFill>
                <a:srgbClr val="FF0000"/>
              </a:solidFill>
            </a:endParaRPr>
          </a:p>
        </p:txBody>
      </p:sp>
      <p:sp>
        <p:nvSpPr>
          <p:cNvPr id="3" name="灯片编号占位符 2"/>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03694" y="451427"/>
            <a:ext cx="1826141" cy="584775"/>
          </a:xfrm>
          <a:prstGeom prst="rect">
            <a:avLst/>
          </a:prstGeom>
          <a:noFill/>
        </p:spPr>
        <p:txBody>
          <a:bodyPr wrap="none" rtlCol="0">
            <a:spAutoFit/>
          </a:bodyPr>
          <a:lstStyle/>
          <a:p>
            <a:r>
              <a:rPr lang="zh-CN" altLang="en-US" sz="3200" dirty="0">
                <a:solidFill>
                  <a:srgbClr val="FF0000"/>
                </a:solidFill>
              </a:rPr>
              <a:t>窗口计算</a:t>
            </a:r>
            <a:endParaRPr lang="en-US" sz="3200" dirty="0">
              <a:solidFill>
                <a:srgbClr val="FF0000"/>
              </a:solidFill>
            </a:endParaRPr>
          </a:p>
        </p:txBody>
      </p:sp>
      <p:sp>
        <p:nvSpPr>
          <p:cNvPr id="5" name="Rectangle 3"/>
          <p:cNvSpPr txBox="1">
            <a:spLocks noChangeArrowheads="1"/>
          </p:cNvSpPr>
          <p:nvPr/>
        </p:nvSpPr>
        <p:spPr>
          <a:xfrm>
            <a:off x="803910" y="3900170"/>
            <a:ext cx="5238750" cy="24574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90000"/>
              <a:buFont typeface="Wingdings" panose="05000000000000000000" pitchFamily="2" charset="2"/>
              <a:buChar char="§"/>
              <a:defRPr/>
            </a:pPr>
            <a:r>
              <a:rPr lang="en-US" altLang="zh-CN" sz="2400" dirty="0">
                <a:solidFill>
                  <a:srgbClr val="0000FF"/>
                </a:solidFill>
                <a:effectLst>
                  <a:outerShdw blurRad="38100" dist="38100" dir="2700000" algn="tl">
                    <a:srgbClr val="C0C0C0"/>
                  </a:outerShdw>
                </a:effectLst>
                <a:ea typeface="楷体_GB2312" pitchFamily="49" charset="-122"/>
              </a:rPr>
              <a:t>Go-back-N</a:t>
            </a:r>
            <a:endParaRPr lang="en-US" altLang="zh-CN" sz="2400" dirty="0">
              <a:ea typeface="楷体_GB2312" pitchFamily="49" charset="-122"/>
            </a:endParaRPr>
          </a:p>
          <a:p>
            <a:pPr>
              <a:buSzPct val="90000"/>
              <a:buFont typeface="Wingdings" panose="05000000000000000000" pitchFamily="2" charset="2"/>
              <a:buChar char="§"/>
              <a:defRPr/>
            </a:pPr>
            <a:r>
              <a:rPr lang="zh-CN" altLang="en-US" sz="2400" dirty="0">
                <a:latin typeface="Times New Roman" panose="02020603050405020304" pitchFamily="18" charset="0"/>
                <a:ea typeface="楷体_GB2312" pitchFamily="49" charset="-122"/>
              </a:rPr>
              <a:t>发送窗口</a:t>
            </a:r>
            <a:r>
              <a:rPr lang="en-US" altLang="zh-CN" sz="2400" dirty="0">
                <a:latin typeface="Times New Roman" panose="02020603050405020304" pitchFamily="18" charset="0"/>
                <a:ea typeface="楷体_GB2312" pitchFamily="49" charset="-122"/>
              </a:rPr>
              <a:t>≥ 1</a:t>
            </a:r>
            <a:r>
              <a:rPr lang="zh-CN" altLang="en-US" sz="2400" dirty="0">
                <a:latin typeface="Times New Roman" panose="02020603050405020304" pitchFamily="18" charset="0"/>
                <a:ea typeface="楷体_GB2312" pitchFamily="49" charset="-122"/>
              </a:rPr>
              <a:t>，接收窗口</a:t>
            </a:r>
            <a:r>
              <a:rPr lang="en-US" altLang="zh-CN" sz="2400" dirty="0">
                <a:latin typeface="Times New Roman" panose="02020603050405020304" pitchFamily="18" charset="0"/>
                <a:ea typeface="楷体_GB2312" pitchFamily="49" charset="-122"/>
              </a:rPr>
              <a:t>≥1     </a:t>
            </a:r>
            <a:r>
              <a:rPr lang="en-US" altLang="zh-CN" sz="2400" dirty="0">
                <a:solidFill>
                  <a:srgbClr val="0000FF"/>
                </a:solidFill>
                <a:latin typeface="Verdana" panose="020B0604030504040204" pitchFamily="34" charset="0"/>
                <a:ea typeface="楷体_GB2312" pitchFamily="49" charset="-122"/>
              </a:rPr>
              <a:t> </a:t>
            </a:r>
            <a:endParaRPr lang="en-US" altLang="zh-CN" sz="2400" dirty="0">
              <a:solidFill>
                <a:srgbClr val="0000FF"/>
              </a:solidFill>
              <a:latin typeface="Verdana" panose="020B0604030504040204" pitchFamily="34" charset="0"/>
              <a:ea typeface="楷体_GB2312" pitchFamily="49" charset="-122"/>
            </a:endParaRPr>
          </a:p>
          <a:p>
            <a:pPr>
              <a:buSzPct val="90000"/>
              <a:buFont typeface="Wingdings" panose="05000000000000000000" pitchFamily="2" charset="2"/>
              <a:buChar char="§"/>
              <a:defRPr/>
            </a:pPr>
            <a:r>
              <a:rPr lang="en-US" altLang="zh-CN" sz="2400" dirty="0">
                <a:solidFill>
                  <a:srgbClr val="0000FF"/>
                </a:solidFill>
                <a:ea typeface="楷体_GB2312" pitchFamily="49" charset="-122"/>
              </a:rPr>
              <a:t>W</a:t>
            </a:r>
            <a:r>
              <a:rPr lang="en-US" altLang="zh-CN" sz="2400" baseline="-25000" dirty="0">
                <a:solidFill>
                  <a:srgbClr val="0000FF"/>
                </a:solidFill>
                <a:ea typeface="楷体_GB2312" pitchFamily="49" charset="-122"/>
              </a:rPr>
              <a:t>T</a:t>
            </a:r>
            <a:r>
              <a:rPr lang="en-US" altLang="zh-CN" sz="2400" dirty="0">
                <a:solidFill>
                  <a:srgbClr val="0000FF"/>
                </a:solidFill>
                <a:ea typeface="楷体_GB2312" pitchFamily="49" charset="-122"/>
              </a:rPr>
              <a:t>=2</a:t>
            </a:r>
            <a:r>
              <a:rPr lang="en-US" altLang="zh-CN" sz="2400" baseline="30000" dirty="0">
                <a:solidFill>
                  <a:srgbClr val="0000FF"/>
                </a:solidFill>
                <a:ea typeface="楷体_GB2312" pitchFamily="49" charset="-122"/>
              </a:rPr>
              <a:t>n </a:t>
            </a:r>
            <a:r>
              <a:rPr lang="en-US" altLang="zh-CN" sz="2400" dirty="0">
                <a:solidFill>
                  <a:srgbClr val="0000FF"/>
                </a:solidFill>
                <a:ea typeface="楷体_GB2312" pitchFamily="49" charset="-122"/>
              </a:rPr>
              <a:t>– 1</a:t>
            </a:r>
            <a:r>
              <a:rPr lang="zh-CN" altLang="en-US" sz="2400" dirty="0">
                <a:solidFill>
                  <a:srgbClr val="0000FF"/>
                </a:solidFill>
                <a:ea typeface="楷体_GB2312" pitchFamily="49" charset="-122"/>
              </a:rPr>
              <a:t>时，</a:t>
            </a:r>
            <a:r>
              <a:rPr lang="en-US" altLang="zh-CN" sz="2400" dirty="0">
                <a:solidFill>
                  <a:srgbClr val="0000FF"/>
                </a:solidFill>
                <a:latin typeface="Verdana" panose="020B0604030504040204" pitchFamily="34" charset="0"/>
                <a:ea typeface="楷体_GB2312" pitchFamily="49" charset="-122"/>
              </a:rPr>
              <a:t>W</a:t>
            </a:r>
            <a:r>
              <a:rPr lang="en-US" altLang="zh-CN" sz="2400" baseline="-25000" dirty="0">
                <a:solidFill>
                  <a:srgbClr val="0000FF"/>
                </a:solidFill>
                <a:latin typeface="Verdana" panose="020B0604030504040204" pitchFamily="34" charset="0"/>
                <a:ea typeface="楷体_GB2312" pitchFamily="49" charset="-122"/>
              </a:rPr>
              <a:t>R</a:t>
            </a:r>
            <a:r>
              <a:rPr lang="en-US" altLang="zh-CN" sz="2400" dirty="0">
                <a:solidFill>
                  <a:srgbClr val="0000FF"/>
                </a:solidFill>
                <a:latin typeface="Verdana" panose="020B0604030504040204" pitchFamily="34" charset="0"/>
                <a:ea typeface="楷体_GB2312" pitchFamily="49" charset="-122"/>
              </a:rPr>
              <a:t>=1</a:t>
            </a:r>
            <a:r>
              <a:rPr lang="en-US" altLang="zh-CN" sz="2400" dirty="0">
                <a:latin typeface="Times New Roman" panose="02020603050405020304" pitchFamily="18" charset="0"/>
                <a:ea typeface="楷体_GB2312" pitchFamily="49" charset="-122"/>
              </a:rPr>
              <a:t> </a:t>
            </a:r>
            <a:endParaRPr lang="en-US" altLang="zh-CN" sz="2400" dirty="0">
              <a:latin typeface="Times New Roman" panose="02020603050405020304" pitchFamily="18" charset="0"/>
              <a:ea typeface="楷体_GB2312" pitchFamily="49" charset="-122"/>
            </a:endParaRPr>
          </a:p>
          <a:p>
            <a:pPr>
              <a:buSzPct val="90000"/>
              <a:buFont typeface="Wingdings" panose="05000000000000000000" pitchFamily="2" charset="2"/>
              <a:buChar char="§"/>
              <a:defRPr/>
            </a:pPr>
            <a:r>
              <a:rPr lang="en-US" altLang="zh-CN" sz="2400" dirty="0">
                <a:latin typeface="Times New Roman" panose="02020603050405020304" pitchFamily="18" charset="0"/>
                <a:ea typeface="楷体_GB2312" pitchFamily="49" charset="-122"/>
              </a:rPr>
              <a:t> </a:t>
            </a:r>
            <a:r>
              <a:rPr lang="en-US" altLang="zh-CN" sz="2400" dirty="0">
                <a:solidFill>
                  <a:srgbClr val="FF3300"/>
                </a:solidFill>
                <a:ea typeface="楷体_GB2312" pitchFamily="49" charset="-122"/>
              </a:rPr>
              <a:t>W</a:t>
            </a:r>
            <a:r>
              <a:rPr lang="en-US" altLang="zh-CN" sz="2400" baseline="-25000" dirty="0">
                <a:solidFill>
                  <a:srgbClr val="FF3300"/>
                </a:solidFill>
                <a:ea typeface="楷体_GB2312" pitchFamily="49" charset="-122"/>
              </a:rPr>
              <a:t>T</a:t>
            </a:r>
            <a:r>
              <a:rPr lang="en-US" altLang="zh-CN" sz="2400" dirty="0">
                <a:solidFill>
                  <a:srgbClr val="FF3300"/>
                </a:solidFill>
                <a:ea typeface="楷体_GB2312" pitchFamily="49" charset="-122"/>
              </a:rPr>
              <a:t> +</a:t>
            </a:r>
            <a:r>
              <a:rPr lang="en-US" altLang="zh-CN" sz="2400" dirty="0">
                <a:solidFill>
                  <a:srgbClr val="FF3300"/>
                </a:solidFill>
                <a:latin typeface="Verdana" panose="020B0604030504040204" pitchFamily="34" charset="0"/>
                <a:ea typeface="楷体_GB2312" pitchFamily="49" charset="-122"/>
              </a:rPr>
              <a:t>W</a:t>
            </a:r>
            <a:r>
              <a:rPr lang="en-US" altLang="zh-CN" sz="2400" baseline="-25000" dirty="0">
                <a:solidFill>
                  <a:srgbClr val="FF3300"/>
                </a:solidFill>
                <a:latin typeface="Verdana" panose="020B0604030504040204" pitchFamily="34" charset="0"/>
                <a:ea typeface="楷体_GB2312" pitchFamily="49" charset="-122"/>
              </a:rPr>
              <a:t>R</a:t>
            </a:r>
            <a:r>
              <a:rPr lang="en-US" altLang="zh-CN" sz="2400" dirty="0">
                <a:solidFill>
                  <a:srgbClr val="FF3300"/>
                </a:solidFill>
                <a:ea typeface="楷体_GB2312" pitchFamily="49" charset="-122"/>
              </a:rPr>
              <a:t>≤ 2</a:t>
            </a:r>
            <a:r>
              <a:rPr lang="en-US" altLang="zh-CN" sz="2400" baseline="30000" dirty="0">
                <a:solidFill>
                  <a:srgbClr val="FF3300"/>
                </a:solidFill>
                <a:ea typeface="楷体_GB2312" pitchFamily="49" charset="-122"/>
              </a:rPr>
              <a:t>n </a:t>
            </a:r>
            <a:r>
              <a:rPr lang="zh-CN" altLang="en-US" sz="2400" dirty="0">
                <a:solidFill>
                  <a:srgbClr val="FF3300"/>
                </a:solidFill>
                <a:ea typeface="楷体_GB2312" pitchFamily="49" charset="-122"/>
              </a:rPr>
              <a:t>成立</a:t>
            </a:r>
            <a:r>
              <a:rPr lang="zh-CN" altLang="en-US" sz="2000" dirty="0">
                <a:solidFill>
                  <a:srgbClr val="FF66FF"/>
                </a:solidFill>
                <a:ea typeface="楷体_GB2312" pitchFamily="49" charset="-122"/>
              </a:rPr>
              <a:t>  </a:t>
            </a:r>
            <a:r>
              <a:rPr lang="en-US" altLang="zh-CN" sz="2000" dirty="0">
                <a:solidFill>
                  <a:srgbClr val="CC0099"/>
                </a:solidFill>
                <a:ea typeface="楷体_GB2312" pitchFamily="49" charset="-122"/>
              </a:rPr>
              <a:t>(</a:t>
            </a:r>
            <a:r>
              <a:rPr lang="zh-CN" altLang="en-US" sz="2000" dirty="0">
                <a:solidFill>
                  <a:srgbClr val="CC0099"/>
                </a:solidFill>
                <a:ea typeface="楷体_GB2312" pitchFamily="49" charset="-122"/>
              </a:rPr>
              <a:t>原因见教材后习题</a:t>
            </a:r>
            <a:r>
              <a:rPr lang="en-US" altLang="zh-CN" sz="2000" dirty="0">
                <a:solidFill>
                  <a:srgbClr val="CC0099"/>
                </a:solidFill>
                <a:ea typeface="楷体_GB2312" pitchFamily="49" charset="-122"/>
              </a:rPr>
              <a:t>)</a:t>
            </a:r>
            <a:endParaRPr lang="en-US" altLang="zh-CN" sz="2000" dirty="0">
              <a:solidFill>
                <a:srgbClr val="CC0099"/>
              </a:solidFill>
              <a:ea typeface="楷体_GB2312" pitchFamily="49" charset="-122"/>
            </a:endParaRPr>
          </a:p>
          <a:p>
            <a:pPr>
              <a:buSzPct val="90000"/>
              <a:buFont typeface="Wingdings" panose="05000000000000000000" pitchFamily="2" charset="2"/>
              <a:buChar char="§"/>
              <a:defRPr/>
            </a:pPr>
            <a:r>
              <a:rPr lang="zh-CN" altLang="en-US" sz="2000" dirty="0">
                <a:solidFill>
                  <a:srgbClr val="CC0099"/>
                </a:solidFill>
                <a:latin typeface="Verdana" panose="020B0604030504040204" pitchFamily="34" charset="0"/>
                <a:ea typeface="楷体_GB2312" pitchFamily="49" charset="-122"/>
              </a:rPr>
              <a:t>例：设</a:t>
            </a:r>
            <a:r>
              <a:rPr lang="en-US" altLang="zh-CN" sz="2000" dirty="0">
                <a:solidFill>
                  <a:srgbClr val="CC0099"/>
                </a:solidFill>
                <a:latin typeface="Verdana" panose="020B0604030504040204" pitchFamily="34" charset="0"/>
                <a:ea typeface="楷体_GB2312" pitchFamily="49" charset="-122"/>
              </a:rPr>
              <a:t>n=3</a:t>
            </a:r>
            <a:r>
              <a:rPr lang="zh-CN" altLang="en-US" sz="2000" dirty="0">
                <a:solidFill>
                  <a:srgbClr val="CC0099"/>
                </a:solidFill>
                <a:latin typeface="Verdana" panose="020B0604030504040204" pitchFamily="34" charset="0"/>
                <a:ea typeface="楷体_GB2312" pitchFamily="49" charset="-122"/>
              </a:rPr>
              <a:t>，</a:t>
            </a:r>
            <a:r>
              <a:rPr lang="en-US" altLang="zh-CN" sz="2000" dirty="0">
                <a:solidFill>
                  <a:srgbClr val="CC0099"/>
                </a:solidFill>
                <a:latin typeface="Verdana" panose="020B0604030504040204" pitchFamily="34" charset="0"/>
                <a:ea typeface="楷体_GB2312" pitchFamily="49" charset="-122"/>
              </a:rPr>
              <a:t>W</a:t>
            </a:r>
            <a:r>
              <a:rPr lang="en-US" altLang="zh-CN" sz="1100" dirty="0">
                <a:solidFill>
                  <a:srgbClr val="CC0099"/>
                </a:solidFill>
                <a:latin typeface="Verdana" panose="020B0604030504040204" pitchFamily="34" charset="0"/>
                <a:ea typeface="楷体_GB2312" pitchFamily="49" charset="-122"/>
              </a:rPr>
              <a:t>T</a:t>
            </a:r>
            <a:r>
              <a:rPr lang="en-US" altLang="zh-CN" sz="2000" dirty="0">
                <a:solidFill>
                  <a:srgbClr val="CC0099"/>
                </a:solidFill>
                <a:latin typeface="Verdana" panose="020B0604030504040204" pitchFamily="34" charset="0"/>
                <a:ea typeface="楷体_GB2312" pitchFamily="49" charset="-122"/>
              </a:rPr>
              <a:t>=7</a:t>
            </a:r>
            <a:r>
              <a:rPr lang="zh-CN" altLang="en-US" sz="2000" dirty="0">
                <a:solidFill>
                  <a:srgbClr val="CC0099"/>
                </a:solidFill>
                <a:latin typeface="Verdana" panose="020B0604030504040204" pitchFamily="34" charset="0"/>
                <a:ea typeface="楷体_GB2312" pitchFamily="49" charset="-122"/>
              </a:rPr>
              <a:t>，</a:t>
            </a:r>
            <a:r>
              <a:rPr lang="en-US" altLang="zh-CN" sz="2000" dirty="0">
                <a:solidFill>
                  <a:srgbClr val="CC0099"/>
                </a:solidFill>
                <a:latin typeface="Verdana" panose="020B0604030504040204" pitchFamily="34" charset="0"/>
                <a:ea typeface="楷体_GB2312" pitchFamily="49" charset="-122"/>
              </a:rPr>
              <a:t>W</a:t>
            </a:r>
            <a:r>
              <a:rPr lang="en-US" altLang="zh-CN" sz="1200" dirty="0">
                <a:solidFill>
                  <a:srgbClr val="CC0099"/>
                </a:solidFill>
                <a:latin typeface="Verdana" panose="020B0604030504040204" pitchFamily="34" charset="0"/>
                <a:ea typeface="楷体_GB2312" pitchFamily="49" charset="-122"/>
              </a:rPr>
              <a:t>R</a:t>
            </a:r>
            <a:r>
              <a:rPr lang="en-US" altLang="zh-CN" sz="2000" dirty="0">
                <a:solidFill>
                  <a:srgbClr val="CC0099"/>
                </a:solidFill>
                <a:latin typeface="Verdana" panose="020B0604030504040204" pitchFamily="34" charset="0"/>
                <a:ea typeface="楷体_GB2312" pitchFamily="49" charset="-122"/>
              </a:rPr>
              <a:t>=1</a:t>
            </a:r>
            <a:endParaRPr lang="en-US" altLang="zh-CN" sz="2000" dirty="0">
              <a:solidFill>
                <a:srgbClr val="CC0099"/>
              </a:solidFill>
              <a:latin typeface="Verdana" panose="020B0604030504040204" pitchFamily="34" charset="0"/>
              <a:ea typeface="楷体_GB2312" pitchFamily="49" charset="-122"/>
            </a:endParaRPr>
          </a:p>
        </p:txBody>
      </p:sp>
      <p:sp>
        <p:nvSpPr>
          <p:cNvPr id="6" name="Rectangle 3"/>
          <p:cNvSpPr txBox="1">
            <a:spLocks noChangeArrowheads="1"/>
          </p:cNvSpPr>
          <p:nvPr/>
        </p:nvSpPr>
        <p:spPr>
          <a:xfrm>
            <a:off x="6340415" y="3900296"/>
            <a:ext cx="4694099" cy="25436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indent="-177800">
              <a:lnSpc>
                <a:spcPct val="115000"/>
              </a:lnSpc>
              <a:buSzPct val="90000"/>
              <a:buFont typeface="Wingdings" panose="05000000000000000000" pitchFamily="2" charset="2"/>
              <a:buChar char="§"/>
            </a:pPr>
            <a:r>
              <a:rPr lang="zh-CN" altLang="en-US" sz="2000" kern="0" dirty="0">
                <a:solidFill>
                  <a:srgbClr val="0000FF"/>
                </a:solidFill>
              </a:rPr>
              <a:t>选择重传</a:t>
            </a:r>
            <a:r>
              <a:rPr lang="en-US" altLang="zh-CN" sz="2000" kern="0" dirty="0">
                <a:solidFill>
                  <a:srgbClr val="0000FF"/>
                </a:solidFill>
              </a:rPr>
              <a:t>ARQ</a:t>
            </a:r>
            <a:endParaRPr lang="en-US" altLang="zh-CN" sz="2000" kern="0" dirty="0">
              <a:solidFill>
                <a:srgbClr val="0000FF"/>
              </a:solidFill>
            </a:endParaRPr>
          </a:p>
          <a:p>
            <a:pPr marL="177800" indent="-177800">
              <a:lnSpc>
                <a:spcPct val="115000"/>
              </a:lnSpc>
              <a:buSzPct val="90000"/>
              <a:buFont typeface="Wingdings" panose="05000000000000000000" pitchFamily="2" charset="2"/>
              <a:buChar char="§"/>
            </a:pPr>
            <a:r>
              <a:rPr lang="zh-CN" altLang="en-US" sz="2000" dirty="0">
                <a:latin typeface="Verdana" panose="020B0604030504040204" pitchFamily="34" charset="0"/>
                <a:ea typeface="楷体_GB2312" pitchFamily="49" charset="-122"/>
              </a:rPr>
              <a:t>发送窗口</a:t>
            </a:r>
            <a:r>
              <a:rPr lang="en-US" altLang="zh-CN" sz="2000" dirty="0">
                <a:latin typeface="Verdana" panose="020B0604030504040204" pitchFamily="34" charset="0"/>
                <a:ea typeface="楷体_GB2312" pitchFamily="49" charset="-122"/>
              </a:rPr>
              <a:t>&gt;1</a:t>
            </a:r>
            <a:r>
              <a:rPr lang="zh-CN" altLang="en-US" sz="2000" dirty="0">
                <a:latin typeface="Verdana" panose="020B0604030504040204" pitchFamily="34" charset="0"/>
                <a:ea typeface="楷体_GB2312" pitchFamily="49" charset="-122"/>
              </a:rPr>
              <a:t>，接收窗口</a:t>
            </a:r>
            <a:r>
              <a:rPr lang="en-US" altLang="zh-CN" sz="2000" dirty="0">
                <a:latin typeface="Verdana" panose="020B0604030504040204" pitchFamily="34" charset="0"/>
                <a:ea typeface="楷体_GB2312" pitchFamily="49" charset="-122"/>
              </a:rPr>
              <a:t>&gt;1</a:t>
            </a:r>
            <a:r>
              <a:rPr lang="en-US" altLang="zh-CN" sz="2000" b="1" dirty="0">
                <a:latin typeface="Verdana" panose="020B0604030504040204" pitchFamily="34" charset="0"/>
                <a:ea typeface="楷体_GB2312" pitchFamily="49" charset="-122"/>
              </a:rPr>
              <a:t> </a:t>
            </a:r>
            <a:r>
              <a:rPr lang="zh-CN" altLang="en-US" sz="2000" b="1" dirty="0">
                <a:latin typeface="Verdana" panose="020B0604030504040204" pitchFamily="34" charset="0"/>
                <a:ea typeface="楷体_GB2312" pitchFamily="49" charset="-122"/>
              </a:rPr>
              <a:t>满足</a:t>
            </a:r>
            <a:r>
              <a:rPr lang="zh-CN" altLang="en-US" sz="2000" b="1" dirty="0">
                <a:latin typeface="楷体_GB2312" pitchFamily="49" charset="-122"/>
                <a:ea typeface="楷体_GB2312" pitchFamily="49" charset="-122"/>
              </a:rPr>
              <a:t>：</a:t>
            </a:r>
            <a:br>
              <a:rPr lang="en-US" altLang="zh-CN" sz="2000" b="1" dirty="0">
                <a:latin typeface="楷体_GB2312" pitchFamily="49" charset="-122"/>
                <a:ea typeface="楷体_GB2312" pitchFamily="49" charset="-122"/>
              </a:rPr>
            </a:br>
            <a:r>
              <a:rPr lang="en-US" altLang="zh-CN" sz="2000" b="1" dirty="0">
                <a:solidFill>
                  <a:srgbClr val="0000FF"/>
                </a:solidFill>
                <a:latin typeface="楷体_GB2312" pitchFamily="49" charset="-122"/>
                <a:ea typeface="楷体_GB2312" pitchFamily="49" charset="-122"/>
              </a:rPr>
              <a:t>1) </a:t>
            </a:r>
            <a:r>
              <a:rPr lang="en-US" altLang="zh-CN" sz="2000" dirty="0">
                <a:solidFill>
                  <a:srgbClr val="0000FF"/>
                </a:solidFill>
                <a:ea typeface="楷体_GB2312" pitchFamily="49" charset="-122"/>
              </a:rPr>
              <a:t>W</a:t>
            </a:r>
            <a:r>
              <a:rPr lang="en-US" altLang="zh-CN" sz="1200" dirty="0">
                <a:solidFill>
                  <a:srgbClr val="0000FF"/>
                </a:solidFill>
                <a:ea typeface="楷体_GB2312" pitchFamily="49" charset="-122"/>
              </a:rPr>
              <a:t>T</a:t>
            </a:r>
            <a:r>
              <a:rPr lang="en-US" altLang="zh-CN" sz="2000" dirty="0">
                <a:solidFill>
                  <a:srgbClr val="FF3300"/>
                </a:solidFill>
                <a:ea typeface="楷体_GB2312" pitchFamily="49" charset="-122"/>
              </a:rPr>
              <a:t> ≤</a:t>
            </a:r>
            <a:r>
              <a:rPr lang="en-US" altLang="zh-CN" sz="2000" dirty="0">
                <a:solidFill>
                  <a:srgbClr val="0000FF"/>
                </a:solidFill>
                <a:ea typeface="楷体_GB2312" pitchFamily="49" charset="-122"/>
              </a:rPr>
              <a:t> 2</a:t>
            </a:r>
            <a:r>
              <a:rPr lang="en-US" altLang="zh-CN" sz="2000" baseline="30000" dirty="0">
                <a:solidFill>
                  <a:srgbClr val="0000FF"/>
                </a:solidFill>
                <a:ea typeface="楷体_GB2312" pitchFamily="49" charset="-122"/>
              </a:rPr>
              <a:t>n-1 </a:t>
            </a:r>
            <a:r>
              <a:rPr lang="en-US" altLang="zh-CN" sz="2000" b="1" dirty="0">
                <a:latin typeface="楷体_GB2312" pitchFamily="49" charset="-122"/>
                <a:ea typeface="楷体_GB2312" pitchFamily="49" charset="-122"/>
              </a:rPr>
              <a:t> </a:t>
            </a:r>
            <a:r>
              <a:rPr lang="en-US" altLang="zh-CN" sz="2000" dirty="0">
                <a:solidFill>
                  <a:srgbClr val="0000FF"/>
                </a:solidFill>
                <a:ea typeface="楷体_GB2312" pitchFamily="49" charset="-122"/>
              </a:rPr>
              <a:t>W</a:t>
            </a:r>
            <a:r>
              <a:rPr lang="en-US" altLang="zh-CN" sz="1200" dirty="0">
                <a:solidFill>
                  <a:srgbClr val="0000FF"/>
                </a:solidFill>
                <a:ea typeface="楷体_GB2312" pitchFamily="49" charset="-122"/>
              </a:rPr>
              <a:t>R</a:t>
            </a:r>
            <a:r>
              <a:rPr lang="en-US" altLang="zh-CN" sz="2000" dirty="0">
                <a:solidFill>
                  <a:srgbClr val="FF3300"/>
                </a:solidFill>
                <a:ea typeface="楷体_GB2312" pitchFamily="49" charset="-122"/>
              </a:rPr>
              <a:t> ≤ </a:t>
            </a:r>
            <a:r>
              <a:rPr lang="en-US" altLang="zh-CN" sz="2000" dirty="0">
                <a:solidFill>
                  <a:srgbClr val="0000FF"/>
                </a:solidFill>
                <a:ea typeface="楷体_GB2312" pitchFamily="49" charset="-122"/>
              </a:rPr>
              <a:t>2</a:t>
            </a:r>
            <a:r>
              <a:rPr lang="en-US" altLang="zh-CN" sz="2000" baseline="30000" dirty="0">
                <a:solidFill>
                  <a:srgbClr val="0000FF"/>
                </a:solidFill>
                <a:ea typeface="楷体_GB2312" pitchFamily="49" charset="-122"/>
              </a:rPr>
              <a:t>n-1</a:t>
            </a:r>
            <a:r>
              <a:rPr lang="en-US" altLang="zh-CN" sz="2000" dirty="0">
                <a:solidFill>
                  <a:srgbClr val="0000FF"/>
                </a:solidFill>
                <a:ea typeface="楷体_GB2312" pitchFamily="49" charset="-122"/>
              </a:rPr>
              <a:t> </a:t>
            </a:r>
            <a:r>
              <a:rPr lang="zh-CN" altLang="en-US" sz="2000" dirty="0">
                <a:solidFill>
                  <a:srgbClr val="0000FF"/>
                </a:solidFill>
                <a:ea typeface="楷体_GB2312" pitchFamily="49" charset="-122"/>
              </a:rPr>
              <a:t>；</a:t>
            </a:r>
            <a:br>
              <a:rPr lang="en-US" altLang="zh-CN" sz="2000" dirty="0">
                <a:solidFill>
                  <a:srgbClr val="0000FF"/>
                </a:solidFill>
                <a:ea typeface="楷体_GB2312" pitchFamily="49" charset="-122"/>
              </a:rPr>
            </a:br>
            <a:r>
              <a:rPr lang="en-US" altLang="zh-CN" sz="2000" dirty="0">
                <a:solidFill>
                  <a:srgbClr val="0000FF"/>
                </a:solidFill>
                <a:ea typeface="楷体_GB2312" pitchFamily="49" charset="-122"/>
              </a:rPr>
              <a:t>2) W</a:t>
            </a:r>
            <a:r>
              <a:rPr lang="en-US" altLang="zh-CN" sz="2000" baseline="-25000" dirty="0">
                <a:solidFill>
                  <a:srgbClr val="0000FF"/>
                </a:solidFill>
                <a:ea typeface="楷体_GB2312" pitchFamily="49" charset="-122"/>
              </a:rPr>
              <a:t>T</a:t>
            </a:r>
            <a:r>
              <a:rPr lang="en-US" altLang="zh-CN" sz="2000" dirty="0">
                <a:solidFill>
                  <a:srgbClr val="0000FF"/>
                </a:solidFill>
                <a:ea typeface="楷体_GB2312" pitchFamily="49" charset="-122"/>
              </a:rPr>
              <a:t> +</a:t>
            </a:r>
            <a:r>
              <a:rPr lang="en-US" altLang="zh-CN" sz="2000" dirty="0">
                <a:solidFill>
                  <a:srgbClr val="0000FF"/>
                </a:solidFill>
                <a:latin typeface="Verdana" panose="020B0604030504040204" pitchFamily="34" charset="0"/>
                <a:ea typeface="楷体_GB2312" pitchFamily="49" charset="-122"/>
              </a:rPr>
              <a:t>W</a:t>
            </a:r>
            <a:r>
              <a:rPr lang="en-US" altLang="zh-CN" sz="2000" baseline="-25000" dirty="0">
                <a:solidFill>
                  <a:srgbClr val="0000FF"/>
                </a:solidFill>
                <a:latin typeface="Verdana" panose="020B0604030504040204" pitchFamily="34" charset="0"/>
                <a:ea typeface="楷体_GB2312" pitchFamily="49" charset="-122"/>
              </a:rPr>
              <a:t>R</a:t>
            </a:r>
            <a:r>
              <a:rPr lang="en-US" altLang="zh-CN" sz="2000" dirty="0">
                <a:solidFill>
                  <a:srgbClr val="FF3300"/>
                </a:solidFill>
                <a:ea typeface="楷体_GB2312" pitchFamily="49" charset="-122"/>
              </a:rPr>
              <a:t> ≤</a:t>
            </a:r>
            <a:r>
              <a:rPr lang="en-US" altLang="zh-CN" sz="2000" dirty="0">
                <a:solidFill>
                  <a:srgbClr val="0000FF"/>
                </a:solidFill>
                <a:ea typeface="楷体_GB2312" pitchFamily="49" charset="-122"/>
              </a:rPr>
              <a:t> 2</a:t>
            </a:r>
            <a:r>
              <a:rPr lang="en-US" altLang="zh-CN" sz="2000" baseline="30000" dirty="0">
                <a:solidFill>
                  <a:srgbClr val="0000FF"/>
                </a:solidFill>
                <a:ea typeface="楷体_GB2312" pitchFamily="49" charset="-122"/>
              </a:rPr>
              <a:t>n</a:t>
            </a:r>
            <a:r>
              <a:rPr lang="en-US" altLang="zh-CN" sz="2000" baseline="30000" dirty="0">
                <a:solidFill>
                  <a:srgbClr val="FF3300"/>
                </a:solidFill>
                <a:ea typeface="楷体_GB2312" pitchFamily="49" charset="-122"/>
              </a:rPr>
              <a:t> </a:t>
            </a:r>
            <a:r>
              <a:rPr lang="en-US" altLang="zh-CN" sz="2000" dirty="0">
                <a:solidFill>
                  <a:srgbClr val="0000FF"/>
                </a:solidFill>
                <a:ea typeface="楷体_GB2312" pitchFamily="49" charset="-122"/>
              </a:rPr>
              <a:t>, W</a:t>
            </a:r>
            <a:r>
              <a:rPr lang="en-US" altLang="zh-CN" sz="2000" baseline="-25000" dirty="0">
                <a:solidFill>
                  <a:srgbClr val="0000FF"/>
                </a:solidFill>
                <a:ea typeface="楷体_GB2312" pitchFamily="49" charset="-122"/>
              </a:rPr>
              <a:t>T</a:t>
            </a:r>
            <a:r>
              <a:rPr lang="en-US" altLang="zh-CN" sz="2000" dirty="0">
                <a:solidFill>
                  <a:srgbClr val="0000FF"/>
                </a:solidFill>
                <a:ea typeface="楷体_GB2312" pitchFamily="49" charset="-122"/>
              </a:rPr>
              <a:t> </a:t>
            </a:r>
            <a:r>
              <a:rPr lang="en-US" altLang="zh-CN" sz="2000" dirty="0">
                <a:solidFill>
                  <a:srgbClr val="FF3300"/>
                </a:solidFill>
                <a:ea typeface="楷体_GB2312" pitchFamily="49" charset="-122"/>
              </a:rPr>
              <a:t>≤ </a:t>
            </a:r>
            <a:r>
              <a:rPr lang="en-US" altLang="zh-CN" sz="2000" dirty="0">
                <a:solidFill>
                  <a:srgbClr val="0000FF"/>
                </a:solidFill>
                <a:latin typeface="Verdana" panose="020B0604030504040204" pitchFamily="34" charset="0"/>
                <a:ea typeface="楷体_GB2312" pitchFamily="49" charset="-122"/>
              </a:rPr>
              <a:t>W</a:t>
            </a:r>
            <a:r>
              <a:rPr lang="en-US" altLang="zh-CN" sz="2000" baseline="-25000" dirty="0">
                <a:solidFill>
                  <a:srgbClr val="0000FF"/>
                </a:solidFill>
                <a:latin typeface="Verdana" panose="020B0604030504040204" pitchFamily="34" charset="0"/>
                <a:ea typeface="楷体_GB2312" pitchFamily="49" charset="-122"/>
              </a:rPr>
              <a:t>R</a:t>
            </a:r>
            <a:r>
              <a:rPr lang="en-US" altLang="zh-CN" sz="2000" dirty="0">
                <a:solidFill>
                  <a:srgbClr val="0000FF"/>
                </a:solidFill>
                <a:ea typeface="楷体_GB2312" pitchFamily="49" charset="-122"/>
              </a:rPr>
              <a:t> </a:t>
            </a:r>
            <a:r>
              <a:rPr lang="zh-CN" altLang="en-US" sz="2000" dirty="0">
                <a:solidFill>
                  <a:srgbClr val="0000FF"/>
                </a:solidFill>
                <a:ea typeface="楷体_GB2312" pitchFamily="49" charset="-122"/>
              </a:rPr>
              <a:t>。</a:t>
            </a:r>
            <a:br>
              <a:rPr lang="en-US" altLang="zh-CN" sz="2000" dirty="0">
                <a:solidFill>
                  <a:srgbClr val="0000FF"/>
                </a:solidFill>
                <a:ea typeface="楷体_GB2312" pitchFamily="49" charset="-122"/>
              </a:rPr>
            </a:br>
            <a:r>
              <a:rPr lang="en-US" altLang="zh-CN" sz="2000" dirty="0">
                <a:solidFill>
                  <a:srgbClr val="FF3300"/>
                </a:solidFill>
                <a:ea typeface="楷体_GB2312" pitchFamily="49" charset="-122"/>
              </a:rPr>
              <a:t>W</a:t>
            </a:r>
            <a:r>
              <a:rPr lang="en-US" altLang="zh-CN" sz="1200" dirty="0">
                <a:solidFill>
                  <a:srgbClr val="FF3300"/>
                </a:solidFill>
                <a:ea typeface="楷体_GB2312" pitchFamily="49" charset="-122"/>
              </a:rPr>
              <a:t>T</a:t>
            </a:r>
            <a:r>
              <a:rPr lang="zh-CN" altLang="en-US" sz="2000" dirty="0">
                <a:solidFill>
                  <a:srgbClr val="FF3300"/>
                </a:solidFill>
                <a:ea typeface="楷体_GB2312" pitchFamily="49" charset="-122"/>
              </a:rPr>
              <a:t>最大时有</a:t>
            </a:r>
            <a:r>
              <a:rPr lang="en-US" altLang="zh-CN" sz="2000" dirty="0">
                <a:solidFill>
                  <a:srgbClr val="FF3300"/>
                </a:solidFill>
                <a:ea typeface="楷体_GB2312" pitchFamily="49" charset="-122"/>
              </a:rPr>
              <a:t>W</a:t>
            </a:r>
            <a:r>
              <a:rPr lang="en-US" altLang="zh-CN" sz="1200" dirty="0">
                <a:solidFill>
                  <a:srgbClr val="FF3300"/>
                </a:solidFill>
                <a:ea typeface="楷体_GB2312" pitchFamily="49" charset="-122"/>
              </a:rPr>
              <a:t>T</a:t>
            </a:r>
            <a:r>
              <a:rPr lang="en-US" altLang="zh-CN" sz="2000" dirty="0">
                <a:solidFill>
                  <a:srgbClr val="FF3300"/>
                </a:solidFill>
                <a:ea typeface="楷体_GB2312" pitchFamily="49" charset="-122"/>
              </a:rPr>
              <a:t>=W</a:t>
            </a:r>
            <a:r>
              <a:rPr lang="en-US" altLang="zh-CN" sz="1200" dirty="0">
                <a:solidFill>
                  <a:srgbClr val="FF3300"/>
                </a:solidFill>
                <a:ea typeface="楷体_GB2312" pitchFamily="49" charset="-122"/>
              </a:rPr>
              <a:t>R</a:t>
            </a:r>
            <a:r>
              <a:rPr lang="en-US" altLang="zh-CN" sz="2000" dirty="0">
                <a:solidFill>
                  <a:srgbClr val="FF3300"/>
                </a:solidFill>
                <a:ea typeface="楷体_GB2312" pitchFamily="49" charset="-122"/>
              </a:rPr>
              <a:t>=(2</a:t>
            </a:r>
            <a:r>
              <a:rPr lang="en-US" altLang="zh-CN" sz="2000" baseline="30000" dirty="0">
                <a:solidFill>
                  <a:srgbClr val="FF3300"/>
                </a:solidFill>
                <a:ea typeface="楷体_GB2312" pitchFamily="49" charset="-122"/>
              </a:rPr>
              <a:t>n</a:t>
            </a:r>
            <a:r>
              <a:rPr lang="en-US" altLang="zh-CN" sz="2000" dirty="0">
                <a:solidFill>
                  <a:srgbClr val="FF3300"/>
                </a:solidFill>
                <a:ea typeface="楷体_GB2312" pitchFamily="49" charset="-122"/>
              </a:rPr>
              <a:t>)/2 </a:t>
            </a:r>
            <a:br>
              <a:rPr lang="en-US" altLang="zh-CN" sz="2000" dirty="0">
                <a:solidFill>
                  <a:srgbClr val="FF66FF"/>
                </a:solidFill>
                <a:ea typeface="楷体_GB2312" pitchFamily="49" charset="-122"/>
              </a:rPr>
            </a:br>
            <a:r>
              <a:rPr lang="zh-CN" altLang="en-US" sz="2000" dirty="0">
                <a:solidFill>
                  <a:srgbClr val="FF66FF"/>
                </a:solidFill>
                <a:ea typeface="楷体_GB2312" pitchFamily="49" charset="-122"/>
              </a:rPr>
              <a:t>例：</a:t>
            </a:r>
            <a:r>
              <a:rPr lang="zh-CN" altLang="en-US" sz="2000" dirty="0">
                <a:solidFill>
                  <a:srgbClr val="FF66FF"/>
                </a:solidFill>
                <a:latin typeface="Verdana" panose="020B0604030504040204" pitchFamily="34" charset="0"/>
                <a:ea typeface="楷体_GB2312" pitchFamily="49" charset="-122"/>
              </a:rPr>
              <a:t>设</a:t>
            </a:r>
            <a:r>
              <a:rPr lang="en-US" altLang="zh-CN" sz="2000" dirty="0">
                <a:solidFill>
                  <a:srgbClr val="FF66FF"/>
                </a:solidFill>
                <a:latin typeface="Verdana" panose="020B0604030504040204" pitchFamily="34" charset="0"/>
                <a:ea typeface="楷体_GB2312" pitchFamily="49" charset="-122"/>
              </a:rPr>
              <a:t>n=3</a:t>
            </a:r>
            <a:r>
              <a:rPr lang="zh-CN" altLang="en-US" sz="2000" dirty="0">
                <a:solidFill>
                  <a:srgbClr val="FF66FF"/>
                </a:solidFill>
                <a:latin typeface="Verdana" panose="020B0604030504040204" pitchFamily="34" charset="0"/>
                <a:ea typeface="楷体_GB2312" pitchFamily="49" charset="-122"/>
              </a:rPr>
              <a:t>，</a:t>
            </a:r>
            <a:r>
              <a:rPr lang="en-US" altLang="zh-CN" sz="2000" dirty="0">
                <a:solidFill>
                  <a:srgbClr val="FF66FF"/>
                </a:solidFill>
                <a:latin typeface="Verdana" panose="020B0604030504040204" pitchFamily="34" charset="0"/>
                <a:ea typeface="楷体_GB2312" pitchFamily="49" charset="-122"/>
              </a:rPr>
              <a:t>W</a:t>
            </a:r>
            <a:r>
              <a:rPr lang="en-US" altLang="zh-CN" sz="1100" dirty="0">
                <a:solidFill>
                  <a:srgbClr val="FF66FF"/>
                </a:solidFill>
                <a:latin typeface="Verdana" panose="020B0604030504040204" pitchFamily="34" charset="0"/>
                <a:ea typeface="楷体_GB2312" pitchFamily="49" charset="-122"/>
              </a:rPr>
              <a:t>T</a:t>
            </a:r>
            <a:r>
              <a:rPr lang="en-US" altLang="zh-CN" sz="2000" dirty="0">
                <a:solidFill>
                  <a:srgbClr val="FF66FF"/>
                </a:solidFill>
                <a:latin typeface="Verdana" panose="020B0604030504040204" pitchFamily="34" charset="0"/>
                <a:ea typeface="楷体_GB2312" pitchFamily="49" charset="-122"/>
              </a:rPr>
              <a:t>=4</a:t>
            </a:r>
            <a:r>
              <a:rPr lang="zh-CN" altLang="en-US" sz="2000" dirty="0">
                <a:solidFill>
                  <a:srgbClr val="FF66FF"/>
                </a:solidFill>
                <a:latin typeface="Verdana" panose="020B0604030504040204" pitchFamily="34" charset="0"/>
                <a:ea typeface="楷体_GB2312" pitchFamily="49" charset="-122"/>
              </a:rPr>
              <a:t>，</a:t>
            </a:r>
            <a:r>
              <a:rPr lang="en-US" altLang="zh-CN" sz="2000" dirty="0">
                <a:solidFill>
                  <a:srgbClr val="FF66FF"/>
                </a:solidFill>
                <a:latin typeface="Verdana" panose="020B0604030504040204" pitchFamily="34" charset="0"/>
                <a:ea typeface="楷体_GB2312" pitchFamily="49" charset="-122"/>
              </a:rPr>
              <a:t>W</a:t>
            </a:r>
            <a:r>
              <a:rPr lang="en-US" altLang="zh-CN" sz="1200" dirty="0">
                <a:solidFill>
                  <a:srgbClr val="FF66FF"/>
                </a:solidFill>
                <a:latin typeface="Verdana" panose="020B0604030504040204" pitchFamily="34" charset="0"/>
                <a:ea typeface="楷体_GB2312" pitchFamily="49" charset="-122"/>
              </a:rPr>
              <a:t>R</a:t>
            </a:r>
            <a:r>
              <a:rPr lang="en-US" altLang="zh-CN" sz="2000" dirty="0">
                <a:solidFill>
                  <a:srgbClr val="FF66FF"/>
                </a:solidFill>
                <a:latin typeface="Verdana" panose="020B0604030504040204" pitchFamily="34" charset="0"/>
                <a:ea typeface="楷体_GB2312" pitchFamily="49" charset="-122"/>
              </a:rPr>
              <a:t>=4</a:t>
            </a:r>
            <a:endParaRPr lang="en-US" altLang="zh-CN" sz="2000" dirty="0">
              <a:solidFill>
                <a:srgbClr val="FF66FF"/>
              </a:solidFill>
              <a:latin typeface="Verdana" panose="020B0604030504040204" pitchFamily="34" charset="0"/>
              <a:ea typeface="楷体_GB2312" pitchFamily="49" charset="-122"/>
            </a:endParaRPr>
          </a:p>
          <a:p>
            <a:pPr marL="177800" indent="-177800">
              <a:lnSpc>
                <a:spcPct val="115000"/>
              </a:lnSpc>
              <a:buSzPct val="90000"/>
              <a:buFont typeface="Wingdings" panose="05000000000000000000" pitchFamily="2" charset="2"/>
              <a:buNone/>
            </a:pPr>
            <a:endParaRPr lang="en-US" altLang="zh-CN" sz="2000" dirty="0">
              <a:solidFill>
                <a:srgbClr val="FF66FF"/>
              </a:solidFill>
              <a:ea typeface="楷体_GB2312" pitchFamily="49" charset="-122"/>
            </a:endParaRPr>
          </a:p>
        </p:txBody>
      </p:sp>
      <p:sp>
        <p:nvSpPr>
          <p:cNvPr id="7" name="标题 1"/>
          <p:cNvSpPr txBox="1"/>
          <p:nvPr/>
        </p:nvSpPr>
        <p:spPr>
          <a:xfrm>
            <a:off x="803694" y="1196627"/>
            <a:ext cx="10865792" cy="25590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2200" dirty="0"/>
              <a:t> </a:t>
            </a:r>
            <a:r>
              <a:rPr lang="en-US" altLang="zh-CN" sz="2200" dirty="0"/>
              <a:t>1</a:t>
            </a:r>
            <a:r>
              <a:rPr lang="zh-CN" altLang="en-US" sz="2200" dirty="0"/>
              <a:t>）在一个</a:t>
            </a:r>
            <a:r>
              <a:rPr lang="en-US" altLang="zh-CN" sz="2200" dirty="0"/>
              <a:t>1Mb/s</a:t>
            </a:r>
            <a:r>
              <a:rPr lang="zh-CN" altLang="en-US" sz="2200" dirty="0"/>
              <a:t>的卫星信道上发送</a:t>
            </a:r>
            <a:r>
              <a:rPr lang="en-US" altLang="zh-CN" sz="2200" dirty="0"/>
              <a:t>1000bit</a:t>
            </a:r>
            <a:r>
              <a:rPr lang="zh-CN" altLang="en-US" sz="2200" dirty="0"/>
              <a:t>大小的帧。卫星信道端到端的传输延迟是</a:t>
            </a:r>
            <a:r>
              <a:rPr lang="en-US" altLang="zh-CN" sz="2200" dirty="0"/>
              <a:t>270ms</a:t>
            </a:r>
            <a:r>
              <a:rPr lang="zh-CN" altLang="en-US" sz="2200" dirty="0"/>
              <a:t>。确认总是捎带在数据帧中（假设从卫星发回的数据帧长也为</a:t>
            </a:r>
            <a:r>
              <a:rPr lang="en-US" altLang="zh-CN" sz="2200" dirty="0"/>
              <a:t>1000bit</a:t>
            </a:r>
            <a:r>
              <a:rPr lang="zh-CN" altLang="en-US" sz="2200" dirty="0"/>
              <a:t>）。帧头很短，使用 </a:t>
            </a:r>
            <a:r>
              <a:rPr lang="en-US" altLang="zh-CN" sz="2200" dirty="0"/>
              <a:t>3</a:t>
            </a:r>
            <a:r>
              <a:rPr lang="zh-CN" altLang="en-US" sz="2200" dirty="0"/>
              <a:t>位的序列号。对以下协议而言，可以取得的最大信道利用率是多少？ </a:t>
            </a:r>
            <a:br>
              <a:rPr lang="en-US" altLang="zh-CN" sz="2200" dirty="0"/>
            </a:br>
            <a:r>
              <a:rPr lang="zh-CN" altLang="en-US" sz="2200" dirty="0"/>
              <a:t>（</a:t>
            </a:r>
            <a:r>
              <a:rPr lang="en-US" altLang="zh-CN" sz="2200" dirty="0"/>
              <a:t>a</a:t>
            </a:r>
            <a:r>
              <a:rPr lang="zh-CN" altLang="en-US" sz="2200" dirty="0"/>
              <a:t>）停一等协议 </a:t>
            </a:r>
            <a:br>
              <a:rPr lang="en-US" altLang="zh-CN" sz="2200" dirty="0"/>
            </a:br>
            <a:r>
              <a:rPr lang="zh-CN" altLang="en-US" sz="2200" dirty="0"/>
              <a:t>（</a:t>
            </a:r>
            <a:r>
              <a:rPr lang="en-US" altLang="zh-CN" sz="2200" dirty="0"/>
              <a:t>b</a:t>
            </a:r>
            <a:r>
              <a:rPr lang="zh-CN" altLang="en-US" sz="2200" dirty="0"/>
              <a:t>）回退</a:t>
            </a:r>
            <a:r>
              <a:rPr lang="en-US" altLang="zh-CN" sz="2200" dirty="0"/>
              <a:t>N</a:t>
            </a:r>
            <a:r>
              <a:rPr lang="zh-CN" altLang="en-US" sz="2200" dirty="0"/>
              <a:t>滑动窗口协议</a:t>
            </a:r>
            <a:br>
              <a:rPr lang="en-US" altLang="zh-CN" sz="2200" dirty="0"/>
            </a:br>
            <a:r>
              <a:rPr lang="zh-CN" altLang="en-US" sz="2200" dirty="0"/>
              <a:t>（</a:t>
            </a:r>
            <a:r>
              <a:rPr lang="en-US" altLang="zh-CN" sz="2200" dirty="0"/>
              <a:t>c</a:t>
            </a:r>
            <a:r>
              <a:rPr lang="zh-CN" altLang="en-US" sz="2200" dirty="0"/>
              <a:t>）选择重传滑动窗口协议（</a:t>
            </a:r>
            <a:r>
              <a:rPr lang="en-US" altLang="zh-CN" sz="2200" dirty="0"/>
              <a:t>WT</a:t>
            </a:r>
            <a:r>
              <a:rPr lang="zh-CN" altLang="en-US" sz="2200" dirty="0"/>
              <a:t>最大时）</a:t>
            </a:r>
            <a:endParaRPr lang="en-US" sz="2200" dirty="0"/>
          </a:p>
        </p:txBody>
      </p:sp>
      <p:sp>
        <p:nvSpPr>
          <p:cNvPr id="2" name="灯片编号占位符 1"/>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03694" y="3429015"/>
            <a:ext cx="10937957" cy="2984401"/>
          </a:xfrm>
        </p:spPr>
        <p:txBody>
          <a:bodyPr>
            <a:normAutofit fontScale="70000" lnSpcReduction="20000"/>
          </a:bodyPr>
          <a:lstStyle/>
          <a:p>
            <a:pPr marL="0" marR="0" indent="266700" algn="just">
              <a:lnSpc>
                <a:spcPct val="120000"/>
              </a:lnSpc>
              <a:spcBef>
                <a:spcPts val="0"/>
              </a:spcBef>
              <a:spcAft>
                <a:spcPts val="0"/>
              </a:spcAft>
            </a:pPr>
            <a:r>
              <a:rPr lang="zh-CN" altLang="en-US" kern="100" dirty="0">
                <a:solidFill>
                  <a:srgbClr val="0000FF"/>
                </a:solidFill>
                <a:latin typeface="Verdana" panose="020B0604030504040204" pitchFamily="34" charset="0"/>
                <a:ea typeface="宋体" panose="02010600030101010101" pitchFamily="2" charset="-122"/>
              </a:rPr>
              <a:t>对应</a:t>
            </a:r>
            <a:r>
              <a:rPr lang="en-US" kern="100" dirty="0">
                <a:solidFill>
                  <a:srgbClr val="0000FF"/>
                </a:solidFill>
                <a:latin typeface="Verdana" panose="020B0604030504040204" pitchFamily="34" charset="0"/>
                <a:ea typeface="宋体" panose="02010600030101010101" pitchFamily="2" charset="-122"/>
              </a:rPr>
              <a:t>3</a:t>
            </a:r>
            <a:r>
              <a:rPr lang="zh-CN" altLang="en-US" kern="100" dirty="0">
                <a:solidFill>
                  <a:srgbClr val="0000FF"/>
                </a:solidFill>
                <a:latin typeface="Verdana" panose="020B0604030504040204" pitchFamily="34" charset="0"/>
                <a:ea typeface="宋体" panose="02010600030101010101" pitchFamily="2" charset="-122"/>
              </a:rPr>
              <a:t>种协议的发送窗口大小值分别为</a:t>
            </a:r>
            <a:r>
              <a:rPr lang="en-US" kern="100" dirty="0">
                <a:solidFill>
                  <a:srgbClr val="0000FF"/>
                </a:solidFill>
                <a:latin typeface="Verdana" panose="020B0604030504040204" pitchFamily="34" charset="0"/>
                <a:ea typeface="宋体" panose="02010600030101010101" pitchFamily="2" charset="-122"/>
              </a:rPr>
              <a:t>1</a:t>
            </a:r>
            <a:r>
              <a:rPr lang="zh-CN" altLang="en-US" kern="100" dirty="0">
                <a:solidFill>
                  <a:srgbClr val="0000FF"/>
                </a:solidFill>
                <a:latin typeface="Verdana" panose="020B0604030504040204" pitchFamily="34" charset="0"/>
                <a:ea typeface="宋体" panose="02010600030101010101" pitchFamily="2" charset="-122"/>
              </a:rPr>
              <a:t>，</a:t>
            </a:r>
            <a:r>
              <a:rPr lang="en-US" kern="100" dirty="0">
                <a:solidFill>
                  <a:srgbClr val="0000FF"/>
                </a:solidFill>
                <a:latin typeface="Verdana" panose="020B0604030504040204" pitchFamily="34" charset="0"/>
                <a:ea typeface="宋体" panose="02010600030101010101" pitchFamily="2" charset="-122"/>
              </a:rPr>
              <a:t>7</a:t>
            </a:r>
            <a:r>
              <a:rPr lang="zh-CN" altLang="en-US" kern="100" dirty="0">
                <a:solidFill>
                  <a:srgbClr val="0000FF"/>
                </a:solidFill>
                <a:latin typeface="Verdana" panose="020B0604030504040204" pitchFamily="34" charset="0"/>
                <a:ea typeface="宋体" panose="02010600030101010101" pitchFamily="2" charset="-122"/>
              </a:rPr>
              <a:t>和</a:t>
            </a:r>
            <a:r>
              <a:rPr lang="en-US" kern="100" dirty="0">
                <a:solidFill>
                  <a:srgbClr val="0000FF"/>
                </a:solidFill>
                <a:latin typeface="Verdana" panose="020B0604030504040204" pitchFamily="34" charset="0"/>
                <a:ea typeface="宋体" panose="02010600030101010101" pitchFamily="2" charset="-122"/>
              </a:rPr>
              <a:t>4</a:t>
            </a:r>
            <a:r>
              <a:rPr lang="zh-CN" altLang="en-US" kern="100" dirty="0">
                <a:solidFill>
                  <a:srgbClr val="0000FF"/>
                </a:solidFill>
                <a:latin typeface="Verdana" panose="020B0604030504040204" pitchFamily="34" charset="0"/>
                <a:ea typeface="宋体" panose="02010600030101010101" pitchFamily="2" charset="-122"/>
              </a:rPr>
              <a:t>。</a:t>
            </a:r>
            <a:endParaRPr lang="en-US" altLang="zh-CN" kern="100" dirty="0">
              <a:solidFill>
                <a:srgbClr val="0000FF"/>
              </a:solidFill>
              <a:latin typeface="Verdana" panose="020B0604030504040204" pitchFamily="34" charset="0"/>
              <a:ea typeface="宋体" panose="02010600030101010101" pitchFamily="2" charset="-122"/>
            </a:endParaRPr>
          </a:p>
          <a:p>
            <a:pPr marL="0" marR="0" indent="266700">
              <a:lnSpc>
                <a:spcPct val="120000"/>
              </a:lnSpc>
              <a:spcBef>
                <a:spcPts val="0"/>
              </a:spcBef>
              <a:spcAft>
                <a:spcPts val="0"/>
              </a:spcAft>
            </a:pPr>
            <a:r>
              <a:rPr lang="zh-CN" altLang="en-US" kern="100" dirty="0">
                <a:solidFill>
                  <a:srgbClr val="0000FF"/>
                </a:solidFill>
                <a:latin typeface="Verdana" panose="020B0604030504040204" pitchFamily="34" charset="0"/>
                <a:ea typeface="宋体" panose="02010600030101010101" pitchFamily="2" charset="-122"/>
              </a:rPr>
              <a:t>卫星信道端到端的传输延迟是</a:t>
            </a:r>
            <a:r>
              <a:rPr lang="en-US" kern="100" dirty="0">
                <a:solidFill>
                  <a:srgbClr val="0000FF"/>
                </a:solidFill>
                <a:latin typeface="Verdana" panose="020B0604030504040204" pitchFamily="34" charset="0"/>
                <a:ea typeface="宋体" panose="02010600030101010101" pitchFamily="2" charset="-122"/>
              </a:rPr>
              <a:t>270ms</a:t>
            </a:r>
            <a:r>
              <a:rPr lang="zh-CN" altLang="en-US" kern="100" dirty="0">
                <a:solidFill>
                  <a:srgbClr val="0000FF"/>
                </a:solidFill>
                <a:latin typeface="Verdana" panose="020B0604030504040204" pitchFamily="34" charset="0"/>
                <a:ea typeface="宋体" panose="02010600030101010101" pitchFamily="2" charset="-122"/>
              </a:rPr>
              <a:t>。以</a:t>
            </a:r>
            <a:r>
              <a:rPr lang="en-US" kern="100" dirty="0">
                <a:solidFill>
                  <a:srgbClr val="0000FF"/>
                </a:solidFill>
                <a:latin typeface="Verdana" panose="020B0604030504040204" pitchFamily="34" charset="0"/>
                <a:ea typeface="宋体" panose="02010600030101010101" pitchFamily="2" charset="-122"/>
              </a:rPr>
              <a:t>1Mb/s</a:t>
            </a:r>
            <a:r>
              <a:rPr lang="zh-CN" altLang="en-US" kern="100" dirty="0">
                <a:solidFill>
                  <a:srgbClr val="0000FF"/>
                </a:solidFill>
                <a:latin typeface="Verdana" panose="020B0604030504040204" pitchFamily="34" charset="0"/>
                <a:ea typeface="宋体" panose="02010600030101010101" pitchFamily="2" charset="-122"/>
              </a:rPr>
              <a:t>发送，</a:t>
            </a:r>
            <a:r>
              <a:rPr lang="en-US" kern="100" dirty="0">
                <a:solidFill>
                  <a:srgbClr val="0000FF"/>
                </a:solidFill>
                <a:latin typeface="Verdana" panose="020B0604030504040204" pitchFamily="34" charset="0"/>
                <a:ea typeface="宋体" panose="02010600030101010101" pitchFamily="2" charset="-122"/>
              </a:rPr>
              <a:t>1000b</a:t>
            </a:r>
            <a:r>
              <a:rPr lang="zh-CN" altLang="en-US" kern="100" dirty="0">
                <a:solidFill>
                  <a:srgbClr val="0000FF"/>
                </a:solidFill>
                <a:latin typeface="Verdana" panose="020B0604030504040204" pitchFamily="34" charset="0"/>
                <a:ea typeface="宋体" panose="02010600030101010101" pitchFamily="2" charset="-122"/>
              </a:rPr>
              <a:t>长的帧的发送时间是</a:t>
            </a:r>
            <a:r>
              <a:rPr lang="en-US" kern="100" dirty="0">
                <a:solidFill>
                  <a:srgbClr val="0000FF"/>
                </a:solidFill>
                <a:latin typeface="Verdana" panose="020B0604030504040204" pitchFamily="34" charset="0"/>
                <a:ea typeface="宋体" panose="02010600030101010101" pitchFamily="2" charset="-122"/>
              </a:rPr>
              <a:t>1ms</a:t>
            </a:r>
            <a:r>
              <a:rPr lang="zh-CN" altLang="en-US" kern="100" dirty="0">
                <a:solidFill>
                  <a:srgbClr val="0000FF"/>
                </a:solidFill>
                <a:latin typeface="Verdana" panose="020B0604030504040204" pitchFamily="34" charset="0"/>
                <a:ea typeface="宋体" panose="02010600030101010101" pitchFamily="2" charset="-122"/>
              </a:rPr>
              <a:t>。用</a:t>
            </a:r>
            <a:r>
              <a:rPr lang="en-US" kern="100" dirty="0">
                <a:solidFill>
                  <a:srgbClr val="0000FF"/>
                </a:solidFill>
                <a:latin typeface="Verdana" panose="020B0604030504040204" pitchFamily="34" charset="0"/>
                <a:ea typeface="宋体" panose="02010600030101010101" pitchFamily="2" charset="-122"/>
              </a:rPr>
              <a:t>t=0</a:t>
            </a:r>
            <a:r>
              <a:rPr lang="zh-CN" altLang="en-US" kern="100" dirty="0">
                <a:solidFill>
                  <a:srgbClr val="0000FF"/>
                </a:solidFill>
                <a:latin typeface="Verdana" panose="020B0604030504040204" pitchFamily="34" charset="0"/>
                <a:ea typeface="宋体" panose="02010600030101010101" pitchFamily="2" charset="-122"/>
              </a:rPr>
              <a:t>表示传输开始时间，那么在</a:t>
            </a:r>
            <a:r>
              <a:rPr lang="en-US" kern="100" dirty="0">
                <a:solidFill>
                  <a:srgbClr val="0000FF"/>
                </a:solidFill>
                <a:latin typeface="Verdana" panose="020B0604030504040204" pitchFamily="34" charset="0"/>
                <a:ea typeface="宋体" panose="02010600030101010101" pitchFamily="2" charset="-122"/>
              </a:rPr>
              <a:t>t=1ms</a:t>
            </a:r>
            <a:r>
              <a:rPr lang="zh-CN" altLang="en-US" kern="100" dirty="0">
                <a:solidFill>
                  <a:srgbClr val="0000FF"/>
                </a:solidFill>
                <a:latin typeface="Verdana" panose="020B0604030504040204" pitchFamily="34" charset="0"/>
                <a:ea typeface="宋体" panose="02010600030101010101" pitchFamily="2" charset="-122"/>
              </a:rPr>
              <a:t>时，第一帧发送完毕。</a:t>
            </a:r>
            <a:r>
              <a:rPr lang="en-US" kern="100" dirty="0">
                <a:solidFill>
                  <a:srgbClr val="0000FF"/>
                </a:solidFill>
                <a:latin typeface="Verdana" panose="020B0604030504040204" pitchFamily="34" charset="0"/>
                <a:ea typeface="宋体" panose="02010600030101010101" pitchFamily="2" charset="-122"/>
              </a:rPr>
              <a:t>t</a:t>
            </a:r>
            <a:r>
              <a:rPr lang="zh-CN" altLang="en-US" kern="100" dirty="0">
                <a:solidFill>
                  <a:srgbClr val="0000FF"/>
                </a:solidFill>
                <a:latin typeface="Verdana" panose="020B0604030504040204" pitchFamily="34" charset="0"/>
                <a:ea typeface="宋体" panose="02010600030101010101" pitchFamily="2" charset="-122"/>
              </a:rPr>
              <a:t>＝</a:t>
            </a:r>
            <a:r>
              <a:rPr lang="en-US" kern="100" dirty="0">
                <a:solidFill>
                  <a:srgbClr val="0000FF"/>
                </a:solidFill>
                <a:latin typeface="Verdana" panose="020B0604030504040204" pitchFamily="34" charset="0"/>
                <a:ea typeface="宋体" panose="02010600030101010101" pitchFamily="2" charset="-122"/>
              </a:rPr>
              <a:t>271ms</a:t>
            </a:r>
            <a:r>
              <a:rPr lang="zh-CN" altLang="en-US" kern="100" dirty="0">
                <a:solidFill>
                  <a:srgbClr val="0000FF"/>
                </a:solidFill>
                <a:latin typeface="Verdana" panose="020B0604030504040204" pitchFamily="34" charset="0"/>
                <a:ea typeface="宋体" panose="02010600030101010101" pitchFamily="2" charset="-122"/>
              </a:rPr>
              <a:t>时，第一帧完全到达接收方。</a:t>
            </a:r>
            <a:r>
              <a:rPr lang="en-US" kern="100" dirty="0">
                <a:solidFill>
                  <a:srgbClr val="0000FF"/>
                </a:solidFill>
                <a:latin typeface="Verdana" panose="020B0604030504040204" pitchFamily="34" charset="0"/>
                <a:ea typeface="宋体" panose="02010600030101010101" pitchFamily="2" charset="-122"/>
              </a:rPr>
              <a:t>t</a:t>
            </a:r>
            <a:r>
              <a:rPr lang="zh-CN" altLang="en-US" kern="100" dirty="0">
                <a:solidFill>
                  <a:srgbClr val="0000FF"/>
                </a:solidFill>
                <a:latin typeface="Verdana" panose="020B0604030504040204" pitchFamily="34" charset="0"/>
                <a:ea typeface="宋体" panose="02010600030101010101" pitchFamily="2" charset="-122"/>
              </a:rPr>
              <a:t>＝</a:t>
            </a:r>
            <a:r>
              <a:rPr lang="en-US" kern="100" dirty="0">
                <a:solidFill>
                  <a:srgbClr val="0000FF"/>
                </a:solidFill>
                <a:latin typeface="Verdana" panose="020B0604030504040204" pitchFamily="34" charset="0"/>
                <a:ea typeface="宋体" panose="02010600030101010101" pitchFamily="2" charset="-122"/>
              </a:rPr>
              <a:t>272ms</a:t>
            </a:r>
            <a:r>
              <a:rPr lang="zh-CN" altLang="en-US" kern="100" dirty="0">
                <a:solidFill>
                  <a:srgbClr val="0000FF"/>
                </a:solidFill>
                <a:latin typeface="Verdana" panose="020B0604030504040204" pitchFamily="34" charset="0"/>
                <a:ea typeface="宋体" panose="02010600030101010101" pitchFamily="2" charset="-122"/>
              </a:rPr>
              <a:t>时，对第一个帧的确认帧发送完毕。</a:t>
            </a:r>
            <a:r>
              <a:rPr lang="en-US" kern="100" dirty="0">
                <a:solidFill>
                  <a:srgbClr val="0000FF"/>
                </a:solidFill>
                <a:latin typeface="Verdana" panose="020B0604030504040204" pitchFamily="34" charset="0"/>
                <a:ea typeface="宋体" panose="02010600030101010101" pitchFamily="2" charset="-122"/>
              </a:rPr>
              <a:t>t=542ms</a:t>
            </a:r>
            <a:r>
              <a:rPr lang="zh-CN" altLang="en-US" kern="100" dirty="0">
                <a:solidFill>
                  <a:srgbClr val="0000FF"/>
                </a:solidFill>
                <a:latin typeface="Verdana" panose="020B0604030504040204" pitchFamily="34" charset="0"/>
                <a:ea typeface="宋体" panose="02010600030101010101" pitchFamily="2" charset="-122"/>
              </a:rPr>
              <a:t>时带有确认的帧完全到达发送方。因此如果发送窗口为</a:t>
            </a:r>
            <a:r>
              <a:rPr lang="en-US" altLang="zh-CN" kern="100" dirty="0">
                <a:solidFill>
                  <a:srgbClr val="0000FF"/>
                </a:solidFill>
                <a:latin typeface="Verdana" panose="020B0604030504040204" pitchFamily="34" charset="0"/>
                <a:ea typeface="宋体" panose="02010600030101010101" pitchFamily="2" charset="-122"/>
              </a:rPr>
              <a:t>542/1=542</a:t>
            </a:r>
            <a:r>
              <a:rPr lang="zh-CN" altLang="en-US" kern="100" dirty="0">
                <a:solidFill>
                  <a:srgbClr val="0000FF"/>
                </a:solidFill>
                <a:latin typeface="Verdana" panose="020B0604030504040204" pitchFamily="34" charset="0"/>
                <a:ea typeface="宋体" panose="02010600030101010101" pitchFamily="2" charset="-122"/>
              </a:rPr>
              <a:t>时，恰好能做到</a:t>
            </a:r>
            <a:r>
              <a:rPr lang="en-US" altLang="zh-CN" kern="100" dirty="0">
                <a:solidFill>
                  <a:srgbClr val="0000FF"/>
                </a:solidFill>
                <a:latin typeface="Verdana" panose="020B0604030504040204" pitchFamily="34" charset="0"/>
                <a:ea typeface="宋体" panose="02010600030101010101" pitchFamily="2" charset="-122"/>
              </a:rPr>
              <a:t>100%</a:t>
            </a:r>
            <a:r>
              <a:rPr lang="zh-CN" altLang="en-US" kern="100" dirty="0">
                <a:solidFill>
                  <a:srgbClr val="0000FF"/>
                </a:solidFill>
                <a:latin typeface="Verdana" panose="020B0604030504040204" pitchFamily="34" charset="0"/>
                <a:ea typeface="宋体" panose="02010600030101010101" pitchFamily="2" charset="-122"/>
              </a:rPr>
              <a:t>利用率。相应的，当发送端在</a:t>
            </a:r>
            <a:r>
              <a:rPr lang="en-US" kern="100" dirty="0">
                <a:solidFill>
                  <a:srgbClr val="0000FF"/>
                </a:solidFill>
                <a:latin typeface="Verdana" panose="020B0604030504040204" pitchFamily="34" charset="0"/>
                <a:ea typeface="宋体" panose="02010600030101010101" pitchFamily="2" charset="-122"/>
              </a:rPr>
              <a:t>542ms</a:t>
            </a:r>
            <a:r>
              <a:rPr lang="zh-CN" altLang="en-US" kern="100" dirty="0">
                <a:solidFill>
                  <a:srgbClr val="0000FF"/>
                </a:solidFill>
                <a:latin typeface="Verdana" panose="020B0604030504040204" pitchFamily="34" charset="0"/>
                <a:ea typeface="宋体" panose="02010600030101010101" pitchFamily="2" charset="-122"/>
              </a:rPr>
              <a:t>内可以发送</a:t>
            </a:r>
            <a:r>
              <a:rPr lang="en-US" kern="100" dirty="0">
                <a:solidFill>
                  <a:srgbClr val="0000FF"/>
                </a:solidFill>
                <a:latin typeface="Verdana" panose="020B0604030504040204" pitchFamily="34" charset="0"/>
                <a:ea typeface="宋体" panose="02010600030101010101" pitchFamily="2" charset="-122"/>
              </a:rPr>
              <a:t>k</a:t>
            </a:r>
            <a:r>
              <a:rPr lang="zh-CN" altLang="en-US" kern="100" dirty="0">
                <a:solidFill>
                  <a:srgbClr val="0000FF"/>
                </a:solidFill>
                <a:latin typeface="Verdana" panose="020B0604030504040204" pitchFamily="34" charset="0"/>
                <a:ea typeface="宋体" panose="02010600030101010101" pitchFamily="2" charset="-122"/>
              </a:rPr>
              <a:t>个帧（每个帧发送用</a:t>
            </a:r>
            <a:r>
              <a:rPr lang="en-US" kern="100" dirty="0">
                <a:solidFill>
                  <a:srgbClr val="0000FF"/>
                </a:solidFill>
                <a:latin typeface="Verdana" panose="020B0604030504040204" pitchFamily="34" charset="0"/>
                <a:ea typeface="宋体" panose="02010600030101010101" pitchFamily="2" charset="-122"/>
              </a:rPr>
              <a:t>1ms</a:t>
            </a:r>
            <a:r>
              <a:rPr lang="zh-CN" altLang="en-US" kern="100" dirty="0">
                <a:solidFill>
                  <a:srgbClr val="0000FF"/>
                </a:solidFill>
                <a:latin typeface="Verdana" panose="020B0604030504040204" pitchFamily="34" charset="0"/>
                <a:ea typeface="宋体" panose="02010600030101010101" pitchFamily="2" charset="-122"/>
              </a:rPr>
              <a:t>时间），则信道利用率是</a:t>
            </a:r>
            <a:r>
              <a:rPr lang="en-US" kern="100" dirty="0">
                <a:solidFill>
                  <a:srgbClr val="0000FF"/>
                </a:solidFill>
                <a:latin typeface="Verdana" panose="020B0604030504040204" pitchFamily="34" charset="0"/>
                <a:ea typeface="宋体" panose="02010600030101010101" pitchFamily="2" charset="-122"/>
              </a:rPr>
              <a:t>k/542</a:t>
            </a:r>
            <a:r>
              <a:rPr lang="zh-CN" altLang="en-US" kern="100" dirty="0">
                <a:solidFill>
                  <a:srgbClr val="0000FF"/>
                </a:solidFill>
                <a:latin typeface="Verdana" panose="020B0604030504040204" pitchFamily="34" charset="0"/>
                <a:ea typeface="宋体" panose="02010600030101010101" pitchFamily="2" charset="-122"/>
              </a:rPr>
              <a:t>，因此：</a:t>
            </a:r>
            <a:endParaRPr lang="en-US" kern="100" dirty="0">
              <a:latin typeface="Times New Roman" panose="02020603050405020304" pitchFamily="18" charset="0"/>
              <a:ea typeface="宋体" panose="02010600030101010101" pitchFamily="2" charset="-122"/>
            </a:endParaRPr>
          </a:p>
          <a:p>
            <a:pPr marL="0" marR="0" indent="133350" algn="just">
              <a:lnSpc>
                <a:spcPct val="120000"/>
              </a:lnSpc>
              <a:spcBef>
                <a:spcPts val="0"/>
              </a:spcBef>
              <a:spcAft>
                <a:spcPts val="0"/>
              </a:spcAft>
            </a:pPr>
            <a:r>
              <a:rPr lang="zh-CN" altLang="en-US" kern="100" dirty="0">
                <a:solidFill>
                  <a:srgbClr val="0000FF"/>
                </a:solidFill>
                <a:latin typeface="Verdana" panose="020B0604030504040204" pitchFamily="34" charset="0"/>
                <a:ea typeface="宋体" panose="02010600030101010101" pitchFamily="2" charset="-122"/>
              </a:rPr>
              <a:t>（</a:t>
            </a:r>
            <a:r>
              <a:rPr lang="en-US" kern="100" dirty="0">
                <a:solidFill>
                  <a:srgbClr val="0000FF"/>
                </a:solidFill>
                <a:latin typeface="Verdana" panose="020B0604030504040204" pitchFamily="34" charset="0"/>
                <a:ea typeface="宋体" panose="02010600030101010101" pitchFamily="2" charset="-122"/>
              </a:rPr>
              <a:t>1</a:t>
            </a:r>
            <a:r>
              <a:rPr lang="zh-CN" altLang="en-US" kern="100" dirty="0">
                <a:solidFill>
                  <a:srgbClr val="0000FF"/>
                </a:solidFill>
                <a:latin typeface="Verdana" panose="020B0604030504040204" pitchFamily="34" charset="0"/>
                <a:ea typeface="宋体" panose="02010600030101010101" pitchFamily="2" charset="-122"/>
              </a:rPr>
              <a:t>）</a:t>
            </a:r>
            <a:r>
              <a:rPr lang="en-US" kern="100" dirty="0">
                <a:solidFill>
                  <a:srgbClr val="0000FF"/>
                </a:solidFill>
                <a:latin typeface="Verdana" panose="020B0604030504040204" pitchFamily="34" charset="0"/>
                <a:ea typeface="宋体" panose="02010600030101010101" pitchFamily="2" charset="-122"/>
              </a:rPr>
              <a:t>k=1</a:t>
            </a:r>
            <a:r>
              <a:rPr lang="zh-CN" altLang="en-US" kern="100" dirty="0">
                <a:solidFill>
                  <a:srgbClr val="0000FF"/>
                </a:solidFill>
                <a:latin typeface="Verdana" panose="020B0604030504040204" pitchFamily="34" charset="0"/>
                <a:ea typeface="宋体" panose="02010600030101010101" pitchFamily="2" charset="-122"/>
              </a:rPr>
              <a:t>，最大信道利用率＝</a:t>
            </a:r>
            <a:r>
              <a:rPr lang="en-US" kern="100" dirty="0">
                <a:solidFill>
                  <a:srgbClr val="0000FF"/>
                </a:solidFill>
                <a:latin typeface="Verdana" panose="020B0604030504040204" pitchFamily="34" charset="0"/>
                <a:ea typeface="宋体" panose="02010600030101010101" pitchFamily="2" charset="-122"/>
              </a:rPr>
              <a:t>1/542</a:t>
            </a:r>
            <a:r>
              <a:rPr lang="zh-CN" altLang="en-US" kern="100" dirty="0">
                <a:solidFill>
                  <a:srgbClr val="0000FF"/>
                </a:solidFill>
                <a:latin typeface="Verdana" panose="020B0604030504040204" pitchFamily="34" charset="0"/>
                <a:ea typeface="宋体" panose="02010600030101010101" pitchFamily="2" charset="-122"/>
              </a:rPr>
              <a:t>＝</a:t>
            </a:r>
            <a:r>
              <a:rPr lang="en-US" kern="100" dirty="0">
                <a:solidFill>
                  <a:srgbClr val="0000FF"/>
                </a:solidFill>
                <a:latin typeface="Verdana" panose="020B0604030504040204" pitchFamily="34" charset="0"/>
                <a:ea typeface="宋体" panose="02010600030101010101" pitchFamily="2" charset="-122"/>
              </a:rPr>
              <a:t>0.18</a:t>
            </a:r>
            <a:r>
              <a:rPr lang="zh-CN" altLang="en-US" kern="100" dirty="0">
                <a:solidFill>
                  <a:srgbClr val="0000FF"/>
                </a:solidFill>
                <a:latin typeface="Verdana" panose="020B0604030504040204" pitchFamily="34" charset="0"/>
                <a:ea typeface="宋体" panose="02010600030101010101" pitchFamily="2" charset="-122"/>
              </a:rPr>
              <a:t>％</a:t>
            </a:r>
            <a:endParaRPr lang="en-US" kern="100" dirty="0">
              <a:latin typeface="Times New Roman" panose="02020603050405020304" pitchFamily="18" charset="0"/>
              <a:ea typeface="宋体" panose="02010600030101010101" pitchFamily="2" charset="-122"/>
            </a:endParaRPr>
          </a:p>
          <a:p>
            <a:pPr marL="0" marR="0" indent="133350" algn="just">
              <a:lnSpc>
                <a:spcPct val="120000"/>
              </a:lnSpc>
              <a:spcBef>
                <a:spcPts val="0"/>
              </a:spcBef>
              <a:spcAft>
                <a:spcPts val="0"/>
              </a:spcAft>
            </a:pPr>
            <a:r>
              <a:rPr lang="zh-CN" altLang="en-US" kern="100" dirty="0">
                <a:solidFill>
                  <a:srgbClr val="0000FF"/>
                </a:solidFill>
                <a:latin typeface="Verdana" panose="020B0604030504040204" pitchFamily="34" charset="0"/>
                <a:ea typeface="宋体" panose="02010600030101010101" pitchFamily="2" charset="-122"/>
              </a:rPr>
              <a:t>（</a:t>
            </a:r>
            <a:r>
              <a:rPr lang="en-US" kern="100" dirty="0">
                <a:solidFill>
                  <a:srgbClr val="0000FF"/>
                </a:solidFill>
                <a:latin typeface="Verdana" panose="020B0604030504040204" pitchFamily="34" charset="0"/>
                <a:ea typeface="宋体" panose="02010600030101010101" pitchFamily="2" charset="-122"/>
              </a:rPr>
              <a:t>2</a:t>
            </a:r>
            <a:r>
              <a:rPr lang="zh-CN" altLang="en-US" kern="100" dirty="0">
                <a:solidFill>
                  <a:srgbClr val="0000FF"/>
                </a:solidFill>
                <a:latin typeface="Verdana" panose="020B0604030504040204" pitchFamily="34" charset="0"/>
                <a:ea typeface="宋体" panose="02010600030101010101" pitchFamily="2" charset="-122"/>
              </a:rPr>
              <a:t>）</a:t>
            </a:r>
            <a:r>
              <a:rPr lang="en-US" kern="100" dirty="0">
                <a:solidFill>
                  <a:srgbClr val="0000FF"/>
                </a:solidFill>
                <a:latin typeface="Verdana" panose="020B0604030504040204" pitchFamily="34" charset="0"/>
                <a:ea typeface="宋体" panose="02010600030101010101" pitchFamily="2" charset="-122"/>
              </a:rPr>
              <a:t>k=7</a:t>
            </a:r>
            <a:r>
              <a:rPr lang="zh-CN" altLang="en-US" kern="100" dirty="0">
                <a:solidFill>
                  <a:srgbClr val="0000FF"/>
                </a:solidFill>
                <a:latin typeface="Verdana" panose="020B0604030504040204" pitchFamily="34" charset="0"/>
                <a:ea typeface="宋体" panose="02010600030101010101" pitchFamily="2" charset="-122"/>
              </a:rPr>
              <a:t>，最大信道利用率＝</a:t>
            </a:r>
            <a:r>
              <a:rPr lang="en-US" kern="100" dirty="0">
                <a:solidFill>
                  <a:srgbClr val="0000FF"/>
                </a:solidFill>
                <a:latin typeface="Verdana" panose="020B0604030504040204" pitchFamily="34" charset="0"/>
                <a:ea typeface="宋体" panose="02010600030101010101" pitchFamily="2" charset="-122"/>
              </a:rPr>
              <a:t>7/542</a:t>
            </a:r>
            <a:r>
              <a:rPr lang="zh-CN" altLang="en-US" kern="100" dirty="0">
                <a:solidFill>
                  <a:srgbClr val="0000FF"/>
                </a:solidFill>
                <a:latin typeface="Verdana" panose="020B0604030504040204" pitchFamily="34" charset="0"/>
                <a:ea typeface="宋体" panose="02010600030101010101" pitchFamily="2" charset="-122"/>
              </a:rPr>
              <a:t>＝</a:t>
            </a:r>
            <a:r>
              <a:rPr lang="en-US" kern="100" dirty="0">
                <a:solidFill>
                  <a:srgbClr val="0000FF"/>
                </a:solidFill>
                <a:latin typeface="Verdana" panose="020B0604030504040204" pitchFamily="34" charset="0"/>
                <a:ea typeface="宋体" panose="02010600030101010101" pitchFamily="2" charset="-122"/>
              </a:rPr>
              <a:t>1.29</a:t>
            </a:r>
            <a:r>
              <a:rPr lang="zh-CN" altLang="en-US" kern="100" dirty="0">
                <a:solidFill>
                  <a:srgbClr val="0000FF"/>
                </a:solidFill>
                <a:latin typeface="Verdana" panose="020B0604030504040204" pitchFamily="34" charset="0"/>
                <a:ea typeface="宋体" panose="02010600030101010101" pitchFamily="2" charset="-122"/>
              </a:rPr>
              <a:t>％</a:t>
            </a:r>
            <a:endParaRPr lang="en-US" kern="100" dirty="0">
              <a:latin typeface="Times New Roman" panose="02020603050405020304" pitchFamily="18" charset="0"/>
              <a:ea typeface="宋体" panose="02010600030101010101" pitchFamily="2" charset="-122"/>
            </a:endParaRPr>
          </a:p>
          <a:p>
            <a:pPr marL="0" marR="0" indent="133350" algn="just">
              <a:lnSpc>
                <a:spcPct val="120000"/>
              </a:lnSpc>
              <a:spcBef>
                <a:spcPts val="0"/>
              </a:spcBef>
              <a:spcAft>
                <a:spcPts val="0"/>
              </a:spcAft>
            </a:pPr>
            <a:r>
              <a:rPr lang="zh-CN" altLang="en-US" kern="100" dirty="0">
                <a:solidFill>
                  <a:srgbClr val="0000FF"/>
                </a:solidFill>
                <a:latin typeface="Verdana" panose="020B0604030504040204" pitchFamily="34" charset="0"/>
                <a:ea typeface="宋体" panose="02010600030101010101" pitchFamily="2" charset="-122"/>
              </a:rPr>
              <a:t>（</a:t>
            </a:r>
            <a:r>
              <a:rPr lang="en-US" kern="100" dirty="0">
                <a:solidFill>
                  <a:srgbClr val="0000FF"/>
                </a:solidFill>
                <a:latin typeface="Verdana" panose="020B0604030504040204" pitchFamily="34" charset="0"/>
                <a:ea typeface="宋体" panose="02010600030101010101" pitchFamily="2" charset="-122"/>
              </a:rPr>
              <a:t>3</a:t>
            </a:r>
            <a:r>
              <a:rPr lang="zh-CN" altLang="en-US" kern="100" dirty="0">
                <a:solidFill>
                  <a:srgbClr val="0000FF"/>
                </a:solidFill>
                <a:latin typeface="Verdana" panose="020B0604030504040204" pitchFamily="34" charset="0"/>
                <a:ea typeface="宋体" panose="02010600030101010101" pitchFamily="2" charset="-122"/>
              </a:rPr>
              <a:t>）</a:t>
            </a:r>
            <a:r>
              <a:rPr lang="en-US" kern="100" dirty="0">
                <a:solidFill>
                  <a:srgbClr val="0000FF"/>
                </a:solidFill>
                <a:latin typeface="Verdana" panose="020B0604030504040204" pitchFamily="34" charset="0"/>
                <a:ea typeface="宋体" panose="02010600030101010101" pitchFamily="2" charset="-122"/>
              </a:rPr>
              <a:t>k=4</a:t>
            </a:r>
            <a:r>
              <a:rPr lang="zh-CN" altLang="en-US" kern="100" dirty="0">
                <a:solidFill>
                  <a:srgbClr val="0000FF"/>
                </a:solidFill>
                <a:latin typeface="Verdana" panose="020B0604030504040204" pitchFamily="34" charset="0"/>
                <a:ea typeface="宋体" panose="02010600030101010101" pitchFamily="2" charset="-122"/>
              </a:rPr>
              <a:t>，最大信道利用率＝</a:t>
            </a:r>
            <a:r>
              <a:rPr lang="en-US" kern="100" dirty="0">
                <a:solidFill>
                  <a:srgbClr val="0000FF"/>
                </a:solidFill>
                <a:latin typeface="Verdana" panose="020B0604030504040204" pitchFamily="34" charset="0"/>
                <a:ea typeface="宋体" panose="02010600030101010101" pitchFamily="2" charset="-122"/>
              </a:rPr>
              <a:t>4/542</a:t>
            </a:r>
            <a:r>
              <a:rPr lang="zh-CN" altLang="en-US" kern="100" dirty="0">
                <a:solidFill>
                  <a:srgbClr val="0000FF"/>
                </a:solidFill>
                <a:latin typeface="Verdana" panose="020B0604030504040204" pitchFamily="34" charset="0"/>
                <a:ea typeface="宋体" panose="02010600030101010101" pitchFamily="2" charset="-122"/>
              </a:rPr>
              <a:t>＝</a:t>
            </a:r>
            <a:r>
              <a:rPr lang="en-US" kern="100" dirty="0">
                <a:solidFill>
                  <a:srgbClr val="0000FF"/>
                </a:solidFill>
                <a:latin typeface="Verdana" panose="020B0604030504040204" pitchFamily="34" charset="0"/>
                <a:ea typeface="宋体" panose="02010600030101010101" pitchFamily="2" charset="-122"/>
              </a:rPr>
              <a:t>0.74</a:t>
            </a:r>
            <a:r>
              <a:rPr lang="zh-CN" altLang="en-US" kern="100" dirty="0">
                <a:solidFill>
                  <a:srgbClr val="0000FF"/>
                </a:solidFill>
                <a:latin typeface="Verdana" panose="020B0604030504040204" pitchFamily="34" charset="0"/>
                <a:ea typeface="宋体" panose="02010600030101010101" pitchFamily="2" charset="-122"/>
              </a:rPr>
              <a:t>％</a:t>
            </a:r>
            <a:endParaRPr lang="en-US" kern="100" dirty="0">
              <a:latin typeface="Times New Roman" panose="02020603050405020304" pitchFamily="18" charset="0"/>
              <a:ea typeface="宋体" panose="02010600030101010101" pitchFamily="2" charset="-122"/>
            </a:endParaRPr>
          </a:p>
        </p:txBody>
      </p:sp>
      <p:sp>
        <p:nvSpPr>
          <p:cNvPr id="4" name="文本框 3"/>
          <p:cNvSpPr txBox="1"/>
          <p:nvPr/>
        </p:nvSpPr>
        <p:spPr>
          <a:xfrm>
            <a:off x="803694" y="294846"/>
            <a:ext cx="1826141" cy="584775"/>
          </a:xfrm>
          <a:prstGeom prst="rect">
            <a:avLst/>
          </a:prstGeom>
          <a:noFill/>
        </p:spPr>
        <p:txBody>
          <a:bodyPr wrap="none" rtlCol="0">
            <a:spAutoFit/>
          </a:bodyPr>
          <a:lstStyle/>
          <a:p>
            <a:r>
              <a:rPr lang="zh-CN" altLang="en-US" sz="3200" dirty="0">
                <a:solidFill>
                  <a:srgbClr val="FF0000"/>
                </a:solidFill>
              </a:rPr>
              <a:t>窗口计算</a:t>
            </a:r>
            <a:endParaRPr lang="en-US" sz="3200" dirty="0">
              <a:solidFill>
                <a:srgbClr val="FF0000"/>
              </a:solidFill>
            </a:endParaRPr>
          </a:p>
        </p:txBody>
      </p:sp>
      <p:sp>
        <p:nvSpPr>
          <p:cNvPr id="6" name="标题 1"/>
          <p:cNvSpPr txBox="1"/>
          <p:nvPr/>
        </p:nvSpPr>
        <p:spPr>
          <a:xfrm>
            <a:off x="803694" y="869950"/>
            <a:ext cx="10865792" cy="25590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5000"/>
              </a:lnSpc>
            </a:pPr>
            <a:r>
              <a:rPr lang="zh-CN" altLang="en-US" sz="2000" dirty="0"/>
              <a:t>  </a:t>
            </a:r>
            <a:r>
              <a:rPr lang="en-US" altLang="zh-CN" sz="2000" dirty="0"/>
              <a:t>1</a:t>
            </a:r>
            <a:r>
              <a:rPr lang="zh-CN" altLang="en-US" sz="2000" dirty="0"/>
              <a:t>）在一个</a:t>
            </a:r>
            <a:r>
              <a:rPr lang="en-US" altLang="zh-CN" sz="2000" dirty="0"/>
              <a:t>1Mb/s</a:t>
            </a:r>
            <a:r>
              <a:rPr lang="zh-CN" altLang="en-US" sz="2000" dirty="0"/>
              <a:t>的卫星信道上发送</a:t>
            </a:r>
            <a:r>
              <a:rPr lang="en-US" altLang="zh-CN" sz="2000" dirty="0"/>
              <a:t>1000bit</a:t>
            </a:r>
            <a:r>
              <a:rPr lang="zh-CN" altLang="en-US" sz="2000" dirty="0"/>
              <a:t>大小的帧。卫星信道端到端的传输延迟是</a:t>
            </a:r>
            <a:r>
              <a:rPr lang="en-US" altLang="zh-CN" sz="2000" dirty="0"/>
              <a:t>270ms</a:t>
            </a:r>
            <a:r>
              <a:rPr lang="zh-CN" altLang="en-US" sz="2000" dirty="0"/>
              <a:t>。确认总是捎带在数据帧中（假设从卫星发回的数据帧长也为</a:t>
            </a:r>
            <a:r>
              <a:rPr lang="en-US" altLang="zh-CN" sz="2000" dirty="0"/>
              <a:t>1000bit</a:t>
            </a:r>
            <a:r>
              <a:rPr lang="zh-CN" altLang="en-US" sz="2000" dirty="0"/>
              <a:t>）。帧头很短，使用 </a:t>
            </a:r>
            <a:r>
              <a:rPr lang="en-US" altLang="zh-CN" sz="2000" dirty="0"/>
              <a:t>3</a:t>
            </a:r>
            <a:r>
              <a:rPr lang="zh-CN" altLang="en-US" sz="2000" dirty="0"/>
              <a:t>位的序列号。对以下协议而言，可以取得的最大信道利用率是多少？ </a:t>
            </a:r>
            <a:br>
              <a:rPr lang="en-US" altLang="zh-CN" sz="2000" dirty="0"/>
            </a:br>
            <a:r>
              <a:rPr lang="zh-CN" altLang="en-US" sz="2000" dirty="0"/>
              <a:t>（</a:t>
            </a:r>
            <a:r>
              <a:rPr lang="en-US" altLang="zh-CN" sz="2000" dirty="0"/>
              <a:t>a</a:t>
            </a:r>
            <a:r>
              <a:rPr lang="zh-CN" altLang="en-US" sz="2000" dirty="0"/>
              <a:t>）停一等协议 </a:t>
            </a:r>
            <a:br>
              <a:rPr lang="en-US" altLang="zh-CN" sz="2000" dirty="0"/>
            </a:br>
            <a:r>
              <a:rPr lang="zh-CN" altLang="en-US" sz="2000" dirty="0"/>
              <a:t>（</a:t>
            </a:r>
            <a:r>
              <a:rPr lang="en-US" altLang="zh-CN" sz="2000" dirty="0"/>
              <a:t>b</a:t>
            </a:r>
            <a:r>
              <a:rPr lang="zh-CN" altLang="en-US" sz="2000" dirty="0"/>
              <a:t>）回退</a:t>
            </a:r>
            <a:r>
              <a:rPr lang="en-US" altLang="zh-CN" sz="2000" dirty="0"/>
              <a:t>N</a:t>
            </a:r>
            <a:r>
              <a:rPr lang="zh-CN" altLang="en-US" sz="2000" dirty="0"/>
              <a:t>滑动窗口协议</a:t>
            </a:r>
            <a:br>
              <a:rPr lang="en-US" altLang="zh-CN" sz="2000" dirty="0"/>
            </a:br>
            <a:r>
              <a:rPr lang="zh-CN" altLang="en-US" sz="2000" dirty="0"/>
              <a:t>（</a:t>
            </a:r>
            <a:r>
              <a:rPr lang="en-US" altLang="zh-CN" sz="2000" dirty="0"/>
              <a:t>c</a:t>
            </a:r>
            <a:r>
              <a:rPr lang="zh-CN" altLang="en-US" sz="2000" dirty="0"/>
              <a:t>）选择重传滑动窗口协议（</a:t>
            </a:r>
            <a:r>
              <a:rPr lang="en-US" altLang="zh-CN" sz="2000" dirty="0"/>
              <a:t>WT</a:t>
            </a:r>
            <a:r>
              <a:rPr lang="zh-CN" altLang="en-US" sz="2000" dirty="0"/>
              <a:t>最大时）</a:t>
            </a:r>
            <a:endParaRPr lang="en-US" sz="2000" dirty="0"/>
          </a:p>
        </p:txBody>
      </p:sp>
      <p:sp>
        <p:nvSpPr>
          <p:cNvPr id="2" name="灯片编号占位符 1"/>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5042" y="1056189"/>
            <a:ext cx="11160646" cy="5489575"/>
          </a:xfrm>
        </p:spPr>
        <p:txBody>
          <a:bodyPr>
            <a:noAutofit/>
          </a:bodyPr>
          <a:lstStyle/>
          <a:p>
            <a:pPr marL="357505" indent="-357505">
              <a:lnSpc>
                <a:spcPct val="120000"/>
              </a:lnSpc>
              <a:spcBef>
                <a:spcPts val="300"/>
              </a:spcBef>
              <a:buNone/>
            </a:pPr>
            <a:r>
              <a:rPr lang="en-US" altLang="zh-CN" sz="2000" dirty="0"/>
              <a:t>1</a:t>
            </a:r>
            <a:r>
              <a:rPr lang="zh-CN" altLang="en-US" sz="2000" dirty="0"/>
              <a:t>）在对等层之间进行通信所遵守的规则的集合称为</a:t>
            </a:r>
            <a:r>
              <a:rPr lang="zh-CN" altLang="en-US" sz="2000" dirty="0">
                <a:highlight>
                  <a:srgbClr val="FFFF00"/>
                </a:highlight>
              </a:rPr>
              <a:t>协议</a:t>
            </a:r>
            <a:r>
              <a:rPr lang="zh-CN" altLang="en-US" sz="2000" dirty="0"/>
              <a:t>，其</a:t>
            </a:r>
            <a:r>
              <a:rPr lang="zh-CN" altLang="en-US" sz="2000" dirty="0">
                <a:sym typeface="+mn-ea"/>
              </a:rPr>
              <a:t>由</a:t>
            </a:r>
            <a:r>
              <a:rPr lang="en-US" altLang="zh-CN" sz="2000" dirty="0">
                <a:sym typeface="+mn-ea"/>
              </a:rPr>
              <a:t>_</a:t>
            </a:r>
            <a:r>
              <a:rPr lang="zh-CN" altLang="en-US" sz="2000" dirty="0">
                <a:highlight>
                  <a:srgbClr val="FFFF00"/>
                </a:highlight>
                <a:sym typeface="+mn-ea"/>
              </a:rPr>
              <a:t>语义</a:t>
            </a:r>
            <a:r>
              <a:rPr lang="zh-CN" altLang="en-US" sz="2000" dirty="0">
                <a:sym typeface="+mn-ea"/>
              </a:rPr>
              <a:t>、</a:t>
            </a:r>
            <a:r>
              <a:rPr lang="zh-CN" altLang="en-US" sz="2000" dirty="0">
                <a:highlight>
                  <a:srgbClr val="FFFF00"/>
                </a:highlight>
                <a:sym typeface="+mn-ea"/>
              </a:rPr>
              <a:t>语法</a:t>
            </a:r>
            <a:r>
              <a:rPr lang="en-US" altLang="zh-CN" sz="2000" dirty="0">
                <a:sym typeface="+mn-ea"/>
              </a:rPr>
              <a:t>_</a:t>
            </a:r>
            <a:r>
              <a:rPr lang="zh-CN" altLang="en-US" sz="2000" dirty="0">
                <a:sym typeface="+mn-ea"/>
              </a:rPr>
              <a:t>及</a:t>
            </a:r>
            <a:r>
              <a:rPr lang="zh-CN" altLang="en-US" sz="2000" dirty="0">
                <a:highlight>
                  <a:srgbClr val="FFFF00"/>
                </a:highlight>
                <a:sym typeface="+mn-ea"/>
              </a:rPr>
              <a:t>时序</a:t>
            </a:r>
            <a:r>
              <a:rPr lang="en-US" altLang="zh-CN" sz="2000" dirty="0">
                <a:sym typeface="+mn-ea"/>
              </a:rPr>
              <a:t>_</a:t>
            </a:r>
            <a:r>
              <a:rPr lang="zh-CN" altLang="en-US" sz="2000" dirty="0">
                <a:sym typeface="+mn-ea"/>
              </a:rPr>
              <a:t>三要素组成</a:t>
            </a:r>
            <a:r>
              <a:rPr lang="zh-CN" altLang="en-US" sz="2000" dirty="0"/>
              <a:t>。</a:t>
            </a:r>
            <a:r>
              <a:rPr lang="zh-CN" altLang="en-US" sz="2000" dirty="0">
                <a:highlight>
                  <a:srgbClr val="FFFF00"/>
                </a:highlight>
              </a:rPr>
              <a:t>协议</a:t>
            </a:r>
            <a:r>
              <a:rPr lang="en-US" altLang="zh-CN" sz="2000" dirty="0"/>
              <a:t>_</a:t>
            </a:r>
            <a:r>
              <a:rPr lang="zh-CN" altLang="en-US" sz="2000" dirty="0"/>
              <a:t>和层次结构的集合称为</a:t>
            </a:r>
            <a:r>
              <a:rPr lang="zh-CN" altLang="en-US" sz="2000" dirty="0">
                <a:highlight>
                  <a:srgbClr val="FFFF00"/>
                </a:highlight>
              </a:rPr>
              <a:t>网络体系结构</a:t>
            </a:r>
            <a:r>
              <a:rPr lang="zh-CN" altLang="en-US" sz="2000" dirty="0"/>
              <a:t>。 两个最重要的网络参考模型是</a:t>
            </a:r>
            <a:r>
              <a:rPr lang="en-US" sz="2000" dirty="0">
                <a:highlight>
                  <a:srgbClr val="FFFF00"/>
                </a:highlight>
              </a:rPr>
              <a:t>OSI/RM</a:t>
            </a:r>
            <a:r>
              <a:rPr lang="zh-CN" altLang="en-US" sz="2000" dirty="0"/>
              <a:t>和</a:t>
            </a:r>
            <a:r>
              <a:rPr lang="en-US" sz="2000" dirty="0">
                <a:highlight>
                  <a:srgbClr val="FFFF00"/>
                </a:highlight>
              </a:rPr>
              <a:t>TCP/IP</a:t>
            </a:r>
            <a:r>
              <a:rPr lang="en-US" sz="2000" dirty="0"/>
              <a:t>。 </a:t>
            </a:r>
            <a:r>
              <a:rPr lang="zh-CN" altLang="en-US" sz="2000" dirty="0"/>
              <a:t> </a:t>
            </a:r>
            <a:endParaRPr lang="zh-CN" altLang="en-US" sz="2000" dirty="0"/>
          </a:p>
          <a:p>
            <a:pPr marL="357505" indent="-357505">
              <a:lnSpc>
                <a:spcPct val="120000"/>
              </a:lnSpc>
              <a:spcBef>
                <a:spcPts val="300"/>
              </a:spcBef>
              <a:buNone/>
            </a:pPr>
            <a:r>
              <a:rPr lang="en-US" altLang="zh-CN" sz="2000" dirty="0">
                <a:sym typeface="+mn-ea"/>
              </a:rPr>
              <a:t>2</a:t>
            </a:r>
            <a:r>
              <a:rPr lang="zh-CN" altLang="en-US" sz="2000" dirty="0">
                <a:sym typeface="+mn-ea"/>
              </a:rPr>
              <a:t>）在网络层次结构中，每一层都完成一定的</a:t>
            </a:r>
            <a:r>
              <a:rPr lang="en-US" altLang="zh-CN" sz="2000" dirty="0">
                <a:sym typeface="+mn-ea"/>
              </a:rPr>
              <a:t>_</a:t>
            </a:r>
            <a:r>
              <a:rPr lang="zh-CN" altLang="en-US" sz="2000" dirty="0">
                <a:highlight>
                  <a:srgbClr val="FFFF00"/>
                </a:highlight>
                <a:sym typeface="+mn-ea"/>
              </a:rPr>
              <a:t>功能</a:t>
            </a:r>
            <a:r>
              <a:rPr lang="en-US" altLang="zh-CN" sz="2000" dirty="0">
                <a:sym typeface="+mn-ea"/>
              </a:rPr>
              <a:t>_</a:t>
            </a:r>
            <a:r>
              <a:rPr lang="zh-CN" altLang="en-US" sz="2000" dirty="0">
                <a:sym typeface="+mn-ea"/>
              </a:rPr>
              <a:t>；对等层之间依照</a:t>
            </a:r>
            <a:r>
              <a:rPr lang="en-US" altLang="zh-CN" sz="2000" dirty="0">
                <a:sym typeface="+mn-ea"/>
              </a:rPr>
              <a:t>_</a:t>
            </a:r>
            <a:r>
              <a:rPr lang="zh-CN" altLang="en-US" sz="2000" dirty="0">
                <a:highlight>
                  <a:srgbClr val="FFFF00"/>
                </a:highlight>
                <a:sym typeface="+mn-ea"/>
              </a:rPr>
              <a:t>协议</a:t>
            </a:r>
            <a:r>
              <a:rPr lang="en-US" altLang="zh-CN" sz="2000" dirty="0">
                <a:sym typeface="+mn-ea"/>
              </a:rPr>
              <a:t>_</a:t>
            </a:r>
            <a:r>
              <a:rPr lang="zh-CN" altLang="en-US" sz="2000" dirty="0">
                <a:sym typeface="+mn-ea"/>
              </a:rPr>
              <a:t>来 通信；相邻层之间通过</a:t>
            </a:r>
            <a:r>
              <a:rPr lang="en-US" altLang="zh-CN" sz="2000" dirty="0">
                <a:sym typeface="+mn-ea"/>
              </a:rPr>
              <a:t>__</a:t>
            </a:r>
            <a:r>
              <a:rPr lang="zh-CN" altLang="en-US" sz="2000" dirty="0">
                <a:highlight>
                  <a:srgbClr val="FFFF00"/>
                </a:highlight>
                <a:sym typeface="+mn-ea"/>
              </a:rPr>
              <a:t>接口</a:t>
            </a:r>
            <a:r>
              <a:rPr lang="en-US" altLang="zh-CN" sz="2000" dirty="0">
                <a:sym typeface="+mn-ea"/>
              </a:rPr>
              <a:t>_</a:t>
            </a:r>
            <a:r>
              <a:rPr lang="zh-CN" altLang="en-US" sz="2000" dirty="0">
                <a:sym typeface="+mn-ea"/>
              </a:rPr>
              <a:t>提供的</a:t>
            </a:r>
            <a:r>
              <a:rPr lang="en-US" altLang="zh-CN" sz="2000" dirty="0">
                <a:sym typeface="+mn-ea"/>
              </a:rPr>
              <a:t>_</a:t>
            </a:r>
            <a:r>
              <a:rPr lang="zh-CN" altLang="en-US" sz="2000" dirty="0">
                <a:highlight>
                  <a:srgbClr val="FFFF00"/>
                </a:highlight>
                <a:sym typeface="+mn-ea"/>
              </a:rPr>
              <a:t>服务</a:t>
            </a:r>
            <a:r>
              <a:rPr lang="en-US" altLang="zh-CN" sz="2000" dirty="0">
                <a:sym typeface="+mn-ea"/>
              </a:rPr>
              <a:t>__</a:t>
            </a:r>
            <a:r>
              <a:rPr lang="zh-CN" altLang="en-US" sz="2000" dirty="0">
                <a:sym typeface="+mn-ea"/>
              </a:rPr>
              <a:t>；服务的入口叫</a:t>
            </a:r>
            <a:r>
              <a:rPr lang="en-US" altLang="zh-CN" sz="2000" dirty="0">
                <a:sym typeface="+mn-ea"/>
              </a:rPr>
              <a:t>_</a:t>
            </a:r>
            <a:r>
              <a:rPr lang="zh-CN" altLang="en-US" sz="2000" dirty="0">
                <a:highlight>
                  <a:srgbClr val="FFFF00"/>
                </a:highlight>
                <a:sym typeface="+mn-ea"/>
              </a:rPr>
              <a:t>服务访问点</a:t>
            </a:r>
            <a:r>
              <a:rPr lang="en-US" altLang="zh-CN" sz="2000" dirty="0">
                <a:sym typeface="+mn-ea"/>
              </a:rPr>
              <a:t>_</a:t>
            </a:r>
            <a:r>
              <a:rPr lang="zh-CN" altLang="en-US" sz="2000" dirty="0">
                <a:sym typeface="+mn-ea"/>
              </a:rPr>
              <a:t>， 在因特网的 </a:t>
            </a:r>
            <a:r>
              <a:rPr lang="en-US" sz="2000" dirty="0">
                <a:sym typeface="+mn-ea"/>
              </a:rPr>
              <a:t>TCP/IP </a:t>
            </a:r>
            <a:r>
              <a:rPr lang="zh-CN" altLang="en-US" sz="2000" dirty="0">
                <a:sym typeface="+mn-ea"/>
              </a:rPr>
              <a:t>模型中对应的是</a:t>
            </a:r>
            <a:r>
              <a:rPr lang="en-US" altLang="zh-CN" sz="2000" dirty="0">
                <a:sym typeface="+mn-ea"/>
              </a:rPr>
              <a:t>__</a:t>
            </a:r>
            <a:r>
              <a:rPr lang="zh-CN" altLang="en-US" sz="2000" dirty="0">
                <a:highlight>
                  <a:srgbClr val="FFFF00"/>
                </a:highlight>
                <a:sym typeface="+mn-ea"/>
              </a:rPr>
              <a:t>端口（号）</a:t>
            </a:r>
            <a:r>
              <a:rPr lang="en-US" altLang="zh-CN" sz="2000" dirty="0">
                <a:sym typeface="+mn-ea"/>
              </a:rPr>
              <a:t>_</a:t>
            </a:r>
            <a:r>
              <a:rPr lang="zh-CN" altLang="en-US" sz="2000" dirty="0">
                <a:sym typeface="+mn-ea"/>
              </a:rPr>
              <a:t>；服务通过</a:t>
            </a:r>
            <a:r>
              <a:rPr lang="en-US" altLang="zh-CN" sz="2000" dirty="0">
                <a:sym typeface="+mn-ea"/>
              </a:rPr>
              <a:t>__</a:t>
            </a:r>
            <a:r>
              <a:rPr lang="zh-CN" altLang="en-US" sz="2000" dirty="0">
                <a:highlight>
                  <a:srgbClr val="FFFF00"/>
                </a:highlight>
                <a:sym typeface="+mn-ea"/>
              </a:rPr>
              <a:t>服务原语</a:t>
            </a:r>
            <a:r>
              <a:rPr lang="en-US" altLang="zh-CN" sz="2000" dirty="0">
                <a:sym typeface="+mn-ea"/>
              </a:rPr>
              <a:t>___</a:t>
            </a:r>
            <a:r>
              <a:rPr lang="zh-CN" altLang="en-US" sz="2000" dirty="0">
                <a:sym typeface="+mn-ea"/>
              </a:rPr>
              <a:t>来实现。</a:t>
            </a:r>
            <a:endParaRPr lang="zh-CN" altLang="en-US" sz="2000" dirty="0"/>
          </a:p>
          <a:p>
            <a:pPr marL="357505" indent="-357505">
              <a:lnSpc>
                <a:spcPct val="120000"/>
              </a:lnSpc>
              <a:spcBef>
                <a:spcPts val="300"/>
              </a:spcBef>
              <a:buNone/>
            </a:pPr>
            <a:r>
              <a:rPr lang="en-US" altLang="zh-CN" sz="2000" dirty="0">
                <a:sym typeface="+mn-ea"/>
              </a:rPr>
              <a:t>3</a:t>
            </a:r>
            <a:r>
              <a:rPr lang="zh-CN" altLang="en-US" sz="2000" dirty="0">
                <a:sym typeface="+mn-ea"/>
              </a:rPr>
              <a:t>）</a:t>
            </a:r>
            <a:r>
              <a:rPr lang="en-US" altLang="zh-CN" sz="2000" dirty="0">
                <a:sym typeface="+mn-ea"/>
              </a:rPr>
              <a:t>OSI</a:t>
            </a:r>
            <a:r>
              <a:rPr lang="en-US" sz="2000" dirty="0">
                <a:sym typeface="+mn-ea"/>
              </a:rPr>
              <a:t>/RM</a:t>
            </a:r>
            <a:r>
              <a:rPr lang="zh-CN" altLang="en-US" sz="2000" dirty="0">
                <a:sym typeface="+mn-ea"/>
              </a:rPr>
              <a:t>中，同层对等实体间进行信息交换时必须遵守的规则称为 </a:t>
            </a:r>
            <a:r>
              <a:rPr lang="en-US" altLang="zh-CN" sz="2000" dirty="0">
                <a:sym typeface="+mn-ea"/>
              </a:rPr>
              <a:t>( </a:t>
            </a:r>
            <a:r>
              <a:rPr lang="zh-CN" altLang="en-US" sz="2000" dirty="0">
                <a:highlight>
                  <a:srgbClr val="FFFF00"/>
                </a:highlight>
                <a:sym typeface="+mn-ea"/>
              </a:rPr>
              <a:t>协 议</a:t>
            </a:r>
            <a:r>
              <a:rPr lang="en-US" altLang="zh-CN" sz="2000" dirty="0">
                <a:sym typeface="+mn-ea"/>
              </a:rPr>
              <a:t>)</a:t>
            </a:r>
            <a:r>
              <a:rPr lang="zh-CN" altLang="en-US" sz="2000" dirty="0">
                <a:sym typeface="+mn-ea"/>
              </a:rPr>
              <a:t>， 相邻层间通过 </a:t>
            </a:r>
            <a:r>
              <a:rPr lang="en-US" altLang="zh-CN" sz="2000" dirty="0">
                <a:sym typeface="+mn-ea"/>
              </a:rPr>
              <a:t>( </a:t>
            </a:r>
            <a:r>
              <a:rPr lang="zh-CN" altLang="en-US" sz="2000" dirty="0">
                <a:highlight>
                  <a:srgbClr val="FFFF00"/>
                </a:highlight>
                <a:sym typeface="+mn-ea"/>
              </a:rPr>
              <a:t>层接口 </a:t>
            </a:r>
            <a:r>
              <a:rPr lang="en-US" altLang="zh-CN" sz="2000" dirty="0">
                <a:sym typeface="+mn-ea"/>
              </a:rPr>
              <a:t>)</a:t>
            </a:r>
            <a:r>
              <a:rPr lang="zh-CN" altLang="en-US" sz="2000" dirty="0">
                <a:sym typeface="+mn-ea"/>
              </a:rPr>
              <a:t>提供服务， 服务通过 </a:t>
            </a:r>
            <a:r>
              <a:rPr lang="en-US" altLang="zh-CN" sz="2000" dirty="0">
                <a:sym typeface="+mn-ea"/>
              </a:rPr>
              <a:t>( </a:t>
            </a:r>
            <a:r>
              <a:rPr lang="zh-CN" altLang="en-US" sz="2000" dirty="0">
                <a:highlight>
                  <a:srgbClr val="FFFF00"/>
                </a:highlight>
                <a:sym typeface="+mn-ea"/>
              </a:rPr>
              <a:t>服务原语 </a:t>
            </a:r>
            <a:r>
              <a:rPr lang="en-US" altLang="zh-CN" sz="2000" dirty="0">
                <a:sym typeface="+mn-ea"/>
              </a:rPr>
              <a:t>)</a:t>
            </a:r>
            <a:r>
              <a:rPr lang="zh-CN" altLang="en-US" sz="2000" dirty="0">
                <a:sym typeface="+mn-ea"/>
              </a:rPr>
              <a:t>来实现。</a:t>
            </a:r>
            <a:r>
              <a:rPr lang="en-US" altLang="zh-CN" sz="2000" dirty="0">
                <a:sym typeface="+mn-ea"/>
              </a:rPr>
              <a:t>( </a:t>
            </a:r>
            <a:r>
              <a:rPr lang="zh-CN" altLang="en-US" sz="2000" dirty="0">
                <a:highlight>
                  <a:srgbClr val="FFFF00"/>
                </a:highlight>
                <a:sym typeface="+mn-ea"/>
              </a:rPr>
              <a:t>传输 </a:t>
            </a:r>
            <a:r>
              <a:rPr lang="en-US" altLang="zh-CN" sz="2000" dirty="0">
                <a:sym typeface="+mn-ea"/>
              </a:rPr>
              <a:t>) </a:t>
            </a:r>
            <a:r>
              <a:rPr lang="zh-CN" altLang="en-US" sz="2000" dirty="0">
                <a:sym typeface="+mn-ea"/>
              </a:rPr>
              <a:t>层的主要功能是提供用户之间端到端的信息传送，它利用 </a:t>
            </a:r>
            <a:r>
              <a:rPr lang="en-US" altLang="zh-CN" sz="2000" dirty="0">
                <a:sym typeface="+mn-ea"/>
              </a:rPr>
              <a:t>( </a:t>
            </a:r>
            <a:r>
              <a:rPr lang="zh-CN" altLang="en-US" sz="2000" dirty="0">
                <a:highlight>
                  <a:srgbClr val="FFFF00"/>
                </a:highlight>
                <a:sym typeface="+mn-ea"/>
              </a:rPr>
              <a:t>网络</a:t>
            </a:r>
            <a:r>
              <a:rPr lang="en-US" altLang="zh-CN" sz="2000" dirty="0">
                <a:sym typeface="+mn-ea"/>
              </a:rPr>
              <a:t>) </a:t>
            </a:r>
            <a:r>
              <a:rPr lang="zh-CN" altLang="en-US" sz="2000" dirty="0">
                <a:sym typeface="+mn-ea"/>
              </a:rPr>
              <a:t>层提供的 服务来完成此功能。</a:t>
            </a:r>
            <a:endParaRPr lang="en-US" sz="2000" dirty="0">
              <a:sym typeface="+mn-ea"/>
            </a:endParaRPr>
          </a:p>
          <a:p>
            <a:pPr marL="357505" indent="-357505">
              <a:lnSpc>
                <a:spcPct val="120000"/>
              </a:lnSpc>
              <a:spcBef>
                <a:spcPts val="300"/>
              </a:spcBef>
              <a:buNone/>
            </a:pPr>
            <a:r>
              <a:rPr lang="en-US" sz="2000" dirty="0">
                <a:sym typeface="+mn-ea"/>
              </a:rPr>
              <a:t>4</a:t>
            </a:r>
            <a:r>
              <a:rPr lang="zh-CN" altLang="en-US" sz="2000" dirty="0">
                <a:sym typeface="+mn-ea"/>
              </a:rPr>
              <a:t>）</a:t>
            </a:r>
            <a:r>
              <a:rPr lang="en-US" sz="2000" dirty="0">
                <a:sym typeface="+mn-ea"/>
              </a:rPr>
              <a:t>OSI/RM </a:t>
            </a:r>
            <a:r>
              <a:rPr lang="zh-CN" altLang="en-US" sz="2000" dirty="0">
                <a:sym typeface="+mn-ea"/>
              </a:rPr>
              <a:t>在网络层具有</a:t>
            </a:r>
            <a:r>
              <a:rPr lang="en-US" altLang="zh-CN" sz="2000" dirty="0">
                <a:sym typeface="+mn-ea"/>
              </a:rPr>
              <a:t>_</a:t>
            </a:r>
            <a:r>
              <a:rPr lang="zh-CN" altLang="en-US" sz="2000" dirty="0">
                <a:highlight>
                  <a:srgbClr val="FFFF00"/>
                </a:highlight>
                <a:sym typeface="+mn-ea"/>
              </a:rPr>
              <a:t>面向连接</a:t>
            </a:r>
            <a:r>
              <a:rPr lang="zh-CN" altLang="en-US" sz="2000" dirty="0">
                <a:sym typeface="+mn-ea"/>
              </a:rPr>
              <a:t> </a:t>
            </a:r>
            <a:r>
              <a:rPr lang="en-US" altLang="zh-CN" sz="2000" dirty="0">
                <a:sym typeface="+mn-ea"/>
              </a:rPr>
              <a:t>_</a:t>
            </a:r>
            <a:r>
              <a:rPr lang="zh-CN" altLang="en-US" sz="2000" dirty="0">
                <a:sym typeface="+mn-ea"/>
              </a:rPr>
              <a:t>服务和</a:t>
            </a:r>
            <a:r>
              <a:rPr lang="en-US" altLang="zh-CN" sz="2000" dirty="0">
                <a:sym typeface="+mn-ea"/>
              </a:rPr>
              <a:t>_</a:t>
            </a:r>
            <a:r>
              <a:rPr lang="zh-CN" altLang="en-US" sz="2000" dirty="0">
                <a:highlight>
                  <a:srgbClr val="FFFF00"/>
                </a:highlight>
                <a:sym typeface="+mn-ea"/>
              </a:rPr>
              <a:t>无连接</a:t>
            </a:r>
            <a:r>
              <a:rPr lang="en-US" altLang="zh-CN" sz="2000" dirty="0">
                <a:sym typeface="+mn-ea"/>
              </a:rPr>
              <a:t>_</a:t>
            </a:r>
            <a:r>
              <a:rPr lang="zh-CN" altLang="en-US" sz="2000" dirty="0">
                <a:sym typeface="+mn-ea"/>
              </a:rPr>
              <a:t>服务，分别叫</a:t>
            </a:r>
            <a:r>
              <a:rPr lang="en-US" altLang="zh-CN" sz="2000" dirty="0">
                <a:sym typeface="+mn-ea"/>
              </a:rPr>
              <a:t>_</a:t>
            </a:r>
            <a:r>
              <a:rPr lang="zh-CN" altLang="en-US" sz="2000" dirty="0">
                <a:highlight>
                  <a:srgbClr val="FFFF00"/>
                </a:highlight>
                <a:sym typeface="+mn-ea"/>
              </a:rPr>
              <a:t>虚电路 </a:t>
            </a:r>
            <a:r>
              <a:rPr lang="en-US" altLang="zh-CN" sz="2000" dirty="0">
                <a:sym typeface="+mn-ea"/>
              </a:rPr>
              <a:t>_</a:t>
            </a:r>
            <a:r>
              <a:rPr lang="zh-CN" altLang="en-US" sz="2000" dirty="0">
                <a:sym typeface="+mn-ea"/>
              </a:rPr>
              <a:t>和</a:t>
            </a:r>
            <a:r>
              <a:rPr lang="en-US" altLang="zh-CN" sz="2000" dirty="0">
                <a:sym typeface="+mn-ea"/>
              </a:rPr>
              <a:t>_</a:t>
            </a:r>
            <a:r>
              <a:rPr lang="zh-CN" altLang="en-US" sz="2000" dirty="0">
                <a:highlight>
                  <a:srgbClr val="FFFF00"/>
                </a:highlight>
                <a:sym typeface="+mn-ea"/>
              </a:rPr>
              <a:t>数据报</a:t>
            </a:r>
            <a:r>
              <a:rPr lang="en-US" altLang="zh-CN" sz="2000" dirty="0">
                <a:sym typeface="+mn-ea"/>
              </a:rPr>
              <a:t>_</a:t>
            </a:r>
            <a:r>
              <a:rPr lang="zh-CN" altLang="en-US" sz="2000" dirty="0">
                <a:sym typeface="+mn-ea"/>
              </a:rPr>
              <a:t>；而 </a:t>
            </a:r>
            <a:r>
              <a:rPr lang="en-US" sz="2000" dirty="0">
                <a:sym typeface="+mn-ea"/>
              </a:rPr>
              <a:t>TCP/IP </a:t>
            </a:r>
            <a:r>
              <a:rPr lang="zh-CN" altLang="en-US" sz="2000" dirty="0">
                <a:sym typeface="+mn-ea"/>
              </a:rPr>
              <a:t>的网络层只有</a:t>
            </a:r>
            <a:r>
              <a:rPr lang="en-US" altLang="zh-CN" sz="2000" dirty="0">
                <a:sym typeface="+mn-ea"/>
              </a:rPr>
              <a:t>_</a:t>
            </a:r>
            <a:r>
              <a:rPr lang="zh-CN" altLang="en-US" sz="2000" dirty="0">
                <a:highlight>
                  <a:srgbClr val="FFFF00"/>
                </a:highlight>
                <a:sym typeface="+mn-ea"/>
              </a:rPr>
              <a:t>无连接</a:t>
            </a:r>
            <a:r>
              <a:rPr lang="en-US" altLang="zh-CN" sz="2000" dirty="0">
                <a:sym typeface="+mn-ea"/>
              </a:rPr>
              <a:t>_</a:t>
            </a:r>
            <a:r>
              <a:rPr lang="zh-CN" altLang="en-US" sz="2000" dirty="0">
                <a:sym typeface="+mn-ea"/>
              </a:rPr>
              <a:t>服务；会话层利用</a:t>
            </a:r>
            <a:r>
              <a:rPr lang="en-US" altLang="zh-CN" sz="2000" dirty="0">
                <a:sym typeface="+mn-ea"/>
              </a:rPr>
              <a:t>_</a:t>
            </a:r>
            <a:r>
              <a:rPr lang="zh-CN" altLang="en-US" sz="2000" dirty="0">
                <a:highlight>
                  <a:srgbClr val="FFFF00"/>
                </a:highlight>
                <a:sym typeface="+mn-ea"/>
              </a:rPr>
              <a:t>传输</a:t>
            </a:r>
            <a:r>
              <a:rPr lang="en-US" altLang="zh-CN" sz="2000" dirty="0">
                <a:sym typeface="+mn-ea"/>
              </a:rPr>
              <a:t>_</a:t>
            </a:r>
            <a:r>
              <a:rPr lang="zh-CN" altLang="en-US" sz="2000" dirty="0">
                <a:sym typeface="+mn-ea"/>
              </a:rPr>
              <a:t>层提供的服务为</a:t>
            </a:r>
            <a:r>
              <a:rPr lang="en-US" altLang="zh-CN" sz="2000" dirty="0">
                <a:sym typeface="+mn-ea"/>
              </a:rPr>
              <a:t>_</a:t>
            </a:r>
            <a:r>
              <a:rPr lang="zh-CN" altLang="en-US" sz="2000" dirty="0">
                <a:highlight>
                  <a:srgbClr val="FFFF00"/>
                </a:highlight>
                <a:sym typeface="+mn-ea"/>
              </a:rPr>
              <a:t>表示</a:t>
            </a:r>
            <a:r>
              <a:rPr lang="en-US" altLang="zh-CN" sz="2000" dirty="0">
                <a:sym typeface="+mn-ea"/>
              </a:rPr>
              <a:t>_</a:t>
            </a:r>
            <a:r>
              <a:rPr lang="zh-CN" altLang="en-US" sz="2000" dirty="0">
                <a:sym typeface="+mn-ea"/>
              </a:rPr>
              <a:t>层提供服务。</a:t>
            </a:r>
            <a:endParaRPr lang="en-US" sz="2000" dirty="0"/>
          </a:p>
          <a:p>
            <a:pPr marL="357505" indent="-357505">
              <a:lnSpc>
                <a:spcPct val="120000"/>
              </a:lnSpc>
              <a:spcBef>
                <a:spcPts val="300"/>
              </a:spcBef>
              <a:buNone/>
            </a:pPr>
            <a:r>
              <a:rPr lang="en-US" altLang="zh-CN" sz="2000" dirty="0">
                <a:sym typeface="+mn-ea"/>
              </a:rPr>
              <a:t>5</a:t>
            </a:r>
            <a:r>
              <a:rPr lang="zh-CN" altLang="en-US" sz="2000" dirty="0">
                <a:sym typeface="+mn-ea"/>
              </a:rPr>
              <a:t>）在 </a:t>
            </a:r>
            <a:r>
              <a:rPr lang="en-US" sz="2000" dirty="0">
                <a:sym typeface="+mn-ea"/>
              </a:rPr>
              <a:t>TCP/ IP </a:t>
            </a:r>
            <a:r>
              <a:rPr lang="zh-CN" altLang="en-US" sz="2000" dirty="0">
                <a:sym typeface="+mn-ea"/>
              </a:rPr>
              <a:t>应用层中的数据单元被叫做 </a:t>
            </a:r>
            <a:r>
              <a:rPr lang="en-US" altLang="zh-CN" sz="2000" dirty="0">
                <a:sym typeface="+mn-ea"/>
              </a:rPr>
              <a:t>(</a:t>
            </a:r>
            <a:r>
              <a:rPr lang="zh-CN" altLang="en-US" sz="2000" dirty="0">
                <a:highlight>
                  <a:srgbClr val="FFFF00"/>
                </a:highlight>
                <a:sym typeface="+mn-ea"/>
              </a:rPr>
              <a:t>消息</a:t>
            </a:r>
            <a:r>
              <a:rPr lang="zh-CN" altLang="en-US" sz="2000" dirty="0">
                <a:sym typeface="+mn-ea"/>
              </a:rPr>
              <a:t> </a:t>
            </a:r>
            <a:r>
              <a:rPr lang="en-US" altLang="zh-CN" sz="2000" dirty="0">
                <a:sym typeface="+mn-ea"/>
              </a:rPr>
              <a:t>), </a:t>
            </a:r>
            <a:r>
              <a:rPr lang="zh-CN" altLang="en-US" sz="2000" dirty="0">
                <a:sym typeface="+mn-ea"/>
              </a:rPr>
              <a:t>数据链路层的数据单元被叫做</a:t>
            </a:r>
            <a:r>
              <a:rPr lang="en-US" altLang="zh-CN" sz="2000" dirty="0">
                <a:sym typeface="+mn-ea"/>
              </a:rPr>
              <a:t>(</a:t>
            </a:r>
            <a:r>
              <a:rPr lang="zh-CN" altLang="en-US" sz="2000" dirty="0">
                <a:highlight>
                  <a:srgbClr val="FFFF00"/>
                </a:highlight>
                <a:sym typeface="+mn-ea"/>
              </a:rPr>
              <a:t>幀 </a:t>
            </a:r>
            <a:r>
              <a:rPr lang="en-US" altLang="zh-CN" sz="2000" dirty="0">
                <a:sym typeface="+mn-ea"/>
              </a:rPr>
              <a:t>).  </a:t>
            </a:r>
            <a:r>
              <a:rPr lang="en-US" sz="2000" dirty="0">
                <a:sym typeface="+mn-ea"/>
              </a:rPr>
              <a:t>TCP/ IP </a:t>
            </a:r>
            <a:r>
              <a:rPr lang="zh-CN" altLang="en-US" sz="2000" dirty="0">
                <a:sym typeface="+mn-ea"/>
              </a:rPr>
              <a:t>的</a:t>
            </a:r>
            <a:r>
              <a:rPr lang="en-US" altLang="zh-CN" sz="2000" dirty="0">
                <a:sym typeface="+mn-ea"/>
              </a:rPr>
              <a:t>( </a:t>
            </a:r>
            <a:r>
              <a:rPr lang="zh-CN" altLang="en-US" sz="2000" dirty="0">
                <a:highlight>
                  <a:srgbClr val="FFFF00"/>
                </a:highlight>
                <a:sym typeface="+mn-ea"/>
              </a:rPr>
              <a:t>应用</a:t>
            </a:r>
            <a:r>
              <a:rPr lang="en-US" altLang="zh-CN" sz="2000" dirty="0">
                <a:sym typeface="+mn-ea"/>
              </a:rPr>
              <a:t> )</a:t>
            </a:r>
            <a:r>
              <a:rPr lang="zh-CN" altLang="en-US" sz="2000" dirty="0">
                <a:sym typeface="+mn-ea"/>
              </a:rPr>
              <a:t>层相应于 </a:t>
            </a:r>
            <a:r>
              <a:rPr lang="en-US" sz="2000" dirty="0">
                <a:sym typeface="+mn-ea"/>
              </a:rPr>
              <a:t>OSI/RM </a:t>
            </a:r>
            <a:r>
              <a:rPr lang="zh-CN" altLang="en-US" sz="2000" dirty="0">
                <a:sym typeface="+mn-ea"/>
              </a:rPr>
              <a:t>模型的高三层</a:t>
            </a:r>
            <a:r>
              <a:rPr lang="en-US" altLang="zh-CN" sz="2000" dirty="0">
                <a:sym typeface="+mn-ea"/>
              </a:rPr>
              <a:t>. IP </a:t>
            </a:r>
            <a:r>
              <a:rPr lang="zh-CN" altLang="en-US" sz="2000" dirty="0">
                <a:sym typeface="+mn-ea"/>
              </a:rPr>
              <a:t>协议提供主机之间的（</a:t>
            </a:r>
            <a:r>
              <a:rPr lang="zh-CN" altLang="en-US" sz="2000" dirty="0">
                <a:highlight>
                  <a:srgbClr val="FFFF00"/>
                </a:highlight>
                <a:sym typeface="+mn-ea"/>
              </a:rPr>
              <a:t>不可靠、无连接 </a:t>
            </a:r>
            <a:r>
              <a:rPr lang="zh-CN" altLang="en-US" sz="2000" dirty="0">
                <a:sym typeface="+mn-ea"/>
              </a:rPr>
              <a:t>）分组传输服务。</a:t>
            </a:r>
            <a:r>
              <a:rPr lang="en-US" sz="2000" dirty="0">
                <a:sym typeface="+mn-ea"/>
              </a:rPr>
              <a:t>TCP/IP </a:t>
            </a:r>
            <a:r>
              <a:rPr lang="zh-CN" altLang="en-US" sz="2000" dirty="0">
                <a:sym typeface="+mn-ea"/>
              </a:rPr>
              <a:t>模型的传输层</a:t>
            </a:r>
            <a:r>
              <a:rPr lang="en-US" altLang="zh-CN" sz="2000" dirty="0">
                <a:sym typeface="+mn-ea"/>
              </a:rPr>
              <a:t>(</a:t>
            </a:r>
            <a:r>
              <a:rPr lang="zh-CN" altLang="en-US" sz="2000" dirty="0">
                <a:sym typeface="+mn-ea"/>
              </a:rPr>
              <a:t>主机</a:t>
            </a:r>
            <a:r>
              <a:rPr lang="en-US" altLang="zh-CN" sz="2000" dirty="0">
                <a:sym typeface="+mn-ea"/>
              </a:rPr>
              <a:t>-</a:t>
            </a:r>
            <a:r>
              <a:rPr lang="zh-CN" altLang="en-US" sz="2000" dirty="0">
                <a:sym typeface="+mn-ea"/>
              </a:rPr>
              <a:t>主机层</a:t>
            </a:r>
            <a:r>
              <a:rPr lang="en-US" altLang="zh-CN" sz="2000" dirty="0">
                <a:sym typeface="+mn-ea"/>
              </a:rPr>
              <a:t>)</a:t>
            </a:r>
            <a:r>
              <a:rPr lang="zh-CN" altLang="en-US" sz="2000" dirty="0">
                <a:sym typeface="+mn-ea"/>
              </a:rPr>
              <a:t>中包括的协议主要有</a:t>
            </a:r>
            <a:r>
              <a:rPr lang="en-US" altLang="zh-CN" sz="2000" dirty="0">
                <a:sym typeface="+mn-ea"/>
              </a:rPr>
              <a:t>__</a:t>
            </a:r>
            <a:r>
              <a:rPr lang="en-US" sz="2000" dirty="0">
                <a:highlight>
                  <a:srgbClr val="FFFF00"/>
                </a:highlight>
                <a:sym typeface="+mn-ea"/>
              </a:rPr>
              <a:t>TCP</a:t>
            </a:r>
            <a:r>
              <a:rPr lang="en-US" sz="2000" dirty="0">
                <a:sym typeface="+mn-ea"/>
              </a:rPr>
              <a:t>__</a:t>
            </a:r>
            <a:r>
              <a:rPr lang="zh-CN" altLang="en-US" sz="2000" dirty="0">
                <a:sym typeface="+mn-ea"/>
              </a:rPr>
              <a:t>和</a:t>
            </a:r>
            <a:r>
              <a:rPr lang="en-US" altLang="zh-CN" sz="2000" dirty="0">
                <a:sym typeface="+mn-ea"/>
              </a:rPr>
              <a:t>__</a:t>
            </a:r>
            <a:r>
              <a:rPr lang="en-US" sz="2000" dirty="0">
                <a:highlight>
                  <a:srgbClr val="FFFF00"/>
                </a:highlight>
                <a:sym typeface="+mn-ea"/>
              </a:rPr>
              <a:t>UDP</a:t>
            </a:r>
            <a:r>
              <a:rPr lang="en-US" sz="2000" dirty="0">
                <a:sym typeface="+mn-ea"/>
              </a:rPr>
              <a:t>__</a:t>
            </a:r>
            <a:r>
              <a:rPr lang="zh-CN" altLang="en-US" sz="2000" dirty="0">
                <a:sym typeface="+mn-ea"/>
              </a:rPr>
              <a:t>，全拼</a:t>
            </a:r>
            <a:r>
              <a:rPr lang="en-US" altLang="zh-CN" sz="2000" dirty="0">
                <a:sym typeface="+mn-ea"/>
              </a:rPr>
              <a:t>/</a:t>
            </a:r>
            <a:r>
              <a:rPr lang="zh-CN" altLang="en-US" sz="2000" dirty="0">
                <a:sym typeface="+mn-ea"/>
              </a:rPr>
              <a:t>名分别为</a:t>
            </a:r>
            <a:r>
              <a:rPr lang="en-US" altLang="zh-CN" sz="2000" u="sng" dirty="0">
                <a:highlight>
                  <a:srgbClr val="FFFF00"/>
                </a:highlight>
                <a:sym typeface="+mn-ea"/>
              </a:rPr>
              <a:t>Transmission Control Protocol </a:t>
            </a:r>
            <a:r>
              <a:rPr lang="zh-CN" altLang="en-US" sz="2000" dirty="0">
                <a:highlight>
                  <a:srgbClr val="FFFF00"/>
                </a:highlight>
                <a:sym typeface="+mn-ea"/>
              </a:rPr>
              <a:t>， </a:t>
            </a:r>
            <a:r>
              <a:rPr lang="en-US" altLang="zh-CN" sz="2000" u="sng" dirty="0">
                <a:highlight>
                  <a:srgbClr val="FFFF00"/>
                </a:highlight>
                <a:sym typeface="+mn-ea"/>
              </a:rPr>
              <a:t>User Datagram Protocol</a:t>
            </a:r>
            <a:endParaRPr lang="zh-CN" altLang="en-US" sz="2000" u="sng" dirty="0">
              <a:highlight>
                <a:srgbClr val="FFFF00"/>
              </a:highlight>
            </a:endParaRPr>
          </a:p>
          <a:p>
            <a:pPr marL="514350" indent="-514350">
              <a:lnSpc>
                <a:spcPct val="120000"/>
              </a:lnSpc>
              <a:spcBef>
                <a:spcPts val="300"/>
              </a:spcBef>
              <a:buFont typeface="+mj-lt"/>
              <a:buAutoNum type="arabicPeriod"/>
            </a:pPr>
            <a:endParaRPr lang="zh-CN" altLang="en-US" sz="2000" dirty="0">
              <a:highlight>
                <a:srgbClr val="FFFF00"/>
              </a:highlight>
              <a:sym typeface="+mn-ea"/>
            </a:endParaRPr>
          </a:p>
        </p:txBody>
      </p:sp>
      <p:sp>
        <p:nvSpPr>
          <p:cNvPr id="4" name="文本框 3"/>
          <p:cNvSpPr txBox="1"/>
          <p:nvPr/>
        </p:nvSpPr>
        <p:spPr>
          <a:xfrm>
            <a:off x="781391" y="471414"/>
            <a:ext cx="1410964" cy="584775"/>
          </a:xfrm>
          <a:prstGeom prst="rect">
            <a:avLst/>
          </a:prstGeom>
          <a:noFill/>
        </p:spPr>
        <p:txBody>
          <a:bodyPr wrap="none" rtlCol="0">
            <a:spAutoFit/>
          </a:bodyPr>
          <a:lstStyle/>
          <a:p>
            <a:r>
              <a:rPr lang="en-US" altLang="zh-CN" sz="3200" dirty="0">
                <a:solidFill>
                  <a:srgbClr val="FF0000"/>
                </a:solidFill>
              </a:rPr>
              <a:t>2. </a:t>
            </a:r>
            <a:r>
              <a:rPr lang="zh-CN" altLang="en-US" sz="3200" dirty="0">
                <a:solidFill>
                  <a:srgbClr val="FF0000"/>
                </a:solidFill>
              </a:rPr>
              <a:t>填空</a:t>
            </a:r>
            <a:endParaRPr lang="en-US" sz="3200" dirty="0">
              <a:solidFill>
                <a:srgbClr val="FF0000"/>
              </a:solidFill>
            </a:endParaRPr>
          </a:p>
        </p:txBody>
      </p:sp>
      <p:sp>
        <p:nvSpPr>
          <p:cNvPr id="2" name="灯片编号占位符 1"/>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2919" y="807077"/>
            <a:ext cx="11207373" cy="4887006"/>
          </a:xfrm>
        </p:spPr>
        <p:txBody>
          <a:bodyPr>
            <a:noAutofit/>
          </a:bodyPr>
          <a:lstStyle/>
          <a:p>
            <a:pPr marL="357505" indent="-357505">
              <a:lnSpc>
                <a:spcPct val="100000"/>
              </a:lnSpc>
              <a:buNone/>
            </a:pPr>
            <a:r>
              <a:rPr lang="en-US" sz="2000" dirty="0">
                <a:sym typeface="+mn-ea"/>
              </a:rPr>
              <a:t>1</a:t>
            </a:r>
            <a:r>
              <a:rPr lang="zh-CN" altLang="en-US" sz="2000" dirty="0">
                <a:sym typeface="+mn-ea"/>
              </a:rPr>
              <a:t>）</a:t>
            </a:r>
            <a:r>
              <a:rPr lang="en-US" sz="2000" dirty="0">
                <a:sym typeface="+mn-ea"/>
              </a:rPr>
              <a:t>OSI/RM </a:t>
            </a:r>
            <a:r>
              <a:rPr lang="zh-CN" altLang="en-US" sz="2000" dirty="0">
                <a:sym typeface="+mn-ea"/>
              </a:rPr>
              <a:t>的全称是（Open System Interconnection Reference Model），中文翻译是</a:t>
            </a:r>
            <a:r>
              <a:rPr lang="en-US" altLang="zh-CN" sz="2000" dirty="0">
                <a:sym typeface="+mn-ea"/>
              </a:rPr>
              <a:t>__</a:t>
            </a:r>
            <a:r>
              <a:rPr lang="zh-CN" altLang="en-US" sz="2000" dirty="0">
                <a:highlight>
                  <a:srgbClr val="FFFF00"/>
                </a:highlight>
                <a:sym typeface="+mn-ea"/>
              </a:rPr>
              <a:t>开发系统互连</a:t>
            </a:r>
            <a:r>
              <a:rPr lang="en-US" altLang="zh-CN" sz="2000" dirty="0">
                <a:highlight>
                  <a:srgbClr val="FFFF00"/>
                </a:highlight>
                <a:sym typeface="+mn-ea"/>
              </a:rPr>
              <a:t>/</a:t>
            </a:r>
            <a:r>
              <a:rPr lang="zh-CN" altLang="en-US" sz="2000" dirty="0">
                <a:highlight>
                  <a:srgbClr val="FFFF00"/>
                </a:highlight>
                <a:sym typeface="+mn-ea"/>
              </a:rPr>
              <a:t>参考模型</a:t>
            </a:r>
            <a:r>
              <a:rPr lang="en-US" altLang="zh-CN" sz="2000" dirty="0">
                <a:sym typeface="+mn-ea"/>
              </a:rPr>
              <a:t>_</a:t>
            </a:r>
            <a:r>
              <a:rPr lang="zh-CN" altLang="en-US" sz="2000" dirty="0">
                <a:sym typeface="+mn-ea"/>
              </a:rPr>
              <a:t>，分为</a:t>
            </a:r>
            <a:r>
              <a:rPr lang="en-US" altLang="zh-CN" sz="2000" dirty="0">
                <a:highlight>
                  <a:srgbClr val="FFFF00"/>
                </a:highlight>
                <a:sym typeface="+mn-ea"/>
              </a:rPr>
              <a:t>7</a:t>
            </a:r>
            <a:r>
              <a:rPr lang="zh-CN" altLang="en-US" sz="2000" dirty="0">
                <a:sym typeface="+mn-ea"/>
              </a:rPr>
              <a:t>层，从低到高依 次是</a:t>
            </a:r>
            <a:r>
              <a:rPr lang="en-US" altLang="zh-CN" sz="2000" dirty="0">
                <a:sym typeface="+mn-ea"/>
              </a:rPr>
              <a:t>_</a:t>
            </a:r>
            <a:r>
              <a:rPr lang="zh-CN" altLang="en-US" sz="2000" dirty="0">
                <a:highlight>
                  <a:srgbClr val="FFFF00"/>
                </a:highlight>
                <a:sym typeface="+mn-ea"/>
              </a:rPr>
              <a:t>物理层、链路层、网络层、传输层、会话层、表示层和应用层</a:t>
            </a:r>
            <a:r>
              <a:rPr lang="en-US" altLang="zh-CN" sz="2000" dirty="0">
                <a:sym typeface="+mn-ea"/>
              </a:rPr>
              <a:t>_</a:t>
            </a:r>
            <a:r>
              <a:rPr lang="zh-CN" altLang="en-US" sz="2000" dirty="0">
                <a:sym typeface="+mn-ea"/>
              </a:rPr>
              <a:t>。除开</a:t>
            </a:r>
            <a:r>
              <a:rPr lang="zh-CN" altLang="en-US" sz="2000" dirty="0">
                <a:highlight>
                  <a:srgbClr val="FFFF00"/>
                </a:highlight>
                <a:sym typeface="+mn-ea"/>
              </a:rPr>
              <a:t>物理层</a:t>
            </a:r>
            <a:r>
              <a:rPr lang="zh-CN" altLang="en-US" sz="2000" dirty="0">
                <a:sym typeface="+mn-ea"/>
              </a:rPr>
              <a:t>，其他对等层之间都是借助下一层间接地进行通信。</a:t>
            </a:r>
            <a:endParaRPr lang="zh-CN" altLang="en-US" sz="2000" dirty="0">
              <a:sym typeface="+mn-ea"/>
            </a:endParaRPr>
          </a:p>
          <a:p>
            <a:pPr marL="357505" indent="-357505">
              <a:lnSpc>
                <a:spcPct val="100000"/>
              </a:lnSpc>
              <a:buNone/>
            </a:pPr>
            <a:r>
              <a:rPr lang="en-US" altLang="zh-CN" sz="2000" dirty="0">
                <a:highlight>
                  <a:srgbClr val="FFFF00"/>
                </a:highlight>
                <a:sym typeface="+mn-ea"/>
              </a:rPr>
              <a:t>2</a:t>
            </a:r>
            <a:r>
              <a:rPr lang="zh-CN" altLang="en-US" sz="2000" dirty="0">
                <a:highlight>
                  <a:srgbClr val="FFFF00"/>
                </a:highlight>
                <a:sym typeface="+mn-ea"/>
              </a:rPr>
              <a:t>）物理层</a:t>
            </a:r>
            <a:r>
              <a:rPr lang="zh-CN" altLang="en-US" sz="2000" dirty="0">
                <a:sym typeface="+mn-ea"/>
              </a:rPr>
              <a:t>的主要职责是在</a:t>
            </a:r>
            <a:r>
              <a:rPr lang="zh-CN" altLang="en-US" sz="2000" dirty="0">
                <a:highlight>
                  <a:srgbClr val="FFFF00"/>
                </a:highlight>
                <a:sym typeface="+mn-ea"/>
              </a:rPr>
              <a:t>物理介质上传输比特信号</a:t>
            </a:r>
            <a:r>
              <a:rPr lang="zh-CN" altLang="en-US" sz="2000" dirty="0">
                <a:sym typeface="+mn-ea"/>
              </a:rPr>
              <a:t>；</a:t>
            </a:r>
            <a:r>
              <a:rPr lang="en-US" altLang="zh-CN" sz="2000" dirty="0">
                <a:sym typeface="+mn-ea"/>
              </a:rPr>
              <a:t>(</a:t>
            </a:r>
            <a:r>
              <a:rPr lang="zh-CN" altLang="en-US" sz="2000" dirty="0">
                <a:sym typeface="+mn-ea"/>
              </a:rPr>
              <a:t>比特流，</a:t>
            </a:r>
            <a:r>
              <a:rPr lang="en-US" altLang="zh-CN" sz="2000" dirty="0">
                <a:sym typeface="+mn-ea"/>
              </a:rPr>
              <a:t>bit</a:t>
            </a:r>
            <a:r>
              <a:rPr lang="zh-CN" altLang="en-US" sz="2000" dirty="0">
                <a:sym typeface="+mn-ea"/>
              </a:rPr>
              <a:t>），主要任务是确定与传输媒体的接口的一些特性，包括： </a:t>
            </a:r>
            <a:r>
              <a:rPr lang="zh-CN" altLang="en-US" sz="2000" dirty="0">
                <a:highlight>
                  <a:srgbClr val="FFFF00"/>
                </a:highlight>
                <a:sym typeface="+mn-ea"/>
              </a:rPr>
              <a:t>机械特性 、 功能特性 、 电气特性 和 过程特性 </a:t>
            </a:r>
            <a:r>
              <a:rPr lang="zh-CN" altLang="en-US" sz="2000" dirty="0">
                <a:sym typeface="+mn-ea"/>
              </a:rPr>
              <a:t>。</a:t>
            </a:r>
            <a:endParaRPr lang="zh-CN" altLang="en-US" sz="2000" dirty="0">
              <a:sym typeface="+mn-ea"/>
            </a:endParaRPr>
          </a:p>
          <a:p>
            <a:pPr marL="357505" indent="-357505">
              <a:lnSpc>
                <a:spcPct val="100000"/>
              </a:lnSpc>
              <a:buNone/>
            </a:pPr>
            <a:r>
              <a:rPr lang="en-US" altLang="zh-CN" sz="2000" dirty="0">
                <a:highlight>
                  <a:srgbClr val="FFFF00"/>
                </a:highlight>
                <a:sym typeface="+mn-ea"/>
              </a:rPr>
              <a:t>3</a:t>
            </a:r>
            <a:r>
              <a:rPr lang="zh-CN" altLang="en-US" sz="2000" dirty="0">
                <a:highlight>
                  <a:srgbClr val="FFFF00"/>
                </a:highlight>
                <a:sym typeface="+mn-ea"/>
              </a:rPr>
              <a:t>）数据链路层</a:t>
            </a:r>
            <a:r>
              <a:rPr lang="zh-CN" altLang="en-US" sz="2000" dirty="0">
                <a:sym typeface="+mn-ea"/>
              </a:rPr>
              <a:t>的职责是 </a:t>
            </a:r>
            <a:r>
              <a:rPr lang="zh-CN" altLang="en-US" sz="2000" dirty="0">
                <a:highlight>
                  <a:srgbClr val="FFFF00"/>
                </a:highlight>
                <a:sym typeface="+mn-ea"/>
              </a:rPr>
              <a:t>确保链路上数据帧的正确传输 </a:t>
            </a:r>
            <a:r>
              <a:rPr lang="zh-CN" altLang="en-US" sz="2000" dirty="0">
                <a:sym typeface="+mn-ea"/>
              </a:rPr>
              <a:t>；（帧，</a:t>
            </a:r>
            <a:r>
              <a:rPr lang="en-US" altLang="zh-CN" sz="2000" dirty="0">
                <a:sym typeface="+mn-ea"/>
              </a:rPr>
              <a:t>frame</a:t>
            </a:r>
            <a:r>
              <a:rPr lang="zh-CN" altLang="en-US" sz="2000" dirty="0">
                <a:sym typeface="+mn-ea"/>
              </a:rPr>
              <a:t>）</a:t>
            </a:r>
            <a:endParaRPr lang="zh-CN" altLang="en-US" sz="2000" dirty="0">
              <a:sym typeface="+mn-ea"/>
            </a:endParaRPr>
          </a:p>
          <a:p>
            <a:pPr marL="357505" indent="-357505">
              <a:lnSpc>
                <a:spcPct val="100000"/>
              </a:lnSpc>
              <a:buNone/>
            </a:pPr>
            <a:r>
              <a:rPr lang="en-US" altLang="zh-CN" sz="2000" dirty="0">
                <a:highlight>
                  <a:srgbClr val="FFFF00"/>
                </a:highlight>
                <a:sym typeface="+mn-ea"/>
              </a:rPr>
              <a:t>4</a:t>
            </a:r>
            <a:r>
              <a:rPr lang="zh-CN" altLang="en-US" sz="2000" dirty="0">
                <a:highlight>
                  <a:srgbClr val="FFFF00"/>
                </a:highlight>
                <a:sym typeface="+mn-ea"/>
              </a:rPr>
              <a:t>）网络层</a:t>
            </a:r>
            <a:r>
              <a:rPr lang="zh-CN" altLang="en-US" sz="2000" dirty="0">
                <a:sym typeface="+mn-ea"/>
              </a:rPr>
              <a:t>的职责是 </a:t>
            </a:r>
            <a:r>
              <a:rPr lang="zh-CN" altLang="en-US" sz="2000" dirty="0">
                <a:highlight>
                  <a:srgbClr val="FFFF00"/>
                </a:highlight>
                <a:sym typeface="+mn-ea"/>
              </a:rPr>
              <a:t>主机和主机之间数据分组的传输</a:t>
            </a:r>
            <a:r>
              <a:rPr lang="en-US" altLang="zh-CN" sz="2000" dirty="0">
                <a:highlight>
                  <a:srgbClr val="FFFF00"/>
                </a:highlight>
                <a:sym typeface="+mn-ea"/>
              </a:rPr>
              <a:t>【</a:t>
            </a:r>
            <a:r>
              <a:rPr lang="zh-CN" altLang="en-US" sz="2000" dirty="0">
                <a:highlight>
                  <a:srgbClr val="FFFF00"/>
                </a:highlight>
                <a:sym typeface="+mn-ea"/>
              </a:rPr>
              <a:t>按照通信子网、资源子网的视角，也属于是通信子网内主机之间分组的传输</a:t>
            </a:r>
            <a:r>
              <a:rPr lang="en-US" altLang="zh-CN" sz="2000" dirty="0">
                <a:highlight>
                  <a:srgbClr val="FFFF00"/>
                </a:highlight>
                <a:sym typeface="+mn-ea"/>
              </a:rPr>
              <a:t>】</a:t>
            </a:r>
            <a:r>
              <a:rPr lang="zh-CN" altLang="en-US" sz="2000" dirty="0">
                <a:sym typeface="+mn-ea"/>
              </a:rPr>
              <a:t>；（分组，</a:t>
            </a:r>
            <a:r>
              <a:rPr lang="en-US" altLang="zh-CN" sz="2000" dirty="0">
                <a:sym typeface="+mn-ea"/>
              </a:rPr>
              <a:t>packet</a:t>
            </a:r>
            <a:r>
              <a:rPr lang="zh-CN" altLang="en-US" sz="2000" dirty="0">
                <a:sym typeface="+mn-ea"/>
              </a:rPr>
              <a:t>）</a:t>
            </a:r>
            <a:endParaRPr lang="zh-CN" altLang="en-US" sz="2000" dirty="0">
              <a:sym typeface="+mn-ea"/>
            </a:endParaRPr>
          </a:p>
          <a:p>
            <a:pPr marL="357505" indent="-357505">
              <a:lnSpc>
                <a:spcPct val="100000"/>
              </a:lnSpc>
              <a:buNone/>
            </a:pPr>
            <a:r>
              <a:rPr lang="en-US" altLang="zh-CN" sz="2000" dirty="0">
                <a:highlight>
                  <a:srgbClr val="FFFF00"/>
                </a:highlight>
                <a:sym typeface="+mn-ea"/>
              </a:rPr>
              <a:t>5</a:t>
            </a:r>
            <a:r>
              <a:rPr lang="zh-CN" altLang="en-US" sz="2000" dirty="0">
                <a:highlight>
                  <a:srgbClr val="FFFF00"/>
                </a:highlight>
                <a:sym typeface="+mn-ea"/>
              </a:rPr>
              <a:t>）传输层</a:t>
            </a:r>
            <a:r>
              <a:rPr lang="zh-CN" altLang="en-US" sz="2000" dirty="0">
                <a:sym typeface="+mn-ea"/>
              </a:rPr>
              <a:t>的职责是 </a:t>
            </a:r>
            <a:r>
              <a:rPr lang="zh-CN" altLang="en-US" sz="2000" dirty="0">
                <a:highlight>
                  <a:srgbClr val="FFFF00"/>
                </a:highlight>
                <a:sym typeface="+mn-ea"/>
              </a:rPr>
              <a:t>确保在主机进程到主机进程之间报文段的正确传输 </a:t>
            </a:r>
            <a:r>
              <a:rPr lang="zh-CN" altLang="en-US" sz="2000" dirty="0">
                <a:sym typeface="+mn-ea"/>
              </a:rPr>
              <a:t>（报文段，</a:t>
            </a:r>
            <a:r>
              <a:rPr lang="en-US" altLang="zh-CN" sz="2000" dirty="0">
                <a:sym typeface="+mn-ea"/>
              </a:rPr>
              <a:t>segment</a:t>
            </a:r>
            <a:r>
              <a:rPr lang="zh-CN" altLang="en-US" sz="2000" dirty="0">
                <a:sym typeface="+mn-ea"/>
              </a:rPr>
              <a:t>）；</a:t>
            </a:r>
            <a:r>
              <a:rPr lang="en-US" altLang="zh-CN" sz="2000" dirty="0">
                <a:sym typeface="+mn-ea"/>
              </a:rPr>
              <a:t>	</a:t>
            </a:r>
            <a:endParaRPr lang="en-US" altLang="zh-CN" sz="2000" dirty="0">
              <a:sym typeface="+mn-ea"/>
            </a:endParaRPr>
          </a:p>
          <a:p>
            <a:pPr marL="357505" indent="-357505">
              <a:lnSpc>
                <a:spcPct val="100000"/>
              </a:lnSpc>
              <a:buNone/>
            </a:pPr>
            <a:r>
              <a:rPr lang="en-US" altLang="zh-CN" sz="2000" dirty="0">
                <a:sym typeface="+mn-ea"/>
              </a:rPr>
              <a:t>6</a:t>
            </a:r>
            <a:r>
              <a:rPr lang="zh-CN" altLang="en-US" sz="2000" dirty="0">
                <a:sym typeface="+mn-ea"/>
              </a:rPr>
              <a:t>）与会话相关的功能集中在会话 层实现；</a:t>
            </a:r>
            <a:endParaRPr lang="zh-CN" altLang="en-US" sz="2000" dirty="0">
              <a:sym typeface="+mn-ea"/>
            </a:endParaRPr>
          </a:p>
          <a:p>
            <a:pPr marL="357505" indent="-357505">
              <a:lnSpc>
                <a:spcPct val="100000"/>
              </a:lnSpc>
              <a:buNone/>
            </a:pPr>
            <a:r>
              <a:rPr lang="en-US" altLang="zh-CN" sz="2000" dirty="0">
                <a:sym typeface="+mn-ea"/>
              </a:rPr>
              <a:t>7</a:t>
            </a:r>
            <a:r>
              <a:rPr lang="zh-CN" altLang="en-US" sz="2000" dirty="0">
                <a:sym typeface="+mn-ea"/>
              </a:rPr>
              <a:t>）表示层负责数据表示，这里数据表示的含义是指用适合于网络处理与传输的数据格式代替原有数据格式，最常见的数据表示有</a:t>
            </a:r>
            <a:r>
              <a:rPr lang="en-US" altLang="zh-CN" sz="2000" dirty="0">
                <a:sym typeface="+mn-ea"/>
              </a:rPr>
              <a:t>_</a:t>
            </a:r>
            <a:r>
              <a:rPr lang="zh-CN" altLang="en-US" sz="2000" dirty="0">
                <a:highlight>
                  <a:srgbClr val="FFFF00"/>
                </a:highlight>
                <a:sym typeface="+mn-ea"/>
              </a:rPr>
              <a:t>翻译</a:t>
            </a:r>
            <a:r>
              <a:rPr lang="zh-CN" altLang="en-US" sz="2000" dirty="0">
                <a:sym typeface="+mn-ea"/>
              </a:rPr>
              <a:t>、</a:t>
            </a:r>
            <a:r>
              <a:rPr lang="zh-CN" altLang="en-US" sz="2000" dirty="0">
                <a:highlight>
                  <a:srgbClr val="FFFF00"/>
                </a:highlight>
                <a:sym typeface="+mn-ea"/>
              </a:rPr>
              <a:t>压缩</a:t>
            </a:r>
            <a:r>
              <a:rPr lang="en-US" altLang="zh-CN" sz="2000" dirty="0">
                <a:highlight>
                  <a:srgbClr val="FFFF00"/>
                </a:highlight>
                <a:sym typeface="+mn-ea"/>
              </a:rPr>
              <a:t>/</a:t>
            </a:r>
            <a:r>
              <a:rPr lang="zh-CN" altLang="en-US" sz="2000" dirty="0">
                <a:highlight>
                  <a:srgbClr val="FFFF00"/>
                </a:highlight>
                <a:sym typeface="+mn-ea"/>
              </a:rPr>
              <a:t>解压</a:t>
            </a:r>
            <a:r>
              <a:rPr lang="zh-CN" altLang="en-US" sz="2000" dirty="0">
                <a:sym typeface="+mn-ea"/>
              </a:rPr>
              <a:t>、</a:t>
            </a:r>
            <a:r>
              <a:rPr lang="zh-CN" altLang="en-US" sz="2000" dirty="0">
                <a:highlight>
                  <a:srgbClr val="FFFF00"/>
                </a:highlight>
                <a:sym typeface="+mn-ea"/>
              </a:rPr>
              <a:t>加密</a:t>
            </a:r>
            <a:r>
              <a:rPr lang="en-US" altLang="zh-CN" sz="2000" dirty="0">
                <a:highlight>
                  <a:srgbClr val="FFFF00"/>
                </a:highlight>
                <a:sym typeface="+mn-ea"/>
              </a:rPr>
              <a:t>/</a:t>
            </a:r>
            <a:r>
              <a:rPr lang="zh-CN" altLang="en-US" sz="2000" dirty="0">
                <a:highlight>
                  <a:srgbClr val="FFFF00"/>
                </a:highlight>
                <a:sym typeface="+mn-ea"/>
              </a:rPr>
              <a:t>解密</a:t>
            </a:r>
            <a:r>
              <a:rPr lang="zh-CN" altLang="en-US" sz="2000" dirty="0">
                <a:sym typeface="+mn-ea"/>
              </a:rPr>
              <a:t>；</a:t>
            </a:r>
            <a:endParaRPr lang="zh-CN" altLang="en-US" sz="2000" dirty="0">
              <a:sym typeface="+mn-ea"/>
            </a:endParaRPr>
          </a:p>
          <a:p>
            <a:pPr marL="357505" indent="-357505">
              <a:lnSpc>
                <a:spcPct val="100000"/>
              </a:lnSpc>
              <a:buNone/>
            </a:pPr>
            <a:r>
              <a:rPr lang="en-US" altLang="zh-CN" sz="2000" dirty="0">
                <a:sym typeface="+mn-ea"/>
              </a:rPr>
              <a:t>8</a:t>
            </a:r>
            <a:r>
              <a:rPr lang="zh-CN" altLang="en-US" sz="2000" dirty="0">
                <a:sym typeface="+mn-ea"/>
              </a:rPr>
              <a:t>）应用层负责</a:t>
            </a:r>
            <a:r>
              <a:rPr lang="en-US" altLang="zh-CN" sz="2000" dirty="0">
                <a:sym typeface="+mn-ea"/>
              </a:rPr>
              <a:t>_</a:t>
            </a:r>
            <a:r>
              <a:rPr lang="zh-CN" altLang="en-US" sz="2000" dirty="0">
                <a:highlight>
                  <a:srgbClr val="FFFF00"/>
                </a:highlight>
                <a:sym typeface="+mn-ea"/>
              </a:rPr>
              <a:t>应用的规范化和标准化</a:t>
            </a:r>
            <a:r>
              <a:rPr lang="en-US" altLang="zh-CN" sz="2000" dirty="0">
                <a:sym typeface="+mn-ea"/>
              </a:rPr>
              <a:t>_</a:t>
            </a:r>
            <a:r>
              <a:rPr lang="zh-CN" altLang="en-US" sz="2000" dirty="0">
                <a:sym typeface="+mn-ea"/>
              </a:rPr>
              <a:t>。（应用层的</a:t>
            </a:r>
            <a:r>
              <a:rPr lang="en-US" altLang="zh-CN" sz="2000" dirty="0">
                <a:sym typeface="+mn-ea"/>
              </a:rPr>
              <a:t>PDU</a:t>
            </a:r>
            <a:r>
              <a:rPr lang="zh-CN" altLang="en-US" sz="2000" dirty="0">
                <a:sym typeface="+mn-ea"/>
              </a:rPr>
              <a:t>常称为：消息，</a:t>
            </a:r>
            <a:r>
              <a:rPr lang="en-US" altLang="zh-CN" sz="2000" dirty="0">
                <a:sym typeface="+mn-ea"/>
              </a:rPr>
              <a:t>message</a:t>
            </a:r>
            <a:r>
              <a:rPr lang="zh-CN" altLang="en-US" sz="2000" dirty="0">
                <a:sym typeface="+mn-ea"/>
              </a:rPr>
              <a:t>）（思考：常用的应用层协议有那些？）</a:t>
            </a:r>
            <a:endParaRPr lang="en-US" altLang="zh-CN" sz="2000" dirty="0">
              <a:sym typeface="+mn-ea"/>
            </a:endParaRPr>
          </a:p>
        </p:txBody>
      </p:sp>
      <p:sp>
        <p:nvSpPr>
          <p:cNvPr id="2" name="灯片编号占位符 1"/>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5672" y="1334561"/>
            <a:ext cx="10762387" cy="4887006"/>
          </a:xfrm>
        </p:spPr>
        <p:txBody>
          <a:bodyPr>
            <a:noAutofit/>
          </a:bodyPr>
          <a:lstStyle/>
          <a:p>
            <a:pPr marL="0" indent="0">
              <a:lnSpc>
                <a:spcPct val="125000"/>
              </a:lnSpc>
              <a:buNone/>
            </a:pPr>
            <a:r>
              <a:rPr lang="en-US" altLang="zh-CN" sz="2200" kern="100" dirty="0">
                <a:effectLst/>
                <a:latin typeface="+mj-ea"/>
                <a:ea typeface="+mj-ea"/>
              </a:rPr>
              <a:t>1</a:t>
            </a:r>
            <a:r>
              <a:rPr lang="zh-CN" altLang="en-US" sz="2200" kern="100" dirty="0">
                <a:effectLst/>
                <a:latin typeface="+mj-ea"/>
                <a:ea typeface="+mj-ea"/>
              </a:rPr>
              <a:t>）</a:t>
            </a:r>
            <a:r>
              <a:rPr lang="zh-CN" sz="2200" kern="100" dirty="0">
                <a:effectLst/>
                <a:latin typeface="+mj-ea"/>
                <a:ea typeface="+mj-ea"/>
              </a:rPr>
              <a:t>计算机网络的主要功能包括 </a:t>
            </a:r>
            <a:r>
              <a:rPr lang="zh-CN" sz="2200" kern="100" dirty="0">
                <a:effectLst/>
                <a:highlight>
                  <a:srgbClr val="FFFF00"/>
                </a:highlight>
                <a:latin typeface="+mj-ea"/>
                <a:ea typeface="+mj-ea"/>
              </a:rPr>
              <a:t>数据通信</a:t>
            </a:r>
            <a:r>
              <a:rPr lang="zh-CN" sz="2200" kern="100" dirty="0">
                <a:effectLst/>
                <a:latin typeface="+mj-ea"/>
                <a:ea typeface="+mj-ea"/>
              </a:rPr>
              <a:t>、</a:t>
            </a:r>
            <a:r>
              <a:rPr lang="zh-CN" sz="2200" kern="100" dirty="0">
                <a:effectLst/>
                <a:highlight>
                  <a:srgbClr val="FFFF00"/>
                </a:highlight>
                <a:latin typeface="+mj-ea"/>
                <a:ea typeface="+mj-ea"/>
              </a:rPr>
              <a:t>资源共享</a:t>
            </a:r>
            <a:r>
              <a:rPr lang="zh-CN" sz="2200" kern="100" dirty="0">
                <a:effectLst/>
                <a:latin typeface="+mj-ea"/>
                <a:ea typeface="+mj-ea"/>
              </a:rPr>
              <a:t> 和 </a:t>
            </a:r>
            <a:r>
              <a:rPr lang="zh-CN" sz="2200" kern="100" dirty="0">
                <a:effectLst/>
                <a:highlight>
                  <a:srgbClr val="FFFF00"/>
                </a:highlight>
                <a:latin typeface="+mj-ea"/>
                <a:ea typeface="+mj-ea"/>
              </a:rPr>
              <a:t>分布式处理</a:t>
            </a:r>
            <a:r>
              <a:rPr lang="zh-CN" sz="2200" kern="100" dirty="0">
                <a:effectLst/>
                <a:latin typeface="+mj-ea"/>
                <a:ea typeface="+mj-ea"/>
              </a:rPr>
              <a:t>；它的性能主要指标包括 </a:t>
            </a:r>
            <a:r>
              <a:rPr lang="zh-CN" sz="2200" kern="100" dirty="0">
                <a:effectLst/>
                <a:highlight>
                  <a:srgbClr val="FFFF00"/>
                </a:highlight>
                <a:latin typeface="+mj-ea"/>
                <a:ea typeface="+mj-ea"/>
              </a:rPr>
              <a:t>带宽</a:t>
            </a:r>
            <a:r>
              <a:rPr lang="zh-CN" sz="2200" kern="100" dirty="0">
                <a:effectLst/>
                <a:latin typeface="+mj-ea"/>
                <a:ea typeface="+mj-ea"/>
              </a:rPr>
              <a:t> 和 </a:t>
            </a:r>
            <a:r>
              <a:rPr lang="zh-CN" sz="2200" kern="100" dirty="0">
                <a:effectLst/>
                <a:highlight>
                  <a:srgbClr val="FFFF00"/>
                </a:highlight>
                <a:latin typeface="+mj-ea"/>
                <a:ea typeface="+mj-ea"/>
              </a:rPr>
              <a:t>时延</a:t>
            </a:r>
            <a:r>
              <a:rPr lang="zh-CN" sz="2200" kern="100" dirty="0">
                <a:effectLst/>
                <a:latin typeface="+mj-ea"/>
                <a:ea typeface="+mj-ea"/>
              </a:rPr>
              <a:t>；它的主要目标是实现 </a:t>
            </a:r>
            <a:r>
              <a:rPr lang="zh-CN" sz="2200" kern="100" dirty="0">
                <a:effectLst/>
                <a:highlight>
                  <a:srgbClr val="FFFF00"/>
                </a:highlight>
                <a:latin typeface="+mj-ea"/>
                <a:ea typeface="+mj-ea"/>
              </a:rPr>
              <a:t>网络功能的模块化</a:t>
            </a:r>
            <a:r>
              <a:rPr lang="zh-CN" sz="2200" kern="100" dirty="0">
                <a:effectLst/>
                <a:latin typeface="+mj-ea"/>
                <a:ea typeface="+mj-ea"/>
              </a:rPr>
              <a:t> 和 </a:t>
            </a:r>
            <a:r>
              <a:rPr lang="zh-CN" sz="2200" kern="100" dirty="0">
                <a:effectLst/>
                <a:highlight>
                  <a:srgbClr val="FFFF00"/>
                </a:highlight>
                <a:latin typeface="+mj-ea"/>
                <a:ea typeface="+mj-ea"/>
              </a:rPr>
              <a:t>互连的标准化</a:t>
            </a:r>
            <a:r>
              <a:rPr lang="zh-CN" sz="2200" kern="100" dirty="0">
                <a:effectLst/>
                <a:latin typeface="+mj-ea"/>
                <a:ea typeface="+mj-ea"/>
              </a:rPr>
              <a:t>。</a:t>
            </a:r>
            <a:endParaRPr lang="zh-CN" altLang="en-US" sz="2200" dirty="0">
              <a:latin typeface="+mj-ea"/>
              <a:ea typeface="+mj-ea"/>
              <a:sym typeface="+mn-ea"/>
            </a:endParaRPr>
          </a:p>
          <a:p>
            <a:pPr marL="0" indent="0">
              <a:lnSpc>
                <a:spcPct val="125000"/>
              </a:lnSpc>
              <a:buNone/>
            </a:pPr>
            <a:r>
              <a:rPr lang="en-US" altLang="zh-CN" sz="2200" dirty="0">
                <a:latin typeface="+mj-ea"/>
                <a:ea typeface="+mj-ea"/>
                <a:sym typeface="+mn-ea"/>
              </a:rPr>
              <a:t>2</a:t>
            </a:r>
            <a:r>
              <a:rPr lang="zh-CN" altLang="en-US" sz="2200" dirty="0">
                <a:latin typeface="+mj-ea"/>
                <a:ea typeface="+mj-ea"/>
                <a:sym typeface="+mn-ea"/>
              </a:rPr>
              <a:t>）从逻辑功能上看,一个网络可分成</a:t>
            </a:r>
            <a:r>
              <a:rPr lang="zh-CN" altLang="en-US" sz="2200" u="sng" dirty="0">
                <a:highlight>
                  <a:srgbClr val="FFFF00"/>
                </a:highlight>
                <a:latin typeface="+mj-ea"/>
                <a:ea typeface="+mj-ea"/>
                <a:sym typeface="+mn-ea"/>
              </a:rPr>
              <a:t>资源子网</a:t>
            </a:r>
            <a:r>
              <a:rPr lang="zh-CN" altLang="en-US" sz="2200" dirty="0">
                <a:latin typeface="+mj-ea"/>
                <a:ea typeface="+mj-ea"/>
                <a:sym typeface="+mn-ea"/>
              </a:rPr>
              <a:t>和</a:t>
            </a:r>
            <a:r>
              <a:rPr lang="zh-CN" altLang="en-US" sz="2200" dirty="0">
                <a:highlight>
                  <a:srgbClr val="FFFF00"/>
                </a:highlight>
                <a:latin typeface="+mj-ea"/>
                <a:ea typeface="+mj-ea"/>
                <a:sym typeface="+mn-ea"/>
              </a:rPr>
              <a:t>通信子网</a:t>
            </a:r>
            <a:r>
              <a:rPr lang="zh-CN" altLang="en-US" sz="2200" dirty="0">
                <a:latin typeface="+mj-ea"/>
                <a:ea typeface="+mj-ea"/>
                <a:sym typeface="+mn-ea"/>
              </a:rPr>
              <a:t>两个部分构成。通信子网由各种网络</a:t>
            </a:r>
            <a:r>
              <a:rPr lang="zh-CN" altLang="en-US" sz="2200" dirty="0">
                <a:highlight>
                  <a:srgbClr val="FFFF00"/>
                </a:highlight>
                <a:latin typeface="+mj-ea"/>
                <a:ea typeface="+mj-ea"/>
                <a:sym typeface="+mn-ea"/>
              </a:rPr>
              <a:t>通信设备</a:t>
            </a:r>
            <a:r>
              <a:rPr lang="zh-CN" altLang="en-US" sz="2200" dirty="0">
                <a:latin typeface="+mj-ea"/>
                <a:ea typeface="+mj-ea"/>
                <a:sym typeface="+mn-ea"/>
              </a:rPr>
              <a:t>（如路由器、交换机）和</a:t>
            </a:r>
            <a:r>
              <a:rPr lang="zh-CN" altLang="en-US" sz="2200" dirty="0">
                <a:highlight>
                  <a:srgbClr val="FFFF00"/>
                </a:highlight>
                <a:latin typeface="+mj-ea"/>
                <a:ea typeface="+mj-ea"/>
                <a:sym typeface="+mn-ea"/>
              </a:rPr>
              <a:t>通信线路</a:t>
            </a:r>
            <a:r>
              <a:rPr lang="zh-CN" altLang="en-US" sz="2200" dirty="0">
                <a:latin typeface="+mj-ea"/>
                <a:ea typeface="+mj-ea"/>
                <a:sym typeface="+mn-ea"/>
              </a:rPr>
              <a:t>组成，负责数据传输；资源子网由</a:t>
            </a:r>
            <a:r>
              <a:rPr lang="zh-CN" altLang="en-US" sz="2200" dirty="0">
                <a:highlight>
                  <a:srgbClr val="FFFF00"/>
                </a:highlight>
                <a:latin typeface="+mj-ea"/>
                <a:ea typeface="+mj-ea"/>
                <a:sym typeface="+mn-ea"/>
              </a:rPr>
              <a:t>计算机、外部设备</a:t>
            </a:r>
            <a:r>
              <a:rPr lang="zh-CN" altLang="en-US" sz="2200" dirty="0">
                <a:latin typeface="+mj-ea"/>
                <a:ea typeface="+mj-ea"/>
                <a:sym typeface="+mn-ea"/>
              </a:rPr>
              <a:t>（如打印机）组成，负责</a:t>
            </a:r>
            <a:r>
              <a:rPr lang="zh-CN" altLang="en-US" sz="2200" dirty="0">
                <a:highlight>
                  <a:srgbClr val="FFFF00"/>
                </a:highlight>
                <a:latin typeface="+mj-ea"/>
                <a:ea typeface="+mj-ea"/>
                <a:sym typeface="+mn-ea"/>
              </a:rPr>
              <a:t>处理数据</a:t>
            </a:r>
            <a:r>
              <a:rPr lang="zh-CN" altLang="en-US" sz="2200" dirty="0">
                <a:latin typeface="+mj-ea"/>
                <a:ea typeface="+mj-ea"/>
                <a:sym typeface="+mn-ea"/>
              </a:rPr>
              <a:t>。这里说的功能，可以理解为OSI/RM中的不同层次（物理层、数据链路层、网络层、会话层、表示层、应用层）。通信子网对应于</a:t>
            </a:r>
            <a:r>
              <a:rPr lang="zh-CN" altLang="en-US" sz="2200" dirty="0">
                <a:highlight>
                  <a:srgbClr val="FFFF00"/>
                </a:highlight>
                <a:latin typeface="+mj-ea"/>
                <a:ea typeface="+mj-ea"/>
                <a:sym typeface="+mn-ea"/>
              </a:rPr>
              <a:t>低三层</a:t>
            </a:r>
            <a:r>
              <a:rPr lang="zh-CN" altLang="en-US" sz="2200" dirty="0">
                <a:latin typeface="+mj-ea"/>
                <a:ea typeface="+mj-ea"/>
                <a:sym typeface="+mn-ea"/>
              </a:rPr>
              <a:t>：物理层、数据链路层、网络层，资源子网对应于</a:t>
            </a:r>
            <a:r>
              <a:rPr lang="zh-CN" altLang="en-US" sz="2200" dirty="0">
                <a:highlight>
                  <a:srgbClr val="FFFF00"/>
                </a:highlight>
                <a:latin typeface="+mj-ea"/>
                <a:ea typeface="+mj-ea"/>
                <a:sym typeface="+mn-ea"/>
              </a:rPr>
              <a:t>高三层</a:t>
            </a:r>
            <a:r>
              <a:rPr lang="zh-CN" altLang="en-US" sz="2200" dirty="0">
                <a:latin typeface="+mj-ea"/>
                <a:ea typeface="+mj-ea"/>
                <a:sym typeface="+mn-ea"/>
              </a:rPr>
              <a:t>：会话层、表示层、应用层。</a:t>
            </a:r>
            <a:endParaRPr lang="zh-CN" altLang="en-US" sz="2200" dirty="0">
              <a:latin typeface="+mj-ea"/>
              <a:ea typeface="+mj-ea"/>
              <a:sym typeface="+mn-ea"/>
            </a:endParaRPr>
          </a:p>
        </p:txBody>
      </p:sp>
      <p:sp>
        <p:nvSpPr>
          <p:cNvPr id="2" name="灯片编号占位符 1"/>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7854"/>
            <a:ext cx="10515600" cy="5229921"/>
          </a:xfrm>
        </p:spPr>
        <p:txBody>
          <a:bodyPr>
            <a:normAutofit/>
          </a:bodyPr>
          <a:lstStyle/>
          <a:p>
            <a:pPr marL="0" indent="0">
              <a:lnSpc>
                <a:spcPct val="125000"/>
              </a:lnSpc>
              <a:spcBef>
                <a:spcPts val="600"/>
              </a:spcBef>
              <a:buNone/>
            </a:pPr>
            <a:r>
              <a:rPr lang="en-US" altLang="zh-CN" sz="2000" b="1" dirty="0">
                <a:latin typeface="Arial" panose="020B0604020202020204" pitchFamily="34" charset="0"/>
                <a:cs typeface="Arial" panose="020B0604020202020204" pitchFamily="34" charset="0"/>
              </a:rPr>
              <a:t>1</a:t>
            </a:r>
            <a:r>
              <a:rPr lang="zh-CN" altLang="en-US" sz="2000" b="1" dirty="0">
                <a:latin typeface="Arial" panose="020B0604020202020204" pitchFamily="34" charset="0"/>
                <a:cs typeface="Arial" panose="020B0604020202020204" pitchFamily="34" charset="0"/>
              </a:rPr>
              <a:t>）在 </a:t>
            </a:r>
            <a:r>
              <a:rPr lang="en-US" sz="2000" b="1" dirty="0">
                <a:latin typeface="Arial" panose="020B0604020202020204" pitchFamily="34" charset="0"/>
                <a:cs typeface="Arial" panose="020B0604020202020204" pitchFamily="34" charset="0"/>
              </a:rPr>
              <a:t>OSI </a:t>
            </a:r>
            <a:r>
              <a:rPr lang="zh-CN" altLang="en-US" sz="2000" b="1" dirty="0">
                <a:latin typeface="Arial" panose="020B0604020202020204" pitchFamily="34" charset="0"/>
                <a:cs typeface="Arial" panose="020B0604020202020204" pitchFamily="34" charset="0"/>
              </a:rPr>
              <a:t>的哪一层分别处理下面的问题？ </a:t>
            </a:r>
            <a:endParaRPr lang="zh-CN" altLang="en-US" sz="2000" b="1" dirty="0">
              <a:latin typeface="Arial" panose="020B0604020202020204" pitchFamily="34" charset="0"/>
              <a:cs typeface="Arial" panose="020B0604020202020204" pitchFamily="34" charset="0"/>
            </a:endParaRPr>
          </a:p>
          <a:p>
            <a:pPr marL="357505" indent="0">
              <a:lnSpc>
                <a:spcPct val="125000"/>
              </a:lnSpc>
              <a:spcBef>
                <a:spcPts val="600"/>
              </a:spcBef>
              <a:buNone/>
            </a:pPr>
            <a:r>
              <a:rPr lang="zh-CN" altLang="en-US" sz="2000" dirty="0">
                <a:latin typeface="Arial" panose="020B0604020202020204" pitchFamily="34" charset="0"/>
                <a:cs typeface="Arial" panose="020B0604020202020204" pitchFamily="34" charset="0"/>
              </a:rPr>
              <a:t>将待传输的比特流划分成帧 </a:t>
            </a:r>
            <a:r>
              <a:rPr lang="en-US" altLang="zh-CN" sz="2000" dirty="0">
                <a:latin typeface="Arial" panose="020B0604020202020204" pitchFamily="34" charset="0"/>
                <a:cs typeface="Arial" panose="020B0604020202020204" pitchFamily="34" charset="0"/>
              </a:rPr>
              <a:t>(</a:t>
            </a:r>
            <a:r>
              <a:rPr lang="en-US" altLang="zh-CN" sz="2000" b="1" dirty="0">
                <a:latin typeface="Arial" panose="020B0604020202020204" pitchFamily="34" charset="0"/>
                <a:cs typeface="Arial" panose="020B0604020202020204" pitchFamily="34" charset="0"/>
              </a:rPr>
              <a:t>2 </a:t>
            </a:r>
            <a:r>
              <a:rPr lang="zh-CN" altLang="en-US" sz="2000" b="1" dirty="0">
                <a:highlight>
                  <a:srgbClr val="FFFF00"/>
                </a:highlight>
                <a:latin typeface="Arial" panose="020B0604020202020204" pitchFamily="34" charset="0"/>
                <a:cs typeface="Arial" panose="020B0604020202020204" pitchFamily="34" charset="0"/>
              </a:rPr>
              <a:t>数据链路层</a:t>
            </a:r>
            <a:r>
              <a:rPr lang="en-US" altLang="zh-CN" sz="2000" dirty="0">
                <a:latin typeface="Arial" panose="020B0604020202020204" pitchFamily="34" charset="0"/>
                <a:cs typeface="Arial" panose="020B0604020202020204" pitchFamily="34" charset="0"/>
              </a:rPr>
              <a:t>) 	</a:t>
            </a:r>
            <a:endParaRPr lang="en-US" altLang="zh-CN" sz="2000" dirty="0">
              <a:latin typeface="Arial" panose="020B0604020202020204" pitchFamily="34" charset="0"/>
              <a:cs typeface="Arial" panose="020B0604020202020204" pitchFamily="34" charset="0"/>
            </a:endParaRPr>
          </a:p>
          <a:p>
            <a:pPr marL="357505" indent="0">
              <a:lnSpc>
                <a:spcPct val="125000"/>
              </a:lnSpc>
              <a:spcBef>
                <a:spcPts val="600"/>
              </a:spcBef>
              <a:buNone/>
            </a:pPr>
            <a:r>
              <a:rPr lang="zh-CN" altLang="en-US" sz="2000" dirty="0">
                <a:latin typeface="Arial" panose="020B0604020202020204" pitchFamily="34" charset="0"/>
                <a:cs typeface="Arial" panose="020B0604020202020204" pitchFamily="34" charset="0"/>
              </a:rPr>
              <a:t>决定使用哪条路径通过子网 （</a:t>
            </a:r>
            <a:r>
              <a:rPr lang="en-US" altLang="zh-CN" sz="2000" b="1" dirty="0">
                <a:latin typeface="Arial" panose="020B0604020202020204" pitchFamily="34" charset="0"/>
                <a:cs typeface="Arial" panose="020B0604020202020204" pitchFamily="34" charset="0"/>
              </a:rPr>
              <a:t>3 </a:t>
            </a:r>
            <a:r>
              <a:rPr lang="zh-CN" altLang="en-US" sz="2000" b="1" dirty="0">
                <a:highlight>
                  <a:srgbClr val="FFFF00"/>
                </a:highlight>
                <a:latin typeface="Arial" panose="020B0604020202020204" pitchFamily="34" charset="0"/>
                <a:cs typeface="Arial" panose="020B0604020202020204" pitchFamily="34" charset="0"/>
              </a:rPr>
              <a:t>网络层</a:t>
            </a:r>
            <a:r>
              <a:rPr lang="zh-CN" altLang="en-US" sz="2000" dirty="0">
                <a:latin typeface="Arial" panose="020B0604020202020204" pitchFamily="34" charset="0"/>
                <a:cs typeface="Arial" panose="020B0604020202020204" pitchFamily="34" charset="0"/>
              </a:rPr>
              <a:t>） </a:t>
            </a:r>
            <a:endParaRPr lang="zh-CN" altLang="en-US" sz="2000" dirty="0">
              <a:latin typeface="Arial" panose="020B0604020202020204" pitchFamily="34" charset="0"/>
              <a:cs typeface="Arial" panose="020B0604020202020204" pitchFamily="34" charset="0"/>
            </a:endParaRPr>
          </a:p>
          <a:p>
            <a:pPr marL="357505" indent="0">
              <a:lnSpc>
                <a:spcPct val="125000"/>
              </a:lnSpc>
              <a:spcBef>
                <a:spcPts val="600"/>
              </a:spcBef>
              <a:buNone/>
            </a:pPr>
            <a:r>
              <a:rPr lang="zh-CN" altLang="en-US" sz="2000" dirty="0">
                <a:latin typeface="Arial" panose="020B0604020202020204" pitchFamily="34" charset="0"/>
                <a:cs typeface="Arial" panose="020B0604020202020204" pitchFamily="34" charset="0"/>
              </a:rPr>
              <a:t>传输线上的位流信号同步 （</a:t>
            </a:r>
            <a:r>
              <a:rPr lang="en-US" altLang="zh-CN" sz="2000" b="1" dirty="0">
                <a:latin typeface="Arial" panose="020B0604020202020204" pitchFamily="34" charset="0"/>
                <a:cs typeface="Arial" panose="020B0604020202020204" pitchFamily="34" charset="0"/>
              </a:rPr>
              <a:t>1 </a:t>
            </a:r>
            <a:r>
              <a:rPr lang="zh-CN" altLang="en-US" sz="2000" b="1" dirty="0">
                <a:highlight>
                  <a:srgbClr val="FFFF00"/>
                </a:highlight>
                <a:latin typeface="Arial" panose="020B0604020202020204" pitchFamily="34" charset="0"/>
                <a:cs typeface="Arial" panose="020B0604020202020204" pitchFamily="34" charset="0"/>
              </a:rPr>
              <a:t>物理层</a:t>
            </a:r>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		</a:t>
            </a:r>
            <a:endParaRPr lang="en-US" altLang="zh-CN" sz="2000" dirty="0">
              <a:latin typeface="Arial" panose="020B0604020202020204" pitchFamily="34" charset="0"/>
              <a:cs typeface="Arial" panose="020B0604020202020204" pitchFamily="34" charset="0"/>
            </a:endParaRPr>
          </a:p>
          <a:p>
            <a:pPr marL="357505" indent="0">
              <a:lnSpc>
                <a:spcPct val="125000"/>
              </a:lnSpc>
              <a:spcBef>
                <a:spcPts val="600"/>
              </a:spcBef>
              <a:buNone/>
            </a:pPr>
            <a:r>
              <a:rPr lang="zh-CN" altLang="en-US" sz="2000" dirty="0">
                <a:latin typeface="Arial" panose="020B0604020202020204" pitchFamily="34" charset="0"/>
                <a:cs typeface="Arial" panose="020B0604020202020204" pitchFamily="34" charset="0"/>
              </a:rPr>
              <a:t>两端用户间传输文件 （</a:t>
            </a:r>
            <a:r>
              <a:rPr lang="en-US" altLang="zh-CN" sz="2000" b="1" dirty="0">
                <a:latin typeface="Arial" panose="020B0604020202020204" pitchFamily="34" charset="0"/>
                <a:cs typeface="Arial" panose="020B0604020202020204" pitchFamily="34" charset="0"/>
              </a:rPr>
              <a:t>7 </a:t>
            </a:r>
            <a:r>
              <a:rPr lang="zh-CN" altLang="en-US" sz="2000" b="1" dirty="0">
                <a:highlight>
                  <a:srgbClr val="FFFF00"/>
                </a:highlight>
                <a:latin typeface="Arial" panose="020B0604020202020204" pitchFamily="34" charset="0"/>
                <a:cs typeface="Arial" panose="020B0604020202020204" pitchFamily="34" charset="0"/>
              </a:rPr>
              <a:t>应用层</a:t>
            </a:r>
            <a:r>
              <a:rPr lang="zh-CN" altLang="en-US" sz="2000" dirty="0">
                <a:latin typeface="Arial" panose="020B0604020202020204" pitchFamily="34" charset="0"/>
                <a:cs typeface="Arial" panose="020B0604020202020204" pitchFamily="34" charset="0"/>
              </a:rPr>
              <a:t>） </a:t>
            </a:r>
            <a:endParaRPr lang="en-US" altLang="zh-CN" sz="2000" b="1" dirty="0">
              <a:latin typeface="Arial" panose="020B0604020202020204" pitchFamily="34" charset="0"/>
              <a:cs typeface="Arial" panose="020B0604020202020204" pitchFamily="34" charset="0"/>
            </a:endParaRPr>
          </a:p>
          <a:p>
            <a:pPr marL="357505" indent="-357505">
              <a:lnSpc>
                <a:spcPct val="125000"/>
              </a:lnSpc>
              <a:spcBef>
                <a:spcPts val="600"/>
              </a:spcBef>
              <a:buNone/>
            </a:pPr>
            <a:r>
              <a:rPr lang="en-US" altLang="zh-CN" sz="2000" b="1" dirty="0">
                <a:latin typeface="Arial" panose="020B0604020202020204" pitchFamily="34" charset="0"/>
                <a:cs typeface="Arial" panose="020B0604020202020204" pitchFamily="34" charset="0"/>
              </a:rPr>
              <a:t>2</a:t>
            </a:r>
            <a:r>
              <a:rPr lang="zh-CN" altLang="en-US" sz="2000" b="1" dirty="0">
                <a:latin typeface="Arial" panose="020B0604020202020204" pitchFamily="34" charset="0"/>
                <a:cs typeface="Arial" panose="020B0604020202020204" pitchFamily="34" charset="0"/>
              </a:rPr>
              <a:t>）</a:t>
            </a:r>
            <a:r>
              <a:rPr lang="zh-CN" altLang="en-US" sz="2000" dirty="0">
                <a:latin typeface="Arial" panose="020B0604020202020204" pitchFamily="34" charset="0"/>
                <a:cs typeface="Arial" panose="020B0604020202020204" pitchFamily="34" charset="0"/>
              </a:rPr>
              <a:t>在网络传输过程中，每经过一跳均会产生下列四个时延：</a:t>
            </a:r>
            <a:br>
              <a:rPr lang="en-US" altLang="zh-CN" sz="2000" dirty="0">
                <a:latin typeface="Arial" panose="020B0604020202020204" pitchFamily="34" charset="0"/>
                <a:cs typeface="Arial" panose="020B0604020202020204" pitchFamily="34" charset="0"/>
              </a:rPr>
            </a:br>
            <a:r>
              <a:rPr lang="zh-CN" altLang="en-US" sz="2000" dirty="0">
                <a:highlight>
                  <a:srgbClr val="FFFF00"/>
                </a:highlight>
                <a:latin typeface="Arial" panose="020B0604020202020204" pitchFamily="34" charset="0"/>
                <a:cs typeface="Arial" panose="020B0604020202020204" pitchFamily="34" charset="0"/>
              </a:rPr>
              <a:t>处理时间、排队时延、报文传输时间和信道的传播时延</a:t>
            </a:r>
            <a:r>
              <a:rPr lang="zh-CN" altLang="en-US" sz="2000" dirty="0">
                <a:latin typeface="Arial" panose="020B0604020202020204" pitchFamily="34" charset="0"/>
                <a:cs typeface="Arial" panose="020B0604020202020204" pitchFamily="34" charset="0"/>
              </a:rPr>
              <a:t>。</a:t>
            </a:r>
            <a:br>
              <a:rPr lang="en-US" altLang="zh-CN" sz="2000" dirty="0">
                <a:latin typeface="Arial" panose="020B0604020202020204" pitchFamily="34" charset="0"/>
                <a:cs typeface="Arial" panose="020B0604020202020204" pitchFamily="34" charset="0"/>
              </a:rPr>
            </a:br>
            <a:r>
              <a:rPr lang="zh-CN" altLang="en-US" sz="2000" dirty="0">
                <a:latin typeface="Arial" panose="020B0604020202020204" pitchFamily="34" charset="0"/>
                <a:cs typeface="Arial" panose="020B0604020202020204" pitchFamily="34" charset="0"/>
              </a:rPr>
              <a:t>报文的传输时间</a:t>
            </a:r>
            <a:r>
              <a:rPr lang="en-US" altLang="zh-CN" sz="2000" dirty="0">
                <a:latin typeface="Arial" panose="020B0604020202020204" pitchFamily="34" charset="0"/>
                <a:cs typeface="Arial" panose="020B0604020202020204" pitchFamily="34" charset="0"/>
              </a:rPr>
              <a:t>=__</a:t>
            </a:r>
            <a:r>
              <a:rPr lang="zh-CN" altLang="en-US" sz="2000" dirty="0">
                <a:highlight>
                  <a:srgbClr val="FFFF00"/>
                </a:highlight>
                <a:latin typeface="Arial" panose="020B0604020202020204" pitchFamily="34" charset="0"/>
                <a:cs typeface="Arial" panose="020B0604020202020204" pitchFamily="34" charset="0"/>
              </a:rPr>
              <a:t>报文长度 </a:t>
            </a:r>
            <a:r>
              <a:rPr lang="en-US" altLang="zh-CN" sz="2000" dirty="0">
                <a:highlight>
                  <a:srgbClr val="FFFF00"/>
                </a:highlight>
                <a:latin typeface="Arial" panose="020B0604020202020204" pitchFamily="34" charset="0"/>
                <a:cs typeface="Arial" panose="020B0604020202020204" pitchFamily="34" charset="0"/>
              </a:rPr>
              <a:t>/ </a:t>
            </a:r>
            <a:r>
              <a:rPr lang="zh-CN" altLang="en-US" sz="2000" dirty="0">
                <a:highlight>
                  <a:srgbClr val="FFFF00"/>
                </a:highlight>
                <a:latin typeface="Arial" panose="020B0604020202020204" pitchFamily="34" charset="0"/>
                <a:cs typeface="Arial" panose="020B0604020202020204" pitchFamily="34" charset="0"/>
              </a:rPr>
              <a:t>报文的发送速率</a:t>
            </a:r>
            <a:r>
              <a:rPr lang="en-US" altLang="zh-CN" sz="2000" dirty="0">
                <a:latin typeface="Arial" panose="020B0604020202020204" pitchFamily="34" charset="0"/>
                <a:cs typeface="Arial" panose="020B0604020202020204" pitchFamily="34" charset="0"/>
              </a:rPr>
              <a:t>_</a:t>
            </a:r>
            <a:r>
              <a:rPr lang="zh-CN" altLang="en-US" sz="2000" dirty="0">
                <a:latin typeface="Arial" panose="020B0604020202020204" pitchFamily="34" charset="0"/>
                <a:cs typeface="Arial" panose="020B0604020202020204" pitchFamily="34" charset="0"/>
              </a:rPr>
              <a:t>；</a:t>
            </a:r>
            <a:br>
              <a:rPr lang="en-US" altLang="zh-CN" sz="2000" dirty="0">
                <a:latin typeface="Arial" panose="020B0604020202020204" pitchFamily="34" charset="0"/>
                <a:cs typeface="Arial" panose="020B0604020202020204" pitchFamily="34" charset="0"/>
              </a:rPr>
            </a:br>
            <a:r>
              <a:rPr lang="zh-CN" altLang="en-US" sz="2000" dirty="0">
                <a:latin typeface="Arial" panose="020B0604020202020204" pitchFamily="34" charset="0"/>
                <a:cs typeface="Arial" panose="020B0604020202020204" pitchFamily="34" charset="0"/>
              </a:rPr>
              <a:t>信道的传播时延</a:t>
            </a:r>
            <a:r>
              <a:rPr lang="en-US" altLang="zh-CN" sz="2000" dirty="0">
                <a:latin typeface="Arial" panose="020B0604020202020204" pitchFamily="34" charset="0"/>
                <a:cs typeface="Arial" panose="020B0604020202020204" pitchFamily="34" charset="0"/>
              </a:rPr>
              <a:t>=_</a:t>
            </a:r>
            <a:r>
              <a:rPr lang="zh-CN" altLang="en-US" sz="2000" dirty="0">
                <a:highlight>
                  <a:srgbClr val="FFFF00"/>
                </a:highlight>
                <a:latin typeface="Arial" panose="020B0604020202020204" pitchFamily="34" charset="0"/>
                <a:cs typeface="Arial" panose="020B0604020202020204" pitchFamily="34" charset="0"/>
              </a:rPr>
              <a:t>链路长度</a:t>
            </a:r>
            <a:r>
              <a:rPr lang="en-US" altLang="zh-CN" sz="2000" dirty="0">
                <a:highlight>
                  <a:srgbClr val="FFFF00"/>
                </a:highlight>
                <a:latin typeface="Arial" panose="020B0604020202020204" pitchFamily="34" charset="0"/>
                <a:cs typeface="Arial" panose="020B0604020202020204" pitchFamily="34" charset="0"/>
              </a:rPr>
              <a:t>/</a:t>
            </a:r>
            <a:r>
              <a:rPr lang="zh-CN" altLang="en-US" sz="2000" dirty="0">
                <a:highlight>
                  <a:srgbClr val="FFFF00"/>
                </a:highlight>
                <a:latin typeface="Arial" panose="020B0604020202020204" pitchFamily="34" charset="0"/>
                <a:cs typeface="Arial" panose="020B0604020202020204" pitchFamily="34" charset="0"/>
              </a:rPr>
              <a:t>信号的传播速度</a:t>
            </a:r>
            <a:r>
              <a:rPr lang="en-US" altLang="zh-CN" sz="2000" dirty="0">
                <a:latin typeface="Arial" panose="020B0604020202020204" pitchFamily="34" charset="0"/>
                <a:cs typeface="Arial" panose="020B0604020202020204" pitchFamily="34" charset="0"/>
              </a:rPr>
              <a:t>_</a:t>
            </a:r>
            <a:r>
              <a:rPr lang="zh-CN" altLang="en-US" sz="2000" dirty="0">
                <a:latin typeface="Arial" panose="020B0604020202020204" pitchFamily="34" charset="0"/>
                <a:cs typeface="Arial" panose="020B0604020202020204" pitchFamily="34" charset="0"/>
              </a:rPr>
              <a:t>。</a:t>
            </a:r>
            <a:endParaRPr lang="en-US" altLang="zh-CN" sz="2000" dirty="0">
              <a:latin typeface="Arial" panose="020B0604020202020204" pitchFamily="34" charset="0"/>
              <a:cs typeface="Arial" panose="020B0604020202020204" pitchFamily="34" charset="0"/>
            </a:endParaRPr>
          </a:p>
          <a:p>
            <a:pPr marL="0" indent="0">
              <a:lnSpc>
                <a:spcPct val="125000"/>
              </a:lnSpc>
              <a:spcBef>
                <a:spcPts val="600"/>
              </a:spcBef>
              <a:buNone/>
            </a:pPr>
            <a:r>
              <a:rPr lang="en-US" sz="2000" dirty="0">
                <a:latin typeface="Arial" panose="020B0604020202020204" pitchFamily="34" charset="0"/>
                <a:cs typeface="Arial" panose="020B0604020202020204" pitchFamily="34" charset="0"/>
              </a:rPr>
              <a:t>3</a:t>
            </a:r>
            <a:r>
              <a:rPr lang="zh-CN" altLang="en-US" sz="2000"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PCM</a:t>
            </a:r>
            <a:r>
              <a:rPr lang="zh-CN" altLang="en-US" sz="2000" dirty="0">
                <a:latin typeface="Arial" panose="020B0604020202020204" pitchFamily="34" charset="0"/>
                <a:cs typeface="Arial" panose="020B0604020202020204" pitchFamily="34" charset="0"/>
              </a:rPr>
              <a:t>编码要经历</a:t>
            </a:r>
            <a:r>
              <a:rPr lang="zh-CN" altLang="en-US" sz="2000" u="sng" dirty="0">
                <a:highlight>
                  <a:srgbClr val="FFFF00"/>
                </a:highlight>
                <a:latin typeface="Arial" panose="020B0604020202020204" pitchFamily="34" charset="0"/>
                <a:cs typeface="Arial" panose="020B0604020202020204" pitchFamily="34" charset="0"/>
              </a:rPr>
              <a:t>采样、量化、编码</a:t>
            </a:r>
            <a:r>
              <a:rPr lang="zh-CN" altLang="en-US" sz="2000" dirty="0">
                <a:latin typeface="Arial" panose="020B0604020202020204" pitchFamily="34" charset="0"/>
                <a:cs typeface="Arial" panose="020B0604020202020204" pitchFamily="34" charset="0"/>
              </a:rPr>
              <a:t>三个阶段，其中，引起误差的主要是</a:t>
            </a:r>
            <a:r>
              <a:rPr lang="en-US" altLang="zh-CN" sz="2000" dirty="0">
                <a:highlight>
                  <a:srgbClr val="FFFF00"/>
                </a:highlight>
                <a:latin typeface="Arial" panose="020B0604020202020204" pitchFamily="34" charset="0"/>
                <a:cs typeface="Arial" panose="020B0604020202020204" pitchFamily="34" charset="0"/>
              </a:rPr>
              <a:t>_</a:t>
            </a:r>
            <a:r>
              <a:rPr lang="zh-CN" altLang="en-US" sz="2000" u="sng" dirty="0">
                <a:highlight>
                  <a:srgbClr val="FFFF00"/>
                </a:highlight>
                <a:latin typeface="Arial" panose="020B0604020202020204" pitchFamily="34" charset="0"/>
                <a:cs typeface="Arial" panose="020B0604020202020204" pitchFamily="34" charset="0"/>
              </a:rPr>
              <a:t>量化</a:t>
            </a:r>
            <a:r>
              <a:rPr lang="en-US" altLang="zh-CN" sz="2000" dirty="0">
                <a:highlight>
                  <a:srgbClr val="FFFF00"/>
                </a:highlight>
                <a:latin typeface="Arial" panose="020B0604020202020204" pitchFamily="34" charset="0"/>
                <a:cs typeface="Arial" panose="020B0604020202020204" pitchFamily="34" charset="0"/>
              </a:rPr>
              <a:t>_</a:t>
            </a:r>
            <a:r>
              <a:rPr lang="zh-CN" altLang="en-US" sz="2000" dirty="0">
                <a:latin typeface="Arial" panose="020B0604020202020204" pitchFamily="34" charset="0"/>
                <a:cs typeface="Arial" panose="020B0604020202020204" pitchFamily="34" charset="0"/>
              </a:rPr>
              <a:t>阶段。 </a:t>
            </a:r>
            <a:r>
              <a:rPr lang="zh-CN" altLang="en-US" sz="2000" b="1" dirty="0">
                <a:latin typeface="Arial" panose="020B0604020202020204" pitchFamily="34" charset="0"/>
                <a:cs typeface="Arial" panose="020B0604020202020204" pitchFamily="34" charset="0"/>
              </a:rPr>
              <a:t> </a:t>
            </a:r>
            <a:endParaRPr lang="zh-CN" altLang="en-US" sz="2000" b="1" dirty="0">
              <a:latin typeface="Arial" panose="020B0604020202020204" pitchFamily="34" charset="0"/>
              <a:cs typeface="Arial" panose="020B0604020202020204" pitchFamily="34" charset="0"/>
            </a:endParaRPr>
          </a:p>
        </p:txBody>
      </p:sp>
      <p:sp>
        <p:nvSpPr>
          <p:cNvPr id="2" name="灯片编号占位符 1"/>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33888"/>
            <a:ext cx="10515600" cy="3493507"/>
          </a:xfrm>
        </p:spPr>
        <p:txBody>
          <a:bodyPr>
            <a:normAutofit/>
          </a:bodyPr>
          <a:lstStyle/>
          <a:p>
            <a:pPr marL="0" indent="0">
              <a:lnSpc>
                <a:spcPct val="125000"/>
              </a:lnSpc>
              <a:buNone/>
            </a:pPr>
            <a:r>
              <a:rPr lang="en-US" altLang="zh-CN" sz="2400" dirty="0"/>
              <a:t>1</a:t>
            </a:r>
            <a:r>
              <a:rPr lang="zh-CN" altLang="en-US" sz="2400" dirty="0"/>
              <a:t>）一台电脑要能正常访问因特网需要知道的地址有：</a:t>
            </a:r>
            <a:r>
              <a:rPr lang="zh-CN" altLang="en-US" sz="2400" u="sng" dirty="0">
                <a:highlight>
                  <a:srgbClr val="FFFF00"/>
                </a:highlight>
              </a:rPr>
              <a:t>本机</a:t>
            </a:r>
            <a:r>
              <a:rPr lang="en-US" altLang="zh-CN" sz="2400" u="sng" dirty="0">
                <a:highlight>
                  <a:srgbClr val="FFFF00"/>
                </a:highlight>
              </a:rPr>
              <a:t>IP</a:t>
            </a:r>
            <a:r>
              <a:rPr lang="zh-CN" altLang="en-US" sz="2400" u="sng" dirty="0">
                <a:highlight>
                  <a:srgbClr val="FFFF00"/>
                </a:highlight>
              </a:rPr>
              <a:t>地址和掩码、网关</a:t>
            </a:r>
            <a:r>
              <a:rPr lang="en-US" altLang="zh-CN" sz="2400" u="sng" dirty="0">
                <a:highlight>
                  <a:srgbClr val="FFFF00"/>
                </a:highlight>
              </a:rPr>
              <a:t>IP</a:t>
            </a:r>
            <a:r>
              <a:rPr lang="zh-CN" altLang="en-US" sz="2400" u="sng" dirty="0">
                <a:highlight>
                  <a:srgbClr val="FFFF00"/>
                </a:highlight>
              </a:rPr>
              <a:t>地址、（本地）域名服务器地址</a:t>
            </a:r>
            <a:r>
              <a:rPr lang="zh-CN" altLang="en-US" sz="2400" dirty="0"/>
              <a:t>，这些地址可以用 </a:t>
            </a:r>
            <a:r>
              <a:rPr lang="en-US" altLang="zh-CN" sz="2400" u="sng" dirty="0">
                <a:highlight>
                  <a:srgbClr val="FFFF00"/>
                </a:highlight>
              </a:rPr>
              <a:t>DHCP</a:t>
            </a:r>
            <a:r>
              <a:rPr lang="zh-CN" altLang="en-US" sz="2400" u="sng" dirty="0">
                <a:highlight>
                  <a:srgbClr val="FFFF00"/>
                </a:highlight>
              </a:rPr>
              <a:t>、</a:t>
            </a:r>
            <a:r>
              <a:rPr lang="en-US" altLang="zh-CN" sz="2400" u="sng" dirty="0" err="1">
                <a:highlight>
                  <a:srgbClr val="FFFF00"/>
                </a:highlight>
              </a:rPr>
              <a:t>PPPoE</a:t>
            </a:r>
            <a:r>
              <a:rPr lang="zh-CN" altLang="en-US" sz="2400" u="sng" dirty="0">
                <a:highlight>
                  <a:srgbClr val="FFFF00"/>
                </a:highlight>
              </a:rPr>
              <a:t>等</a:t>
            </a:r>
            <a:r>
              <a:rPr lang="zh-CN" altLang="en-US" sz="2400" dirty="0"/>
              <a:t>协议自动获取。 </a:t>
            </a:r>
            <a:endParaRPr lang="zh-CN" altLang="en-US" sz="2400" dirty="0"/>
          </a:p>
          <a:p>
            <a:pPr marL="0" indent="0">
              <a:lnSpc>
                <a:spcPct val="110000"/>
              </a:lnSpc>
              <a:buNone/>
            </a:pPr>
            <a:r>
              <a:rPr lang="en-US" altLang="zh-CN" sz="2400" dirty="0">
                <a:sym typeface="+mn-ea"/>
              </a:rPr>
              <a:t>2</a:t>
            </a:r>
            <a:r>
              <a:rPr lang="zh-CN" altLang="en-US" sz="2400" dirty="0">
                <a:sym typeface="+mn-ea"/>
              </a:rPr>
              <a:t>）综合布线系统分为</a:t>
            </a:r>
            <a:r>
              <a:rPr lang="en-US" altLang="zh-CN" sz="2400" dirty="0">
                <a:sym typeface="+mn-ea"/>
              </a:rPr>
              <a:t>_</a:t>
            </a:r>
            <a:r>
              <a:rPr lang="zh-CN" altLang="en-US" sz="2400" dirty="0">
                <a:highlight>
                  <a:srgbClr val="FFFF00"/>
                </a:highlight>
                <a:sym typeface="+mn-ea"/>
              </a:rPr>
              <a:t>建筑群</a:t>
            </a:r>
            <a:r>
              <a:rPr lang="zh-CN" altLang="en-US" sz="2400" dirty="0">
                <a:sym typeface="+mn-ea"/>
              </a:rPr>
              <a:t>、</a:t>
            </a:r>
            <a:r>
              <a:rPr lang="zh-CN" altLang="en-US" sz="2400" dirty="0">
                <a:highlight>
                  <a:srgbClr val="FFFF00"/>
                </a:highlight>
                <a:sym typeface="+mn-ea"/>
              </a:rPr>
              <a:t>垂直干线</a:t>
            </a:r>
            <a:r>
              <a:rPr lang="zh-CN" altLang="en-US" sz="2400" dirty="0">
                <a:sym typeface="+mn-ea"/>
              </a:rPr>
              <a:t>、</a:t>
            </a:r>
            <a:r>
              <a:rPr lang="zh-CN" altLang="en-US" sz="2400" dirty="0">
                <a:highlight>
                  <a:srgbClr val="FFFF00"/>
                </a:highlight>
                <a:sym typeface="+mn-ea"/>
              </a:rPr>
              <a:t>水平</a:t>
            </a:r>
            <a:r>
              <a:rPr lang="zh-CN" altLang="en-US" sz="2400" dirty="0">
                <a:sym typeface="+mn-ea"/>
              </a:rPr>
              <a:t>、</a:t>
            </a:r>
            <a:r>
              <a:rPr lang="en-US" altLang="zh-CN" sz="2400" dirty="0">
                <a:sym typeface="+mn-ea"/>
              </a:rPr>
              <a:t>_</a:t>
            </a:r>
            <a:r>
              <a:rPr lang="zh-CN" altLang="en-US" sz="2400" dirty="0">
                <a:highlight>
                  <a:srgbClr val="FFFF00"/>
                </a:highlight>
                <a:sym typeface="+mn-ea"/>
              </a:rPr>
              <a:t>工作区</a:t>
            </a:r>
            <a:r>
              <a:rPr lang="en-US" altLang="zh-CN" sz="2400" dirty="0">
                <a:sym typeface="+mn-ea"/>
              </a:rPr>
              <a:t>_</a:t>
            </a:r>
            <a:r>
              <a:rPr lang="zh-CN" altLang="en-US" sz="2400" dirty="0">
                <a:sym typeface="+mn-ea"/>
              </a:rPr>
              <a:t>、</a:t>
            </a:r>
            <a:r>
              <a:rPr lang="en-US" altLang="zh-CN" sz="2400" dirty="0">
                <a:sym typeface="+mn-ea"/>
              </a:rPr>
              <a:t>_</a:t>
            </a:r>
            <a:r>
              <a:rPr lang="zh-CN" altLang="en-US" sz="2400" dirty="0">
                <a:highlight>
                  <a:srgbClr val="FFFF00"/>
                </a:highlight>
                <a:sym typeface="+mn-ea"/>
              </a:rPr>
              <a:t>管理（或配线间）</a:t>
            </a:r>
            <a:r>
              <a:rPr lang="en-US" altLang="zh-CN" sz="2400" dirty="0">
                <a:sym typeface="+mn-ea"/>
              </a:rPr>
              <a:t>_</a:t>
            </a:r>
            <a:r>
              <a:rPr lang="zh-CN" altLang="en-US" sz="2400" dirty="0">
                <a:sym typeface="+mn-ea"/>
              </a:rPr>
              <a:t>、</a:t>
            </a:r>
            <a:r>
              <a:rPr lang="en-US" altLang="zh-CN" sz="2400" dirty="0">
                <a:sym typeface="+mn-ea"/>
              </a:rPr>
              <a:t>_</a:t>
            </a:r>
            <a:r>
              <a:rPr lang="zh-CN" altLang="en-US" sz="2400" dirty="0">
                <a:highlight>
                  <a:srgbClr val="FFFF00"/>
                </a:highlight>
                <a:sym typeface="+mn-ea"/>
              </a:rPr>
              <a:t>设备间</a:t>
            </a:r>
            <a:r>
              <a:rPr lang="en-US" altLang="zh-CN" sz="2400" dirty="0">
                <a:sym typeface="+mn-ea"/>
              </a:rPr>
              <a:t>_</a:t>
            </a:r>
            <a:r>
              <a:rPr lang="zh-CN" altLang="en-US" sz="2400" dirty="0">
                <a:sym typeface="+mn-ea"/>
              </a:rPr>
              <a:t>六个子系统</a:t>
            </a:r>
            <a:endParaRPr lang="zh-CN" altLang="en-US" sz="2400" dirty="0"/>
          </a:p>
        </p:txBody>
      </p:sp>
      <p:sp>
        <p:nvSpPr>
          <p:cNvPr id="2" name="灯片编号占位符 1"/>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23097"/>
            <a:ext cx="10515600" cy="5032375"/>
          </a:xfrm>
        </p:spPr>
        <p:txBody>
          <a:bodyPr>
            <a:normAutofit fontScale="97500" lnSpcReduction="10000"/>
          </a:bodyPr>
          <a:lstStyle/>
          <a:p>
            <a:pPr marL="0" indent="0">
              <a:lnSpc>
                <a:spcPct val="135000"/>
              </a:lnSpc>
              <a:spcBef>
                <a:spcPts val="600"/>
              </a:spcBef>
              <a:buNone/>
            </a:pPr>
            <a:r>
              <a:rPr lang="en-US" altLang="zh-CN" sz="2000" dirty="0"/>
              <a:t>1</a:t>
            </a:r>
            <a:r>
              <a:rPr lang="zh-CN" altLang="en-US" sz="2000" dirty="0"/>
              <a:t>）一个信道的频率范围是 </a:t>
            </a:r>
            <a:r>
              <a:rPr lang="en-US" altLang="zh-CN" sz="2000" dirty="0"/>
              <a:t>300</a:t>
            </a:r>
            <a:r>
              <a:rPr lang="en-US" sz="2000" dirty="0"/>
              <a:t>MHz~300GHz，</a:t>
            </a:r>
            <a:r>
              <a:rPr lang="zh-CN" altLang="en-US" sz="2000" dirty="0"/>
              <a:t>该信道的带宽是 </a:t>
            </a:r>
            <a:r>
              <a:rPr lang="en-US" altLang="zh-CN" sz="2000" dirty="0">
                <a:highlight>
                  <a:srgbClr val="FFFF00"/>
                </a:highlight>
              </a:rPr>
              <a:t>299700 </a:t>
            </a:r>
            <a:r>
              <a:rPr lang="en-US" sz="2000" dirty="0">
                <a:highlight>
                  <a:srgbClr val="FFFF00"/>
                </a:highlight>
              </a:rPr>
              <a:t>MHz </a:t>
            </a:r>
            <a:r>
              <a:rPr lang="en-US" sz="2000" dirty="0"/>
              <a:t>。</a:t>
            </a:r>
            <a:endParaRPr lang="en-US" sz="2000" dirty="0"/>
          </a:p>
          <a:p>
            <a:pPr marL="0" indent="0">
              <a:lnSpc>
                <a:spcPct val="135000"/>
              </a:lnSpc>
              <a:spcBef>
                <a:spcPts val="600"/>
              </a:spcBef>
              <a:buNone/>
            </a:pPr>
            <a:r>
              <a:rPr lang="en-US" altLang="zh-CN" sz="2000" dirty="0">
                <a:sym typeface="+mn-ea"/>
              </a:rPr>
              <a:t>2</a:t>
            </a:r>
            <a:r>
              <a:rPr lang="zh-CN" altLang="en-US" sz="2000" dirty="0">
                <a:sym typeface="+mn-ea"/>
              </a:rPr>
              <a:t>）常用的多路复用技术有：</a:t>
            </a:r>
            <a:r>
              <a:rPr lang="en-US" altLang="zh-CN" sz="2000" dirty="0">
                <a:sym typeface="+mn-ea"/>
              </a:rPr>
              <a:t>_</a:t>
            </a:r>
            <a:r>
              <a:rPr lang="zh-CN" altLang="en-US" sz="2000" dirty="0">
                <a:highlight>
                  <a:srgbClr val="FFFF00"/>
                </a:highlight>
                <a:sym typeface="+mn-ea"/>
              </a:rPr>
              <a:t>时分多路复用</a:t>
            </a:r>
            <a:r>
              <a:rPr lang="zh-CN" altLang="en-US" sz="2000" dirty="0">
                <a:sym typeface="+mn-ea"/>
              </a:rPr>
              <a:t>、</a:t>
            </a:r>
            <a:r>
              <a:rPr lang="zh-CN" altLang="en-US" sz="2000" dirty="0">
                <a:highlight>
                  <a:srgbClr val="FFFF00"/>
                </a:highlight>
                <a:sym typeface="+mn-ea"/>
              </a:rPr>
              <a:t>频分多路复用</a:t>
            </a:r>
            <a:r>
              <a:rPr lang="zh-CN" altLang="en-US" sz="2000" dirty="0">
                <a:sym typeface="+mn-ea"/>
              </a:rPr>
              <a:t>、</a:t>
            </a:r>
            <a:r>
              <a:rPr lang="zh-CN" altLang="en-US" sz="2000" dirty="0">
                <a:highlight>
                  <a:srgbClr val="FFFF00"/>
                </a:highlight>
                <a:sym typeface="+mn-ea"/>
              </a:rPr>
              <a:t>波分多路复用</a:t>
            </a:r>
            <a:r>
              <a:rPr lang="zh-CN" altLang="en-US" sz="2000" dirty="0">
                <a:sym typeface="+mn-ea"/>
              </a:rPr>
              <a:t>、</a:t>
            </a:r>
            <a:r>
              <a:rPr lang="zh-CN" altLang="en-US" sz="2000" dirty="0">
                <a:highlight>
                  <a:srgbClr val="FFFF00"/>
                </a:highlight>
                <a:sym typeface="+mn-ea"/>
              </a:rPr>
              <a:t>码分多路复用</a:t>
            </a:r>
            <a:r>
              <a:rPr lang="zh-CN" altLang="en-US" sz="2000" dirty="0">
                <a:sym typeface="+mn-ea"/>
              </a:rPr>
              <a:t>。</a:t>
            </a:r>
            <a:r>
              <a:rPr lang="zh-CN" altLang="en-US" sz="2000" dirty="0"/>
              <a:t> </a:t>
            </a:r>
            <a:endParaRPr lang="en-US" altLang="zh-CN" sz="2000" dirty="0"/>
          </a:p>
          <a:p>
            <a:pPr marL="0" indent="0">
              <a:lnSpc>
                <a:spcPct val="135000"/>
              </a:lnSpc>
              <a:spcBef>
                <a:spcPts val="600"/>
              </a:spcBef>
              <a:buNone/>
            </a:pPr>
            <a:r>
              <a:rPr lang="en-US" sz="2000" dirty="0">
                <a:sym typeface="+mn-ea"/>
              </a:rPr>
              <a:t>3</a:t>
            </a:r>
            <a:r>
              <a:rPr lang="zh-CN" altLang="en-US" sz="2000" dirty="0">
                <a:sym typeface="+mn-ea"/>
              </a:rPr>
              <a:t>）</a:t>
            </a:r>
            <a:r>
              <a:rPr lang="en-US" sz="2000" dirty="0">
                <a:sym typeface="+mn-ea"/>
              </a:rPr>
              <a:t>T1 </a:t>
            </a:r>
            <a:r>
              <a:rPr lang="zh-CN" altLang="en-US" sz="2000" dirty="0">
                <a:sym typeface="+mn-ea"/>
              </a:rPr>
              <a:t>速率为</a:t>
            </a:r>
            <a:r>
              <a:rPr lang="en-US" altLang="zh-CN" sz="2000" dirty="0">
                <a:highlight>
                  <a:srgbClr val="FFFF00"/>
                </a:highlight>
                <a:sym typeface="+mn-ea"/>
              </a:rPr>
              <a:t>1.54</a:t>
            </a:r>
            <a:r>
              <a:rPr lang="en-US" sz="2000" dirty="0">
                <a:highlight>
                  <a:srgbClr val="FFFF00"/>
                </a:highlight>
                <a:sym typeface="+mn-ea"/>
              </a:rPr>
              <a:t>Mbps</a:t>
            </a:r>
            <a:r>
              <a:rPr lang="en-US" sz="2000" dirty="0">
                <a:sym typeface="+mn-ea"/>
              </a:rPr>
              <a:t>。 E1 </a:t>
            </a:r>
            <a:r>
              <a:rPr lang="zh-CN" altLang="en-US" sz="2000" dirty="0">
                <a:sym typeface="+mn-ea"/>
              </a:rPr>
              <a:t>采用的多路复用技术是 </a:t>
            </a:r>
            <a:r>
              <a:rPr lang="zh-CN" altLang="en-US" sz="2000" dirty="0">
                <a:highlight>
                  <a:srgbClr val="FFFF00"/>
                </a:highlight>
                <a:sym typeface="+mn-ea"/>
              </a:rPr>
              <a:t>时分多路复用 （或 </a:t>
            </a:r>
            <a:r>
              <a:rPr lang="en-US" sz="2000" dirty="0">
                <a:highlight>
                  <a:srgbClr val="FFFF00"/>
                </a:highlight>
                <a:sym typeface="+mn-ea"/>
              </a:rPr>
              <a:t>TDM），</a:t>
            </a:r>
            <a:r>
              <a:rPr lang="zh-CN" altLang="en-US" sz="2000" dirty="0">
                <a:sym typeface="+mn-ea"/>
              </a:rPr>
              <a:t>数据速率是 </a:t>
            </a:r>
            <a:r>
              <a:rPr lang="en-US" altLang="zh-CN" sz="2000" dirty="0">
                <a:highlight>
                  <a:srgbClr val="FFFF00"/>
                </a:highlight>
                <a:sym typeface="+mn-ea"/>
              </a:rPr>
              <a:t>2.048 </a:t>
            </a:r>
            <a:r>
              <a:rPr lang="en-US" sz="2000" dirty="0">
                <a:highlight>
                  <a:srgbClr val="FFFF00"/>
                </a:highlight>
                <a:sym typeface="+mn-ea"/>
              </a:rPr>
              <a:t>Mbps</a:t>
            </a:r>
            <a:r>
              <a:rPr lang="en-US" sz="2000" dirty="0">
                <a:sym typeface="+mn-ea"/>
              </a:rPr>
              <a:t>。</a:t>
            </a:r>
            <a:endParaRPr lang="en-US" sz="2000" dirty="0"/>
          </a:p>
          <a:p>
            <a:pPr marL="0" indent="0">
              <a:lnSpc>
                <a:spcPct val="135000"/>
              </a:lnSpc>
              <a:spcBef>
                <a:spcPts val="600"/>
              </a:spcBef>
              <a:buNone/>
            </a:pPr>
            <a:r>
              <a:rPr lang="en-US" altLang="zh-CN" sz="2000" dirty="0"/>
              <a:t>4</a:t>
            </a:r>
            <a:r>
              <a:rPr lang="zh-CN" altLang="en-US" sz="2000" dirty="0"/>
              <a:t>）允许发送站发送连续多个帧而不需要马上应答，这就是</a:t>
            </a:r>
            <a:r>
              <a:rPr lang="en-US" altLang="zh-CN" sz="2000" dirty="0"/>
              <a:t>__</a:t>
            </a:r>
            <a:r>
              <a:rPr lang="zh-CN" altLang="en-US" sz="2000" dirty="0">
                <a:highlight>
                  <a:srgbClr val="FFFF00"/>
                </a:highlight>
              </a:rPr>
              <a:t>滑动窗口协议</a:t>
            </a:r>
            <a:r>
              <a:rPr lang="en-US" altLang="zh-CN" sz="2000" dirty="0"/>
              <a:t>__</a:t>
            </a:r>
            <a:r>
              <a:rPr lang="zh-CN" altLang="en-US" sz="2000" dirty="0"/>
              <a:t>。滑动窗口协议需要一个</a:t>
            </a:r>
            <a:r>
              <a:rPr lang="en-US" altLang="zh-CN" sz="2000" dirty="0"/>
              <a:t>____</a:t>
            </a:r>
            <a:r>
              <a:rPr lang="zh-CN" altLang="en-US" sz="2000" dirty="0">
                <a:highlight>
                  <a:srgbClr val="FFFF00"/>
                </a:highlight>
              </a:rPr>
              <a:t>发送</a:t>
            </a:r>
            <a:r>
              <a:rPr lang="en-US" altLang="zh-CN" sz="2000" dirty="0"/>
              <a:t>__ </a:t>
            </a:r>
            <a:r>
              <a:rPr lang="zh-CN" altLang="en-US" sz="2000" dirty="0"/>
              <a:t>窗口和一个</a:t>
            </a:r>
            <a:r>
              <a:rPr lang="en-US" altLang="zh-CN" sz="2000" dirty="0"/>
              <a:t>___</a:t>
            </a:r>
            <a:r>
              <a:rPr lang="zh-CN" altLang="en-US" sz="2000" dirty="0">
                <a:highlight>
                  <a:srgbClr val="FFFF00"/>
                </a:highlight>
              </a:rPr>
              <a:t>接收</a:t>
            </a:r>
            <a:r>
              <a:rPr lang="en-US" altLang="zh-CN" sz="2000" dirty="0"/>
              <a:t>__ </a:t>
            </a:r>
            <a:r>
              <a:rPr lang="zh-CN" altLang="en-US" sz="2000" dirty="0"/>
              <a:t>窗口。 </a:t>
            </a:r>
            <a:endParaRPr lang="zh-CN" altLang="en-US" sz="2000" dirty="0"/>
          </a:p>
          <a:p>
            <a:pPr marL="0" indent="0">
              <a:lnSpc>
                <a:spcPct val="135000"/>
              </a:lnSpc>
              <a:spcBef>
                <a:spcPts val="600"/>
              </a:spcBef>
              <a:buNone/>
            </a:pPr>
            <a:r>
              <a:rPr lang="en-US" altLang="zh-CN" sz="2000" dirty="0"/>
              <a:t>5</a:t>
            </a:r>
            <a:r>
              <a:rPr lang="zh-CN" altLang="en-US" sz="2000" dirty="0"/>
              <a:t>）常用的两种流量控制方法是</a:t>
            </a:r>
            <a:r>
              <a:rPr lang="en-US" altLang="zh-CN" sz="2000" dirty="0"/>
              <a:t>___</a:t>
            </a:r>
            <a:r>
              <a:rPr lang="zh-CN" altLang="en-US" sz="2000" dirty="0">
                <a:highlight>
                  <a:srgbClr val="FFFF00"/>
                </a:highlight>
              </a:rPr>
              <a:t>停等协议</a:t>
            </a:r>
            <a:r>
              <a:rPr lang="en-US" altLang="zh-CN" sz="2000" dirty="0"/>
              <a:t>__</a:t>
            </a:r>
            <a:r>
              <a:rPr lang="zh-CN" altLang="en-US" sz="2000" dirty="0"/>
              <a:t>、</a:t>
            </a:r>
            <a:r>
              <a:rPr lang="en-US" altLang="zh-CN" sz="2000" dirty="0"/>
              <a:t>__</a:t>
            </a:r>
            <a:r>
              <a:rPr lang="zh-CN" altLang="en-US" sz="2000" dirty="0">
                <a:highlight>
                  <a:srgbClr val="FFFF00"/>
                </a:highlight>
              </a:rPr>
              <a:t>滑动窗口协议</a:t>
            </a:r>
            <a:r>
              <a:rPr lang="en-US" altLang="zh-CN" sz="2000" dirty="0"/>
              <a:t>__</a:t>
            </a:r>
            <a:r>
              <a:rPr lang="zh-CN" altLang="en-US" sz="2000" dirty="0"/>
              <a:t>。 </a:t>
            </a:r>
            <a:r>
              <a:rPr lang="zh-CN" altLang="en-US" sz="2000" dirty="0">
                <a:highlight>
                  <a:srgbClr val="FFFF00"/>
                </a:highlight>
                <a:sym typeface="+mn-ea"/>
              </a:rPr>
              <a:t>流量控制</a:t>
            </a:r>
            <a:r>
              <a:rPr lang="zh-CN" altLang="en-US" sz="2000" dirty="0">
                <a:sym typeface="+mn-ea"/>
              </a:rPr>
              <a:t>的目的是避免发送端淹没</a:t>
            </a:r>
            <a:r>
              <a:rPr lang="zh-CN" altLang="en-US" sz="2000" dirty="0">
                <a:highlight>
                  <a:srgbClr val="FFFF00"/>
                </a:highlight>
                <a:sym typeface="+mn-ea"/>
              </a:rPr>
              <a:t>接收端</a:t>
            </a:r>
            <a:r>
              <a:rPr lang="zh-CN" altLang="en-US" sz="2000" dirty="0">
                <a:sym typeface="+mn-ea"/>
              </a:rPr>
              <a:t>；</a:t>
            </a:r>
            <a:r>
              <a:rPr lang="zh-CN" altLang="en-US" sz="2000" dirty="0">
                <a:highlight>
                  <a:srgbClr val="FFFF00"/>
                </a:highlight>
                <a:sym typeface="+mn-ea"/>
              </a:rPr>
              <a:t>拥塞控制</a:t>
            </a:r>
            <a:r>
              <a:rPr lang="zh-CN" altLang="en-US" sz="2000" dirty="0">
                <a:sym typeface="+mn-ea"/>
              </a:rPr>
              <a:t>的目的是避免发送端淹没</a:t>
            </a:r>
            <a:r>
              <a:rPr lang="zh-CN" altLang="en-US" sz="2000" dirty="0">
                <a:highlight>
                  <a:srgbClr val="FFFF00"/>
                </a:highlight>
                <a:sym typeface="+mn-ea"/>
              </a:rPr>
              <a:t>网络</a:t>
            </a:r>
            <a:r>
              <a:rPr lang="zh-CN" altLang="en-US" sz="2000" dirty="0">
                <a:sym typeface="+mn-ea"/>
              </a:rPr>
              <a:t>。 </a:t>
            </a:r>
            <a:endParaRPr lang="en-US" altLang="zh-CN" sz="2000" dirty="0"/>
          </a:p>
          <a:p>
            <a:pPr marL="0" indent="0">
              <a:lnSpc>
                <a:spcPct val="135000"/>
              </a:lnSpc>
              <a:spcBef>
                <a:spcPts val="600"/>
              </a:spcBef>
              <a:buNone/>
            </a:pPr>
            <a:r>
              <a:rPr lang="en-US" altLang="zh-CN" sz="2000" dirty="0"/>
              <a:t>6</a:t>
            </a:r>
            <a:r>
              <a:rPr lang="zh-CN" altLang="en-US" sz="2000" dirty="0"/>
              <a:t>）在实际的通信中，通常双方都有数据要发送给对方，可以在数据包总增加一个字段，专门用来携带给对方的应答信息，称为</a:t>
            </a:r>
            <a:r>
              <a:rPr lang="en-US" altLang="zh-CN" sz="2000" dirty="0"/>
              <a:t>__</a:t>
            </a:r>
            <a:r>
              <a:rPr lang="zh-CN" altLang="en-US" sz="2000" dirty="0">
                <a:highlight>
                  <a:srgbClr val="FFFF00"/>
                </a:highlight>
              </a:rPr>
              <a:t>捎带应答</a:t>
            </a:r>
            <a:r>
              <a:rPr lang="en-US" altLang="zh-CN" sz="2000" dirty="0"/>
              <a:t>__</a:t>
            </a:r>
            <a:r>
              <a:rPr lang="zh-CN" altLang="en-US" sz="2000" dirty="0"/>
              <a:t>。 </a:t>
            </a:r>
            <a:endParaRPr lang="zh-CN" altLang="en-US" sz="2000" dirty="0"/>
          </a:p>
          <a:p>
            <a:pPr marL="0" indent="0">
              <a:lnSpc>
                <a:spcPct val="135000"/>
              </a:lnSpc>
              <a:spcBef>
                <a:spcPts val="600"/>
              </a:spcBef>
              <a:buNone/>
            </a:pPr>
            <a:r>
              <a:rPr lang="en-US" sz="2000" dirty="0"/>
              <a:t>7</a:t>
            </a:r>
            <a:r>
              <a:rPr lang="zh-CN" altLang="en-US" sz="2000" dirty="0"/>
              <a:t>）</a:t>
            </a:r>
            <a:r>
              <a:rPr lang="en-US" sz="2000" dirty="0" err="1"/>
              <a:t>PPPoE</a:t>
            </a:r>
            <a:r>
              <a:rPr lang="zh-CN" altLang="en-US" sz="2000" dirty="0"/>
              <a:t>的英文全称是 </a:t>
            </a:r>
            <a:r>
              <a:rPr lang="en-US" sz="2000" u="sng" dirty="0">
                <a:highlight>
                  <a:srgbClr val="FFFF00"/>
                </a:highlight>
              </a:rPr>
              <a:t>PPP over Ethernet </a:t>
            </a:r>
            <a:r>
              <a:rPr lang="en-US" sz="2000" dirty="0"/>
              <a:t>。 </a:t>
            </a:r>
            <a:endParaRPr lang="en-US" sz="2000" dirty="0"/>
          </a:p>
        </p:txBody>
      </p:sp>
      <p:sp>
        <p:nvSpPr>
          <p:cNvPr id="2" name="灯片编号占位符 1"/>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2376"/>
            <a:ext cx="10515600" cy="5188492"/>
          </a:xfrm>
        </p:spPr>
        <p:txBody>
          <a:bodyPr>
            <a:normAutofit fontScale="95000"/>
          </a:bodyPr>
          <a:lstStyle/>
          <a:p>
            <a:pPr marL="0" indent="0">
              <a:lnSpc>
                <a:spcPct val="135000"/>
              </a:lnSpc>
              <a:spcBef>
                <a:spcPts val="600"/>
              </a:spcBef>
              <a:buNone/>
            </a:pPr>
            <a:r>
              <a:rPr lang="en-US" altLang="zh-CN" sz="2400" dirty="0"/>
              <a:t>1</a:t>
            </a:r>
            <a:r>
              <a:rPr lang="zh-CN" altLang="en-US" sz="2400" dirty="0"/>
              <a:t>）</a:t>
            </a:r>
            <a:r>
              <a:rPr lang="en-US" altLang="zh-CN" sz="2400" dirty="0"/>
              <a:t>IEEE</a:t>
            </a:r>
            <a:r>
              <a:rPr lang="zh-CN" altLang="en-US" sz="2400" dirty="0"/>
              <a:t>以太网对应的标准是（</a:t>
            </a:r>
            <a:r>
              <a:rPr lang="en-US" sz="2400" dirty="0">
                <a:highlight>
                  <a:srgbClr val="FFFF00"/>
                </a:highlight>
              </a:rPr>
              <a:t> 802.3 </a:t>
            </a:r>
            <a:r>
              <a:rPr lang="en-US" sz="2400" dirty="0"/>
              <a:t>）</a:t>
            </a:r>
            <a:r>
              <a:rPr lang="zh-CN" altLang="en-US" sz="2400" dirty="0"/>
              <a:t>。</a:t>
            </a:r>
            <a:r>
              <a:rPr lang="zh-CN" altLang="en-US" sz="2400" dirty="0">
                <a:sym typeface="+mn-ea"/>
              </a:rPr>
              <a:t>在局域网标准中将数据链路层划分为两个子层，分别是</a:t>
            </a:r>
            <a:r>
              <a:rPr lang="en-US" altLang="zh-CN" sz="2400" dirty="0">
                <a:sym typeface="+mn-ea"/>
              </a:rPr>
              <a:t>_</a:t>
            </a:r>
            <a:r>
              <a:rPr lang="en-US" sz="2400" dirty="0">
                <a:highlight>
                  <a:srgbClr val="FFFF00"/>
                </a:highlight>
                <a:sym typeface="+mn-ea"/>
              </a:rPr>
              <a:t>MAC</a:t>
            </a:r>
            <a:r>
              <a:rPr lang="en-US" sz="2400" dirty="0">
                <a:sym typeface="+mn-ea"/>
              </a:rPr>
              <a:t>_</a:t>
            </a:r>
            <a:r>
              <a:rPr lang="zh-CN" altLang="en-US" sz="2400" dirty="0">
                <a:sym typeface="+mn-ea"/>
              </a:rPr>
              <a:t>子层</a:t>
            </a:r>
            <a:r>
              <a:rPr lang="en-US" altLang="zh-CN" sz="2400" dirty="0">
                <a:sym typeface="+mn-ea"/>
              </a:rPr>
              <a:t>_</a:t>
            </a:r>
            <a:r>
              <a:rPr lang="en-US" sz="2400" dirty="0">
                <a:highlight>
                  <a:srgbClr val="FFFF00"/>
                </a:highlight>
                <a:sym typeface="+mn-ea"/>
              </a:rPr>
              <a:t>LLC</a:t>
            </a:r>
            <a:r>
              <a:rPr lang="en-US" sz="2400" dirty="0">
                <a:sym typeface="+mn-ea"/>
              </a:rPr>
              <a:t>_</a:t>
            </a:r>
            <a:r>
              <a:rPr lang="zh-CN" altLang="en-US" sz="2400" dirty="0">
                <a:sym typeface="+mn-ea"/>
              </a:rPr>
              <a:t>子层。</a:t>
            </a:r>
            <a:r>
              <a:rPr lang="en-US" sz="2400" dirty="0">
                <a:sym typeface="+mn-ea"/>
              </a:rPr>
              <a:t>MAC </a:t>
            </a:r>
            <a:r>
              <a:rPr lang="zh-CN" altLang="en-US" sz="2400" dirty="0">
                <a:sym typeface="+mn-ea"/>
              </a:rPr>
              <a:t>指的是</a:t>
            </a:r>
            <a:r>
              <a:rPr lang="en-US" altLang="zh-CN" sz="2400" dirty="0">
                <a:sym typeface="+mn-ea"/>
              </a:rPr>
              <a:t>(</a:t>
            </a:r>
            <a:r>
              <a:rPr lang="zh-CN" altLang="en-US" sz="2400" dirty="0">
                <a:highlight>
                  <a:srgbClr val="FFFF00"/>
                </a:highlight>
                <a:sym typeface="+mn-ea"/>
              </a:rPr>
              <a:t>媒体接入控制子层</a:t>
            </a:r>
            <a:r>
              <a:rPr lang="en-US" sz="2400" dirty="0">
                <a:sym typeface="+mn-ea"/>
              </a:rPr>
              <a:t> )</a:t>
            </a:r>
            <a:r>
              <a:rPr lang="zh-CN" altLang="en-US" sz="2400" dirty="0">
                <a:sym typeface="+mn-ea"/>
              </a:rPr>
              <a:t>。组帧属于</a:t>
            </a:r>
            <a:r>
              <a:rPr lang="en-US" altLang="zh-CN" sz="2400" dirty="0">
                <a:sym typeface="+mn-ea"/>
              </a:rPr>
              <a:t>_</a:t>
            </a:r>
            <a:r>
              <a:rPr lang="en-US" sz="2400" dirty="0">
                <a:highlight>
                  <a:srgbClr val="FFFF00"/>
                </a:highlight>
                <a:sym typeface="+mn-ea"/>
              </a:rPr>
              <a:t>MAC</a:t>
            </a:r>
            <a:r>
              <a:rPr lang="en-US" sz="2400" dirty="0">
                <a:sym typeface="+mn-ea"/>
              </a:rPr>
              <a:t>_</a:t>
            </a:r>
            <a:r>
              <a:rPr lang="zh-CN" altLang="en-US" sz="2400" dirty="0">
                <a:sym typeface="+mn-ea"/>
              </a:rPr>
              <a:t>子层的功能；共享信道分配属于</a:t>
            </a:r>
            <a:r>
              <a:rPr lang="en-US" altLang="zh-CN" sz="2400" dirty="0">
                <a:sym typeface="+mn-ea"/>
              </a:rPr>
              <a:t>_</a:t>
            </a:r>
            <a:r>
              <a:rPr lang="en-US" sz="2400" dirty="0">
                <a:highlight>
                  <a:srgbClr val="FFFF00"/>
                </a:highlight>
                <a:sym typeface="+mn-ea"/>
              </a:rPr>
              <a:t>MAC</a:t>
            </a:r>
            <a:r>
              <a:rPr lang="en-US" sz="2400" dirty="0">
                <a:sym typeface="+mn-ea"/>
              </a:rPr>
              <a:t>_</a:t>
            </a:r>
            <a:r>
              <a:rPr lang="zh-CN" altLang="en-US" sz="2400" dirty="0">
                <a:sym typeface="+mn-ea"/>
              </a:rPr>
              <a:t>子层的功能；向上提供服务访问点组帧属于</a:t>
            </a:r>
            <a:r>
              <a:rPr lang="en-US" altLang="zh-CN" sz="2400" dirty="0">
                <a:sym typeface="+mn-ea"/>
              </a:rPr>
              <a:t>_</a:t>
            </a:r>
            <a:r>
              <a:rPr lang="en-US" sz="2400" dirty="0">
                <a:highlight>
                  <a:srgbClr val="FFFF00"/>
                </a:highlight>
                <a:sym typeface="+mn-ea"/>
              </a:rPr>
              <a:t>LLC</a:t>
            </a:r>
            <a:r>
              <a:rPr lang="en-US" sz="2400" dirty="0">
                <a:sym typeface="+mn-ea"/>
              </a:rPr>
              <a:t>_</a:t>
            </a:r>
            <a:r>
              <a:rPr lang="zh-CN" altLang="en-US" sz="2400" dirty="0">
                <a:sym typeface="+mn-ea"/>
              </a:rPr>
              <a:t>子层的功能。 </a:t>
            </a:r>
            <a:endParaRPr lang="en-US" sz="2400" dirty="0"/>
          </a:p>
          <a:p>
            <a:pPr marL="0" indent="0">
              <a:lnSpc>
                <a:spcPct val="135000"/>
              </a:lnSpc>
              <a:spcBef>
                <a:spcPts val="600"/>
              </a:spcBef>
              <a:buNone/>
            </a:pPr>
            <a:r>
              <a:rPr lang="en-US" altLang="zh-CN" sz="2400" dirty="0"/>
              <a:t>2</a:t>
            </a:r>
            <a:r>
              <a:rPr lang="zh-CN" altLang="en-US" sz="2400" dirty="0"/>
              <a:t>）以太网是目前最为流行的局域网形式，它采用了</a:t>
            </a:r>
            <a:r>
              <a:rPr lang="en-US" altLang="zh-CN" sz="2400" dirty="0"/>
              <a:t>_</a:t>
            </a:r>
            <a:r>
              <a:rPr lang="en-US" sz="2400" dirty="0">
                <a:highlight>
                  <a:srgbClr val="FFFF00"/>
                </a:highlight>
              </a:rPr>
              <a:t>CSMA/CD</a:t>
            </a:r>
            <a:r>
              <a:rPr lang="en-US" sz="2400" dirty="0"/>
              <a:t>_</a:t>
            </a:r>
            <a:r>
              <a:rPr lang="zh-CN" altLang="en-US" sz="2400" dirty="0"/>
              <a:t>信道访问协议，</a:t>
            </a:r>
            <a:r>
              <a:rPr lang="en-US" sz="2400" dirty="0">
                <a:sym typeface="+mn-ea"/>
              </a:rPr>
              <a:t>CSMA/CD </a:t>
            </a:r>
            <a:r>
              <a:rPr lang="zh-CN" altLang="en-US" sz="2400" dirty="0">
                <a:sym typeface="+mn-ea"/>
              </a:rPr>
              <a:t>中的 </a:t>
            </a:r>
            <a:r>
              <a:rPr lang="en-US" sz="2400" dirty="0">
                <a:sym typeface="+mn-ea"/>
              </a:rPr>
              <a:t>CSMA </a:t>
            </a:r>
            <a:r>
              <a:rPr lang="zh-CN" altLang="en-US" sz="2400" dirty="0">
                <a:sym typeface="+mn-ea"/>
              </a:rPr>
              <a:t>代表（ </a:t>
            </a:r>
            <a:r>
              <a:rPr lang="en-US" sz="2400" dirty="0">
                <a:highlight>
                  <a:srgbClr val="FFFF00"/>
                </a:highlight>
                <a:sym typeface="+mn-ea"/>
              </a:rPr>
              <a:t>Carrier Sense Multiple Access, </a:t>
            </a:r>
            <a:r>
              <a:rPr lang="zh-CN" altLang="en-US" sz="2400" u="sng" dirty="0">
                <a:highlight>
                  <a:srgbClr val="FFFF00"/>
                </a:highlight>
                <a:sym typeface="+mn-ea"/>
              </a:rPr>
              <a:t>载波侦听多路访问</a:t>
            </a:r>
            <a:r>
              <a:rPr lang="en-US" sz="2400" dirty="0">
                <a:sym typeface="+mn-ea"/>
              </a:rPr>
              <a:t>）</a:t>
            </a:r>
            <a:r>
              <a:rPr lang="zh-CN" altLang="en-US" sz="2400" dirty="0">
                <a:sym typeface="+mn-ea"/>
              </a:rPr>
              <a:t> </a:t>
            </a:r>
            <a:r>
              <a:rPr lang="en-US" sz="2400" dirty="0">
                <a:sym typeface="+mn-ea"/>
              </a:rPr>
              <a:t>CSMA </a:t>
            </a:r>
            <a:r>
              <a:rPr lang="zh-CN" altLang="en-US" sz="2400" dirty="0">
                <a:sym typeface="+mn-ea"/>
              </a:rPr>
              <a:t>可以分为</a:t>
            </a:r>
            <a:r>
              <a:rPr lang="en-US" altLang="zh-CN" sz="2400" dirty="0">
                <a:sym typeface="+mn-ea"/>
              </a:rPr>
              <a:t>_</a:t>
            </a:r>
            <a:r>
              <a:rPr lang="en-US" altLang="zh-CN" sz="2400" dirty="0">
                <a:highlight>
                  <a:srgbClr val="FFFF00"/>
                </a:highlight>
                <a:sym typeface="+mn-ea"/>
              </a:rPr>
              <a:t>1-</a:t>
            </a:r>
            <a:r>
              <a:rPr lang="zh-CN" altLang="en-US" sz="2400" dirty="0">
                <a:highlight>
                  <a:srgbClr val="FFFF00"/>
                </a:highlight>
                <a:sym typeface="+mn-ea"/>
              </a:rPr>
              <a:t>坚持 </a:t>
            </a:r>
            <a:r>
              <a:rPr lang="en-US" sz="2400" dirty="0">
                <a:highlight>
                  <a:srgbClr val="FFFF00"/>
                </a:highlight>
                <a:sym typeface="+mn-ea"/>
              </a:rPr>
              <a:t>CSMA</a:t>
            </a:r>
            <a:r>
              <a:rPr lang="en-US" sz="2400" dirty="0">
                <a:sym typeface="+mn-ea"/>
              </a:rPr>
              <a:t>、</a:t>
            </a:r>
            <a:r>
              <a:rPr lang="zh-CN" altLang="en-US" sz="2400" dirty="0">
                <a:highlight>
                  <a:srgbClr val="FFFF00"/>
                </a:highlight>
                <a:sym typeface="+mn-ea"/>
              </a:rPr>
              <a:t>非</a:t>
            </a:r>
            <a:r>
              <a:rPr lang="en-US" altLang="zh-CN" sz="2400" dirty="0">
                <a:highlight>
                  <a:srgbClr val="FFFF00"/>
                </a:highlight>
                <a:sym typeface="+mn-ea"/>
              </a:rPr>
              <a:t>-</a:t>
            </a:r>
            <a:r>
              <a:rPr lang="zh-CN" altLang="en-US" sz="2400" dirty="0">
                <a:highlight>
                  <a:srgbClr val="FFFF00"/>
                </a:highlight>
                <a:sym typeface="+mn-ea"/>
              </a:rPr>
              <a:t>坚持 </a:t>
            </a:r>
            <a:r>
              <a:rPr lang="en-US" sz="2400" dirty="0">
                <a:highlight>
                  <a:srgbClr val="FFFF00"/>
                </a:highlight>
                <a:sym typeface="+mn-ea"/>
              </a:rPr>
              <a:t>CSMA </a:t>
            </a:r>
            <a:r>
              <a:rPr lang="en-US" sz="2400" dirty="0">
                <a:sym typeface="+mn-ea"/>
              </a:rPr>
              <a:t>、</a:t>
            </a:r>
            <a:r>
              <a:rPr lang="en-US" sz="2400" dirty="0">
                <a:highlight>
                  <a:srgbClr val="FFFF00"/>
                </a:highlight>
                <a:sym typeface="+mn-ea"/>
              </a:rPr>
              <a:t>P-</a:t>
            </a:r>
            <a:r>
              <a:rPr lang="zh-CN" altLang="en-US" sz="2400" dirty="0">
                <a:highlight>
                  <a:srgbClr val="FFFF00"/>
                </a:highlight>
                <a:sym typeface="+mn-ea"/>
              </a:rPr>
              <a:t>坚 持 </a:t>
            </a:r>
            <a:r>
              <a:rPr lang="en-US" sz="2400" dirty="0">
                <a:highlight>
                  <a:srgbClr val="FFFF00"/>
                </a:highlight>
                <a:sym typeface="+mn-ea"/>
              </a:rPr>
              <a:t>CSMA </a:t>
            </a:r>
            <a:r>
              <a:rPr lang="zh-CN" altLang="en-US" sz="2400" dirty="0">
                <a:highlight>
                  <a:srgbClr val="FFFF00"/>
                </a:highlight>
                <a:sym typeface="+mn-ea"/>
              </a:rPr>
              <a:t>。</a:t>
            </a:r>
            <a:endParaRPr lang="zh-CN" altLang="en-US" sz="2400" dirty="0">
              <a:highlight>
                <a:srgbClr val="FFFF00"/>
              </a:highlight>
              <a:sym typeface="+mn-ea"/>
            </a:endParaRPr>
          </a:p>
          <a:p>
            <a:pPr marL="0" indent="0">
              <a:lnSpc>
                <a:spcPct val="135000"/>
              </a:lnSpc>
              <a:spcBef>
                <a:spcPts val="600"/>
              </a:spcBef>
              <a:buNone/>
            </a:pPr>
            <a:r>
              <a:rPr lang="en-US" sz="2400" dirty="0">
                <a:sym typeface="+mn-ea"/>
              </a:rPr>
              <a:t>3</a:t>
            </a:r>
            <a:r>
              <a:rPr lang="zh-CN" altLang="en-US" sz="2400" dirty="0">
                <a:sym typeface="+mn-ea"/>
              </a:rPr>
              <a:t>）</a:t>
            </a:r>
            <a:r>
              <a:rPr lang="en-US" sz="2400" dirty="0">
                <a:sym typeface="+mn-ea"/>
              </a:rPr>
              <a:t>CSMA/CD </a:t>
            </a:r>
            <a:r>
              <a:rPr lang="zh-CN" altLang="en-US" sz="2400" dirty="0">
                <a:sym typeface="+mn-ea"/>
              </a:rPr>
              <a:t>比 </a:t>
            </a:r>
            <a:r>
              <a:rPr lang="en-US" sz="2400" dirty="0">
                <a:sym typeface="+mn-ea"/>
              </a:rPr>
              <a:t>CSMA </a:t>
            </a:r>
            <a:r>
              <a:rPr lang="zh-CN" altLang="en-US" sz="2400" dirty="0">
                <a:sym typeface="+mn-ea"/>
              </a:rPr>
              <a:t>增加了（</a:t>
            </a:r>
            <a:r>
              <a:rPr lang="zh-CN" altLang="en-US" sz="2400" dirty="0">
                <a:highlight>
                  <a:srgbClr val="FFFF00"/>
                </a:highlight>
                <a:sym typeface="+mn-ea"/>
              </a:rPr>
              <a:t>冲突检测 </a:t>
            </a:r>
            <a:r>
              <a:rPr lang="en-US" sz="2400" dirty="0">
                <a:sym typeface="+mn-ea"/>
              </a:rPr>
              <a:t>）</a:t>
            </a:r>
            <a:r>
              <a:rPr lang="zh-CN" altLang="en-US" sz="2400" dirty="0">
                <a:sym typeface="+mn-ea"/>
              </a:rPr>
              <a:t>功能</a:t>
            </a:r>
            <a:r>
              <a:rPr lang="zh-CN" altLang="en-US" sz="2400" dirty="0"/>
              <a:t>。  </a:t>
            </a:r>
            <a:r>
              <a:rPr lang="en-US" sz="2400" dirty="0"/>
              <a:t>CSMA/CD </a:t>
            </a:r>
            <a:r>
              <a:rPr lang="zh-CN" altLang="en-US" sz="2400" dirty="0"/>
              <a:t>协议要求最小帧的发送时间大于 </a:t>
            </a:r>
            <a:r>
              <a:rPr lang="en-US" altLang="zh-CN" sz="2400" dirty="0">
                <a:highlight>
                  <a:srgbClr val="FFFF00"/>
                </a:highlight>
              </a:rPr>
              <a:t>2 </a:t>
            </a:r>
            <a:r>
              <a:rPr lang="zh-CN" altLang="en-US" sz="2400" dirty="0">
                <a:highlight>
                  <a:srgbClr val="FFFF00"/>
                </a:highlight>
              </a:rPr>
              <a:t>倍</a:t>
            </a:r>
            <a:r>
              <a:rPr lang="zh-CN" altLang="en-US" sz="2400" dirty="0"/>
              <a:t>传播时延 。对应于 </a:t>
            </a:r>
            <a:r>
              <a:rPr lang="en-US" altLang="zh-CN" sz="2400" dirty="0">
                <a:highlight>
                  <a:srgbClr val="FFFF00"/>
                </a:highlight>
              </a:rPr>
              <a:t>10</a:t>
            </a:r>
            <a:r>
              <a:rPr lang="en-US" sz="2400" dirty="0">
                <a:highlight>
                  <a:srgbClr val="FFFF00"/>
                </a:highlight>
              </a:rPr>
              <a:t>M </a:t>
            </a:r>
            <a:r>
              <a:rPr lang="zh-CN" altLang="en-US" sz="2400" dirty="0"/>
              <a:t>以太网，其最小帧长度为 </a:t>
            </a:r>
            <a:r>
              <a:rPr lang="en-US" altLang="zh-CN" sz="2400" dirty="0">
                <a:highlight>
                  <a:srgbClr val="FFFF00"/>
                </a:highlight>
              </a:rPr>
              <a:t>64</a:t>
            </a:r>
            <a:r>
              <a:rPr lang="zh-CN" altLang="en-US" sz="2400" dirty="0">
                <a:highlight>
                  <a:srgbClr val="FFFF00"/>
                </a:highlight>
              </a:rPr>
              <a:t> 字节</a:t>
            </a:r>
            <a:r>
              <a:rPr lang="zh-CN" altLang="en-US" sz="2400" dirty="0"/>
              <a:t>。 </a:t>
            </a:r>
            <a:endParaRPr lang="en-US" sz="2400" dirty="0"/>
          </a:p>
          <a:p>
            <a:pPr marL="514350" indent="-514350">
              <a:lnSpc>
                <a:spcPct val="135000"/>
              </a:lnSpc>
              <a:spcBef>
                <a:spcPts val="600"/>
              </a:spcBef>
              <a:buFont typeface="+mj-lt"/>
              <a:buAutoNum type="arabicPeriod"/>
            </a:pPr>
            <a:endParaRPr lang="en-US" sz="2400" dirty="0"/>
          </a:p>
        </p:txBody>
      </p:sp>
      <p:sp>
        <p:nvSpPr>
          <p:cNvPr id="2" name="灯片编号占位符 1"/>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4468" y="797312"/>
            <a:ext cx="11053206" cy="5263375"/>
          </a:xfrm>
        </p:spPr>
        <p:txBody>
          <a:bodyPr>
            <a:normAutofit fontScale="85000" lnSpcReduction="10000"/>
          </a:bodyPr>
          <a:lstStyle/>
          <a:p>
            <a:pPr marL="0" indent="0">
              <a:lnSpc>
                <a:spcPct val="135000"/>
              </a:lnSpc>
              <a:spcBef>
                <a:spcPts val="600"/>
              </a:spcBef>
              <a:buNone/>
            </a:pPr>
            <a:r>
              <a:rPr lang="en-US" sz="2400" dirty="0"/>
              <a:t>1</a:t>
            </a:r>
            <a:r>
              <a:rPr lang="zh-CN" altLang="en-US" sz="2400" dirty="0"/>
              <a:t>）</a:t>
            </a:r>
            <a:r>
              <a:rPr lang="en-US" sz="2400" dirty="0"/>
              <a:t>IEEE802.3 </a:t>
            </a:r>
            <a:r>
              <a:rPr lang="zh-CN" altLang="en-US" sz="2400" dirty="0"/>
              <a:t>总线式以太网可以采用双绞线、细同轴电缆和光钎来组网，对应的网络命名分 别是</a:t>
            </a:r>
            <a:r>
              <a:rPr lang="en-US" altLang="zh-CN" sz="2400" dirty="0"/>
              <a:t>__</a:t>
            </a:r>
            <a:r>
              <a:rPr lang="en-US" altLang="zh-CN" sz="2400" dirty="0">
                <a:highlight>
                  <a:srgbClr val="FFFF00"/>
                </a:highlight>
              </a:rPr>
              <a:t>10</a:t>
            </a:r>
            <a:r>
              <a:rPr lang="en-US" sz="2400" dirty="0">
                <a:highlight>
                  <a:srgbClr val="FFFF00"/>
                </a:highlight>
              </a:rPr>
              <a:t>BASE-T</a:t>
            </a:r>
            <a:r>
              <a:rPr lang="en-US" sz="2400" dirty="0"/>
              <a:t>_、__</a:t>
            </a:r>
            <a:r>
              <a:rPr lang="en-US" sz="2400" dirty="0">
                <a:highlight>
                  <a:srgbClr val="FFFF00"/>
                </a:highlight>
              </a:rPr>
              <a:t>10BASE-2</a:t>
            </a:r>
            <a:r>
              <a:rPr lang="en-US" sz="2400" dirty="0"/>
              <a:t> __、__</a:t>
            </a:r>
            <a:r>
              <a:rPr lang="en-US" sz="2400" dirty="0">
                <a:highlight>
                  <a:srgbClr val="FFFF00"/>
                </a:highlight>
              </a:rPr>
              <a:t>10BASE-F</a:t>
            </a:r>
            <a:r>
              <a:rPr lang="en-US" sz="2400" dirty="0"/>
              <a:t> _。</a:t>
            </a:r>
            <a:r>
              <a:rPr lang="zh-CN" altLang="en-US" sz="2400" dirty="0"/>
              <a:t>其中 </a:t>
            </a:r>
            <a:r>
              <a:rPr lang="en-US" altLang="zh-CN" sz="2400" dirty="0"/>
              <a:t>10 </a:t>
            </a:r>
            <a:r>
              <a:rPr lang="zh-CN" altLang="en-US" sz="2400" dirty="0"/>
              <a:t>的含义是</a:t>
            </a:r>
            <a:r>
              <a:rPr lang="en-US" altLang="zh-CN" sz="2400" dirty="0"/>
              <a:t>_</a:t>
            </a:r>
            <a:r>
              <a:rPr lang="en-US" altLang="zh-CN" sz="2400" dirty="0">
                <a:highlight>
                  <a:srgbClr val="FFFF00"/>
                </a:highlight>
              </a:rPr>
              <a:t>10</a:t>
            </a:r>
            <a:r>
              <a:rPr lang="en-US" sz="2400" dirty="0">
                <a:highlight>
                  <a:srgbClr val="FFFF00"/>
                </a:highlight>
              </a:rPr>
              <a:t>Mbps </a:t>
            </a:r>
            <a:r>
              <a:rPr lang="zh-CN" altLang="en-US" sz="2400" dirty="0">
                <a:highlight>
                  <a:srgbClr val="FFFF00"/>
                </a:highlight>
              </a:rPr>
              <a:t>速率</a:t>
            </a:r>
            <a:r>
              <a:rPr lang="en-US" altLang="zh-CN" sz="2400" dirty="0"/>
              <a:t>__</a:t>
            </a:r>
            <a:r>
              <a:rPr lang="zh-CN" altLang="en-US" sz="2400" dirty="0"/>
              <a:t>；</a:t>
            </a:r>
            <a:r>
              <a:rPr lang="en-US" sz="2400" dirty="0"/>
              <a:t>BASE </a:t>
            </a:r>
            <a:r>
              <a:rPr lang="zh-CN" altLang="en-US" sz="2400" dirty="0"/>
              <a:t>的含义是</a:t>
            </a:r>
            <a:r>
              <a:rPr lang="en-US" altLang="zh-CN" sz="2400" dirty="0"/>
              <a:t>__</a:t>
            </a:r>
            <a:r>
              <a:rPr lang="zh-CN" altLang="en-US" sz="2400" dirty="0">
                <a:highlight>
                  <a:srgbClr val="FFFF00"/>
                </a:highlight>
              </a:rPr>
              <a:t>基带传输</a:t>
            </a:r>
            <a:r>
              <a:rPr lang="en-US" altLang="zh-CN" sz="2400" dirty="0"/>
              <a:t>__</a:t>
            </a:r>
            <a:r>
              <a:rPr lang="zh-CN" altLang="en-US" sz="2400" dirty="0"/>
              <a:t>；后跟字母 </a:t>
            </a:r>
            <a:r>
              <a:rPr lang="en-US" sz="2400" dirty="0"/>
              <a:t>T </a:t>
            </a:r>
            <a:r>
              <a:rPr lang="zh-CN" altLang="en-US" sz="2400" dirty="0"/>
              <a:t>表示</a:t>
            </a:r>
            <a:r>
              <a:rPr lang="en-US" altLang="zh-CN" sz="2400" dirty="0"/>
              <a:t>__</a:t>
            </a:r>
            <a:r>
              <a:rPr lang="zh-CN" altLang="en-US" sz="2400" dirty="0">
                <a:highlight>
                  <a:srgbClr val="FFFF00"/>
                </a:highlight>
              </a:rPr>
              <a:t>双绞线</a:t>
            </a:r>
            <a:r>
              <a:rPr lang="en-US" altLang="zh-CN" sz="2400" dirty="0"/>
              <a:t>__</a:t>
            </a:r>
            <a:r>
              <a:rPr lang="zh-CN" altLang="en-US" sz="2400" dirty="0"/>
              <a:t>；</a:t>
            </a:r>
            <a:r>
              <a:rPr lang="en-US" altLang="zh-CN" sz="2400" dirty="0"/>
              <a:t>2 </a:t>
            </a:r>
            <a:r>
              <a:rPr lang="zh-CN" altLang="en-US" sz="2400" dirty="0"/>
              <a:t>表示</a:t>
            </a:r>
            <a:r>
              <a:rPr lang="en-US" altLang="zh-CN" sz="2400" dirty="0"/>
              <a:t>__</a:t>
            </a:r>
            <a:r>
              <a:rPr lang="zh-CN" altLang="en-US" sz="2400" dirty="0">
                <a:highlight>
                  <a:srgbClr val="FFFF00"/>
                </a:highlight>
              </a:rPr>
              <a:t>细同轴</a:t>
            </a:r>
            <a:r>
              <a:rPr lang="en-US" altLang="zh-CN" sz="2400" dirty="0"/>
              <a:t>__</a:t>
            </a:r>
            <a:r>
              <a:rPr lang="zh-CN" altLang="en-US" sz="2400" dirty="0"/>
              <a:t>；</a:t>
            </a:r>
            <a:r>
              <a:rPr lang="en-US" altLang="zh-CN" sz="2400" dirty="0"/>
              <a:t>5 </a:t>
            </a:r>
            <a:r>
              <a:rPr lang="zh-CN" altLang="en-US" sz="2400" dirty="0"/>
              <a:t>表示</a:t>
            </a:r>
            <a:r>
              <a:rPr lang="en-US" altLang="zh-CN" sz="2400" dirty="0"/>
              <a:t>__</a:t>
            </a:r>
            <a:r>
              <a:rPr lang="zh-CN" altLang="en-US" sz="2400" dirty="0">
                <a:highlight>
                  <a:srgbClr val="FFFF00"/>
                </a:highlight>
              </a:rPr>
              <a:t>粗同轴</a:t>
            </a:r>
            <a:r>
              <a:rPr lang="en-US" altLang="zh-CN" sz="2400" dirty="0"/>
              <a:t>__</a:t>
            </a:r>
            <a:r>
              <a:rPr lang="zh-CN" altLang="en-US" sz="2400" dirty="0"/>
              <a:t>。 </a:t>
            </a:r>
            <a:r>
              <a:rPr lang="zh-CN" altLang="en-US" sz="2400" dirty="0">
                <a:sym typeface="+mn-ea"/>
              </a:rPr>
              <a:t>在双绞线中，</a:t>
            </a:r>
            <a:r>
              <a:rPr lang="en-US" sz="2400" dirty="0">
                <a:sym typeface="+mn-ea"/>
              </a:rPr>
              <a:t>UTP </a:t>
            </a:r>
            <a:r>
              <a:rPr lang="zh-CN" altLang="en-US" sz="2400" dirty="0">
                <a:sym typeface="+mn-ea"/>
              </a:rPr>
              <a:t>表示</a:t>
            </a:r>
            <a:r>
              <a:rPr lang="en-US" altLang="zh-CN" sz="2400" dirty="0">
                <a:sym typeface="+mn-ea"/>
              </a:rPr>
              <a:t>___</a:t>
            </a:r>
            <a:r>
              <a:rPr lang="zh-CN" altLang="en-US" sz="2400" dirty="0">
                <a:highlight>
                  <a:srgbClr val="FFFF00"/>
                </a:highlight>
                <a:sym typeface="+mn-ea"/>
              </a:rPr>
              <a:t>非屏蔽双绞线</a:t>
            </a:r>
            <a:r>
              <a:rPr lang="en-US" altLang="zh-CN" sz="2400" dirty="0">
                <a:sym typeface="+mn-ea"/>
              </a:rPr>
              <a:t>_</a:t>
            </a:r>
            <a:r>
              <a:rPr lang="zh-CN" altLang="en-US" sz="2400" dirty="0">
                <a:sym typeface="+mn-ea"/>
              </a:rPr>
              <a:t>；</a:t>
            </a:r>
            <a:r>
              <a:rPr lang="en-US" sz="2400" dirty="0">
                <a:sym typeface="+mn-ea"/>
              </a:rPr>
              <a:t>STP </a:t>
            </a:r>
            <a:r>
              <a:rPr lang="zh-CN" altLang="en-US" sz="2400" dirty="0">
                <a:sym typeface="+mn-ea"/>
              </a:rPr>
              <a:t>表示</a:t>
            </a:r>
            <a:r>
              <a:rPr lang="en-US" altLang="zh-CN" sz="2400" dirty="0">
                <a:sym typeface="+mn-ea"/>
              </a:rPr>
              <a:t>____</a:t>
            </a:r>
            <a:r>
              <a:rPr lang="zh-CN" altLang="en-US" sz="2400" dirty="0">
                <a:highlight>
                  <a:srgbClr val="FFFF00"/>
                </a:highlight>
                <a:sym typeface="+mn-ea"/>
              </a:rPr>
              <a:t>屏蔽双绞线</a:t>
            </a:r>
            <a:r>
              <a:rPr lang="en-US" altLang="zh-CN" sz="2400" dirty="0">
                <a:sym typeface="+mn-ea"/>
              </a:rPr>
              <a:t>____</a:t>
            </a:r>
            <a:r>
              <a:rPr lang="zh-CN" altLang="en-US" sz="2400" dirty="0">
                <a:sym typeface="+mn-ea"/>
              </a:rPr>
              <a:t>。</a:t>
            </a:r>
            <a:endParaRPr lang="zh-CN" altLang="en-US" sz="2400" dirty="0"/>
          </a:p>
          <a:p>
            <a:pPr marL="0" indent="357505">
              <a:lnSpc>
                <a:spcPct val="135000"/>
              </a:lnSpc>
              <a:spcBef>
                <a:spcPts val="600"/>
              </a:spcBef>
              <a:buNone/>
            </a:pPr>
            <a:r>
              <a:rPr lang="en-US" sz="2400" dirty="0">
                <a:latin typeface="Arial" panose="020B0604020202020204" pitchFamily="34" charset="0"/>
                <a:cs typeface="Arial" panose="020B0604020202020204" pitchFamily="34" charset="0"/>
                <a:sym typeface="+mn-ea"/>
              </a:rPr>
              <a:t>① 10Base-5 </a:t>
            </a:r>
            <a:r>
              <a:rPr lang="zh-CN" altLang="en-US" sz="2400" dirty="0">
                <a:latin typeface="Arial" panose="020B0604020202020204" pitchFamily="34" charset="0"/>
                <a:cs typeface="Arial" panose="020B0604020202020204" pitchFamily="34" charset="0"/>
                <a:sym typeface="+mn-ea"/>
              </a:rPr>
              <a:t>使用粗同轴电缆，最大网段长度为</a:t>
            </a:r>
            <a:r>
              <a:rPr lang="en-US" altLang="zh-CN" sz="2400" dirty="0">
                <a:latin typeface="Arial" panose="020B0604020202020204" pitchFamily="34" charset="0"/>
                <a:cs typeface="Arial" panose="020B0604020202020204" pitchFamily="34" charset="0"/>
                <a:sym typeface="+mn-ea"/>
              </a:rPr>
              <a:t>500</a:t>
            </a:r>
            <a:r>
              <a:rPr lang="en-US" sz="2400" dirty="0">
                <a:latin typeface="Arial" panose="020B0604020202020204" pitchFamily="34" charset="0"/>
                <a:cs typeface="Arial" panose="020B0604020202020204" pitchFamily="34" charset="0"/>
                <a:sym typeface="+mn-ea"/>
              </a:rPr>
              <a:t>m，</a:t>
            </a:r>
            <a:r>
              <a:rPr lang="zh-CN" altLang="en-US" sz="2400" dirty="0">
                <a:latin typeface="Arial" panose="020B0604020202020204" pitchFamily="34" charset="0"/>
                <a:cs typeface="Arial" panose="020B0604020202020204" pitchFamily="34" charset="0"/>
                <a:sym typeface="+mn-ea"/>
              </a:rPr>
              <a:t>基带传输方法。</a:t>
            </a:r>
            <a:endParaRPr lang="zh-CN" altLang="en-US" sz="2400" dirty="0">
              <a:latin typeface="Arial" panose="020B0604020202020204" pitchFamily="34" charset="0"/>
              <a:cs typeface="Arial" panose="020B0604020202020204" pitchFamily="34" charset="0"/>
            </a:endParaRPr>
          </a:p>
          <a:p>
            <a:pPr marL="0" indent="357505">
              <a:lnSpc>
                <a:spcPct val="135000"/>
              </a:lnSpc>
              <a:spcBef>
                <a:spcPts val="600"/>
              </a:spcBef>
              <a:buNone/>
            </a:pPr>
            <a:r>
              <a:rPr lang="en-US" altLang="zh-CN" sz="2400" dirty="0">
                <a:latin typeface="Arial" panose="020B0604020202020204" pitchFamily="34" charset="0"/>
                <a:cs typeface="Arial" panose="020B0604020202020204" pitchFamily="34" charset="0"/>
                <a:sym typeface="+mn-ea"/>
              </a:rPr>
              <a:t>② 10</a:t>
            </a:r>
            <a:r>
              <a:rPr lang="en-US" sz="2400" dirty="0">
                <a:latin typeface="Arial" panose="020B0604020202020204" pitchFamily="34" charset="0"/>
                <a:cs typeface="Arial" panose="020B0604020202020204" pitchFamily="34" charset="0"/>
                <a:sym typeface="+mn-ea"/>
              </a:rPr>
              <a:t>Base-2 </a:t>
            </a:r>
            <a:r>
              <a:rPr lang="zh-CN" altLang="en-US" sz="2400" dirty="0">
                <a:latin typeface="Arial" panose="020B0604020202020204" pitchFamily="34" charset="0"/>
                <a:cs typeface="Arial" panose="020B0604020202020204" pitchFamily="34" charset="0"/>
                <a:sym typeface="+mn-ea"/>
              </a:rPr>
              <a:t>使用细同轴电缆，最大网段长度为</a:t>
            </a:r>
            <a:r>
              <a:rPr lang="en-US" altLang="zh-CN" sz="2400" dirty="0">
                <a:latin typeface="Arial" panose="020B0604020202020204" pitchFamily="34" charset="0"/>
                <a:cs typeface="Arial" panose="020B0604020202020204" pitchFamily="34" charset="0"/>
                <a:sym typeface="+mn-ea"/>
              </a:rPr>
              <a:t>185</a:t>
            </a:r>
            <a:r>
              <a:rPr lang="en-US" sz="2400" dirty="0">
                <a:latin typeface="Arial" panose="020B0604020202020204" pitchFamily="34" charset="0"/>
                <a:cs typeface="Arial" panose="020B0604020202020204" pitchFamily="34" charset="0"/>
                <a:sym typeface="+mn-ea"/>
              </a:rPr>
              <a:t>m，</a:t>
            </a:r>
            <a:r>
              <a:rPr lang="zh-CN" altLang="en-US" sz="2400" dirty="0">
                <a:latin typeface="Arial" panose="020B0604020202020204" pitchFamily="34" charset="0"/>
                <a:cs typeface="Arial" panose="020B0604020202020204" pitchFamily="34" charset="0"/>
                <a:sym typeface="+mn-ea"/>
              </a:rPr>
              <a:t>基带传输方法。</a:t>
            </a:r>
            <a:endParaRPr lang="zh-CN" altLang="en-US" sz="2400" dirty="0">
              <a:latin typeface="Arial" panose="020B0604020202020204" pitchFamily="34" charset="0"/>
              <a:cs typeface="Arial" panose="020B0604020202020204" pitchFamily="34" charset="0"/>
            </a:endParaRPr>
          </a:p>
          <a:p>
            <a:pPr marL="0" indent="357505">
              <a:lnSpc>
                <a:spcPct val="135000"/>
              </a:lnSpc>
              <a:spcBef>
                <a:spcPts val="600"/>
              </a:spcBef>
              <a:buNone/>
            </a:pPr>
            <a:r>
              <a:rPr lang="en-US" altLang="zh-CN" sz="2400" dirty="0">
                <a:latin typeface="Arial" panose="020B0604020202020204" pitchFamily="34" charset="0"/>
                <a:cs typeface="Arial" panose="020B0604020202020204" pitchFamily="34" charset="0"/>
                <a:sym typeface="+mn-ea"/>
              </a:rPr>
              <a:t>③ 10</a:t>
            </a:r>
            <a:r>
              <a:rPr lang="en-US" sz="2400" dirty="0">
                <a:latin typeface="Arial" panose="020B0604020202020204" pitchFamily="34" charset="0"/>
                <a:cs typeface="Arial" panose="020B0604020202020204" pitchFamily="34" charset="0"/>
                <a:sym typeface="+mn-ea"/>
              </a:rPr>
              <a:t>Base-T </a:t>
            </a:r>
            <a:r>
              <a:rPr lang="zh-CN" altLang="en-US" sz="2400" dirty="0">
                <a:latin typeface="Arial" panose="020B0604020202020204" pitchFamily="34" charset="0"/>
                <a:cs typeface="Arial" panose="020B0604020202020204" pitchFamily="34" charset="0"/>
                <a:sym typeface="+mn-ea"/>
              </a:rPr>
              <a:t>使用双绞线电缆，最大网段长度为</a:t>
            </a:r>
            <a:r>
              <a:rPr lang="en-US" altLang="zh-CN" sz="2400" dirty="0">
                <a:latin typeface="Arial" panose="020B0604020202020204" pitchFamily="34" charset="0"/>
                <a:cs typeface="Arial" panose="020B0604020202020204" pitchFamily="34" charset="0"/>
                <a:sym typeface="+mn-ea"/>
              </a:rPr>
              <a:t>100</a:t>
            </a:r>
            <a:r>
              <a:rPr lang="en-US" sz="2400" dirty="0">
                <a:latin typeface="Arial" panose="020B0604020202020204" pitchFamily="34" charset="0"/>
                <a:cs typeface="Arial" panose="020B0604020202020204" pitchFamily="34" charset="0"/>
                <a:sym typeface="+mn-ea"/>
              </a:rPr>
              <a:t>m。</a:t>
            </a:r>
            <a:endParaRPr lang="en-US" sz="2400" dirty="0">
              <a:latin typeface="Arial" panose="020B0604020202020204" pitchFamily="34" charset="0"/>
              <a:cs typeface="Arial" panose="020B0604020202020204" pitchFamily="34" charset="0"/>
            </a:endParaRPr>
          </a:p>
          <a:p>
            <a:pPr marL="0" indent="357505">
              <a:lnSpc>
                <a:spcPct val="135000"/>
              </a:lnSpc>
              <a:spcBef>
                <a:spcPts val="600"/>
              </a:spcBef>
              <a:buNone/>
            </a:pPr>
            <a:r>
              <a:rPr lang="en-US" sz="2400" dirty="0">
                <a:latin typeface="Arial" panose="020B0604020202020204" pitchFamily="34" charset="0"/>
                <a:cs typeface="Arial" panose="020B0604020202020204" pitchFamily="34" charset="0"/>
                <a:sym typeface="+mn-ea"/>
              </a:rPr>
              <a:t>④ 1Base-5 </a:t>
            </a:r>
            <a:r>
              <a:rPr lang="zh-CN" altLang="en-US" sz="2400" dirty="0">
                <a:latin typeface="Arial" panose="020B0604020202020204" pitchFamily="34" charset="0"/>
                <a:cs typeface="Arial" panose="020B0604020202020204" pitchFamily="34" charset="0"/>
                <a:sym typeface="+mn-ea"/>
              </a:rPr>
              <a:t>使用双绞线电缆，最大网段长度为</a:t>
            </a:r>
            <a:r>
              <a:rPr lang="en-US" altLang="zh-CN" sz="2400" dirty="0">
                <a:latin typeface="Arial" panose="020B0604020202020204" pitchFamily="34" charset="0"/>
                <a:cs typeface="Arial" panose="020B0604020202020204" pitchFamily="34" charset="0"/>
                <a:sym typeface="+mn-ea"/>
              </a:rPr>
              <a:t>500</a:t>
            </a:r>
            <a:r>
              <a:rPr lang="en-US" sz="2400" dirty="0">
                <a:latin typeface="Arial" panose="020B0604020202020204" pitchFamily="34" charset="0"/>
                <a:cs typeface="Arial" panose="020B0604020202020204" pitchFamily="34" charset="0"/>
                <a:sym typeface="+mn-ea"/>
              </a:rPr>
              <a:t>m，</a:t>
            </a:r>
            <a:r>
              <a:rPr lang="zh-CN" altLang="en-US" sz="2400" dirty="0">
                <a:latin typeface="Arial" panose="020B0604020202020204" pitchFamily="34" charset="0"/>
                <a:cs typeface="Arial" panose="020B0604020202020204" pitchFamily="34" charset="0"/>
                <a:sym typeface="+mn-ea"/>
              </a:rPr>
              <a:t>传输速度为</a:t>
            </a:r>
            <a:r>
              <a:rPr lang="en-US" altLang="zh-CN" sz="2400" dirty="0">
                <a:latin typeface="Arial" panose="020B0604020202020204" pitchFamily="34" charset="0"/>
                <a:cs typeface="Arial" panose="020B0604020202020204" pitchFamily="34" charset="0"/>
                <a:sym typeface="+mn-ea"/>
              </a:rPr>
              <a:t>1</a:t>
            </a:r>
            <a:r>
              <a:rPr lang="en-US" sz="2400" dirty="0">
                <a:latin typeface="Arial" panose="020B0604020202020204" pitchFamily="34" charset="0"/>
                <a:cs typeface="Arial" panose="020B0604020202020204" pitchFamily="34" charset="0"/>
                <a:sym typeface="+mn-ea"/>
              </a:rPr>
              <a:t>Mbps。</a:t>
            </a:r>
            <a:endParaRPr lang="en-US" sz="2400" dirty="0">
              <a:latin typeface="Arial" panose="020B0604020202020204" pitchFamily="34" charset="0"/>
              <a:cs typeface="Arial" panose="020B0604020202020204" pitchFamily="34" charset="0"/>
            </a:endParaRPr>
          </a:p>
          <a:p>
            <a:pPr marL="0" indent="357505">
              <a:lnSpc>
                <a:spcPct val="135000"/>
              </a:lnSpc>
              <a:spcBef>
                <a:spcPts val="600"/>
              </a:spcBef>
              <a:buNone/>
            </a:pPr>
            <a:r>
              <a:rPr lang="en-US" sz="2400" dirty="0">
                <a:latin typeface="Arial" panose="020B0604020202020204" pitchFamily="34" charset="0"/>
                <a:cs typeface="Arial" panose="020B0604020202020204" pitchFamily="34" charset="0"/>
                <a:sym typeface="+mn-ea"/>
              </a:rPr>
              <a:t>⑤ 10Broad-36 </a:t>
            </a:r>
            <a:r>
              <a:rPr lang="zh-CN" altLang="en-US" sz="2400" dirty="0">
                <a:latin typeface="Arial" panose="020B0604020202020204" pitchFamily="34" charset="0"/>
                <a:cs typeface="Arial" panose="020B0604020202020204" pitchFamily="34" charset="0"/>
                <a:sym typeface="+mn-ea"/>
              </a:rPr>
              <a:t>使用同轴电缆</a:t>
            </a:r>
            <a:r>
              <a:rPr lang="en-US" altLang="zh-CN" sz="2400" dirty="0">
                <a:latin typeface="Arial" panose="020B0604020202020204" pitchFamily="34" charset="0"/>
                <a:cs typeface="Arial" panose="020B0604020202020204" pitchFamily="34" charset="0"/>
                <a:sym typeface="+mn-ea"/>
              </a:rPr>
              <a:t>(</a:t>
            </a:r>
            <a:r>
              <a:rPr lang="en-US" sz="2400" dirty="0">
                <a:latin typeface="Arial" panose="020B0604020202020204" pitchFamily="34" charset="0"/>
                <a:cs typeface="Arial" panose="020B0604020202020204" pitchFamily="34" charset="0"/>
                <a:sym typeface="+mn-ea"/>
              </a:rPr>
              <a:t>RG-59/U CATV)，</a:t>
            </a:r>
            <a:r>
              <a:rPr lang="zh-CN" altLang="en-US" sz="2400" dirty="0">
                <a:latin typeface="Arial" panose="020B0604020202020204" pitchFamily="34" charset="0"/>
                <a:cs typeface="Arial" panose="020B0604020202020204" pitchFamily="34" charset="0"/>
                <a:sym typeface="+mn-ea"/>
              </a:rPr>
              <a:t>最大网段长度</a:t>
            </a:r>
            <a:r>
              <a:rPr lang="en-US" altLang="zh-CN" sz="2400" dirty="0">
                <a:latin typeface="Arial" panose="020B0604020202020204" pitchFamily="34" charset="0"/>
                <a:cs typeface="Arial" panose="020B0604020202020204" pitchFamily="34" charset="0"/>
                <a:sym typeface="+mn-ea"/>
              </a:rPr>
              <a:t>3600</a:t>
            </a:r>
            <a:r>
              <a:rPr lang="en-US" sz="2400" dirty="0">
                <a:latin typeface="Arial" panose="020B0604020202020204" pitchFamily="34" charset="0"/>
                <a:cs typeface="Arial" panose="020B0604020202020204" pitchFamily="34" charset="0"/>
                <a:sym typeface="+mn-ea"/>
              </a:rPr>
              <a:t>m，</a:t>
            </a:r>
            <a:r>
              <a:rPr lang="zh-CN" altLang="en-US" sz="2400" dirty="0">
                <a:latin typeface="Arial" panose="020B0604020202020204" pitchFamily="34" charset="0"/>
                <a:cs typeface="Arial" panose="020B0604020202020204" pitchFamily="34" charset="0"/>
                <a:sym typeface="+mn-ea"/>
              </a:rPr>
              <a:t>是一种宽带传输方式。</a:t>
            </a:r>
            <a:endParaRPr lang="zh-CN" altLang="en-US" sz="2400" dirty="0">
              <a:latin typeface="Arial" panose="020B0604020202020204" pitchFamily="34" charset="0"/>
              <a:cs typeface="Arial" panose="020B0604020202020204" pitchFamily="34" charset="0"/>
            </a:endParaRPr>
          </a:p>
          <a:p>
            <a:pPr marL="0" indent="357505">
              <a:lnSpc>
                <a:spcPct val="135000"/>
              </a:lnSpc>
              <a:spcBef>
                <a:spcPts val="600"/>
              </a:spcBef>
              <a:buNone/>
            </a:pPr>
            <a:r>
              <a:rPr lang="en-US" altLang="zh-CN" sz="2400" dirty="0">
                <a:latin typeface="Arial" panose="020B0604020202020204" pitchFamily="34" charset="0"/>
                <a:cs typeface="Arial" panose="020B0604020202020204" pitchFamily="34" charset="0"/>
                <a:sym typeface="+mn-ea"/>
              </a:rPr>
              <a:t>⑥ 10</a:t>
            </a:r>
            <a:r>
              <a:rPr lang="en-US" sz="2400" dirty="0">
                <a:latin typeface="Arial" panose="020B0604020202020204" pitchFamily="34" charset="0"/>
                <a:cs typeface="Arial" panose="020B0604020202020204" pitchFamily="34" charset="0"/>
                <a:sym typeface="+mn-ea"/>
              </a:rPr>
              <a:t>Base-F </a:t>
            </a:r>
            <a:r>
              <a:rPr lang="zh-CN" altLang="en-US" sz="2400" dirty="0">
                <a:latin typeface="Arial" panose="020B0604020202020204" pitchFamily="34" charset="0"/>
                <a:cs typeface="Arial" panose="020B0604020202020204" pitchFamily="34" charset="0"/>
                <a:sym typeface="+mn-ea"/>
              </a:rPr>
              <a:t>使用光纤传输介质，传输速率为</a:t>
            </a:r>
            <a:r>
              <a:rPr lang="en-US" altLang="zh-CN" sz="2400" dirty="0">
                <a:latin typeface="Arial" panose="020B0604020202020204" pitchFamily="34" charset="0"/>
                <a:cs typeface="Arial" panose="020B0604020202020204" pitchFamily="34" charset="0"/>
                <a:sym typeface="+mn-ea"/>
              </a:rPr>
              <a:t>10</a:t>
            </a:r>
            <a:r>
              <a:rPr lang="en-US" sz="2400" dirty="0">
                <a:latin typeface="Arial" panose="020B0604020202020204" pitchFamily="34" charset="0"/>
                <a:cs typeface="Arial" panose="020B0604020202020204" pitchFamily="34" charset="0"/>
                <a:sym typeface="+mn-ea"/>
              </a:rPr>
              <a:t>Mbps。</a:t>
            </a:r>
            <a:endParaRPr lang="en-US" sz="2400" dirty="0">
              <a:latin typeface="Arial" panose="020B0604020202020204" pitchFamily="34" charset="0"/>
              <a:cs typeface="Arial" panose="020B0604020202020204" pitchFamily="34" charset="0"/>
            </a:endParaRPr>
          </a:p>
          <a:p>
            <a:pPr marL="0" indent="357505">
              <a:lnSpc>
                <a:spcPct val="135000"/>
              </a:lnSpc>
              <a:spcBef>
                <a:spcPts val="600"/>
              </a:spcBef>
              <a:buNone/>
            </a:pPr>
            <a:r>
              <a:rPr lang="zh-CN" altLang="en-US" sz="2400" dirty="0">
                <a:sym typeface="+mn-ea"/>
              </a:rPr>
              <a:t>    前面的数字表示传输速度，单位是“</a:t>
            </a:r>
            <a:r>
              <a:rPr lang="en-US" sz="2400" dirty="0">
                <a:sym typeface="+mn-ea"/>
              </a:rPr>
              <a:t>Mbps”，</a:t>
            </a:r>
            <a:r>
              <a:rPr lang="zh-CN" altLang="en-US" sz="2400" dirty="0">
                <a:sym typeface="+mn-ea"/>
              </a:rPr>
              <a:t>最后的一个数字表示单段网线长度（基准单位是</a:t>
            </a:r>
            <a:r>
              <a:rPr lang="en-US" altLang="zh-CN" sz="2400" dirty="0">
                <a:sym typeface="+mn-ea"/>
              </a:rPr>
              <a:t>100</a:t>
            </a:r>
            <a:r>
              <a:rPr lang="en-US" sz="2400" dirty="0">
                <a:sym typeface="+mn-ea"/>
              </a:rPr>
              <a:t>m），Base</a:t>
            </a:r>
            <a:r>
              <a:rPr lang="zh-CN" altLang="en-US" sz="2400" dirty="0">
                <a:sym typeface="+mn-ea"/>
              </a:rPr>
              <a:t>表示“基带”的意思，</a:t>
            </a:r>
            <a:r>
              <a:rPr lang="en-US" sz="2400" dirty="0">
                <a:sym typeface="+mn-ea"/>
              </a:rPr>
              <a:t>Broad</a:t>
            </a:r>
            <a:r>
              <a:rPr lang="zh-CN" altLang="en-US" sz="2400" dirty="0">
                <a:sym typeface="+mn-ea"/>
              </a:rPr>
              <a:t>代表“带宽”。</a:t>
            </a:r>
            <a:endParaRPr lang="en-US" sz="2400" dirty="0"/>
          </a:p>
        </p:txBody>
      </p:sp>
      <p:sp>
        <p:nvSpPr>
          <p:cNvPr id="2" name="灯片编号占位符 1"/>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7"/>
            <a:ext cx="10515600" cy="783451"/>
          </a:xfrm>
        </p:spPr>
        <p:txBody>
          <a:bodyPr>
            <a:normAutofit/>
          </a:bodyPr>
          <a:lstStyle/>
          <a:p>
            <a:r>
              <a:rPr lang="en-US" altLang="zh-CN" sz="2800" dirty="0">
                <a:solidFill>
                  <a:srgbClr val="FF0000"/>
                </a:solidFill>
                <a:effectLst>
                  <a:outerShdw blurRad="38100" dist="38100" dir="2700000" algn="tl">
                    <a:srgbClr val="000000">
                      <a:alpha val="43137"/>
                    </a:srgbClr>
                  </a:outerShdw>
                </a:effectLst>
              </a:rPr>
              <a:t>3. </a:t>
            </a:r>
            <a:r>
              <a:rPr lang="zh-CN" altLang="en-US" sz="2800" dirty="0">
                <a:solidFill>
                  <a:srgbClr val="FF0000"/>
                </a:solidFill>
                <a:effectLst>
                  <a:outerShdw blurRad="38100" dist="38100" dir="2700000" algn="tl">
                    <a:srgbClr val="000000">
                      <a:alpha val="43137"/>
                    </a:srgbClr>
                  </a:outerShdw>
                </a:effectLst>
              </a:rPr>
              <a:t>单选</a:t>
            </a:r>
            <a:endParaRPr lang="en-US" sz="2800"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64488"/>
            <a:ext cx="10885227" cy="4351338"/>
          </a:xfrm>
        </p:spPr>
        <p:txBody>
          <a:bodyPr>
            <a:noAutofit/>
          </a:bodyPr>
          <a:lstStyle/>
          <a:p>
            <a:pPr marL="0" indent="0">
              <a:lnSpc>
                <a:spcPct val="120000"/>
              </a:lnSpc>
              <a:spcBef>
                <a:spcPts val="600"/>
              </a:spcBef>
              <a:buNone/>
            </a:pPr>
            <a:r>
              <a:rPr lang="en-US" altLang="zh-CN" sz="2000" b="1" dirty="0"/>
              <a:t>1</a:t>
            </a:r>
            <a:r>
              <a:rPr lang="zh-CN" altLang="en-US" sz="2000" b="1" dirty="0"/>
              <a:t>）</a:t>
            </a:r>
            <a:r>
              <a:rPr lang="en-US" altLang="zh-CN" sz="2000" b="1" dirty="0"/>
              <a:t>1-</a:t>
            </a:r>
            <a:r>
              <a:rPr lang="zh-CN" altLang="en-US" sz="2000" b="1" dirty="0"/>
              <a:t>坚持</a:t>
            </a:r>
            <a:r>
              <a:rPr lang="en-US" sz="2000" b="1" dirty="0"/>
              <a:t>CSMA</a:t>
            </a:r>
            <a:r>
              <a:rPr lang="zh-CN" altLang="en-US" sz="2000" b="1" dirty="0"/>
              <a:t>方式中，“坚持”的含义是（ </a:t>
            </a:r>
            <a:r>
              <a:rPr lang="en-US" altLang="zh-CN" sz="2000" b="1" dirty="0"/>
              <a:t>1 </a:t>
            </a:r>
            <a:r>
              <a:rPr lang="zh-CN" altLang="en-US" sz="2000" b="1" dirty="0"/>
              <a:t>） </a:t>
            </a:r>
            <a:endParaRPr lang="zh-CN" altLang="en-US" sz="2000" b="1" dirty="0"/>
          </a:p>
          <a:p>
            <a:pPr marL="0" indent="0">
              <a:lnSpc>
                <a:spcPct val="120000"/>
              </a:lnSpc>
              <a:spcBef>
                <a:spcPts val="600"/>
              </a:spcBef>
              <a:buNone/>
            </a:pPr>
            <a:r>
              <a:rPr lang="en-US" altLang="zh-CN" sz="2000" dirty="0">
                <a:highlight>
                  <a:srgbClr val="FFFF00"/>
                </a:highlight>
              </a:rPr>
              <a:t> (1)</a:t>
            </a:r>
            <a:r>
              <a:rPr lang="zh-CN" altLang="en-US" sz="2000" dirty="0">
                <a:highlight>
                  <a:srgbClr val="FFFF00"/>
                </a:highlight>
              </a:rPr>
              <a:t>  当侦听到总线忙时， 坚持侦听直到总线空闲为止。</a:t>
            </a:r>
            <a:r>
              <a:rPr lang="en-US" altLang="zh-CN" sz="2000" dirty="0">
                <a:highlight>
                  <a:srgbClr val="FFFF00"/>
                </a:highlight>
              </a:rPr>
              <a:t>(2)</a:t>
            </a:r>
            <a:r>
              <a:rPr lang="zh-CN" altLang="en-US" sz="2000" dirty="0">
                <a:highlight>
                  <a:srgbClr val="FFFF00"/>
                </a:highlight>
              </a:rPr>
              <a:t> </a:t>
            </a:r>
            <a:r>
              <a:rPr lang="zh-CN" altLang="en-US" sz="2000" dirty="0"/>
              <a:t> 当侦听到总线忙时， 坚持发送其数据信息。</a:t>
            </a:r>
            <a:r>
              <a:rPr lang="en-US" altLang="zh-CN" sz="2000" dirty="0"/>
              <a:t>(3) </a:t>
            </a:r>
            <a:r>
              <a:rPr lang="zh-CN" altLang="en-US" sz="2000" dirty="0"/>
              <a:t>发送数据后， 坚持侦听总线看是否发生冲突。</a:t>
            </a:r>
            <a:r>
              <a:rPr lang="en-US" altLang="zh-CN" sz="2000" dirty="0"/>
              <a:t>(4) </a:t>
            </a:r>
            <a:r>
              <a:rPr lang="zh-CN" altLang="en-US" sz="2000" dirty="0"/>
              <a:t>当发生冲突时， 坚持发送数据。 </a:t>
            </a:r>
            <a:endParaRPr lang="zh-CN" altLang="en-US" sz="2000" dirty="0"/>
          </a:p>
          <a:p>
            <a:pPr marL="0" indent="0">
              <a:lnSpc>
                <a:spcPct val="120000"/>
              </a:lnSpc>
              <a:spcBef>
                <a:spcPts val="600"/>
              </a:spcBef>
              <a:buNone/>
            </a:pPr>
            <a:r>
              <a:rPr lang="en-US" altLang="zh-CN" sz="2000" b="1" dirty="0"/>
              <a:t>2</a:t>
            </a:r>
            <a:r>
              <a:rPr lang="zh-CN" altLang="en-US" sz="2000" b="1" dirty="0"/>
              <a:t>）局域网中访问冲突的根源是（ </a:t>
            </a:r>
            <a:r>
              <a:rPr lang="en-US" altLang="zh-CN" sz="2000" b="1" dirty="0"/>
              <a:t>2 </a:t>
            </a:r>
            <a:r>
              <a:rPr lang="zh-CN" altLang="en-US" sz="2000" b="1" dirty="0"/>
              <a:t>） </a:t>
            </a:r>
            <a:endParaRPr lang="zh-CN" altLang="en-US" sz="2000" b="1" dirty="0"/>
          </a:p>
          <a:p>
            <a:pPr marL="0" indent="0">
              <a:lnSpc>
                <a:spcPct val="120000"/>
              </a:lnSpc>
              <a:spcBef>
                <a:spcPts val="600"/>
              </a:spcBef>
              <a:buNone/>
            </a:pPr>
            <a:r>
              <a:rPr lang="zh-CN" altLang="en-US" sz="2000" dirty="0"/>
              <a:t>（</a:t>
            </a:r>
            <a:r>
              <a:rPr lang="en-US" altLang="zh-CN" sz="2000" dirty="0"/>
              <a:t>1</a:t>
            </a:r>
            <a:r>
              <a:rPr lang="zh-CN" altLang="en-US" sz="2000" dirty="0"/>
              <a:t>） 独占介质 </a:t>
            </a:r>
            <a:r>
              <a:rPr lang="zh-CN" altLang="en-US" sz="2000" dirty="0">
                <a:highlight>
                  <a:srgbClr val="FFFF00"/>
                </a:highlight>
              </a:rPr>
              <a:t>（</a:t>
            </a:r>
            <a:r>
              <a:rPr lang="en-US" altLang="zh-CN" sz="2000" dirty="0">
                <a:highlight>
                  <a:srgbClr val="FFFF00"/>
                </a:highlight>
              </a:rPr>
              <a:t>2</a:t>
            </a:r>
            <a:r>
              <a:rPr lang="zh-CN" altLang="en-US" sz="2000" dirty="0">
                <a:highlight>
                  <a:srgbClr val="FFFF00"/>
                </a:highlight>
              </a:rPr>
              <a:t>） 共享介质 </a:t>
            </a:r>
            <a:r>
              <a:rPr lang="zh-CN" altLang="en-US" sz="2000" dirty="0"/>
              <a:t>（</a:t>
            </a:r>
            <a:r>
              <a:rPr lang="en-US" altLang="zh-CN" sz="2000" dirty="0"/>
              <a:t>3</a:t>
            </a:r>
            <a:r>
              <a:rPr lang="zh-CN" altLang="en-US" sz="2000" dirty="0"/>
              <a:t>） 引入</a:t>
            </a:r>
            <a:r>
              <a:rPr lang="en-US" sz="2000" dirty="0"/>
              <a:t>MAC</a:t>
            </a:r>
            <a:r>
              <a:rPr lang="zh-CN" altLang="en-US" sz="2000" dirty="0"/>
              <a:t>子层 （</a:t>
            </a:r>
            <a:r>
              <a:rPr lang="en-US" altLang="zh-CN" sz="2000" dirty="0"/>
              <a:t>4</a:t>
            </a:r>
            <a:r>
              <a:rPr lang="zh-CN" altLang="en-US" sz="2000" dirty="0"/>
              <a:t>）规则的拓扑结构 </a:t>
            </a:r>
            <a:endParaRPr lang="zh-CN" altLang="en-US" sz="2000" dirty="0"/>
          </a:p>
          <a:p>
            <a:pPr marL="0" indent="0">
              <a:lnSpc>
                <a:spcPct val="120000"/>
              </a:lnSpc>
              <a:spcBef>
                <a:spcPts val="600"/>
              </a:spcBef>
              <a:buNone/>
            </a:pPr>
            <a:r>
              <a:rPr lang="en-US" altLang="zh-CN" sz="2000" b="1" dirty="0"/>
              <a:t>3</a:t>
            </a:r>
            <a:r>
              <a:rPr lang="zh-CN" altLang="en-US" sz="2000" b="1" dirty="0"/>
              <a:t>）使用双绞线的以太网为（ </a:t>
            </a:r>
            <a:r>
              <a:rPr lang="en-US" altLang="zh-CN" sz="2000" b="1" dirty="0"/>
              <a:t>3 </a:t>
            </a:r>
            <a:r>
              <a:rPr lang="zh-CN" altLang="en-US" sz="2000" b="1" dirty="0"/>
              <a:t>） </a:t>
            </a:r>
            <a:endParaRPr lang="zh-CN" altLang="en-US" sz="2000" b="1" dirty="0"/>
          </a:p>
          <a:p>
            <a:pPr marL="0" indent="0">
              <a:lnSpc>
                <a:spcPct val="120000"/>
              </a:lnSpc>
              <a:spcBef>
                <a:spcPts val="600"/>
              </a:spcBef>
              <a:buNone/>
            </a:pPr>
            <a:r>
              <a:rPr lang="zh-CN" altLang="en-US" sz="2000" dirty="0"/>
              <a:t>（</a:t>
            </a:r>
            <a:r>
              <a:rPr lang="en-US" altLang="zh-CN" sz="2000" dirty="0"/>
              <a:t>1</a:t>
            </a:r>
            <a:r>
              <a:rPr lang="zh-CN" altLang="en-US" sz="2000" dirty="0"/>
              <a:t>） </a:t>
            </a:r>
            <a:r>
              <a:rPr lang="en-US" altLang="zh-CN" sz="2000" dirty="0"/>
              <a:t>10</a:t>
            </a:r>
            <a:r>
              <a:rPr lang="en-US" sz="2000" dirty="0"/>
              <a:t>Base_5 	（2） 10Base-2 	</a:t>
            </a:r>
            <a:r>
              <a:rPr lang="en-US" sz="2000" dirty="0">
                <a:highlight>
                  <a:srgbClr val="FFFF00"/>
                </a:highlight>
              </a:rPr>
              <a:t>（3） 10Base-T </a:t>
            </a:r>
            <a:r>
              <a:rPr lang="en-US" sz="2000" dirty="0"/>
              <a:t>	（4） 10Base-F </a:t>
            </a:r>
            <a:endParaRPr lang="en-US" sz="2000" dirty="0"/>
          </a:p>
          <a:p>
            <a:pPr marL="0" indent="0">
              <a:lnSpc>
                <a:spcPct val="120000"/>
              </a:lnSpc>
              <a:spcBef>
                <a:spcPts val="600"/>
              </a:spcBef>
              <a:buNone/>
            </a:pPr>
            <a:r>
              <a:rPr lang="en-US" sz="2000" b="1" dirty="0"/>
              <a:t>4）</a:t>
            </a:r>
            <a:r>
              <a:rPr lang="zh-CN" altLang="en-US" sz="2000" b="1" dirty="0"/>
              <a:t>网卡完成 </a:t>
            </a:r>
            <a:r>
              <a:rPr lang="en-US" altLang="zh-CN" sz="2000" b="1" dirty="0"/>
              <a:t>( </a:t>
            </a:r>
            <a:r>
              <a:rPr lang="en-US" sz="2000" b="1" dirty="0"/>
              <a:t>C ) </a:t>
            </a:r>
            <a:r>
              <a:rPr lang="zh-CN" altLang="en-US" sz="2000" b="1" dirty="0"/>
              <a:t>的功能 </a:t>
            </a:r>
            <a:endParaRPr lang="zh-CN" altLang="en-US" sz="2000" b="1" dirty="0"/>
          </a:p>
          <a:p>
            <a:pPr marL="0" indent="0">
              <a:lnSpc>
                <a:spcPct val="120000"/>
              </a:lnSpc>
              <a:spcBef>
                <a:spcPts val="600"/>
              </a:spcBef>
              <a:buNone/>
            </a:pPr>
            <a:r>
              <a:rPr lang="en-US" sz="2000" dirty="0"/>
              <a:t>  A </a:t>
            </a:r>
            <a:r>
              <a:rPr lang="zh-CN" altLang="en-US" sz="2000" dirty="0"/>
              <a:t>物理层 </a:t>
            </a:r>
            <a:r>
              <a:rPr lang="en-US" altLang="zh-CN" sz="2000" dirty="0"/>
              <a:t>	</a:t>
            </a:r>
            <a:r>
              <a:rPr lang="en-US" sz="2000" dirty="0"/>
              <a:t>B </a:t>
            </a:r>
            <a:r>
              <a:rPr lang="zh-CN" altLang="en-US" sz="2000" dirty="0"/>
              <a:t>数据链路层 </a:t>
            </a:r>
            <a:r>
              <a:rPr lang="en-US" altLang="zh-CN" sz="2000" dirty="0"/>
              <a:t>	</a:t>
            </a:r>
            <a:r>
              <a:rPr lang="en-US" sz="2000" dirty="0">
                <a:highlight>
                  <a:srgbClr val="FFFF00"/>
                </a:highlight>
              </a:rPr>
              <a:t>C </a:t>
            </a:r>
            <a:r>
              <a:rPr lang="zh-CN" altLang="en-US" sz="2000" dirty="0">
                <a:highlight>
                  <a:srgbClr val="FFFF00"/>
                </a:highlight>
              </a:rPr>
              <a:t>物理层和数据链路层 </a:t>
            </a:r>
            <a:r>
              <a:rPr lang="en-US" altLang="zh-CN" sz="2000" dirty="0"/>
              <a:t>		</a:t>
            </a:r>
            <a:r>
              <a:rPr lang="en-US" sz="2000" dirty="0"/>
              <a:t>D </a:t>
            </a:r>
            <a:r>
              <a:rPr lang="zh-CN" altLang="en-US" sz="2000" dirty="0"/>
              <a:t>数据链路层和网络层 </a:t>
            </a:r>
            <a:endParaRPr lang="zh-CN" altLang="en-US" sz="2000" dirty="0"/>
          </a:p>
          <a:p>
            <a:pPr marL="0" indent="0">
              <a:lnSpc>
                <a:spcPct val="120000"/>
              </a:lnSpc>
              <a:spcBef>
                <a:spcPts val="600"/>
              </a:spcBef>
              <a:buNone/>
            </a:pPr>
            <a:r>
              <a:rPr lang="en-US" altLang="zh-CN" sz="2000" b="1" dirty="0"/>
              <a:t>5) </a:t>
            </a:r>
            <a:r>
              <a:rPr lang="en-US" sz="2000" b="1" dirty="0"/>
              <a:t>VLAN </a:t>
            </a:r>
            <a:r>
              <a:rPr lang="zh-CN" altLang="en-US" sz="2000" b="1" dirty="0"/>
              <a:t>的划分方法不包括以下哪种方法？</a:t>
            </a:r>
            <a:r>
              <a:rPr lang="en-US" altLang="zh-CN" sz="2000" b="1" dirty="0"/>
              <a:t>( </a:t>
            </a:r>
            <a:r>
              <a:rPr lang="en-US" sz="2000" b="1" dirty="0"/>
              <a:t>D ) </a:t>
            </a:r>
            <a:endParaRPr lang="en-US" sz="2000" b="1" dirty="0"/>
          </a:p>
          <a:p>
            <a:pPr marL="0" indent="0">
              <a:lnSpc>
                <a:spcPct val="120000"/>
              </a:lnSpc>
              <a:spcBef>
                <a:spcPts val="600"/>
              </a:spcBef>
              <a:buNone/>
            </a:pPr>
            <a:r>
              <a:rPr lang="en-US" sz="2000" dirty="0"/>
              <a:t>  A. </a:t>
            </a:r>
            <a:r>
              <a:rPr lang="zh-CN" altLang="en-US" sz="2000" dirty="0"/>
              <a:t>基于端口 </a:t>
            </a:r>
            <a:r>
              <a:rPr lang="en-US" altLang="zh-CN" sz="2000" dirty="0"/>
              <a:t>	</a:t>
            </a:r>
            <a:r>
              <a:rPr lang="en-US" sz="2000" dirty="0"/>
              <a:t>B. </a:t>
            </a:r>
            <a:r>
              <a:rPr lang="zh-CN" altLang="en-US" sz="2000" dirty="0"/>
              <a:t>基于 </a:t>
            </a:r>
            <a:r>
              <a:rPr lang="en-US" sz="2000" dirty="0"/>
              <a:t>MAC </a:t>
            </a:r>
            <a:r>
              <a:rPr lang="zh-CN" altLang="en-US" sz="2000" dirty="0"/>
              <a:t>地址 </a:t>
            </a:r>
            <a:r>
              <a:rPr lang="en-US" altLang="zh-CN" sz="2000" dirty="0"/>
              <a:t>	</a:t>
            </a:r>
            <a:r>
              <a:rPr lang="en-US" sz="2000" dirty="0"/>
              <a:t>C. </a:t>
            </a:r>
            <a:r>
              <a:rPr lang="zh-CN" altLang="en-US" sz="2000" dirty="0"/>
              <a:t>基于协议 </a:t>
            </a:r>
            <a:r>
              <a:rPr lang="en-US" altLang="zh-CN" sz="2000" dirty="0"/>
              <a:t>	</a:t>
            </a:r>
            <a:r>
              <a:rPr lang="en-US" sz="2000" dirty="0">
                <a:highlight>
                  <a:srgbClr val="FFFF00"/>
                </a:highlight>
              </a:rPr>
              <a:t>D. </a:t>
            </a:r>
            <a:r>
              <a:rPr lang="zh-CN" altLang="en-US" sz="2000" dirty="0">
                <a:highlight>
                  <a:srgbClr val="FFFF00"/>
                </a:highlight>
              </a:rPr>
              <a:t>基于物理位置 </a:t>
            </a:r>
            <a:endParaRPr lang="zh-CN" altLang="en-US" sz="2000" dirty="0">
              <a:highlight>
                <a:srgbClr val="FFFF00"/>
              </a:highlight>
            </a:endParaRPr>
          </a:p>
        </p:txBody>
      </p:sp>
      <p:sp>
        <p:nvSpPr>
          <p:cNvPr id="4" name="灯片编号占位符 3"/>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2443" y="890510"/>
            <a:ext cx="11024937" cy="5076980"/>
          </a:xfrm>
        </p:spPr>
        <p:txBody>
          <a:bodyPr>
            <a:noAutofit/>
          </a:bodyPr>
          <a:lstStyle/>
          <a:p>
            <a:pPr marL="0" indent="0">
              <a:lnSpc>
                <a:spcPct val="125000"/>
              </a:lnSpc>
              <a:spcBef>
                <a:spcPts val="600"/>
              </a:spcBef>
              <a:buNone/>
            </a:pPr>
            <a:r>
              <a:rPr lang="en-US" sz="2000" b="1" dirty="0"/>
              <a:t>1</a:t>
            </a:r>
            <a:r>
              <a:rPr lang="zh-CN" altLang="en-US" sz="2000" b="1" dirty="0"/>
              <a:t>）</a:t>
            </a:r>
            <a:r>
              <a:rPr lang="en-US" sz="2000" b="1" dirty="0"/>
              <a:t>OSI/RM </a:t>
            </a:r>
            <a:r>
              <a:rPr lang="zh-CN" altLang="en-US" sz="2000" b="1" dirty="0"/>
              <a:t>模型的哪一层为用户的应用进程提供服务</a:t>
            </a:r>
            <a:r>
              <a:rPr lang="en-US" altLang="zh-CN" sz="2000" b="1" dirty="0"/>
              <a:t>? ( </a:t>
            </a:r>
            <a:r>
              <a:rPr lang="en-US" sz="2000" b="1" dirty="0"/>
              <a:t>D) </a:t>
            </a:r>
            <a:endParaRPr lang="en-US" sz="2000" b="1" dirty="0"/>
          </a:p>
          <a:p>
            <a:pPr marL="0" indent="0">
              <a:lnSpc>
                <a:spcPct val="125000"/>
              </a:lnSpc>
              <a:spcBef>
                <a:spcPts val="600"/>
              </a:spcBef>
              <a:buNone/>
            </a:pPr>
            <a:r>
              <a:rPr lang="en-US" sz="2000" dirty="0"/>
              <a:t>  A、</a:t>
            </a:r>
            <a:r>
              <a:rPr lang="zh-CN" altLang="en-US" sz="2000" dirty="0"/>
              <a:t>传输层 </a:t>
            </a:r>
            <a:r>
              <a:rPr lang="en-US" altLang="zh-CN" sz="2000" dirty="0"/>
              <a:t>	</a:t>
            </a:r>
            <a:r>
              <a:rPr lang="en-US" sz="2000" dirty="0"/>
              <a:t>B、</a:t>
            </a:r>
            <a:r>
              <a:rPr lang="zh-CN" altLang="en-US" sz="2000" dirty="0"/>
              <a:t>会话层</a:t>
            </a:r>
            <a:r>
              <a:rPr lang="en-US" altLang="zh-CN" sz="2000" dirty="0"/>
              <a:t>	</a:t>
            </a:r>
            <a:r>
              <a:rPr lang="en-US" sz="2000" dirty="0"/>
              <a:t>C、</a:t>
            </a:r>
            <a:r>
              <a:rPr lang="zh-CN" altLang="en-US" sz="2000" dirty="0"/>
              <a:t>表示层 </a:t>
            </a:r>
            <a:r>
              <a:rPr lang="en-US" altLang="zh-CN" sz="2000" dirty="0"/>
              <a:t>	</a:t>
            </a:r>
            <a:r>
              <a:rPr lang="en-US" sz="2000" dirty="0">
                <a:highlight>
                  <a:srgbClr val="FFFF00"/>
                </a:highlight>
              </a:rPr>
              <a:t>D、</a:t>
            </a:r>
            <a:r>
              <a:rPr lang="zh-CN" altLang="en-US" sz="2000" dirty="0">
                <a:highlight>
                  <a:srgbClr val="FFFF00"/>
                </a:highlight>
              </a:rPr>
              <a:t>应用层 </a:t>
            </a:r>
            <a:endParaRPr lang="zh-CN" altLang="en-US" sz="2000" dirty="0">
              <a:highlight>
                <a:srgbClr val="FFFF00"/>
              </a:highlight>
            </a:endParaRPr>
          </a:p>
          <a:p>
            <a:pPr marL="0" indent="0">
              <a:lnSpc>
                <a:spcPct val="125000"/>
              </a:lnSpc>
              <a:spcBef>
                <a:spcPts val="600"/>
              </a:spcBef>
              <a:buNone/>
            </a:pPr>
            <a:r>
              <a:rPr lang="en-US" altLang="zh-CN" sz="2000" b="1" dirty="0"/>
              <a:t>2</a:t>
            </a:r>
            <a:r>
              <a:rPr lang="zh-CN" altLang="en-US" sz="2000" b="1" dirty="0"/>
              <a:t>）下面哪一个</a:t>
            </a:r>
            <a:r>
              <a:rPr lang="zh-CN" altLang="en-US" sz="2000" b="1" dirty="0">
                <a:highlight>
                  <a:srgbClr val="FFFF00"/>
                </a:highlight>
              </a:rPr>
              <a:t>不是正确</a:t>
            </a:r>
            <a:r>
              <a:rPr lang="zh-CN" altLang="en-US" sz="2000" b="1" dirty="0"/>
              <a:t>地描述 </a:t>
            </a:r>
            <a:r>
              <a:rPr lang="en-US" sz="2000" b="1" dirty="0"/>
              <a:t>OSI/RM </a:t>
            </a:r>
            <a:r>
              <a:rPr lang="zh-CN" altLang="en-US" sz="2000" b="1" dirty="0"/>
              <a:t>采用分层结构的原因</a:t>
            </a:r>
            <a:r>
              <a:rPr lang="en-US" altLang="zh-CN" sz="2000" b="1" dirty="0"/>
              <a:t>? (</a:t>
            </a:r>
            <a:r>
              <a:rPr lang="en-US" sz="2000" b="1" dirty="0"/>
              <a:t>A) </a:t>
            </a:r>
            <a:endParaRPr lang="en-US" sz="2000" b="1" dirty="0"/>
          </a:p>
          <a:p>
            <a:pPr marL="0" indent="0">
              <a:lnSpc>
                <a:spcPct val="125000"/>
              </a:lnSpc>
              <a:spcBef>
                <a:spcPts val="600"/>
              </a:spcBef>
              <a:buNone/>
            </a:pPr>
            <a:r>
              <a:rPr lang="en-US" sz="2000" dirty="0">
                <a:highlight>
                  <a:srgbClr val="FFFF00"/>
                </a:highlight>
              </a:rPr>
              <a:t> A、</a:t>
            </a:r>
            <a:r>
              <a:rPr lang="zh-CN" altLang="en-US" sz="2000" dirty="0">
                <a:highlight>
                  <a:srgbClr val="FFFF00"/>
                </a:highlight>
              </a:rPr>
              <a:t>分层模型增加了复杂性</a:t>
            </a:r>
            <a:r>
              <a:rPr lang="en-US" altLang="zh-CN" sz="2000" dirty="0"/>
              <a:t>	</a:t>
            </a:r>
            <a:r>
              <a:rPr lang="en-US" sz="2000" dirty="0"/>
              <a:t>B、</a:t>
            </a:r>
            <a:r>
              <a:rPr lang="zh-CN" altLang="en-US" sz="2000" dirty="0"/>
              <a:t>分层模型标准化了接口 </a:t>
            </a:r>
            <a:endParaRPr lang="zh-CN" altLang="en-US" sz="2000" dirty="0"/>
          </a:p>
          <a:p>
            <a:pPr marL="0" indent="0">
              <a:lnSpc>
                <a:spcPct val="125000"/>
              </a:lnSpc>
              <a:spcBef>
                <a:spcPts val="600"/>
              </a:spcBef>
              <a:buNone/>
            </a:pPr>
            <a:r>
              <a:rPr lang="en-US" sz="2000" dirty="0"/>
              <a:t>C、</a:t>
            </a:r>
            <a:r>
              <a:rPr lang="zh-CN" altLang="en-US" sz="2000" dirty="0"/>
              <a:t>分层模型使专业的开发成为可能  </a:t>
            </a:r>
            <a:r>
              <a:rPr lang="en-US" sz="2000" dirty="0"/>
              <a:t>D、</a:t>
            </a:r>
            <a:r>
              <a:rPr lang="zh-CN" altLang="en-US" sz="2000" dirty="0"/>
              <a:t>分层模型防止一个区域的网络变化影响另一个区域的网络 </a:t>
            </a:r>
            <a:endParaRPr lang="zh-CN" altLang="en-US" sz="2000" dirty="0"/>
          </a:p>
          <a:p>
            <a:pPr marL="0" indent="0">
              <a:lnSpc>
                <a:spcPct val="125000"/>
              </a:lnSpc>
              <a:spcBef>
                <a:spcPts val="600"/>
              </a:spcBef>
              <a:buNone/>
            </a:pPr>
            <a:r>
              <a:rPr lang="en-US" altLang="zh-CN" sz="2000" b="1" dirty="0">
                <a:sym typeface="+mn-ea"/>
              </a:rPr>
              <a:t>3</a:t>
            </a:r>
            <a:r>
              <a:rPr lang="zh-CN" altLang="en-US" sz="2000" b="1" dirty="0">
                <a:sym typeface="+mn-ea"/>
              </a:rPr>
              <a:t>）下面哪一项正确描述了 </a:t>
            </a:r>
            <a:r>
              <a:rPr lang="en-US" sz="2000" b="1" dirty="0">
                <a:sym typeface="+mn-ea"/>
              </a:rPr>
              <a:t>OSI </a:t>
            </a:r>
            <a:r>
              <a:rPr lang="zh-CN" altLang="en-US" sz="2000" b="1" dirty="0">
                <a:sym typeface="+mn-ea"/>
              </a:rPr>
              <a:t>参考模型的数据链路层？</a:t>
            </a:r>
            <a:r>
              <a:rPr lang="en-US" altLang="zh-CN" sz="2000" b="1" dirty="0">
                <a:sym typeface="+mn-ea"/>
              </a:rPr>
              <a:t>(</a:t>
            </a:r>
            <a:r>
              <a:rPr lang="en-US" sz="2000" b="1" dirty="0">
                <a:sym typeface="+mn-ea"/>
              </a:rPr>
              <a:t>D) </a:t>
            </a:r>
            <a:endParaRPr lang="en-US" sz="2000" b="1" dirty="0"/>
          </a:p>
          <a:p>
            <a:pPr marL="0" indent="0">
              <a:lnSpc>
                <a:spcPct val="125000"/>
              </a:lnSpc>
              <a:spcBef>
                <a:spcPts val="600"/>
              </a:spcBef>
              <a:buNone/>
            </a:pPr>
            <a:r>
              <a:rPr lang="en-US" sz="2000" dirty="0">
                <a:sym typeface="+mn-ea"/>
              </a:rPr>
              <a:t> A、 </a:t>
            </a:r>
            <a:r>
              <a:rPr lang="zh-CN" altLang="en-US" sz="2000" dirty="0">
                <a:sym typeface="+mn-ea"/>
              </a:rPr>
              <a:t>把数据传输到其他的网络层 </a:t>
            </a:r>
            <a:r>
              <a:rPr lang="en-US" altLang="zh-CN" sz="2000" dirty="0">
                <a:sym typeface="+mn-ea"/>
              </a:rPr>
              <a:t>	</a:t>
            </a:r>
            <a:r>
              <a:rPr lang="en-US" sz="2000" dirty="0">
                <a:sym typeface="+mn-ea"/>
              </a:rPr>
              <a:t>B、</a:t>
            </a:r>
            <a:r>
              <a:rPr lang="zh-CN" altLang="en-US" sz="2000" dirty="0">
                <a:sym typeface="+mn-ea"/>
              </a:rPr>
              <a:t>为应用进程提供服务 </a:t>
            </a:r>
            <a:r>
              <a:rPr lang="en-US" altLang="zh-CN" sz="2000" dirty="0">
                <a:sym typeface="+mn-ea"/>
              </a:rPr>
              <a:t>   </a:t>
            </a:r>
            <a:r>
              <a:rPr lang="en-US" sz="2000" dirty="0">
                <a:sym typeface="+mn-ea"/>
              </a:rPr>
              <a:t>C、</a:t>
            </a:r>
            <a:r>
              <a:rPr lang="zh-CN" altLang="en-US" sz="2000" dirty="0">
                <a:sym typeface="+mn-ea"/>
              </a:rPr>
              <a:t>提取弱信号，过滤信号，放大信号，然后以原样的方式在网络中发送这些信号 </a:t>
            </a:r>
            <a:r>
              <a:rPr lang="en-US" altLang="zh-CN" sz="2000" dirty="0">
                <a:sym typeface="+mn-ea"/>
              </a:rPr>
              <a:t>	</a:t>
            </a:r>
            <a:r>
              <a:rPr lang="en-US" sz="2000" dirty="0">
                <a:highlight>
                  <a:srgbClr val="FFFF00"/>
                </a:highlight>
                <a:sym typeface="+mn-ea"/>
              </a:rPr>
              <a:t>D.</a:t>
            </a:r>
            <a:r>
              <a:rPr lang="zh-CN" altLang="en-US" sz="2000" dirty="0">
                <a:highlight>
                  <a:srgbClr val="FFFF00"/>
                </a:highlight>
                <a:sym typeface="+mn-ea"/>
              </a:rPr>
              <a:t>为物理链路提供可靠的数据传输 </a:t>
            </a:r>
            <a:endParaRPr lang="zh-CN" altLang="en-US" sz="2000" dirty="0">
              <a:highlight>
                <a:srgbClr val="FFFF00"/>
              </a:highlight>
            </a:endParaRPr>
          </a:p>
          <a:p>
            <a:pPr marL="0" indent="0">
              <a:lnSpc>
                <a:spcPct val="125000"/>
              </a:lnSpc>
              <a:spcBef>
                <a:spcPts val="600"/>
              </a:spcBef>
              <a:buNone/>
            </a:pPr>
            <a:r>
              <a:rPr lang="en-US" sz="2000" b="1" dirty="0">
                <a:sym typeface="+mn-ea"/>
              </a:rPr>
              <a:t>4</a:t>
            </a:r>
            <a:r>
              <a:rPr lang="zh-CN" altLang="en-US" sz="2000" b="1" dirty="0">
                <a:sym typeface="+mn-ea"/>
              </a:rPr>
              <a:t>）</a:t>
            </a:r>
            <a:r>
              <a:rPr lang="en-US" sz="2000" b="1" dirty="0">
                <a:sym typeface="+mn-ea"/>
              </a:rPr>
              <a:t>TCP/IP </a:t>
            </a:r>
            <a:r>
              <a:rPr lang="zh-CN" altLang="en-US" sz="2000" b="1" dirty="0">
                <a:sym typeface="+mn-ea"/>
              </a:rPr>
              <a:t>通信过程中，数据从应用层到网络接口层所经历的变化序列是</a:t>
            </a:r>
            <a:r>
              <a:rPr lang="en-US" altLang="zh-CN" sz="2000" b="1" dirty="0">
                <a:sym typeface="+mn-ea"/>
              </a:rPr>
              <a:t>( </a:t>
            </a:r>
            <a:r>
              <a:rPr lang="en-US" sz="2000" b="1" dirty="0">
                <a:sym typeface="+mn-ea"/>
              </a:rPr>
              <a:t>A ) </a:t>
            </a:r>
            <a:endParaRPr lang="en-US" sz="2000" b="1" dirty="0"/>
          </a:p>
          <a:p>
            <a:pPr marL="0" indent="0">
              <a:lnSpc>
                <a:spcPct val="125000"/>
              </a:lnSpc>
              <a:spcBef>
                <a:spcPts val="600"/>
              </a:spcBef>
              <a:buNone/>
            </a:pPr>
            <a:r>
              <a:rPr lang="en-US" sz="2000" dirty="0">
                <a:highlight>
                  <a:srgbClr val="FFFF00"/>
                </a:highlight>
                <a:sym typeface="+mn-ea"/>
              </a:rPr>
              <a:t> A </a:t>
            </a:r>
            <a:r>
              <a:rPr lang="zh-CN" altLang="en-US" sz="2000" dirty="0">
                <a:highlight>
                  <a:srgbClr val="FFFF00"/>
                </a:highlight>
                <a:sym typeface="+mn-ea"/>
              </a:rPr>
              <a:t>报文流</a:t>
            </a:r>
            <a:r>
              <a:rPr lang="en-US" altLang="zh-CN" sz="2000" dirty="0">
                <a:highlight>
                  <a:srgbClr val="FFFF00"/>
                </a:highlight>
                <a:sym typeface="+mn-ea"/>
              </a:rPr>
              <a:t>--&gt;</a:t>
            </a:r>
            <a:r>
              <a:rPr lang="zh-CN" altLang="en-US" sz="2000" dirty="0">
                <a:highlight>
                  <a:srgbClr val="FFFF00"/>
                </a:highlight>
                <a:sym typeface="+mn-ea"/>
              </a:rPr>
              <a:t>传输协议分组</a:t>
            </a:r>
            <a:r>
              <a:rPr lang="en-US" altLang="zh-CN" sz="2000" dirty="0">
                <a:highlight>
                  <a:srgbClr val="FFFF00"/>
                </a:highlight>
                <a:sym typeface="+mn-ea"/>
              </a:rPr>
              <a:t>--&gt; </a:t>
            </a:r>
            <a:r>
              <a:rPr lang="en-US" sz="2000" dirty="0">
                <a:highlight>
                  <a:srgbClr val="FFFF00"/>
                </a:highlight>
                <a:sym typeface="+mn-ea"/>
              </a:rPr>
              <a:t>IP </a:t>
            </a:r>
            <a:r>
              <a:rPr lang="zh-CN" altLang="en-US" sz="2000" dirty="0">
                <a:highlight>
                  <a:srgbClr val="FFFF00"/>
                </a:highlight>
                <a:sym typeface="+mn-ea"/>
              </a:rPr>
              <a:t>数据报</a:t>
            </a:r>
            <a:r>
              <a:rPr lang="en-US" altLang="zh-CN" sz="2000" dirty="0">
                <a:highlight>
                  <a:srgbClr val="FFFF00"/>
                </a:highlight>
                <a:sym typeface="+mn-ea"/>
              </a:rPr>
              <a:t>--&gt;</a:t>
            </a:r>
            <a:r>
              <a:rPr lang="zh-CN" altLang="en-US" sz="2000" dirty="0">
                <a:highlight>
                  <a:srgbClr val="FFFF00"/>
                </a:highlight>
                <a:sym typeface="+mn-ea"/>
              </a:rPr>
              <a:t>网络帧 </a:t>
            </a:r>
            <a:r>
              <a:rPr lang="en-US" altLang="zh-CN" sz="2000" dirty="0">
                <a:sym typeface="+mn-ea"/>
              </a:rPr>
              <a:t>	</a:t>
            </a:r>
            <a:r>
              <a:rPr lang="en-US" sz="2000" dirty="0">
                <a:sym typeface="+mn-ea"/>
              </a:rPr>
              <a:t>B </a:t>
            </a:r>
            <a:r>
              <a:rPr lang="zh-CN" altLang="en-US" sz="2000" dirty="0">
                <a:sym typeface="+mn-ea"/>
              </a:rPr>
              <a:t>报文流</a:t>
            </a:r>
            <a:r>
              <a:rPr lang="en-US" altLang="zh-CN" sz="2000" dirty="0">
                <a:sym typeface="+mn-ea"/>
              </a:rPr>
              <a:t>--&gt; </a:t>
            </a:r>
            <a:r>
              <a:rPr lang="en-US" sz="2000" dirty="0">
                <a:sym typeface="+mn-ea"/>
              </a:rPr>
              <a:t>IP </a:t>
            </a:r>
            <a:r>
              <a:rPr lang="zh-CN" altLang="en-US" sz="2000" dirty="0">
                <a:sym typeface="+mn-ea"/>
              </a:rPr>
              <a:t>数据报</a:t>
            </a:r>
            <a:r>
              <a:rPr lang="en-US" altLang="zh-CN" sz="2000" dirty="0">
                <a:sym typeface="+mn-ea"/>
              </a:rPr>
              <a:t>--&gt;</a:t>
            </a:r>
            <a:r>
              <a:rPr lang="zh-CN" altLang="en-US" sz="2000" dirty="0">
                <a:sym typeface="+mn-ea"/>
              </a:rPr>
              <a:t>传输协议分组</a:t>
            </a:r>
            <a:r>
              <a:rPr lang="en-US" altLang="zh-CN" sz="2000" dirty="0">
                <a:sym typeface="+mn-ea"/>
              </a:rPr>
              <a:t>--&gt;</a:t>
            </a:r>
            <a:r>
              <a:rPr lang="zh-CN" altLang="en-US" sz="2000" dirty="0">
                <a:sym typeface="+mn-ea"/>
              </a:rPr>
              <a:t>网络帧 </a:t>
            </a:r>
            <a:endParaRPr lang="zh-CN" altLang="en-US" sz="2000" dirty="0"/>
          </a:p>
          <a:p>
            <a:pPr marL="0" indent="0">
              <a:lnSpc>
                <a:spcPct val="125000"/>
              </a:lnSpc>
              <a:spcBef>
                <a:spcPts val="600"/>
              </a:spcBef>
              <a:buNone/>
            </a:pPr>
            <a:r>
              <a:rPr lang="en-US" sz="2000" dirty="0">
                <a:sym typeface="+mn-ea"/>
              </a:rPr>
              <a:t>C IP</a:t>
            </a:r>
            <a:r>
              <a:rPr lang="zh-CN" altLang="en-US" sz="2000" dirty="0">
                <a:sym typeface="+mn-ea"/>
              </a:rPr>
              <a:t>数据报</a:t>
            </a:r>
            <a:r>
              <a:rPr lang="en-US" altLang="zh-CN" sz="2000" dirty="0">
                <a:sym typeface="+mn-ea"/>
              </a:rPr>
              <a:t>--&gt;</a:t>
            </a:r>
            <a:r>
              <a:rPr lang="zh-CN" altLang="en-US" sz="2000" dirty="0">
                <a:sym typeface="+mn-ea"/>
              </a:rPr>
              <a:t>报文流</a:t>
            </a:r>
            <a:r>
              <a:rPr lang="en-US" altLang="zh-CN" sz="2000" dirty="0">
                <a:sym typeface="+mn-ea"/>
              </a:rPr>
              <a:t>--&gt;</a:t>
            </a:r>
            <a:r>
              <a:rPr lang="zh-CN" altLang="en-US" sz="2000" dirty="0">
                <a:sym typeface="+mn-ea"/>
              </a:rPr>
              <a:t>网络帧</a:t>
            </a:r>
            <a:r>
              <a:rPr lang="en-US" altLang="zh-CN" sz="2000" dirty="0">
                <a:sym typeface="+mn-ea"/>
              </a:rPr>
              <a:t>--&gt;</a:t>
            </a:r>
            <a:r>
              <a:rPr lang="zh-CN" altLang="en-US" sz="2000" dirty="0">
                <a:sym typeface="+mn-ea"/>
              </a:rPr>
              <a:t>传输协议分组 </a:t>
            </a:r>
            <a:r>
              <a:rPr lang="en-US" altLang="zh-CN" sz="2000" dirty="0">
                <a:sym typeface="+mn-ea"/>
              </a:rPr>
              <a:t>	</a:t>
            </a:r>
            <a:r>
              <a:rPr lang="en-US" sz="2000" dirty="0">
                <a:sym typeface="+mn-ea"/>
              </a:rPr>
              <a:t>D IP</a:t>
            </a:r>
            <a:r>
              <a:rPr lang="zh-CN" altLang="en-US" sz="2000" dirty="0">
                <a:sym typeface="+mn-ea"/>
              </a:rPr>
              <a:t>数据报</a:t>
            </a:r>
            <a:r>
              <a:rPr lang="en-US" altLang="zh-CN" sz="2000" dirty="0">
                <a:sym typeface="+mn-ea"/>
              </a:rPr>
              <a:t>--&gt;</a:t>
            </a:r>
            <a:r>
              <a:rPr lang="zh-CN" altLang="en-US" sz="2000" dirty="0">
                <a:sym typeface="+mn-ea"/>
              </a:rPr>
              <a:t>报文流</a:t>
            </a:r>
            <a:r>
              <a:rPr lang="en-US" altLang="zh-CN" sz="2000" dirty="0">
                <a:sym typeface="+mn-ea"/>
              </a:rPr>
              <a:t>--&gt;</a:t>
            </a:r>
            <a:r>
              <a:rPr lang="zh-CN" altLang="en-US" sz="2000" dirty="0">
                <a:sym typeface="+mn-ea"/>
              </a:rPr>
              <a:t>传输协议分组</a:t>
            </a:r>
            <a:r>
              <a:rPr lang="en-US" altLang="zh-CN" sz="2000" dirty="0">
                <a:sym typeface="+mn-ea"/>
              </a:rPr>
              <a:t>--&gt;</a:t>
            </a:r>
            <a:r>
              <a:rPr lang="zh-CN" altLang="en-US" sz="2000" dirty="0">
                <a:sym typeface="+mn-ea"/>
              </a:rPr>
              <a:t>网络帧 </a:t>
            </a:r>
            <a:endParaRPr lang="zh-CN" altLang="en-US" sz="2000" dirty="0"/>
          </a:p>
        </p:txBody>
      </p:sp>
      <p:sp>
        <p:nvSpPr>
          <p:cNvPr id="2" name="灯片编号占位符 1"/>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0224"/>
            <a:ext cx="10515600" cy="553264"/>
          </a:xfrm>
        </p:spPr>
        <p:txBody>
          <a:bodyPr>
            <a:normAutofit/>
          </a:bodyPr>
          <a:lstStyle/>
          <a:p>
            <a:r>
              <a:rPr lang="en-US" altLang="zh-CN" sz="2800" dirty="0">
                <a:solidFill>
                  <a:srgbClr val="FF0000"/>
                </a:solidFill>
                <a:effectLst>
                  <a:outerShdw blurRad="38100" dist="38100" dir="2700000" algn="tl">
                    <a:srgbClr val="000000">
                      <a:alpha val="43137"/>
                    </a:srgbClr>
                  </a:outerShdw>
                </a:effectLst>
              </a:rPr>
              <a:t>4. </a:t>
            </a:r>
            <a:r>
              <a:rPr lang="zh-CN" altLang="en-US" sz="2800" dirty="0">
                <a:solidFill>
                  <a:srgbClr val="FF0000"/>
                </a:solidFill>
                <a:effectLst>
                  <a:outerShdw blurRad="38100" dist="38100" dir="2700000" algn="tl">
                    <a:srgbClr val="000000">
                      <a:alpha val="43137"/>
                    </a:srgbClr>
                  </a:outerShdw>
                </a:effectLst>
              </a:rPr>
              <a:t>多选</a:t>
            </a:r>
            <a:endParaRPr lang="en-US" sz="2800"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11908"/>
            <a:ext cx="10515600" cy="4351338"/>
          </a:xfrm>
        </p:spPr>
        <p:txBody>
          <a:bodyPr>
            <a:normAutofit/>
          </a:bodyPr>
          <a:lstStyle/>
          <a:p>
            <a:pPr marL="0" indent="0">
              <a:lnSpc>
                <a:spcPct val="120000"/>
              </a:lnSpc>
              <a:buNone/>
            </a:pPr>
            <a:r>
              <a:rPr lang="en-US" altLang="zh-CN" sz="2400" dirty="0"/>
              <a:t>1</a:t>
            </a:r>
            <a:r>
              <a:rPr lang="zh-CN" altLang="en-US" sz="2400" dirty="0"/>
              <a:t>）使用</a:t>
            </a:r>
            <a:r>
              <a:rPr lang="en-US" sz="2400" dirty="0"/>
              <a:t>UDP</a:t>
            </a:r>
            <a:r>
              <a:rPr lang="zh-CN" altLang="en-US" sz="2400" dirty="0"/>
              <a:t>的高层协议有（ </a:t>
            </a:r>
            <a:r>
              <a:rPr lang="en-US" sz="2400" dirty="0">
                <a:highlight>
                  <a:srgbClr val="FFFF00"/>
                </a:highlight>
              </a:rPr>
              <a:t>A，B，C</a:t>
            </a:r>
            <a:r>
              <a:rPr lang="en-US" sz="2400" dirty="0"/>
              <a:t> ） </a:t>
            </a:r>
            <a:endParaRPr lang="en-US" sz="2400" dirty="0"/>
          </a:p>
          <a:p>
            <a:pPr marL="0" indent="0">
              <a:lnSpc>
                <a:spcPct val="120000"/>
              </a:lnSpc>
              <a:buNone/>
            </a:pPr>
            <a:r>
              <a:rPr lang="en-US" sz="2400" dirty="0"/>
              <a:t>（A） TFTP 	（B） SNMP 	（C） BOOTP 	（D） Telnet </a:t>
            </a:r>
            <a:endParaRPr lang="en-US" sz="2400" dirty="0"/>
          </a:p>
          <a:p>
            <a:pPr marL="0" indent="0">
              <a:lnSpc>
                <a:spcPct val="120000"/>
              </a:lnSpc>
              <a:buNone/>
            </a:pPr>
            <a:r>
              <a:rPr lang="en-US" sz="2400" dirty="0"/>
              <a:t>2</a:t>
            </a:r>
            <a:r>
              <a:rPr lang="zh-CN" altLang="en-US" sz="2400" dirty="0"/>
              <a:t>）下列哪个协议属于 </a:t>
            </a:r>
            <a:r>
              <a:rPr lang="en-US" sz="2400" dirty="0"/>
              <a:t>TCP/IP </a:t>
            </a:r>
            <a:r>
              <a:rPr lang="zh-CN" altLang="en-US" sz="2400" dirty="0"/>
              <a:t>协议簇的</a:t>
            </a:r>
            <a:r>
              <a:rPr lang="zh-CN" altLang="en-US" sz="2400" dirty="0">
                <a:highlight>
                  <a:srgbClr val="FFFF00"/>
                </a:highlight>
              </a:rPr>
              <a:t>网络层</a:t>
            </a:r>
            <a:r>
              <a:rPr lang="zh-CN" altLang="en-US" sz="2400" dirty="0"/>
              <a:t>协议（ </a:t>
            </a:r>
            <a:r>
              <a:rPr lang="en-US" sz="2400" dirty="0">
                <a:highlight>
                  <a:srgbClr val="FFFF00"/>
                </a:highlight>
              </a:rPr>
              <a:t>B，D </a:t>
            </a:r>
            <a:r>
              <a:rPr lang="en-US" sz="2400" dirty="0"/>
              <a:t>）： </a:t>
            </a:r>
            <a:endParaRPr lang="en-US" sz="2400" dirty="0"/>
          </a:p>
          <a:p>
            <a:pPr marL="0" indent="0">
              <a:lnSpc>
                <a:spcPct val="120000"/>
              </a:lnSpc>
              <a:buNone/>
            </a:pPr>
            <a:r>
              <a:rPr lang="en-US" sz="2400" dirty="0"/>
              <a:t>（A）TCP 	（B）IP 	（C）RIP 	（D）ICMP 	（E）UDP </a:t>
            </a:r>
            <a:endParaRPr lang="en-US" sz="2400" dirty="0"/>
          </a:p>
          <a:p>
            <a:pPr marL="0" indent="0">
              <a:lnSpc>
                <a:spcPct val="100000"/>
              </a:lnSpc>
              <a:buNone/>
            </a:pPr>
            <a:r>
              <a:rPr lang="en-US" altLang="zh-CN" sz="2400" dirty="0"/>
              <a:t>3</a:t>
            </a:r>
            <a:r>
              <a:rPr lang="zh-CN" altLang="en-US" sz="2400" dirty="0"/>
              <a:t>）下面属于数据链路层的协议是（</a:t>
            </a:r>
            <a:r>
              <a:rPr lang="en-US" sz="2400" dirty="0"/>
              <a:t>A,C） </a:t>
            </a:r>
            <a:endParaRPr lang="en-US" sz="2400" dirty="0"/>
          </a:p>
          <a:p>
            <a:pPr marL="0" indent="0">
              <a:lnSpc>
                <a:spcPct val="100000"/>
              </a:lnSpc>
              <a:buNone/>
            </a:pPr>
            <a:r>
              <a:rPr lang="en-US" sz="2400" dirty="0">
                <a:highlight>
                  <a:srgbClr val="FFFF00"/>
                </a:highlight>
              </a:rPr>
              <a:t>A.PPP</a:t>
            </a:r>
            <a:r>
              <a:rPr lang="en-US" sz="2400" dirty="0"/>
              <a:t>		B.FTP		</a:t>
            </a:r>
            <a:r>
              <a:rPr lang="en-US" sz="2400" dirty="0">
                <a:highlight>
                  <a:srgbClr val="FFFF00"/>
                </a:highlight>
              </a:rPr>
              <a:t>C.SLIP 	</a:t>
            </a:r>
            <a:r>
              <a:rPr lang="en-US" sz="2400" dirty="0"/>
              <a:t>	D.IP 		E.SNMP </a:t>
            </a:r>
            <a:endParaRPr lang="en-US" sz="2400" dirty="0"/>
          </a:p>
          <a:p>
            <a:pPr marL="0" indent="0">
              <a:lnSpc>
                <a:spcPct val="100000"/>
              </a:lnSpc>
              <a:buNone/>
            </a:pPr>
            <a:r>
              <a:rPr lang="en-US" sz="2400" dirty="0"/>
              <a:t>4</a:t>
            </a:r>
            <a:r>
              <a:rPr lang="zh-CN" altLang="en-US" sz="2400" dirty="0"/>
              <a:t>）数据链路层的主要功能包括（ </a:t>
            </a:r>
            <a:r>
              <a:rPr lang="en-US" sz="2400" dirty="0"/>
              <a:t>A, B, D ） </a:t>
            </a:r>
            <a:endParaRPr lang="en-US" sz="2400" dirty="0"/>
          </a:p>
          <a:p>
            <a:pPr marL="0" indent="0">
              <a:lnSpc>
                <a:spcPct val="100000"/>
              </a:lnSpc>
              <a:buNone/>
            </a:pPr>
            <a:r>
              <a:rPr lang="en-US" sz="2400" dirty="0">
                <a:highlight>
                  <a:srgbClr val="FFFF00"/>
                </a:highlight>
              </a:rPr>
              <a:t>A) </a:t>
            </a:r>
            <a:r>
              <a:rPr lang="zh-CN" altLang="en-US" sz="2400" dirty="0">
                <a:highlight>
                  <a:srgbClr val="FFFF00"/>
                </a:highlight>
              </a:rPr>
              <a:t>差错控制 </a:t>
            </a:r>
            <a:r>
              <a:rPr lang="en-US" sz="2400" dirty="0">
                <a:highlight>
                  <a:srgbClr val="FFFF00"/>
                </a:highlight>
              </a:rPr>
              <a:t>B）</a:t>
            </a:r>
            <a:r>
              <a:rPr lang="zh-CN" altLang="en-US" sz="2400" dirty="0">
                <a:highlight>
                  <a:srgbClr val="FFFF00"/>
                </a:highlight>
              </a:rPr>
              <a:t>流量控制 </a:t>
            </a:r>
            <a:r>
              <a:rPr lang="en-US" sz="2400" dirty="0"/>
              <a:t>C) </a:t>
            </a:r>
            <a:r>
              <a:rPr lang="zh-CN" altLang="en-US" sz="2400" dirty="0"/>
              <a:t>拥塞控制 </a:t>
            </a:r>
            <a:r>
              <a:rPr lang="en-US" sz="2400" dirty="0">
                <a:highlight>
                  <a:srgbClr val="FFFF00"/>
                </a:highlight>
              </a:rPr>
              <a:t>D）</a:t>
            </a:r>
            <a:r>
              <a:rPr lang="zh-CN" altLang="en-US" sz="2400" dirty="0">
                <a:highlight>
                  <a:srgbClr val="FFFF00"/>
                </a:highlight>
              </a:rPr>
              <a:t>帧格式定义及帧定界 </a:t>
            </a:r>
            <a:r>
              <a:rPr lang="en-US" sz="2400" dirty="0"/>
              <a:t>E）</a:t>
            </a:r>
            <a:r>
              <a:rPr lang="zh-CN" altLang="en-US" sz="2400" dirty="0"/>
              <a:t>比特传输</a:t>
            </a:r>
            <a:endParaRPr lang="zh-CN" altLang="en-US" sz="2400" dirty="0"/>
          </a:p>
          <a:p>
            <a:pPr>
              <a:lnSpc>
                <a:spcPct val="110000"/>
              </a:lnSpc>
            </a:pPr>
            <a:endParaRPr lang="en-US" sz="2400" dirty="0"/>
          </a:p>
          <a:p>
            <a:pPr marL="0" indent="0">
              <a:lnSpc>
                <a:spcPct val="120000"/>
              </a:lnSpc>
              <a:buNone/>
            </a:pPr>
            <a:endParaRPr lang="zh-CN" altLang="en-US" sz="2400" dirty="0"/>
          </a:p>
        </p:txBody>
      </p:sp>
      <p:sp>
        <p:nvSpPr>
          <p:cNvPr id="4" name="灯片编号占位符 3"/>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21964"/>
            <a:ext cx="10515600" cy="582729"/>
          </a:xfrm>
        </p:spPr>
        <p:txBody>
          <a:bodyPr>
            <a:normAutofit/>
          </a:bodyPr>
          <a:lstStyle/>
          <a:p>
            <a:r>
              <a:rPr lang="en-US" altLang="zh-CN" sz="2800" dirty="0">
                <a:solidFill>
                  <a:srgbClr val="FF0000"/>
                </a:solidFill>
                <a:effectLst>
                  <a:outerShdw blurRad="38100" dist="38100" dir="2700000" algn="tl">
                    <a:srgbClr val="000000">
                      <a:alpha val="43137"/>
                    </a:srgbClr>
                  </a:outerShdw>
                </a:effectLst>
              </a:rPr>
              <a:t>5. </a:t>
            </a:r>
            <a:r>
              <a:rPr lang="zh-CN" altLang="en-US" sz="2800" dirty="0">
                <a:solidFill>
                  <a:srgbClr val="FF0000"/>
                </a:solidFill>
                <a:effectLst>
                  <a:outerShdw blurRad="38100" dist="38100" dir="2700000" algn="tl">
                    <a:srgbClr val="000000">
                      <a:alpha val="43137"/>
                    </a:srgbClr>
                  </a:outerShdw>
                </a:effectLst>
              </a:rPr>
              <a:t>判断正误</a:t>
            </a:r>
            <a:endParaRPr lang="en-US" sz="2800"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690688"/>
            <a:ext cx="10515600" cy="4351338"/>
          </a:xfrm>
        </p:spPr>
        <p:txBody>
          <a:bodyPr>
            <a:noAutofit/>
          </a:bodyPr>
          <a:lstStyle/>
          <a:p>
            <a:pPr marL="0" indent="0">
              <a:lnSpc>
                <a:spcPct val="100000"/>
              </a:lnSpc>
              <a:buNone/>
            </a:pPr>
            <a:r>
              <a:rPr lang="en-US" sz="2400" dirty="0"/>
              <a:t>1</a:t>
            </a:r>
            <a:r>
              <a:rPr lang="zh-CN" altLang="en-US" sz="2400" dirty="0"/>
              <a:t>）</a:t>
            </a:r>
            <a:r>
              <a:rPr lang="en-US" sz="2400" dirty="0"/>
              <a:t>OSI </a:t>
            </a:r>
            <a:r>
              <a:rPr lang="zh-CN" altLang="en-US" sz="2400" dirty="0"/>
              <a:t>模型是一种强制执行的标准。 （ ╳ ） </a:t>
            </a:r>
            <a:endParaRPr lang="zh-CN" altLang="en-US" sz="2400" dirty="0"/>
          </a:p>
          <a:p>
            <a:pPr marL="0" indent="0">
              <a:lnSpc>
                <a:spcPct val="100000"/>
              </a:lnSpc>
              <a:buNone/>
            </a:pPr>
            <a:r>
              <a:rPr lang="en-US" altLang="zh-CN" sz="2400" dirty="0"/>
              <a:t>2</a:t>
            </a:r>
            <a:r>
              <a:rPr lang="zh-CN" altLang="en-US" sz="2400" dirty="0"/>
              <a:t>）在 </a:t>
            </a:r>
            <a:r>
              <a:rPr lang="en-US" sz="2400" dirty="0"/>
              <a:t>OSI/RM </a:t>
            </a:r>
            <a:r>
              <a:rPr lang="zh-CN" altLang="en-US" sz="2400" dirty="0"/>
              <a:t>模型中，网络层传送的是帧。 （ ╳ ） </a:t>
            </a:r>
            <a:endParaRPr lang="zh-CN" altLang="en-US" sz="2400" dirty="0"/>
          </a:p>
          <a:p>
            <a:pPr marL="0" indent="0">
              <a:lnSpc>
                <a:spcPct val="100000"/>
              </a:lnSpc>
              <a:buNone/>
            </a:pPr>
            <a:r>
              <a:rPr lang="en-US" altLang="zh-CN" sz="2400" dirty="0"/>
              <a:t>3</a:t>
            </a:r>
            <a:r>
              <a:rPr lang="zh-CN" altLang="en-US" sz="2400" dirty="0"/>
              <a:t>）在 </a:t>
            </a:r>
            <a:r>
              <a:rPr lang="en-US" sz="2400" dirty="0"/>
              <a:t>Internet </a:t>
            </a:r>
            <a:r>
              <a:rPr lang="zh-CN" altLang="en-US" sz="2400" dirty="0"/>
              <a:t>中使用的网络协议是 </a:t>
            </a:r>
            <a:r>
              <a:rPr lang="en-US" sz="2400" dirty="0"/>
              <a:t>TCP/IP </a:t>
            </a:r>
            <a:r>
              <a:rPr lang="zh-CN" altLang="en-US" sz="2400" dirty="0"/>
              <a:t>协议（ √ ） </a:t>
            </a:r>
            <a:endParaRPr lang="zh-CN" altLang="en-US" sz="2400" dirty="0"/>
          </a:p>
          <a:p>
            <a:pPr marL="0" indent="0">
              <a:lnSpc>
                <a:spcPct val="100000"/>
              </a:lnSpc>
              <a:buNone/>
            </a:pPr>
            <a:r>
              <a:rPr lang="en-US" altLang="zh-CN" sz="2400" dirty="0"/>
              <a:t>4</a:t>
            </a:r>
            <a:r>
              <a:rPr lang="zh-CN" altLang="en-US" sz="2400" dirty="0"/>
              <a:t>）在 </a:t>
            </a:r>
            <a:r>
              <a:rPr lang="en-US" sz="2400" dirty="0"/>
              <a:t>OSI/RM </a:t>
            </a:r>
            <a:r>
              <a:rPr lang="zh-CN" altLang="en-US" sz="2400" dirty="0"/>
              <a:t>中，每一层的真正功能是为其上一层提供通信协议。（ ╳ ） </a:t>
            </a:r>
            <a:endParaRPr lang="zh-CN" altLang="en-US" sz="2400" dirty="0"/>
          </a:p>
          <a:p>
            <a:pPr marL="0" indent="0">
              <a:lnSpc>
                <a:spcPct val="100000"/>
              </a:lnSpc>
              <a:buNone/>
            </a:pPr>
            <a:r>
              <a:rPr lang="en-US" altLang="zh-CN" sz="2400" dirty="0"/>
              <a:t>5</a:t>
            </a:r>
            <a:r>
              <a:rPr lang="zh-CN" altLang="en-US" sz="2400" dirty="0"/>
              <a:t>）因特网在网络层可以提供两类服务：即无连接的网络服务和面向连接的网络服务。（ ╳ ） </a:t>
            </a:r>
            <a:endParaRPr lang="en-US" altLang="zh-CN" sz="2400" dirty="0"/>
          </a:p>
          <a:p>
            <a:pPr marL="0" indent="0">
              <a:lnSpc>
                <a:spcPct val="100000"/>
              </a:lnSpc>
              <a:buNone/>
            </a:pPr>
            <a:r>
              <a:rPr lang="en-US" sz="2400" dirty="0"/>
              <a:t>6</a:t>
            </a:r>
            <a:r>
              <a:rPr lang="zh-CN" altLang="en-US" sz="2400" dirty="0"/>
              <a:t>）</a:t>
            </a:r>
            <a:r>
              <a:rPr lang="en-US" sz="2400" dirty="0"/>
              <a:t>IP </a:t>
            </a:r>
            <a:r>
              <a:rPr lang="zh-CN" altLang="en-US" sz="2400" dirty="0"/>
              <a:t>协议的应用非常广泛，因为它非常可靠。 （ ╳ ） </a:t>
            </a:r>
            <a:endParaRPr lang="zh-CN" altLang="en-US" sz="2400" dirty="0"/>
          </a:p>
          <a:p>
            <a:pPr marL="0" indent="0">
              <a:lnSpc>
                <a:spcPct val="100000"/>
              </a:lnSpc>
              <a:buNone/>
            </a:pPr>
            <a:r>
              <a:rPr lang="en-US" sz="2400" dirty="0"/>
              <a:t>7</a:t>
            </a:r>
            <a:r>
              <a:rPr lang="zh-CN" altLang="en-US" sz="2400" dirty="0"/>
              <a:t>）</a:t>
            </a:r>
            <a:r>
              <a:rPr lang="en-US" sz="2400" dirty="0"/>
              <a:t>UDP </a:t>
            </a:r>
            <a:r>
              <a:rPr lang="zh-CN" altLang="en-US" sz="2400" dirty="0"/>
              <a:t>在传送数据之前需要先建立连接。（ ╳</a:t>
            </a:r>
            <a:r>
              <a:rPr lang="en-US" altLang="zh-CN" sz="2400" dirty="0"/>
              <a:t>)</a:t>
            </a:r>
            <a:endParaRPr lang="zh-CN" altLang="en-US" sz="2400" dirty="0"/>
          </a:p>
        </p:txBody>
      </p:sp>
      <p:sp>
        <p:nvSpPr>
          <p:cNvPr id="4" name="灯片编号占位符 3"/>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2800" dirty="0"/>
              <a:t>判断正误</a:t>
            </a:r>
            <a:endParaRPr lang="en-US" sz="2800" dirty="0"/>
          </a:p>
        </p:txBody>
      </p:sp>
      <p:sp>
        <p:nvSpPr>
          <p:cNvPr id="3" name="Content Placeholder 2"/>
          <p:cNvSpPr>
            <a:spLocks noGrp="1"/>
          </p:cNvSpPr>
          <p:nvPr>
            <p:ph idx="1"/>
          </p:nvPr>
        </p:nvSpPr>
        <p:spPr>
          <a:xfrm>
            <a:off x="838200" y="1524542"/>
            <a:ext cx="10924822" cy="4351338"/>
          </a:xfrm>
        </p:spPr>
        <p:txBody>
          <a:bodyPr>
            <a:normAutofit/>
          </a:bodyPr>
          <a:lstStyle/>
          <a:p>
            <a:pPr marL="0" indent="0">
              <a:lnSpc>
                <a:spcPct val="100000"/>
              </a:lnSpc>
              <a:buNone/>
            </a:pPr>
            <a:r>
              <a:rPr lang="en-US" altLang="zh-CN" sz="2400" dirty="0"/>
              <a:t>1) </a:t>
            </a:r>
            <a:r>
              <a:rPr lang="zh-CN" altLang="en-US" sz="2400" dirty="0"/>
              <a:t>通过改进编码技术，可以无限提高数据传输速率。 （ </a:t>
            </a:r>
            <a:r>
              <a:rPr lang="zh-CN" altLang="en-US" sz="2400" b="1" dirty="0"/>
              <a:t>╳ </a:t>
            </a:r>
            <a:r>
              <a:rPr lang="zh-CN" altLang="en-US" sz="2400" dirty="0"/>
              <a:t>） </a:t>
            </a:r>
            <a:endParaRPr lang="zh-CN" altLang="en-US" sz="2400" dirty="0"/>
          </a:p>
          <a:p>
            <a:pPr marL="0" indent="0">
              <a:lnSpc>
                <a:spcPct val="100000"/>
              </a:lnSpc>
              <a:buNone/>
            </a:pPr>
            <a:r>
              <a:rPr lang="en-US" altLang="zh-CN" sz="2400" dirty="0"/>
              <a:t>2) </a:t>
            </a:r>
            <a:r>
              <a:rPr lang="zh-CN" altLang="en-US" sz="2400" dirty="0"/>
              <a:t>单模光纤比多模光纤细，所以传输速率低 。 （ </a:t>
            </a:r>
            <a:r>
              <a:rPr lang="zh-CN" altLang="en-US" sz="2400" b="1" dirty="0"/>
              <a:t>╳ </a:t>
            </a:r>
            <a:r>
              <a:rPr lang="zh-CN" altLang="en-US" sz="2400" dirty="0"/>
              <a:t>） </a:t>
            </a:r>
            <a:endParaRPr lang="zh-CN" altLang="en-US" sz="2400" dirty="0"/>
          </a:p>
          <a:p>
            <a:pPr marL="0" indent="0">
              <a:lnSpc>
                <a:spcPct val="100000"/>
              </a:lnSpc>
              <a:buNone/>
            </a:pPr>
            <a:r>
              <a:rPr lang="en-US" altLang="zh-CN" sz="2400" dirty="0"/>
              <a:t>3) </a:t>
            </a:r>
            <a:r>
              <a:rPr lang="zh-CN" altLang="en-US" sz="2400" dirty="0"/>
              <a:t>同轴电缆既可用于计算机通信，又可用于传输有线电视信号。（ </a:t>
            </a:r>
            <a:r>
              <a:rPr lang="zh-CN" altLang="en-US" sz="2400" b="1" dirty="0"/>
              <a:t>√ </a:t>
            </a:r>
            <a:r>
              <a:rPr lang="zh-CN" altLang="en-US" sz="2400" dirty="0"/>
              <a:t>） </a:t>
            </a:r>
            <a:endParaRPr lang="zh-CN" altLang="en-US" sz="2400" dirty="0"/>
          </a:p>
          <a:p>
            <a:pPr marL="0" indent="0">
              <a:lnSpc>
                <a:spcPct val="100000"/>
              </a:lnSpc>
              <a:buNone/>
            </a:pPr>
            <a:r>
              <a:rPr lang="en-US" altLang="zh-CN" sz="2400" dirty="0"/>
              <a:t>4) </a:t>
            </a:r>
            <a:r>
              <a:rPr lang="zh-CN" altLang="en-US" sz="2400" dirty="0"/>
              <a:t>光纤通信采用的多路复用技术叫做 </a:t>
            </a:r>
            <a:r>
              <a:rPr lang="en-US" sz="2400" dirty="0"/>
              <a:t>WDM。 （ </a:t>
            </a:r>
            <a:r>
              <a:rPr lang="en-US" sz="2400" b="1" dirty="0"/>
              <a:t>√ </a:t>
            </a:r>
            <a:r>
              <a:rPr lang="en-US" sz="2400" dirty="0"/>
              <a:t>） </a:t>
            </a:r>
            <a:endParaRPr lang="en-US" sz="2400" dirty="0"/>
          </a:p>
          <a:p>
            <a:pPr marL="0" indent="0">
              <a:lnSpc>
                <a:spcPct val="100000"/>
              </a:lnSpc>
              <a:buNone/>
            </a:pPr>
            <a:r>
              <a:rPr lang="en-US" sz="2400" dirty="0"/>
              <a:t>5) </a:t>
            </a:r>
            <a:r>
              <a:rPr lang="zh-CN" altLang="en-US" sz="2400" dirty="0"/>
              <a:t>传输速率单位“</a:t>
            </a:r>
            <a:r>
              <a:rPr lang="en-US" sz="2400" dirty="0"/>
              <a:t>bps”</a:t>
            </a:r>
            <a:r>
              <a:rPr lang="zh-CN" altLang="en-US" sz="2400" dirty="0"/>
              <a:t>代表 </a:t>
            </a:r>
            <a:r>
              <a:rPr lang="en-US" sz="2400" dirty="0"/>
              <a:t>BAUD PER SECOND。（</a:t>
            </a:r>
            <a:r>
              <a:rPr lang="en-US" sz="2400" b="1" dirty="0"/>
              <a:t>╳ </a:t>
            </a:r>
            <a:r>
              <a:rPr lang="en-US" sz="2400" dirty="0"/>
              <a:t>） </a:t>
            </a:r>
            <a:endParaRPr lang="en-US" sz="2400" dirty="0"/>
          </a:p>
          <a:p>
            <a:pPr marL="0" indent="0">
              <a:lnSpc>
                <a:spcPct val="100000"/>
              </a:lnSpc>
              <a:buNone/>
            </a:pPr>
            <a:r>
              <a:rPr lang="en-US" sz="2400" dirty="0"/>
              <a:t>6) </a:t>
            </a:r>
            <a:r>
              <a:rPr lang="zh-CN" altLang="en-US" sz="2400" dirty="0"/>
              <a:t>理想信道的最高速率由香浓定理决定。 （ </a:t>
            </a:r>
            <a:r>
              <a:rPr lang="zh-CN" altLang="en-US" sz="2400" b="1" dirty="0"/>
              <a:t>╳ </a:t>
            </a:r>
            <a:r>
              <a:rPr lang="zh-CN" altLang="en-US" sz="2400" dirty="0"/>
              <a:t>） </a:t>
            </a:r>
            <a:endParaRPr lang="zh-CN" altLang="en-US" sz="2400" dirty="0"/>
          </a:p>
          <a:p>
            <a:pPr marL="0" indent="0">
              <a:lnSpc>
                <a:spcPct val="100000"/>
              </a:lnSpc>
              <a:buNone/>
            </a:pPr>
            <a:r>
              <a:rPr lang="en-US" altLang="zh-CN" sz="2400" dirty="0"/>
              <a:t>7</a:t>
            </a:r>
            <a:r>
              <a:rPr lang="zh-CN" altLang="en-US" sz="2400" dirty="0"/>
              <a:t>） 比特率总是等于波特率。 （ </a:t>
            </a:r>
            <a:r>
              <a:rPr lang="zh-CN" altLang="en-US" sz="2400" b="1" dirty="0"/>
              <a:t>╳ </a:t>
            </a:r>
            <a:r>
              <a:rPr lang="zh-CN" altLang="en-US" sz="2400" dirty="0"/>
              <a:t>） </a:t>
            </a:r>
            <a:endParaRPr lang="zh-CN" altLang="en-US" sz="2400" dirty="0"/>
          </a:p>
          <a:p>
            <a:pPr>
              <a:lnSpc>
                <a:spcPct val="100000"/>
              </a:lnSpc>
            </a:pPr>
            <a:endParaRPr lang="en-US" sz="2400" dirty="0"/>
          </a:p>
        </p:txBody>
      </p:sp>
      <p:sp>
        <p:nvSpPr>
          <p:cNvPr id="4" name="灯片编号占位符 3"/>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58283"/>
            <a:ext cx="10515600" cy="602166"/>
          </a:xfrm>
        </p:spPr>
        <p:txBody>
          <a:bodyPr>
            <a:normAutofit/>
          </a:bodyPr>
          <a:lstStyle/>
          <a:p>
            <a:r>
              <a:rPr lang="zh-CN" altLang="en-US" sz="2800" dirty="0"/>
              <a:t>判断正误 </a:t>
            </a:r>
            <a:endParaRPr lang="en-US" sz="2800" dirty="0"/>
          </a:p>
        </p:txBody>
      </p:sp>
      <p:sp>
        <p:nvSpPr>
          <p:cNvPr id="3" name="Content Placeholder 2"/>
          <p:cNvSpPr>
            <a:spLocks noGrp="1"/>
          </p:cNvSpPr>
          <p:nvPr>
            <p:ph idx="1"/>
          </p:nvPr>
        </p:nvSpPr>
        <p:spPr>
          <a:xfrm>
            <a:off x="753552" y="1556873"/>
            <a:ext cx="11554691" cy="4680672"/>
          </a:xfrm>
        </p:spPr>
        <p:txBody>
          <a:bodyPr>
            <a:normAutofit fontScale="62500" lnSpcReduction="20000"/>
          </a:bodyPr>
          <a:lstStyle/>
          <a:p>
            <a:pPr marL="0" indent="0">
              <a:lnSpc>
                <a:spcPct val="120000"/>
              </a:lnSpc>
              <a:buNone/>
            </a:pPr>
            <a:r>
              <a:rPr lang="en-US" altLang="zh-CN" sz="3800" dirty="0"/>
              <a:t>1</a:t>
            </a:r>
            <a:r>
              <a:rPr lang="zh-CN" altLang="en-US" sz="3800" dirty="0"/>
              <a:t>）同步传输时字符间不需要间隔 </a:t>
            </a:r>
            <a:r>
              <a:rPr lang="en-US" altLang="zh-CN" sz="3800" dirty="0"/>
              <a:t>(</a:t>
            </a:r>
            <a:r>
              <a:rPr lang="zh-CN" altLang="en-US" sz="3800" b="1" dirty="0"/>
              <a:t>√ </a:t>
            </a:r>
            <a:r>
              <a:rPr lang="en-US" altLang="zh-CN" sz="3800" dirty="0"/>
              <a:t>) </a:t>
            </a:r>
            <a:endParaRPr lang="zh-CN" altLang="en-US" sz="3800" dirty="0"/>
          </a:p>
          <a:p>
            <a:pPr marL="0" indent="0">
              <a:lnSpc>
                <a:spcPct val="120000"/>
              </a:lnSpc>
              <a:buNone/>
            </a:pPr>
            <a:r>
              <a:rPr lang="en-US" sz="3800" dirty="0"/>
              <a:t>2</a:t>
            </a:r>
            <a:r>
              <a:rPr lang="zh-CN" altLang="en-US" sz="3800" dirty="0"/>
              <a:t>）</a:t>
            </a:r>
            <a:r>
              <a:rPr lang="en-US" sz="3800" dirty="0"/>
              <a:t>HDLC</a:t>
            </a:r>
            <a:r>
              <a:rPr lang="zh-CN" altLang="en-US" sz="3800" dirty="0"/>
              <a:t>是面向字节的异步通信协议。（ </a:t>
            </a:r>
            <a:r>
              <a:rPr lang="zh-CN" altLang="en-US" sz="3800" b="1" dirty="0"/>
              <a:t>╳ </a:t>
            </a:r>
            <a:r>
              <a:rPr lang="zh-CN" altLang="en-US" sz="3800" dirty="0"/>
              <a:t>） </a:t>
            </a:r>
            <a:endParaRPr lang="en-US" altLang="zh-CN" sz="3800" dirty="0"/>
          </a:p>
          <a:p>
            <a:pPr marL="0" indent="0">
              <a:lnSpc>
                <a:spcPct val="120000"/>
              </a:lnSpc>
              <a:buNone/>
            </a:pPr>
            <a:r>
              <a:rPr lang="en-US" sz="3800" dirty="0"/>
              <a:t>3</a:t>
            </a:r>
            <a:r>
              <a:rPr lang="zh-CN" altLang="en-US" sz="3800" dirty="0"/>
              <a:t>）</a:t>
            </a:r>
            <a:r>
              <a:rPr lang="en-US" sz="3800" dirty="0"/>
              <a:t>SLIP</a:t>
            </a:r>
            <a:r>
              <a:rPr lang="zh-CN" altLang="en-US" sz="3800" dirty="0"/>
              <a:t>协议属于面向字符协议 </a:t>
            </a:r>
            <a:r>
              <a:rPr lang="en-US" altLang="zh-CN" sz="3800" dirty="0"/>
              <a:t>(</a:t>
            </a:r>
            <a:r>
              <a:rPr lang="zh-CN" altLang="en-US" sz="3800" b="1" dirty="0"/>
              <a:t>√ </a:t>
            </a:r>
            <a:r>
              <a:rPr lang="en-US" altLang="zh-CN" sz="3800" dirty="0"/>
              <a:t>) </a:t>
            </a:r>
            <a:endParaRPr lang="zh-CN" altLang="en-US" sz="3800" dirty="0"/>
          </a:p>
          <a:p>
            <a:pPr marL="0" indent="0">
              <a:lnSpc>
                <a:spcPct val="120000"/>
              </a:lnSpc>
              <a:buNone/>
            </a:pPr>
            <a:r>
              <a:rPr lang="en-US" altLang="zh-CN" sz="3800" dirty="0"/>
              <a:t>4</a:t>
            </a:r>
            <a:r>
              <a:rPr lang="zh-CN" altLang="en-US" sz="3800" dirty="0"/>
              <a:t>）数据链路层的报文名称叫分组 （ </a:t>
            </a:r>
            <a:r>
              <a:rPr lang="zh-CN" altLang="en-US" sz="3800" b="1" dirty="0"/>
              <a:t>╳ </a:t>
            </a:r>
            <a:r>
              <a:rPr lang="zh-CN" altLang="en-US" sz="3800" dirty="0"/>
              <a:t>） </a:t>
            </a:r>
            <a:endParaRPr lang="zh-CN" altLang="en-US" sz="3800" dirty="0"/>
          </a:p>
          <a:p>
            <a:pPr marL="0" indent="0">
              <a:lnSpc>
                <a:spcPct val="120000"/>
              </a:lnSpc>
              <a:buNone/>
            </a:pPr>
            <a:r>
              <a:rPr lang="en-US" altLang="zh-CN" sz="3800" dirty="0"/>
              <a:t>5</a:t>
            </a:r>
            <a:r>
              <a:rPr lang="zh-CN" altLang="en-US" sz="3800" dirty="0"/>
              <a:t>）奇偶校验可以发现单比特错误，二维奇偶校验可以自动纠正任意单比特错误。 </a:t>
            </a:r>
            <a:r>
              <a:rPr lang="en-US" altLang="zh-CN" sz="3800" dirty="0"/>
              <a:t>(</a:t>
            </a:r>
            <a:r>
              <a:rPr lang="zh-CN" altLang="en-US" sz="3800" b="1" dirty="0"/>
              <a:t>√ </a:t>
            </a:r>
            <a:r>
              <a:rPr lang="en-US" altLang="zh-CN" sz="3800" dirty="0"/>
              <a:t>) </a:t>
            </a:r>
            <a:endParaRPr lang="en-US" altLang="zh-CN" sz="3800" dirty="0"/>
          </a:p>
          <a:p>
            <a:pPr marL="0" indent="0">
              <a:lnSpc>
                <a:spcPct val="120000"/>
              </a:lnSpc>
              <a:buNone/>
            </a:pPr>
            <a:r>
              <a:rPr lang="en-US" altLang="zh-CN" sz="3800" dirty="0"/>
              <a:t>6</a:t>
            </a:r>
            <a:r>
              <a:rPr lang="zh-CN" altLang="en-US" sz="3800" dirty="0"/>
              <a:t>）不同速率以太网采用不同的帧格式 （╳） </a:t>
            </a:r>
            <a:endParaRPr lang="en-US" altLang="zh-CN" sz="3800" dirty="0"/>
          </a:p>
          <a:p>
            <a:pPr marL="0" indent="0">
              <a:lnSpc>
                <a:spcPct val="120000"/>
              </a:lnSpc>
              <a:buNone/>
            </a:pPr>
            <a:r>
              <a:rPr lang="en-US" altLang="zh-CN" sz="3800" dirty="0"/>
              <a:t>7</a:t>
            </a:r>
            <a:r>
              <a:rPr lang="zh-CN" altLang="en-US" sz="3800" dirty="0"/>
              <a:t>）不同速率的以太网采用不同的信道访问协议。（╳） </a:t>
            </a:r>
            <a:endParaRPr lang="en-US" altLang="zh-CN" sz="3800" dirty="0"/>
          </a:p>
          <a:p>
            <a:pPr marL="0" indent="0">
              <a:lnSpc>
                <a:spcPct val="120000"/>
              </a:lnSpc>
              <a:buNone/>
            </a:pPr>
            <a:r>
              <a:rPr lang="en-US" sz="3800" dirty="0"/>
              <a:t>8</a:t>
            </a:r>
            <a:r>
              <a:rPr lang="zh-CN" altLang="en-US" sz="3800" dirty="0"/>
              <a:t>）</a:t>
            </a:r>
            <a:r>
              <a:rPr lang="en-US" sz="3800" dirty="0"/>
              <a:t>LAN </a:t>
            </a:r>
            <a:r>
              <a:rPr lang="zh-CN" altLang="en-US" sz="3800" dirty="0"/>
              <a:t>与 </a:t>
            </a:r>
            <a:r>
              <a:rPr lang="en-US" sz="3800" dirty="0"/>
              <a:t>WAN </a:t>
            </a:r>
            <a:r>
              <a:rPr lang="zh-CN" altLang="en-US" sz="3800" dirty="0"/>
              <a:t>采用相同的网络标准。（╳） </a:t>
            </a:r>
            <a:endParaRPr lang="en-US" altLang="zh-CN" sz="3800" dirty="0"/>
          </a:p>
          <a:p>
            <a:pPr marL="0" indent="0">
              <a:lnSpc>
                <a:spcPct val="120000"/>
              </a:lnSpc>
              <a:buNone/>
            </a:pPr>
            <a:r>
              <a:rPr lang="en-US" altLang="zh-CN" sz="3800" dirty="0"/>
              <a:t>9</a:t>
            </a:r>
            <a:r>
              <a:rPr lang="zh-CN" altLang="en-US" sz="3800" dirty="0"/>
              <a:t>）划分 </a:t>
            </a:r>
            <a:r>
              <a:rPr lang="en-US" sz="3800" dirty="0"/>
              <a:t>VLAN </a:t>
            </a:r>
            <a:r>
              <a:rPr lang="zh-CN" altLang="en-US" sz="3800" dirty="0"/>
              <a:t>的目的之一是为了避免广播风暴。（√ ） </a:t>
            </a:r>
            <a:endParaRPr lang="zh-CN" altLang="en-US" sz="3800" dirty="0"/>
          </a:p>
          <a:p>
            <a:pPr marL="514350" indent="-514350">
              <a:lnSpc>
                <a:spcPct val="100000"/>
              </a:lnSpc>
              <a:buFont typeface="+mj-lt"/>
              <a:buAutoNum type="arabicPeriod"/>
            </a:pPr>
            <a:endParaRPr lang="en-US" sz="3600" dirty="0"/>
          </a:p>
        </p:txBody>
      </p:sp>
      <p:sp>
        <p:nvSpPr>
          <p:cNvPr id="4" name="灯片编号占位符 3"/>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14846"/>
            <a:ext cx="3142785" cy="638485"/>
          </a:xfrm>
        </p:spPr>
        <p:txBody>
          <a:bodyPr>
            <a:normAutofit/>
          </a:bodyPr>
          <a:lstStyle/>
          <a:p>
            <a:r>
              <a:rPr lang="en-US" altLang="zh-CN" sz="2800" dirty="0">
                <a:solidFill>
                  <a:srgbClr val="FF0000"/>
                </a:solidFill>
                <a:effectLst>
                  <a:outerShdw blurRad="38100" dist="38100" dir="2700000" algn="tl">
                    <a:srgbClr val="000000">
                      <a:alpha val="43137"/>
                    </a:srgbClr>
                  </a:outerShdw>
                </a:effectLst>
              </a:rPr>
              <a:t>6</a:t>
            </a:r>
            <a:r>
              <a:rPr lang="zh-CN" altLang="en-US" sz="2800" dirty="0">
                <a:solidFill>
                  <a:srgbClr val="FF0000"/>
                </a:solidFill>
                <a:effectLst>
                  <a:outerShdw blurRad="38100" dist="38100" dir="2700000" algn="tl">
                    <a:srgbClr val="000000">
                      <a:alpha val="43137"/>
                    </a:srgbClr>
                  </a:outerShdw>
                </a:effectLst>
              </a:rPr>
              <a:t>、简答</a:t>
            </a:r>
            <a:endParaRPr lang="en-US" sz="2800"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253330"/>
            <a:ext cx="10515600" cy="4891891"/>
          </a:xfrm>
        </p:spPr>
        <p:txBody>
          <a:bodyPr>
            <a:normAutofit lnSpcReduction="10000"/>
          </a:bodyPr>
          <a:lstStyle/>
          <a:p>
            <a:pPr marL="0" indent="0">
              <a:lnSpc>
                <a:spcPct val="135000"/>
              </a:lnSpc>
              <a:spcBef>
                <a:spcPts val="600"/>
              </a:spcBef>
              <a:buNone/>
            </a:pPr>
            <a:r>
              <a:rPr lang="en-US" altLang="zh-CN" sz="2400" dirty="0">
                <a:solidFill>
                  <a:srgbClr val="FF0000"/>
                </a:solidFill>
              </a:rPr>
              <a:t>1</a:t>
            </a:r>
            <a:r>
              <a:rPr lang="zh-CN" altLang="en-US" sz="2400" dirty="0">
                <a:solidFill>
                  <a:srgbClr val="FF0000"/>
                </a:solidFill>
              </a:rPr>
              <a:t>．</a:t>
            </a:r>
            <a:r>
              <a:rPr lang="zh-CN" altLang="en-US" sz="2400" dirty="0"/>
              <a:t>在面向比特同步协议（</a:t>
            </a:r>
            <a:r>
              <a:rPr lang="en-US" sz="2400" dirty="0"/>
              <a:t>HDLC）</a:t>
            </a:r>
            <a:r>
              <a:rPr lang="zh-CN" altLang="en-US" sz="2400" dirty="0"/>
              <a:t>的帧数据段中，用</a:t>
            </a:r>
            <a:r>
              <a:rPr lang="en-US" altLang="zh-CN" sz="2400" dirty="0"/>
              <a:t>_</a:t>
            </a:r>
            <a:r>
              <a:rPr lang="en-US" altLang="zh-CN" sz="2400" dirty="0">
                <a:highlight>
                  <a:srgbClr val="FFFF00"/>
                </a:highlight>
              </a:rPr>
              <a:t>01111110</a:t>
            </a:r>
            <a:r>
              <a:rPr lang="en-US" altLang="zh-CN" sz="2400" dirty="0"/>
              <a:t>_</a:t>
            </a:r>
            <a:r>
              <a:rPr lang="zh-CN" altLang="en-US" sz="2400" dirty="0"/>
              <a:t>来实现帧定界</a:t>
            </a:r>
            <a:r>
              <a:rPr lang="en-US" altLang="zh-CN" sz="2400" dirty="0"/>
              <a:t>,</a:t>
            </a:r>
            <a:r>
              <a:rPr lang="zh-CN" altLang="en-US" sz="2400" dirty="0"/>
              <a:t>为了实现数据的透明传输，采用“</a:t>
            </a:r>
            <a:r>
              <a:rPr lang="en-US" altLang="zh-CN" sz="2400" dirty="0"/>
              <a:t>0”</a:t>
            </a:r>
            <a:r>
              <a:rPr lang="zh-CN" altLang="en-US" sz="2400" dirty="0"/>
              <a:t>比特插入技术。</a:t>
            </a:r>
            <a:endParaRPr lang="zh-CN" altLang="en-US" sz="2400" dirty="0"/>
          </a:p>
          <a:p>
            <a:pPr marL="0" indent="0">
              <a:lnSpc>
                <a:spcPct val="135000"/>
              </a:lnSpc>
              <a:spcBef>
                <a:spcPts val="600"/>
              </a:spcBef>
              <a:buNone/>
            </a:pPr>
            <a:r>
              <a:rPr lang="zh-CN" altLang="en-US" sz="2400" dirty="0"/>
              <a:t>   假定在（十六进制）数据流中包含：</a:t>
            </a:r>
            <a:r>
              <a:rPr lang="en-US" altLang="zh-CN" sz="2400" dirty="0"/>
              <a:t>5</a:t>
            </a:r>
            <a:r>
              <a:rPr lang="en-US" sz="2400" dirty="0"/>
              <a:t>F、 9E 、 71、 7F、 E1，</a:t>
            </a:r>
            <a:r>
              <a:rPr lang="zh-CN" altLang="en-US" sz="2400" dirty="0"/>
              <a:t>请给出其原始比特序列和“</a:t>
            </a:r>
            <a:r>
              <a:rPr lang="en-US" altLang="zh-CN" sz="2400" dirty="0"/>
              <a:t>0”</a:t>
            </a:r>
            <a:r>
              <a:rPr lang="zh-CN" altLang="en-US" sz="2400" dirty="0"/>
              <a:t>比特插入后的比特序列。 </a:t>
            </a:r>
            <a:endParaRPr lang="zh-CN" altLang="en-US" sz="2400" dirty="0"/>
          </a:p>
          <a:p>
            <a:pPr marL="0" indent="0">
              <a:lnSpc>
                <a:spcPct val="135000"/>
              </a:lnSpc>
              <a:spcBef>
                <a:spcPts val="600"/>
              </a:spcBef>
              <a:buNone/>
            </a:pPr>
            <a:r>
              <a:rPr lang="en-US" altLang="zh-CN" sz="2400" dirty="0">
                <a:solidFill>
                  <a:srgbClr val="FF0000"/>
                </a:solidFill>
                <a:highlight>
                  <a:srgbClr val="FFFF00"/>
                </a:highlight>
              </a:rPr>
              <a:t>(</a:t>
            </a:r>
            <a:r>
              <a:rPr lang="zh-CN" altLang="en-US" sz="2400" dirty="0">
                <a:solidFill>
                  <a:srgbClr val="FF0000"/>
                </a:solidFill>
                <a:highlight>
                  <a:srgbClr val="FFFF00"/>
                </a:highlight>
              </a:rPr>
              <a:t>记忆要点：</a:t>
            </a:r>
            <a:r>
              <a:rPr lang="en-US" altLang="zh-CN" sz="2400" dirty="0">
                <a:solidFill>
                  <a:srgbClr val="FF0000"/>
                </a:solidFill>
                <a:highlight>
                  <a:srgbClr val="FFFF00"/>
                </a:highlight>
              </a:rPr>
              <a:t>8bit</a:t>
            </a:r>
            <a:r>
              <a:rPr lang="zh-CN" altLang="en-US" sz="2400" dirty="0">
                <a:solidFill>
                  <a:srgbClr val="FF0000"/>
                </a:solidFill>
                <a:highlight>
                  <a:srgbClr val="FFFF00"/>
                </a:highlight>
              </a:rPr>
              <a:t>中首位为</a:t>
            </a:r>
            <a:r>
              <a:rPr lang="en-US" altLang="zh-CN" sz="2400" dirty="0">
                <a:solidFill>
                  <a:srgbClr val="FF0000"/>
                </a:solidFill>
                <a:highlight>
                  <a:srgbClr val="FFFF00"/>
                </a:highlight>
              </a:rPr>
              <a:t>0</a:t>
            </a:r>
            <a:r>
              <a:rPr lang="zh-CN" altLang="en-US" sz="2400" dirty="0">
                <a:solidFill>
                  <a:srgbClr val="FF0000"/>
                </a:solidFill>
                <a:highlight>
                  <a:srgbClr val="FFFF00"/>
                </a:highlight>
              </a:rPr>
              <a:t>剩下</a:t>
            </a:r>
            <a:r>
              <a:rPr lang="en-US" altLang="zh-CN" sz="2400" dirty="0">
                <a:solidFill>
                  <a:srgbClr val="FF0000"/>
                </a:solidFill>
                <a:highlight>
                  <a:srgbClr val="FFFF00"/>
                </a:highlight>
              </a:rPr>
              <a:t>6</a:t>
            </a:r>
            <a:r>
              <a:rPr lang="zh-CN" altLang="en-US" sz="2400" dirty="0">
                <a:solidFill>
                  <a:srgbClr val="FF0000"/>
                </a:solidFill>
                <a:highlight>
                  <a:srgbClr val="FFFF00"/>
                </a:highlight>
              </a:rPr>
              <a:t>个</a:t>
            </a:r>
            <a:r>
              <a:rPr lang="en-US" altLang="zh-CN" sz="2400" dirty="0">
                <a:solidFill>
                  <a:srgbClr val="FF0000"/>
                </a:solidFill>
                <a:highlight>
                  <a:srgbClr val="FFFF00"/>
                </a:highlight>
              </a:rPr>
              <a:t>1</a:t>
            </a:r>
            <a:r>
              <a:rPr lang="zh-CN" altLang="en-US" sz="2400" dirty="0">
                <a:solidFill>
                  <a:srgbClr val="FF0000"/>
                </a:solidFill>
                <a:highlight>
                  <a:srgbClr val="FFFF00"/>
                </a:highlight>
              </a:rPr>
              <a:t>，所以遇到</a:t>
            </a:r>
            <a:r>
              <a:rPr lang="en-US" altLang="zh-CN" sz="2400" dirty="0">
                <a:solidFill>
                  <a:srgbClr val="FF0000"/>
                </a:solidFill>
                <a:highlight>
                  <a:srgbClr val="FFFF00"/>
                </a:highlight>
              </a:rPr>
              <a:t>5</a:t>
            </a:r>
            <a:r>
              <a:rPr lang="zh-CN" altLang="en-US" sz="2400" dirty="0">
                <a:solidFill>
                  <a:srgbClr val="FF0000"/>
                </a:solidFill>
                <a:highlight>
                  <a:srgbClr val="FFFF00"/>
                </a:highlight>
              </a:rPr>
              <a:t>个</a:t>
            </a:r>
            <a:r>
              <a:rPr lang="en-US" altLang="zh-CN" sz="2400" dirty="0">
                <a:solidFill>
                  <a:srgbClr val="FF0000"/>
                </a:solidFill>
                <a:highlight>
                  <a:srgbClr val="FFFF00"/>
                </a:highlight>
              </a:rPr>
              <a:t>1</a:t>
            </a:r>
            <a:r>
              <a:rPr lang="zh-CN" altLang="en-US" sz="2400" dirty="0">
                <a:solidFill>
                  <a:srgbClr val="FF0000"/>
                </a:solidFill>
                <a:highlight>
                  <a:srgbClr val="FFFF00"/>
                </a:highlight>
              </a:rPr>
              <a:t>要插入一个</a:t>
            </a:r>
            <a:r>
              <a:rPr lang="en-US" altLang="zh-CN" sz="2400" dirty="0">
                <a:solidFill>
                  <a:srgbClr val="FF0000"/>
                </a:solidFill>
                <a:highlight>
                  <a:srgbClr val="FFFF00"/>
                </a:highlight>
              </a:rPr>
              <a:t>0</a:t>
            </a:r>
            <a:r>
              <a:rPr lang="zh-CN" altLang="en-US" sz="2400" dirty="0">
                <a:solidFill>
                  <a:srgbClr val="FF0000"/>
                </a:solidFill>
                <a:highlight>
                  <a:srgbClr val="FFFF00"/>
                </a:highlight>
              </a:rPr>
              <a:t>）</a:t>
            </a:r>
            <a:br>
              <a:rPr lang="en-US" altLang="zh-CN" sz="2400" b="1" dirty="0"/>
            </a:br>
            <a:r>
              <a:rPr lang="en-US" altLang="zh-CN" sz="2400" b="1" dirty="0"/>
              <a:t>  </a:t>
            </a:r>
            <a:r>
              <a:rPr lang="zh-CN" altLang="en-US" sz="2400" dirty="0"/>
              <a:t>原始比特序列为：</a:t>
            </a:r>
            <a:endParaRPr lang="en-US" altLang="zh-CN" sz="2400" dirty="0"/>
          </a:p>
          <a:p>
            <a:pPr marL="0" indent="0">
              <a:lnSpc>
                <a:spcPct val="135000"/>
              </a:lnSpc>
              <a:spcBef>
                <a:spcPts val="600"/>
              </a:spcBef>
              <a:buNone/>
            </a:pPr>
            <a:r>
              <a:rPr lang="en-US" altLang="zh-CN" sz="2400" dirty="0"/>
              <a:t>01011111 </a:t>
            </a:r>
            <a:r>
              <a:rPr lang="en-US" altLang="zh-CN" sz="2400" dirty="0">
                <a:solidFill>
                  <a:srgbClr val="FF0000"/>
                </a:solidFill>
              </a:rPr>
              <a:t>|</a:t>
            </a:r>
            <a:r>
              <a:rPr lang="en-US" altLang="zh-CN" sz="2400" dirty="0"/>
              <a:t>10011110 01110001 011111</a:t>
            </a:r>
            <a:r>
              <a:rPr lang="en-US" altLang="zh-CN" sz="2400" dirty="0">
                <a:solidFill>
                  <a:srgbClr val="FF0000"/>
                </a:solidFill>
              </a:rPr>
              <a:t>|</a:t>
            </a:r>
            <a:r>
              <a:rPr lang="en-US" altLang="zh-CN" sz="2400" dirty="0"/>
              <a:t>11111</a:t>
            </a:r>
            <a:r>
              <a:rPr lang="en-US" altLang="zh-CN" sz="2400" dirty="0">
                <a:solidFill>
                  <a:srgbClr val="FF0000"/>
                </a:solidFill>
              </a:rPr>
              <a:t>|</a:t>
            </a:r>
            <a:r>
              <a:rPr lang="en-US" altLang="zh-CN" sz="2400" dirty="0"/>
              <a:t>00001 </a:t>
            </a:r>
            <a:endParaRPr lang="zh-CN" altLang="en-US" sz="2400" dirty="0"/>
          </a:p>
          <a:p>
            <a:pPr marL="0" indent="0">
              <a:lnSpc>
                <a:spcPct val="135000"/>
              </a:lnSpc>
              <a:spcBef>
                <a:spcPts val="600"/>
              </a:spcBef>
              <a:buNone/>
            </a:pPr>
            <a:r>
              <a:rPr lang="zh-CN" altLang="en-US" sz="2400" dirty="0"/>
              <a:t>“</a:t>
            </a:r>
            <a:r>
              <a:rPr lang="en-US" altLang="zh-CN" sz="2400" dirty="0"/>
              <a:t>0”</a:t>
            </a:r>
            <a:r>
              <a:rPr lang="zh-CN" altLang="en-US" sz="2400" dirty="0"/>
              <a:t>比特插入后的比特序列为：</a:t>
            </a:r>
            <a:endParaRPr lang="en-US" altLang="zh-CN" sz="2400" dirty="0"/>
          </a:p>
          <a:p>
            <a:pPr marL="0" indent="0">
              <a:lnSpc>
                <a:spcPct val="135000"/>
              </a:lnSpc>
              <a:spcBef>
                <a:spcPts val="600"/>
              </a:spcBef>
              <a:buNone/>
            </a:pPr>
            <a:r>
              <a:rPr lang="en-US" altLang="zh-CN" sz="2400" dirty="0"/>
              <a:t>01011111</a:t>
            </a:r>
            <a:r>
              <a:rPr lang="en-US" altLang="zh-CN" sz="2400" dirty="0">
                <a:solidFill>
                  <a:srgbClr val="FF0000"/>
                </a:solidFill>
              </a:rPr>
              <a:t>0</a:t>
            </a:r>
            <a:r>
              <a:rPr lang="en-US" altLang="zh-CN" sz="2400" dirty="0"/>
              <a:t> 10011110 01110001011111</a:t>
            </a:r>
            <a:r>
              <a:rPr lang="en-US" altLang="zh-CN" sz="2400" dirty="0">
                <a:solidFill>
                  <a:srgbClr val="FF0000"/>
                </a:solidFill>
              </a:rPr>
              <a:t>0</a:t>
            </a:r>
            <a:r>
              <a:rPr lang="en-US" altLang="zh-CN" sz="2400" dirty="0"/>
              <a:t>11 111</a:t>
            </a:r>
            <a:r>
              <a:rPr lang="en-US" altLang="zh-CN" sz="2400" dirty="0">
                <a:solidFill>
                  <a:srgbClr val="FF0000"/>
                </a:solidFill>
              </a:rPr>
              <a:t>0</a:t>
            </a:r>
            <a:r>
              <a:rPr lang="en-US" altLang="zh-CN" sz="2400" dirty="0"/>
              <a:t>00001</a:t>
            </a:r>
            <a:endParaRPr lang="zh-CN" altLang="en-US" sz="2400" dirty="0"/>
          </a:p>
          <a:p>
            <a:pPr>
              <a:lnSpc>
                <a:spcPct val="125000"/>
              </a:lnSpc>
              <a:spcBef>
                <a:spcPts val="600"/>
              </a:spcBef>
            </a:pPr>
            <a:endParaRPr lang="en-US" sz="2400" dirty="0"/>
          </a:p>
        </p:txBody>
      </p:sp>
      <p:sp>
        <p:nvSpPr>
          <p:cNvPr id="4" name="灯片编号占位符 3"/>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9713" y="681037"/>
            <a:ext cx="10515600" cy="1009651"/>
          </a:xfrm>
        </p:spPr>
        <p:txBody>
          <a:bodyPr>
            <a:normAutofit/>
          </a:bodyPr>
          <a:lstStyle/>
          <a:p>
            <a:r>
              <a:rPr lang="en-US" sz="2800" dirty="0">
                <a:solidFill>
                  <a:srgbClr val="FF0000"/>
                </a:solidFill>
              </a:rPr>
              <a:t>2. </a:t>
            </a:r>
            <a:r>
              <a:rPr lang="en-US" sz="2800" dirty="0"/>
              <a:t>CSMA/CD </a:t>
            </a:r>
            <a:r>
              <a:rPr lang="zh-CN" altLang="en-US" sz="2800" dirty="0"/>
              <a:t>的工作原理是什么？碰撞窗口大小如何计算？ </a:t>
            </a:r>
            <a:endParaRPr lang="en-US" sz="2800" dirty="0"/>
          </a:p>
        </p:txBody>
      </p:sp>
      <p:sp>
        <p:nvSpPr>
          <p:cNvPr id="3" name="Content Placeholder 2"/>
          <p:cNvSpPr>
            <a:spLocks noGrp="1"/>
          </p:cNvSpPr>
          <p:nvPr>
            <p:ph idx="1"/>
          </p:nvPr>
        </p:nvSpPr>
        <p:spPr/>
        <p:txBody>
          <a:bodyPr>
            <a:normAutofit/>
          </a:bodyPr>
          <a:lstStyle/>
          <a:p>
            <a:pPr marL="0" indent="0">
              <a:lnSpc>
                <a:spcPct val="125000"/>
              </a:lnSpc>
              <a:spcBef>
                <a:spcPts val="600"/>
              </a:spcBef>
              <a:buNone/>
            </a:pPr>
            <a:r>
              <a:rPr lang="en-US" sz="2400" dirty="0"/>
              <a:t>    </a:t>
            </a:r>
            <a:r>
              <a:rPr lang="en-US" sz="2400" dirty="0">
                <a:highlight>
                  <a:srgbClr val="FFFF00"/>
                </a:highlight>
              </a:rPr>
              <a:t>CSMA/CD </a:t>
            </a:r>
            <a:r>
              <a:rPr lang="zh-CN" altLang="en-US" sz="2400" dirty="0">
                <a:highlight>
                  <a:srgbClr val="FFFF00"/>
                </a:highlight>
              </a:rPr>
              <a:t>中 </a:t>
            </a:r>
            <a:r>
              <a:rPr lang="en-US" sz="2400" dirty="0">
                <a:highlight>
                  <a:srgbClr val="FFFF00"/>
                </a:highlight>
              </a:rPr>
              <a:t>CSMA </a:t>
            </a:r>
            <a:r>
              <a:rPr lang="zh-CN" altLang="en-US" sz="2400" dirty="0">
                <a:highlight>
                  <a:srgbClr val="FFFF00"/>
                </a:highlight>
              </a:rPr>
              <a:t>的基本思想：</a:t>
            </a:r>
            <a:r>
              <a:rPr lang="zh-CN" altLang="en-US" sz="2400" dirty="0"/>
              <a:t>发送之前首先监测信道状态，根据信道状态来决定 下一步的动作，以实现共享信道的多路复用。 </a:t>
            </a:r>
            <a:endParaRPr lang="en-US" altLang="zh-CN" sz="2400" dirty="0"/>
          </a:p>
          <a:p>
            <a:pPr marL="0" indent="0">
              <a:lnSpc>
                <a:spcPct val="125000"/>
              </a:lnSpc>
              <a:spcBef>
                <a:spcPts val="600"/>
              </a:spcBef>
              <a:buNone/>
            </a:pPr>
            <a:r>
              <a:rPr lang="en-US" sz="2400" dirty="0"/>
              <a:t>    </a:t>
            </a:r>
            <a:r>
              <a:rPr lang="en-US" sz="2400" dirty="0">
                <a:highlight>
                  <a:srgbClr val="FFFF00"/>
                </a:highlight>
              </a:rPr>
              <a:t>CD </a:t>
            </a:r>
            <a:r>
              <a:rPr lang="zh-CN" altLang="en-US" sz="2400" dirty="0">
                <a:highlight>
                  <a:srgbClr val="FFFF00"/>
                </a:highlight>
              </a:rPr>
              <a:t>的含义</a:t>
            </a:r>
            <a:r>
              <a:rPr lang="zh-CN" altLang="en-US" sz="2400" dirty="0"/>
              <a:t>是一边发送一边进行冲突检测，一旦发现有冲突就立即停止发送数据报文。 </a:t>
            </a:r>
            <a:endParaRPr lang="en-US" altLang="zh-CN" sz="2400" dirty="0"/>
          </a:p>
          <a:p>
            <a:pPr marL="0" indent="0">
              <a:lnSpc>
                <a:spcPct val="125000"/>
              </a:lnSpc>
              <a:spcBef>
                <a:spcPts val="600"/>
              </a:spcBef>
              <a:buNone/>
            </a:pPr>
            <a:r>
              <a:rPr lang="zh-CN" altLang="en-US" sz="2400" dirty="0">
                <a:highlight>
                  <a:srgbClr val="FFFF00"/>
                </a:highlight>
              </a:rPr>
              <a:t>技术要点：</a:t>
            </a:r>
            <a:endParaRPr lang="en-US" altLang="zh-CN" sz="2400" dirty="0">
              <a:highlight>
                <a:srgbClr val="FFFF00"/>
              </a:highlight>
            </a:endParaRPr>
          </a:p>
          <a:p>
            <a:pPr marL="0" indent="0">
              <a:lnSpc>
                <a:spcPct val="125000"/>
              </a:lnSpc>
              <a:spcBef>
                <a:spcPts val="600"/>
              </a:spcBef>
              <a:buNone/>
            </a:pPr>
            <a:r>
              <a:rPr lang="zh-CN" altLang="en-US" sz="2400" dirty="0"/>
              <a:t>（</a:t>
            </a:r>
            <a:r>
              <a:rPr lang="en-US" altLang="zh-CN" sz="2400" dirty="0"/>
              <a:t>1</a:t>
            </a:r>
            <a:r>
              <a:rPr lang="zh-CN" altLang="en-US" sz="2400" dirty="0"/>
              <a:t>）</a:t>
            </a:r>
            <a:r>
              <a:rPr lang="en-US" sz="2400" dirty="0"/>
              <a:t>CSMA/CD </a:t>
            </a:r>
            <a:r>
              <a:rPr lang="zh-CN" altLang="en-US" sz="2400" dirty="0"/>
              <a:t>协议的碰撞窗口大小</a:t>
            </a:r>
            <a:r>
              <a:rPr lang="en-US" altLang="zh-CN" sz="2400" dirty="0"/>
              <a:t>=2 </a:t>
            </a:r>
            <a:r>
              <a:rPr lang="zh-CN" altLang="en-US" sz="2400" dirty="0"/>
              <a:t>倍信号传播时延</a:t>
            </a:r>
            <a:endParaRPr lang="zh-CN" altLang="en-US" sz="2400" dirty="0"/>
          </a:p>
          <a:p>
            <a:pPr marL="0" indent="0">
              <a:lnSpc>
                <a:spcPct val="125000"/>
              </a:lnSpc>
              <a:spcBef>
                <a:spcPts val="600"/>
              </a:spcBef>
              <a:buNone/>
            </a:pPr>
            <a:r>
              <a:rPr lang="zh-CN" altLang="en-US" sz="2400" dirty="0"/>
              <a:t>（</a:t>
            </a:r>
            <a:r>
              <a:rPr lang="en-US" altLang="zh-CN" sz="2400" dirty="0"/>
              <a:t>2</a:t>
            </a:r>
            <a:r>
              <a:rPr lang="zh-CN" altLang="en-US" sz="2400" dirty="0"/>
              <a:t>）报文发送时间＞＞碰撞窗口大小。</a:t>
            </a:r>
            <a:endParaRPr lang="zh-CN" altLang="en-US" sz="2400" dirty="0"/>
          </a:p>
        </p:txBody>
      </p:sp>
      <p:sp>
        <p:nvSpPr>
          <p:cNvPr id="4" name="灯片编号占位符 3"/>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2"/>
            <a:ext cx="10515600" cy="1325563"/>
          </a:xfrm>
        </p:spPr>
        <p:txBody>
          <a:bodyPr>
            <a:normAutofit/>
          </a:bodyPr>
          <a:lstStyle/>
          <a:p>
            <a:pPr>
              <a:lnSpc>
                <a:spcPct val="125000"/>
              </a:lnSpc>
            </a:pPr>
            <a:r>
              <a:rPr lang="en-US" altLang="zh-CN" sz="2400" dirty="0">
                <a:solidFill>
                  <a:srgbClr val="FF0000"/>
                </a:solidFill>
              </a:rPr>
              <a:t>3. </a:t>
            </a:r>
            <a:r>
              <a:rPr lang="zh-CN" altLang="en-US" sz="2400" dirty="0"/>
              <a:t>以太网规定了最小帧长度，发送的数据小于该长度时必须进行填充，为什么？最小 帧长度如何计算？</a:t>
            </a:r>
            <a:endParaRPr lang="en-US" sz="2400" dirty="0"/>
          </a:p>
        </p:txBody>
      </p:sp>
      <p:sp>
        <p:nvSpPr>
          <p:cNvPr id="3" name="Content Placeholder 2"/>
          <p:cNvSpPr>
            <a:spLocks noGrp="1"/>
          </p:cNvSpPr>
          <p:nvPr>
            <p:ph idx="1"/>
          </p:nvPr>
        </p:nvSpPr>
        <p:spPr/>
        <p:txBody>
          <a:bodyPr>
            <a:normAutofit/>
          </a:bodyPr>
          <a:lstStyle/>
          <a:p>
            <a:pPr>
              <a:lnSpc>
                <a:spcPct val="150000"/>
              </a:lnSpc>
            </a:pPr>
            <a:r>
              <a:rPr lang="zh-CN" altLang="en-US" sz="2400" dirty="0"/>
              <a:t>以太网采用 </a:t>
            </a:r>
            <a:r>
              <a:rPr lang="en-US" sz="2400" dirty="0"/>
              <a:t>CSMA/CD </a:t>
            </a:r>
            <a:r>
              <a:rPr lang="zh-CN" altLang="en-US" sz="2400" dirty="0"/>
              <a:t>访问协议，在发送的同时要进行冲突检测，这就要求在能检测出 </a:t>
            </a:r>
            <a:r>
              <a:rPr lang="zh-CN" altLang="en-US" sz="2400" dirty="0">
                <a:highlight>
                  <a:srgbClr val="FFFF00"/>
                </a:highlight>
              </a:rPr>
              <a:t>冲突的最大时间内数据包不能够发送完毕</a:t>
            </a:r>
            <a:r>
              <a:rPr lang="zh-CN" altLang="en-US" sz="2400" dirty="0"/>
              <a:t>，否则冲突检测不能有效地工作。</a:t>
            </a:r>
            <a:endParaRPr lang="en-US" altLang="zh-CN" sz="2400" dirty="0"/>
          </a:p>
          <a:p>
            <a:pPr>
              <a:lnSpc>
                <a:spcPct val="150000"/>
              </a:lnSpc>
            </a:pPr>
            <a:r>
              <a:rPr lang="zh-CN" altLang="en-US" sz="2400" dirty="0"/>
              <a:t>所以，当发送的 数据包太短时必须进行填充。 </a:t>
            </a:r>
            <a:endParaRPr lang="en-US" altLang="zh-CN" sz="2400" dirty="0"/>
          </a:p>
          <a:p>
            <a:pPr>
              <a:lnSpc>
                <a:spcPct val="150000"/>
              </a:lnSpc>
            </a:pPr>
            <a:r>
              <a:rPr lang="zh-CN" altLang="en-US" sz="2400" dirty="0"/>
              <a:t>最小帧长度</a:t>
            </a:r>
            <a:r>
              <a:rPr lang="en-US" altLang="zh-CN" sz="2400" dirty="0"/>
              <a:t>=</a:t>
            </a:r>
            <a:r>
              <a:rPr lang="zh-CN" altLang="en-US" sz="2400" dirty="0"/>
              <a:t>碰撞窗口大小 * 报文发送速率</a:t>
            </a:r>
            <a:endParaRPr lang="zh-CN" altLang="en-US" sz="2400" dirty="0"/>
          </a:p>
          <a:p>
            <a:pPr>
              <a:lnSpc>
                <a:spcPct val="150000"/>
              </a:lnSpc>
            </a:pPr>
            <a:endParaRPr lang="en-US" sz="2400" dirty="0"/>
          </a:p>
        </p:txBody>
      </p:sp>
      <p:sp>
        <p:nvSpPr>
          <p:cNvPr id="4" name="灯片编号占位符 3"/>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1"/>
          <a:srcRect b="6365"/>
          <a:stretch>
            <a:fillRect/>
          </a:stretch>
        </p:blipFill>
        <p:spPr>
          <a:xfrm>
            <a:off x="1674710" y="3306340"/>
            <a:ext cx="8842579" cy="3395542"/>
          </a:xfrm>
          <a:prstGeom prst="rect">
            <a:avLst/>
          </a:prstGeom>
        </p:spPr>
      </p:pic>
      <p:sp>
        <p:nvSpPr>
          <p:cNvPr id="5" name="Rectangle 4"/>
          <p:cNvSpPr/>
          <p:nvPr/>
        </p:nvSpPr>
        <p:spPr>
          <a:xfrm>
            <a:off x="800319" y="463475"/>
            <a:ext cx="11164939" cy="3165162"/>
          </a:xfrm>
          <a:prstGeom prst="rect">
            <a:avLst/>
          </a:prstGeom>
        </p:spPr>
        <p:txBody>
          <a:bodyPr wrap="square">
            <a:spAutoFit/>
          </a:bodyPr>
          <a:lstStyle/>
          <a:p>
            <a:pPr>
              <a:lnSpc>
                <a:spcPct val="120000"/>
              </a:lnSpc>
            </a:pPr>
            <a:r>
              <a:rPr lang="en-US" sz="2400" dirty="0">
                <a:solidFill>
                  <a:srgbClr val="FF0000"/>
                </a:solidFill>
              </a:rPr>
              <a:t>4. </a:t>
            </a:r>
            <a:r>
              <a:rPr lang="en-US" sz="2400" dirty="0"/>
              <a:t>假若10M bps以太网采用如图所示的方式联网，通过4个中继器连接5个网段。假设电信号在电缆上的传播速度为21万公里/秒，设</a:t>
            </a:r>
            <a:r>
              <a:rPr lang="en-US" sz="2400" dirty="0">
                <a:highlight>
                  <a:srgbClr val="FFFF00"/>
                </a:highlight>
              </a:rPr>
              <a:t>转发器的时延</a:t>
            </a:r>
            <a:r>
              <a:rPr lang="en-US" sz="2400" dirty="0"/>
              <a:t>为tR =2μS。每个同轴电缆网段的长度均为500米，连接同轴电缆与主机或转发器的收发器电缆的长度均为50米。请计算A与B之间通信时的：</a:t>
            </a:r>
            <a:endParaRPr lang="en-US" sz="2400" dirty="0"/>
          </a:p>
          <a:p>
            <a:pPr>
              <a:lnSpc>
                <a:spcPct val="120000"/>
              </a:lnSpc>
            </a:pPr>
            <a:r>
              <a:rPr lang="en-US" sz="2400" dirty="0"/>
              <a:t>（1）碰撞窗口大小 ；</a:t>
            </a:r>
            <a:endParaRPr lang="en-US" sz="2400" dirty="0"/>
          </a:p>
          <a:p>
            <a:pPr>
              <a:lnSpc>
                <a:spcPct val="120000"/>
              </a:lnSpc>
            </a:pPr>
            <a:r>
              <a:rPr lang="en-US" sz="2400" dirty="0"/>
              <a:t>（2）要求的最小帧长；</a:t>
            </a:r>
            <a:endParaRPr lang="en-US" sz="2400" dirty="0"/>
          </a:p>
          <a:p>
            <a:pPr>
              <a:lnSpc>
                <a:spcPct val="120000"/>
              </a:lnSpc>
            </a:pPr>
            <a:endParaRPr lang="en-US" sz="2400" dirty="0"/>
          </a:p>
        </p:txBody>
      </p:sp>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4151" y="797510"/>
            <a:ext cx="10503881" cy="5372048"/>
          </a:xfrm>
          <a:prstGeom prst="rect">
            <a:avLst/>
          </a:prstGeom>
        </p:spPr>
        <p:txBody>
          <a:bodyPr wrap="square">
            <a:spAutoFit/>
          </a:bodyPr>
          <a:lstStyle/>
          <a:p>
            <a:pPr indent="266700" algn="just">
              <a:lnSpc>
                <a:spcPct val="120000"/>
              </a:lnSpc>
            </a:pPr>
            <a:r>
              <a:rPr lang="zh-CN" altLang="en-US" sz="2400" kern="100" dirty="0">
                <a:latin typeface="Times New Roman" panose="02020603050405020304" pitchFamily="18" charset="0"/>
                <a:cs typeface="Times New Roman" panose="02020603050405020304" pitchFamily="18" charset="0"/>
              </a:rPr>
              <a:t>最小帧长度</a:t>
            </a:r>
            <a:r>
              <a:rPr lang="en-US" altLang="zh-CN" sz="2400" kern="100" dirty="0">
                <a:latin typeface="Times New Roman" panose="02020603050405020304" pitchFamily="18" charset="0"/>
                <a:cs typeface="Times New Roman" panose="02020603050405020304" pitchFamily="18" charset="0"/>
              </a:rPr>
              <a:t>=</a:t>
            </a:r>
            <a:r>
              <a:rPr lang="zh-CN" altLang="en-US" sz="2400" kern="100" dirty="0">
                <a:latin typeface="Times New Roman" panose="02020603050405020304" pitchFamily="18" charset="0"/>
                <a:cs typeface="Times New Roman" panose="02020603050405020304" pitchFamily="18" charset="0"/>
              </a:rPr>
              <a:t>碰撞窗口大小 * 报文发送速率</a:t>
            </a:r>
            <a:r>
              <a:rPr lang="en-US" altLang="zh-CN" sz="2400" kern="100" dirty="0">
                <a:latin typeface="Times New Roman" panose="02020603050405020304" pitchFamily="18" charset="0"/>
                <a:cs typeface="Times New Roman" panose="02020603050405020304" pitchFamily="18" charset="0"/>
              </a:rPr>
              <a:t>, </a:t>
            </a:r>
            <a:r>
              <a:rPr lang="zh-CN" altLang="en-US" sz="2400" kern="100" dirty="0">
                <a:latin typeface="Times New Roman" panose="02020603050405020304" pitchFamily="18" charset="0"/>
                <a:cs typeface="Times New Roman" panose="02020603050405020304" pitchFamily="18" charset="0"/>
              </a:rPr>
              <a:t>其中，报文发送速率</a:t>
            </a:r>
            <a:r>
              <a:rPr lang="en-US" altLang="zh-CN" sz="2400" kern="100" dirty="0">
                <a:latin typeface="Times New Roman" panose="02020603050405020304" pitchFamily="18" charset="0"/>
                <a:cs typeface="Times New Roman" panose="02020603050405020304" pitchFamily="18" charset="0"/>
              </a:rPr>
              <a:t>=10 </a:t>
            </a:r>
            <a:r>
              <a:rPr lang="en-US" sz="2400" kern="100" dirty="0">
                <a:latin typeface="Times New Roman" panose="02020603050405020304" pitchFamily="18" charset="0"/>
                <a:cs typeface="Times New Roman" panose="02020603050405020304" pitchFamily="18" charset="0"/>
              </a:rPr>
              <a:t>Mbps</a:t>
            </a:r>
            <a:endParaRPr lang="en-US" sz="2400" kern="100" dirty="0">
              <a:latin typeface="Times New Roman" panose="02020603050405020304" pitchFamily="18" charset="0"/>
              <a:cs typeface="Times New Roman" panose="02020603050405020304" pitchFamily="18" charset="0"/>
            </a:endParaRPr>
          </a:p>
          <a:p>
            <a:pPr algn="just">
              <a:lnSpc>
                <a:spcPct val="120000"/>
              </a:lnSpc>
            </a:pPr>
            <a:r>
              <a:rPr lang="en-US" sz="2400" kern="100" dirty="0">
                <a:latin typeface="Times New Roman" panose="02020603050405020304" pitchFamily="18" charset="0"/>
                <a:cs typeface="Times New Roman" panose="02020603050405020304" pitchFamily="18" charset="0"/>
              </a:rPr>
              <a:t>（1）</a:t>
            </a:r>
            <a:r>
              <a:rPr lang="zh-CN" altLang="en-US" sz="2400" kern="100" dirty="0">
                <a:latin typeface="Times New Roman" panose="02020603050405020304" pitchFamily="18" charset="0"/>
                <a:cs typeface="Times New Roman" panose="02020603050405020304" pitchFamily="18" charset="0"/>
              </a:rPr>
              <a:t>碰撞窗口大小</a:t>
            </a:r>
            <a:r>
              <a:rPr lang="en-US" altLang="zh-CN" sz="2400" kern="100" dirty="0">
                <a:latin typeface="Times New Roman" panose="02020603050405020304" pitchFamily="18" charset="0"/>
                <a:cs typeface="Times New Roman" panose="02020603050405020304" pitchFamily="18" charset="0"/>
              </a:rPr>
              <a:t>=2 </a:t>
            </a:r>
            <a:r>
              <a:rPr lang="zh-CN" altLang="en-US" sz="2400" kern="100" dirty="0">
                <a:latin typeface="Times New Roman" panose="02020603050405020304" pitchFamily="18" charset="0"/>
                <a:cs typeface="Times New Roman" panose="02020603050405020304" pitchFamily="18" charset="0"/>
              </a:rPr>
              <a:t>* 传播时延  </a:t>
            </a:r>
            <a:endParaRPr lang="zh-CN" altLang="en-US" sz="2400" kern="100" dirty="0">
              <a:latin typeface="Times New Roman" panose="02020603050405020304" pitchFamily="18" charset="0"/>
              <a:cs typeface="Times New Roman" panose="02020603050405020304" pitchFamily="18" charset="0"/>
            </a:endParaRPr>
          </a:p>
          <a:p>
            <a:pPr indent="400050" algn="just">
              <a:lnSpc>
                <a:spcPct val="120000"/>
              </a:lnSpc>
            </a:pPr>
            <a:r>
              <a:rPr lang="zh-CN" altLang="en-US" sz="2400" kern="100" dirty="0">
                <a:latin typeface="Times New Roman" panose="02020603050405020304" pitchFamily="18" charset="0"/>
                <a:cs typeface="Times New Roman" panose="02020603050405020304" pitchFamily="18" charset="0"/>
              </a:rPr>
              <a:t>   传播时延</a:t>
            </a:r>
            <a:r>
              <a:rPr lang="en-US" altLang="zh-CN" sz="2400" kern="100" dirty="0">
                <a:latin typeface="Times New Roman" panose="02020603050405020304" pitchFamily="18" charset="0"/>
                <a:cs typeface="Times New Roman" panose="02020603050405020304" pitchFamily="18" charset="0"/>
              </a:rPr>
              <a:t>=</a:t>
            </a:r>
            <a:r>
              <a:rPr lang="zh-CN" altLang="en-US" sz="2400" kern="100" dirty="0">
                <a:latin typeface="Times New Roman" panose="02020603050405020304" pitchFamily="18" charset="0"/>
                <a:cs typeface="Times New Roman" panose="02020603050405020304" pitchFamily="18" charset="0"/>
              </a:rPr>
              <a:t>转发器（中继器）的时延 </a:t>
            </a:r>
            <a:r>
              <a:rPr lang="en-US" altLang="zh-CN" sz="2400" kern="100" dirty="0">
                <a:latin typeface="Times New Roman" panose="02020603050405020304" pitchFamily="18" charset="0"/>
                <a:cs typeface="Times New Roman" panose="02020603050405020304" pitchFamily="18" charset="0"/>
              </a:rPr>
              <a:t>+ </a:t>
            </a:r>
            <a:r>
              <a:rPr lang="zh-CN" altLang="en-US" sz="2400" kern="100" dirty="0">
                <a:latin typeface="Times New Roman" panose="02020603050405020304" pitchFamily="18" charset="0"/>
                <a:cs typeface="Times New Roman" panose="02020603050405020304" pitchFamily="18" charset="0"/>
              </a:rPr>
              <a:t>线路时延</a:t>
            </a:r>
            <a:endParaRPr lang="zh-CN" altLang="en-US" sz="2400" kern="100" dirty="0">
              <a:latin typeface="Times New Roman" panose="02020603050405020304" pitchFamily="18" charset="0"/>
              <a:cs typeface="Times New Roman" panose="02020603050405020304" pitchFamily="18" charset="0"/>
            </a:endParaRPr>
          </a:p>
          <a:p>
            <a:pPr indent="666750" algn="just">
              <a:lnSpc>
                <a:spcPct val="120000"/>
              </a:lnSpc>
            </a:pPr>
            <a:r>
              <a:rPr lang="zh-CN" altLang="en-US" sz="2400" kern="100" dirty="0">
                <a:latin typeface="Times New Roman" panose="02020603050405020304" pitchFamily="18" charset="0"/>
                <a:cs typeface="Times New Roman" panose="02020603050405020304" pitchFamily="18" charset="0"/>
              </a:rPr>
              <a:t>转发器时延</a:t>
            </a:r>
            <a:r>
              <a:rPr lang="en-US" altLang="zh-CN" sz="2400" kern="100" dirty="0">
                <a:latin typeface="Times New Roman" panose="02020603050405020304" pitchFamily="18" charset="0"/>
                <a:cs typeface="Times New Roman" panose="02020603050405020304" pitchFamily="18" charset="0"/>
              </a:rPr>
              <a:t>= 4 * 2</a:t>
            </a:r>
            <a:r>
              <a:rPr lang="el-GR" sz="2400" kern="100" dirty="0">
                <a:latin typeface="Times New Roman" panose="02020603050405020304" pitchFamily="18" charset="0"/>
                <a:cs typeface="Times New Roman" panose="02020603050405020304" pitchFamily="18" charset="0"/>
              </a:rPr>
              <a:t>μ</a:t>
            </a:r>
            <a:r>
              <a:rPr lang="en-US" sz="2400" kern="100" dirty="0">
                <a:latin typeface="Times New Roman" panose="02020603050405020304" pitchFamily="18" charset="0"/>
                <a:cs typeface="Times New Roman" panose="02020603050405020304" pitchFamily="18" charset="0"/>
              </a:rPr>
              <a:t>S = 8 </a:t>
            </a:r>
            <a:r>
              <a:rPr lang="el-GR" sz="2400" kern="100" dirty="0">
                <a:latin typeface="Times New Roman" panose="02020603050405020304" pitchFamily="18" charset="0"/>
                <a:cs typeface="Times New Roman" panose="02020603050405020304" pitchFamily="18" charset="0"/>
              </a:rPr>
              <a:t>μ</a:t>
            </a:r>
            <a:r>
              <a:rPr lang="en-US" sz="2400" kern="100" dirty="0">
                <a:latin typeface="Times New Roman" panose="02020603050405020304" pitchFamily="18" charset="0"/>
                <a:cs typeface="Times New Roman" panose="02020603050405020304" pitchFamily="18" charset="0"/>
              </a:rPr>
              <a:t>S</a:t>
            </a:r>
            <a:endParaRPr lang="en-US" sz="2400" kern="100" dirty="0">
              <a:latin typeface="Times New Roman" panose="02020603050405020304" pitchFamily="18" charset="0"/>
              <a:cs typeface="Times New Roman" panose="02020603050405020304" pitchFamily="18" charset="0"/>
            </a:endParaRPr>
          </a:p>
          <a:p>
            <a:pPr indent="666750" algn="just">
              <a:lnSpc>
                <a:spcPct val="120000"/>
              </a:lnSpc>
            </a:pPr>
            <a:r>
              <a:rPr lang="zh-CN" altLang="en-US" sz="2400" kern="100" dirty="0">
                <a:latin typeface="Times New Roman" panose="02020603050405020304" pitchFamily="18" charset="0"/>
                <a:cs typeface="Times New Roman" panose="02020603050405020304" pitchFamily="18" charset="0"/>
              </a:rPr>
              <a:t>线路时延</a:t>
            </a:r>
            <a:r>
              <a:rPr lang="en-US" altLang="zh-CN" sz="2400" kern="100" dirty="0">
                <a:latin typeface="Times New Roman" panose="02020603050405020304" pitchFamily="18" charset="0"/>
                <a:cs typeface="Times New Roman" panose="02020603050405020304" pitchFamily="18" charset="0"/>
              </a:rPr>
              <a:t>= </a:t>
            </a:r>
            <a:r>
              <a:rPr lang="zh-CN" altLang="en-US" sz="2400" kern="100" dirty="0">
                <a:latin typeface="Times New Roman" panose="02020603050405020304" pitchFamily="18" charset="0"/>
                <a:cs typeface="Times New Roman" panose="02020603050405020304" pitchFamily="18" charset="0"/>
              </a:rPr>
              <a:t>线路长度 </a:t>
            </a:r>
            <a:r>
              <a:rPr lang="en-US" altLang="zh-CN" sz="2400" kern="100" dirty="0">
                <a:latin typeface="Times New Roman" panose="02020603050405020304" pitchFamily="18" charset="0"/>
                <a:cs typeface="Times New Roman" panose="02020603050405020304" pitchFamily="18" charset="0"/>
              </a:rPr>
              <a:t>/ </a:t>
            </a:r>
            <a:r>
              <a:rPr lang="zh-CN" altLang="en-US" sz="2400" kern="100" dirty="0">
                <a:latin typeface="Times New Roman" panose="02020603050405020304" pitchFamily="18" charset="0"/>
                <a:cs typeface="Times New Roman" panose="02020603050405020304" pitchFamily="18" charset="0"/>
              </a:rPr>
              <a:t>信号传播速度</a:t>
            </a:r>
            <a:endParaRPr lang="zh-CN" altLang="en-US" sz="2400" kern="100" dirty="0">
              <a:latin typeface="Times New Roman" panose="02020603050405020304" pitchFamily="18" charset="0"/>
              <a:cs typeface="Times New Roman" panose="02020603050405020304" pitchFamily="18" charset="0"/>
            </a:endParaRPr>
          </a:p>
          <a:p>
            <a:pPr algn="just">
              <a:lnSpc>
                <a:spcPct val="120000"/>
              </a:lnSpc>
            </a:pPr>
            <a:r>
              <a:rPr lang="zh-CN" altLang="en-US" sz="2400" kern="100" dirty="0">
                <a:latin typeface="Times New Roman" panose="02020603050405020304" pitchFamily="18" charset="0"/>
                <a:cs typeface="Times New Roman" panose="02020603050405020304" pitchFamily="18" charset="0"/>
              </a:rPr>
              <a:t>                  </a:t>
            </a:r>
            <a:r>
              <a:rPr lang="en-US" altLang="zh-CN" sz="2400" kern="100" dirty="0">
                <a:latin typeface="Times New Roman" panose="02020603050405020304" pitchFamily="18" charset="0"/>
                <a:cs typeface="Times New Roman" panose="02020603050405020304" pitchFamily="18" charset="0"/>
              </a:rPr>
              <a:t>= 5 * (50+500+50)</a:t>
            </a:r>
            <a:r>
              <a:rPr lang="zh-CN" altLang="en-US" sz="2400" kern="100" dirty="0">
                <a:latin typeface="Times New Roman" panose="02020603050405020304" pitchFamily="18" charset="0"/>
                <a:cs typeface="Times New Roman" panose="02020603050405020304" pitchFamily="18" charset="0"/>
              </a:rPr>
              <a:t>米</a:t>
            </a:r>
            <a:r>
              <a:rPr lang="en-US" altLang="zh-CN" sz="2400" kern="100" dirty="0">
                <a:latin typeface="Times New Roman" panose="02020603050405020304" pitchFamily="18" charset="0"/>
                <a:cs typeface="Times New Roman" panose="02020603050405020304" pitchFamily="18" charset="0"/>
              </a:rPr>
              <a:t>/ 21</a:t>
            </a:r>
            <a:r>
              <a:rPr lang="zh-CN" altLang="en-US" sz="2400" kern="100" dirty="0">
                <a:latin typeface="Times New Roman" panose="02020603050405020304" pitchFamily="18" charset="0"/>
                <a:cs typeface="Times New Roman" panose="02020603050405020304" pitchFamily="18" charset="0"/>
              </a:rPr>
              <a:t>万公里</a:t>
            </a:r>
            <a:r>
              <a:rPr lang="en-US" altLang="zh-CN" sz="2400" kern="100" dirty="0">
                <a:latin typeface="Times New Roman" panose="02020603050405020304" pitchFamily="18" charset="0"/>
                <a:cs typeface="Times New Roman" panose="02020603050405020304" pitchFamily="18" charset="0"/>
              </a:rPr>
              <a:t>/</a:t>
            </a:r>
            <a:r>
              <a:rPr lang="zh-CN" altLang="en-US" sz="2400" kern="100" dirty="0">
                <a:latin typeface="Times New Roman" panose="02020603050405020304" pitchFamily="18" charset="0"/>
                <a:cs typeface="Times New Roman" panose="02020603050405020304" pitchFamily="18" charset="0"/>
              </a:rPr>
              <a:t>秒  </a:t>
            </a:r>
            <a:endParaRPr lang="zh-CN" altLang="en-US" sz="2400" kern="100" dirty="0">
              <a:latin typeface="Times New Roman" panose="02020603050405020304" pitchFamily="18" charset="0"/>
              <a:cs typeface="Times New Roman" panose="02020603050405020304" pitchFamily="18" charset="0"/>
            </a:endParaRPr>
          </a:p>
          <a:p>
            <a:pPr algn="just">
              <a:lnSpc>
                <a:spcPct val="120000"/>
              </a:lnSpc>
            </a:pPr>
            <a:r>
              <a:rPr lang="zh-CN" altLang="en-US" sz="2400" kern="100" dirty="0">
                <a:latin typeface="Times New Roman" panose="02020603050405020304" pitchFamily="18" charset="0"/>
                <a:cs typeface="Times New Roman" panose="02020603050405020304" pitchFamily="18" charset="0"/>
              </a:rPr>
              <a:t>                  </a:t>
            </a:r>
            <a:r>
              <a:rPr lang="en-US" altLang="zh-CN" sz="2400" kern="100" dirty="0">
                <a:latin typeface="Times New Roman" panose="02020603050405020304" pitchFamily="18" charset="0"/>
                <a:cs typeface="Times New Roman" panose="02020603050405020304" pitchFamily="18" charset="0"/>
              </a:rPr>
              <a:t>=</a:t>
            </a:r>
            <a:r>
              <a:rPr lang="zh-CN" altLang="en-US" sz="2400" kern="100" dirty="0">
                <a:latin typeface="Times New Roman" panose="02020603050405020304" pitchFamily="18" charset="0"/>
                <a:cs typeface="Times New Roman" panose="02020603050405020304" pitchFamily="18" charset="0"/>
              </a:rPr>
              <a:t> </a:t>
            </a:r>
            <a:r>
              <a:rPr lang="en-US" altLang="zh-CN" sz="2400" kern="100" dirty="0">
                <a:latin typeface="Times New Roman" panose="02020603050405020304" pitchFamily="18" charset="0"/>
                <a:cs typeface="Times New Roman" panose="02020603050405020304" pitchFamily="18" charset="0"/>
              </a:rPr>
              <a:t>5*600 / 21</a:t>
            </a:r>
            <a:r>
              <a:rPr lang="zh-CN" altLang="en-US" sz="2400" kern="100" dirty="0">
                <a:latin typeface="Times New Roman" panose="02020603050405020304" pitchFamily="18" charset="0"/>
                <a:cs typeface="Times New Roman" panose="02020603050405020304" pitchFamily="18" charset="0"/>
              </a:rPr>
              <a:t>*</a:t>
            </a:r>
            <a:r>
              <a:rPr lang="en-US" altLang="zh-CN" sz="2400" kern="100" dirty="0">
                <a:latin typeface="Times New Roman" panose="02020603050405020304" pitchFamily="18" charset="0"/>
                <a:cs typeface="Times New Roman" panose="02020603050405020304" pitchFamily="18" charset="0"/>
              </a:rPr>
              <a:t>10</a:t>
            </a:r>
            <a:r>
              <a:rPr lang="en-US" altLang="zh-CN" sz="2400" kern="100" baseline="30000" dirty="0">
                <a:latin typeface="Times New Roman" panose="02020603050405020304" pitchFamily="18" charset="0"/>
                <a:cs typeface="Times New Roman" panose="02020603050405020304" pitchFamily="18" charset="0"/>
              </a:rPr>
              <a:t>4</a:t>
            </a:r>
            <a:r>
              <a:rPr lang="zh-CN" altLang="en-US" sz="2400" kern="100" dirty="0">
                <a:latin typeface="Times New Roman" panose="02020603050405020304" pitchFamily="18" charset="0"/>
                <a:cs typeface="Times New Roman" panose="02020603050405020304" pitchFamily="18" charset="0"/>
              </a:rPr>
              <a:t>*</a:t>
            </a:r>
            <a:r>
              <a:rPr lang="en-US" altLang="zh-CN" sz="2400" kern="100" dirty="0">
                <a:latin typeface="Times New Roman" panose="02020603050405020304" pitchFamily="18" charset="0"/>
                <a:cs typeface="Times New Roman" panose="02020603050405020304" pitchFamily="18" charset="0"/>
              </a:rPr>
              <a:t>10</a:t>
            </a:r>
            <a:r>
              <a:rPr lang="en-US" altLang="zh-CN" sz="2400" kern="100" baseline="30000" dirty="0">
                <a:latin typeface="Times New Roman" panose="02020603050405020304" pitchFamily="18" charset="0"/>
                <a:cs typeface="Times New Roman" panose="02020603050405020304" pitchFamily="18" charset="0"/>
              </a:rPr>
              <a:t>3</a:t>
            </a:r>
            <a:r>
              <a:rPr lang="zh-CN" altLang="en-US" sz="2400" kern="100" dirty="0">
                <a:latin typeface="Times New Roman" panose="02020603050405020304" pitchFamily="18" charset="0"/>
                <a:cs typeface="Times New Roman" panose="02020603050405020304" pitchFamily="18" charset="0"/>
              </a:rPr>
              <a:t> 米</a:t>
            </a:r>
            <a:r>
              <a:rPr lang="en-US" altLang="zh-CN" sz="2400" kern="100" dirty="0">
                <a:latin typeface="Times New Roman" panose="02020603050405020304" pitchFamily="18" charset="0"/>
                <a:cs typeface="Times New Roman" panose="02020603050405020304" pitchFamily="18" charset="0"/>
              </a:rPr>
              <a:t>/</a:t>
            </a:r>
            <a:r>
              <a:rPr lang="zh-CN" altLang="en-US" sz="2400" kern="100" dirty="0">
                <a:latin typeface="Times New Roman" panose="02020603050405020304" pitchFamily="18" charset="0"/>
                <a:cs typeface="Times New Roman" panose="02020603050405020304" pitchFamily="18" charset="0"/>
              </a:rPr>
              <a:t>秒  </a:t>
            </a:r>
            <a:r>
              <a:rPr lang="en-US" altLang="zh-CN" sz="2400" kern="100" dirty="0">
                <a:latin typeface="Times New Roman" panose="02020603050405020304" pitchFamily="18" charset="0"/>
                <a:cs typeface="Times New Roman" panose="02020603050405020304" pitchFamily="18" charset="0"/>
              </a:rPr>
              <a:t> = 14.3 </a:t>
            </a:r>
            <a:r>
              <a:rPr lang="el-GR" sz="2400" kern="100" dirty="0">
                <a:latin typeface="Times New Roman" panose="02020603050405020304" pitchFamily="18" charset="0"/>
                <a:cs typeface="Times New Roman" panose="02020603050405020304" pitchFamily="18" charset="0"/>
              </a:rPr>
              <a:t>μ</a:t>
            </a:r>
            <a:r>
              <a:rPr lang="en-US" sz="2400" kern="100" dirty="0">
                <a:latin typeface="Times New Roman" panose="02020603050405020304" pitchFamily="18" charset="0"/>
                <a:cs typeface="Times New Roman" panose="02020603050405020304" pitchFamily="18" charset="0"/>
              </a:rPr>
              <a:t>S</a:t>
            </a:r>
            <a:endParaRPr lang="en-US" sz="2400" kern="100" dirty="0">
              <a:latin typeface="Times New Roman" panose="02020603050405020304" pitchFamily="18" charset="0"/>
              <a:cs typeface="Times New Roman" panose="02020603050405020304" pitchFamily="18" charset="0"/>
            </a:endParaRPr>
          </a:p>
          <a:p>
            <a:pPr indent="400050" algn="just">
              <a:lnSpc>
                <a:spcPct val="120000"/>
              </a:lnSpc>
            </a:pPr>
            <a:r>
              <a:rPr lang="zh-CN" altLang="en-US" sz="2400" kern="100" dirty="0">
                <a:latin typeface="Times New Roman" panose="02020603050405020304" pitchFamily="18" charset="0"/>
                <a:cs typeface="Times New Roman" panose="02020603050405020304" pitchFamily="18" charset="0"/>
              </a:rPr>
              <a:t>传播时延</a:t>
            </a:r>
            <a:r>
              <a:rPr lang="en-US" altLang="zh-CN" sz="2400" kern="100" dirty="0">
                <a:latin typeface="Times New Roman" panose="02020603050405020304" pitchFamily="18" charset="0"/>
                <a:cs typeface="Times New Roman" panose="02020603050405020304" pitchFamily="18" charset="0"/>
              </a:rPr>
              <a:t>=</a:t>
            </a:r>
            <a:r>
              <a:rPr lang="zh-CN" altLang="en-US" sz="2400" kern="100" dirty="0">
                <a:latin typeface="Times New Roman" panose="02020603050405020304" pitchFamily="18" charset="0"/>
                <a:cs typeface="Times New Roman" panose="02020603050405020304" pitchFamily="18" charset="0"/>
              </a:rPr>
              <a:t>转发器（中继器）的时延 </a:t>
            </a:r>
            <a:r>
              <a:rPr lang="en-US" altLang="zh-CN" sz="2400" kern="100" dirty="0">
                <a:latin typeface="Times New Roman" panose="02020603050405020304" pitchFamily="18" charset="0"/>
                <a:cs typeface="Times New Roman" panose="02020603050405020304" pitchFamily="18" charset="0"/>
              </a:rPr>
              <a:t>+ </a:t>
            </a:r>
            <a:r>
              <a:rPr lang="zh-CN" altLang="en-US" sz="2400" kern="100" dirty="0">
                <a:latin typeface="Times New Roman" panose="02020603050405020304" pitchFamily="18" charset="0"/>
                <a:cs typeface="Times New Roman" panose="02020603050405020304" pitchFamily="18" charset="0"/>
              </a:rPr>
              <a:t>线路时延</a:t>
            </a:r>
            <a:endParaRPr lang="zh-CN" altLang="en-US" sz="2400" kern="100" dirty="0">
              <a:latin typeface="Times New Roman" panose="02020603050405020304" pitchFamily="18" charset="0"/>
              <a:cs typeface="Times New Roman" panose="02020603050405020304" pitchFamily="18" charset="0"/>
            </a:endParaRPr>
          </a:p>
          <a:p>
            <a:pPr algn="just">
              <a:lnSpc>
                <a:spcPct val="120000"/>
              </a:lnSpc>
            </a:pPr>
            <a:r>
              <a:rPr lang="zh-CN" altLang="en-US" sz="2400" kern="100" dirty="0">
                <a:latin typeface="Times New Roman" panose="02020603050405020304" pitchFamily="18" charset="0"/>
                <a:cs typeface="Times New Roman" panose="02020603050405020304" pitchFamily="18" charset="0"/>
              </a:rPr>
              <a:t>            </a:t>
            </a:r>
            <a:r>
              <a:rPr lang="en-US" altLang="zh-CN" sz="2400" kern="100" dirty="0">
                <a:latin typeface="Times New Roman" panose="02020603050405020304" pitchFamily="18" charset="0"/>
                <a:cs typeface="Times New Roman" panose="02020603050405020304" pitchFamily="18" charset="0"/>
              </a:rPr>
              <a:t>= 8+14.3 = 22.3</a:t>
            </a:r>
            <a:r>
              <a:rPr lang="el-GR" sz="2400" kern="100" dirty="0">
                <a:latin typeface="Times New Roman" panose="02020603050405020304" pitchFamily="18" charset="0"/>
                <a:cs typeface="Times New Roman" panose="02020603050405020304" pitchFamily="18" charset="0"/>
              </a:rPr>
              <a:t>μ</a:t>
            </a:r>
            <a:r>
              <a:rPr lang="en-US" sz="2400" kern="100" dirty="0">
                <a:latin typeface="Times New Roman" panose="02020603050405020304" pitchFamily="18" charset="0"/>
                <a:cs typeface="Times New Roman" panose="02020603050405020304" pitchFamily="18" charset="0"/>
              </a:rPr>
              <a:t>S</a:t>
            </a:r>
            <a:endParaRPr lang="en-US" sz="2400" kern="100" dirty="0">
              <a:latin typeface="Times New Roman" panose="02020603050405020304" pitchFamily="18" charset="0"/>
              <a:cs typeface="Times New Roman" panose="02020603050405020304" pitchFamily="18" charset="0"/>
            </a:endParaRPr>
          </a:p>
          <a:p>
            <a:pPr indent="400050" algn="just">
              <a:lnSpc>
                <a:spcPct val="120000"/>
              </a:lnSpc>
            </a:pPr>
            <a:r>
              <a:rPr lang="zh-CN" altLang="en-US" sz="2400" kern="100" dirty="0">
                <a:latin typeface="Times New Roman" panose="02020603050405020304" pitchFamily="18" charset="0"/>
                <a:cs typeface="Times New Roman" panose="02020603050405020304" pitchFamily="18" charset="0"/>
              </a:rPr>
              <a:t>    碰撞窗口大小</a:t>
            </a:r>
            <a:r>
              <a:rPr lang="en-US" altLang="zh-CN" sz="2400" kern="100" dirty="0">
                <a:latin typeface="Times New Roman" panose="02020603050405020304" pitchFamily="18" charset="0"/>
                <a:cs typeface="Times New Roman" panose="02020603050405020304" pitchFamily="18" charset="0"/>
              </a:rPr>
              <a:t>=2 </a:t>
            </a:r>
            <a:r>
              <a:rPr lang="zh-CN" altLang="en-US" sz="2400" kern="100" dirty="0">
                <a:latin typeface="Times New Roman" panose="02020603050405020304" pitchFamily="18" charset="0"/>
                <a:cs typeface="Times New Roman" panose="02020603050405020304" pitchFamily="18" charset="0"/>
              </a:rPr>
              <a:t>* 传播时延 </a:t>
            </a:r>
            <a:r>
              <a:rPr lang="en-US" altLang="zh-CN" sz="2400" kern="100" dirty="0">
                <a:latin typeface="Times New Roman" panose="02020603050405020304" pitchFamily="18" charset="0"/>
                <a:cs typeface="Times New Roman" panose="02020603050405020304" pitchFamily="18" charset="0"/>
              </a:rPr>
              <a:t>= 44.6</a:t>
            </a:r>
            <a:r>
              <a:rPr lang="el-GR" sz="2400" kern="100" dirty="0">
                <a:latin typeface="Times New Roman" panose="02020603050405020304" pitchFamily="18" charset="0"/>
                <a:cs typeface="Times New Roman" panose="02020603050405020304" pitchFamily="18" charset="0"/>
              </a:rPr>
              <a:t>μ</a:t>
            </a:r>
            <a:r>
              <a:rPr lang="en-US" sz="2400" kern="100" dirty="0">
                <a:latin typeface="Times New Roman" panose="02020603050405020304" pitchFamily="18" charset="0"/>
                <a:cs typeface="Times New Roman" panose="02020603050405020304" pitchFamily="18" charset="0"/>
              </a:rPr>
              <a:t>S </a:t>
            </a:r>
            <a:endParaRPr lang="en-US" sz="2400" kern="100" dirty="0">
              <a:latin typeface="Times New Roman" panose="02020603050405020304" pitchFamily="18" charset="0"/>
              <a:cs typeface="Times New Roman" panose="02020603050405020304" pitchFamily="18" charset="0"/>
            </a:endParaRPr>
          </a:p>
          <a:p>
            <a:pPr algn="just">
              <a:lnSpc>
                <a:spcPct val="120000"/>
              </a:lnSpc>
            </a:pPr>
            <a:r>
              <a:rPr lang="en-US" sz="2400" kern="100" dirty="0">
                <a:latin typeface="Times New Roman" panose="02020603050405020304" pitchFamily="18" charset="0"/>
                <a:cs typeface="Times New Roman" panose="02020603050405020304" pitchFamily="18" charset="0"/>
              </a:rPr>
              <a:t>（2）</a:t>
            </a:r>
            <a:r>
              <a:rPr lang="zh-CN" altLang="en-US" sz="2400" kern="100" dirty="0">
                <a:latin typeface="Times New Roman" panose="02020603050405020304" pitchFamily="18" charset="0"/>
                <a:cs typeface="Times New Roman" panose="02020603050405020304" pitchFamily="18" charset="0"/>
              </a:rPr>
              <a:t>最小帧长度</a:t>
            </a:r>
            <a:r>
              <a:rPr lang="en-US" altLang="zh-CN" sz="2400" kern="100" dirty="0">
                <a:latin typeface="Times New Roman" panose="02020603050405020304" pitchFamily="18" charset="0"/>
                <a:cs typeface="Times New Roman" panose="02020603050405020304" pitchFamily="18" charset="0"/>
              </a:rPr>
              <a:t>=</a:t>
            </a:r>
            <a:r>
              <a:rPr lang="zh-CN" altLang="en-US" sz="2400" kern="100" dirty="0">
                <a:latin typeface="Times New Roman" panose="02020603050405020304" pitchFamily="18" charset="0"/>
                <a:cs typeface="Times New Roman" panose="02020603050405020304" pitchFamily="18" charset="0"/>
              </a:rPr>
              <a:t>碰撞窗口大小 * 报文发送速率</a:t>
            </a:r>
            <a:endParaRPr lang="zh-CN" altLang="en-US" sz="2400" kern="100" dirty="0">
              <a:latin typeface="Times New Roman" panose="02020603050405020304" pitchFamily="18" charset="0"/>
              <a:cs typeface="Times New Roman" panose="02020603050405020304" pitchFamily="18" charset="0"/>
            </a:endParaRPr>
          </a:p>
          <a:p>
            <a:pPr algn="just">
              <a:lnSpc>
                <a:spcPct val="120000"/>
              </a:lnSpc>
            </a:pPr>
            <a:r>
              <a:rPr lang="zh-CN" altLang="en-US" sz="2400" kern="100" dirty="0">
                <a:latin typeface="Times New Roman" panose="02020603050405020304" pitchFamily="18" charset="0"/>
                <a:cs typeface="Times New Roman" panose="02020603050405020304" pitchFamily="18" charset="0"/>
              </a:rPr>
              <a:t>             </a:t>
            </a:r>
            <a:r>
              <a:rPr lang="en-US" altLang="zh-CN" sz="2400" kern="100" dirty="0">
                <a:latin typeface="Times New Roman" panose="02020603050405020304" pitchFamily="18" charset="0"/>
                <a:cs typeface="Times New Roman" panose="02020603050405020304" pitchFamily="18" charset="0"/>
              </a:rPr>
              <a:t>= 44.6</a:t>
            </a:r>
            <a:r>
              <a:rPr lang="el-GR" sz="2400" kern="100" dirty="0">
                <a:latin typeface="Times New Roman" panose="02020603050405020304" pitchFamily="18" charset="0"/>
                <a:cs typeface="Times New Roman" panose="02020603050405020304" pitchFamily="18" charset="0"/>
              </a:rPr>
              <a:t>μ</a:t>
            </a:r>
            <a:r>
              <a:rPr lang="en-US" sz="2400" kern="100" dirty="0">
                <a:latin typeface="Times New Roman" panose="02020603050405020304" pitchFamily="18" charset="0"/>
                <a:cs typeface="Times New Roman" panose="02020603050405020304" pitchFamily="18" charset="0"/>
              </a:rPr>
              <a:t>S * 10 Mbps = 446 bit</a:t>
            </a:r>
            <a:endParaRPr lang="en-US" sz="2400" kern="100" dirty="0">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487679" y="479502"/>
            <a:ext cx="7750624" cy="6144322"/>
          </a:xfrm>
          <a:prstGeom prst="rect">
            <a:avLst/>
          </a:prstGeom>
        </p:spPr>
      </p:pic>
      <p:sp>
        <p:nvSpPr>
          <p:cNvPr id="4" name="文本框 3"/>
          <p:cNvSpPr txBox="1"/>
          <p:nvPr/>
        </p:nvSpPr>
        <p:spPr>
          <a:xfrm>
            <a:off x="8701296" y="3105834"/>
            <a:ext cx="2262158" cy="879087"/>
          </a:xfrm>
          <a:prstGeom prst="rect">
            <a:avLst/>
          </a:prstGeom>
          <a:noFill/>
        </p:spPr>
        <p:txBody>
          <a:bodyPr wrap="none" rtlCol="0">
            <a:spAutoFit/>
          </a:bodyPr>
          <a:lstStyle/>
          <a:p>
            <a:pPr>
              <a:lnSpc>
                <a:spcPct val="150000"/>
              </a:lnSpc>
            </a:pPr>
            <a:r>
              <a:rPr lang="zh-CN" altLang="en-US" dirty="0"/>
              <a:t>注意“虚电路”是</a:t>
            </a:r>
            <a:endParaRPr lang="en-US" altLang="zh-CN" dirty="0"/>
          </a:p>
          <a:p>
            <a:pPr>
              <a:lnSpc>
                <a:spcPct val="150000"/>
              </a:lnSpc>
            </a:pPr>
            <a:r>
              <a:rPr lang="zh-CN" altLang="en-US" dirty="0"/>
              <a:t>（分组交换的一种）</a:t>
            </a:r>
            <a:endParaRPr lang="en-US" dirty="0"/>
          </a:p>
        </p:txBody>
      </p:sp>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9350" y="832045"/>
            <a:ext cx="10963275" cy="5446092"/>
          </a:xfrm>
        </p:spPr>
        <p:txBody>
          <a:bodyPr>
            <a:normAutofit fontScale="92500" lnSpcReduction="20000"/>
          </a:bodyPr>
          <a:lstStyle/>
          <a:p>
            <a:pPr marL="0" indent="0">
              <a:lnSpc>
                <a:spcPct val="145000"/>
              </a:lnSpc>
              <a:spcBef>
                <a:spcPts val="600"/>
              </a:spcBef>
              <a:buNone/>
            </a:pPr>
            <a:r>
              <a:rPr lang="en-US" altLang="zh-CN" sz="2000" dirty="0">
                <a:solidFill>
                  <a:srgbClr val="FF0000"/>
                </a:solidFill>
                <a:latin typeface="SimSong" panose="02020300000000000000" pitchFamily="18" charset="-122"/>
                <a:ea typeface="SimSong" panose="02020300000000000000" pitchFamily="18" charset="-122"/>
              </a:rPr>
              <a:t>5. </a:t>
            </a:r>
            <a:r>
              <a:rPr lang="zh-CN" altLang="en-US" sz="2000" dirty="0">
                <a:latin typeface="SimSong" panose="02020300000000000000" pitchFamily="18" charset="-122"/>
                <a:ea typeface="SimSong" panose="02020300000000000000" pitchFamily="18" charset="-122"/>
              </a:rPr>
              <a:t>假设需在两台计算机间经两个中间节点传送</a:t>
            </a:r>
            <a:r>
              <a:rPr lang="en-US" altLang="zh-CN" sz="2000" dirty="0">
                <a:latin typeface="SimSong" panose="02020300000000000000" pitchFamily="18" charset="-122"/>
                <a:ea typeface="SimSong" panose="02020300000000000000" pitchFamily="18" charset="-122"/>
              </a:rPr>
              <a:t>120*10^6</a:t>
            </a:r>
            <a:r>
              <a:rPr lang="zh-CN" altLang="en-US" sz="2000" dirty="0">
                <a:latin typeface="SimSong" panose="02020300000000000000" pitchFamily="18" charset="-122"/>
                <a:ea typeface="SimSong" panose="02020300000000000000" pitchFamily="18" charset="-122"/>
              </a:rPr>
              <a:t>字节的文件，假定：</a:t>
            </a:r>
            <a:br>
              <a:rPr lang="zh-CN" altLang="en-US" sz="2000" dirty="0">
                <a:latin typeface="SimSong" panose="02020300000000000000" pitchFamily="18" charset="-122"/>
                <a:ea typeface="SimSong" panose="02020300000000000000" pitchFamily="18" charset="-122"/>
              </a:rPr>
            </a:br>
            <a:r>
              <a:rPr lang="en-US" sz="2000" dirty="0">
                <a:latin typeface="SimSong" panose="02020300000000000000" pitchFamily="18" charset="-122"/>
                <a:ea typeface="SimSong" panose="02020300000000000000" pitchFamily="18" charset="-122"/>
              </a:rPr>
              <a:t>a) </a:t>
            </a:r>
            <a:r>
              <a:rPr lang="zh-CN" altLang="en-US" sz="2000" dirty="0">
                <a:latin typeface="SimSong" panose="02020300000000000000" pitchFamily="18" charset="-122"/>
                <a:ea typeface="SimSong" panose="02020300000000000000" pitchFamily="18" charset="-122"/>
              </a:rPr>
              <a:t>各跳的通信线路的通信速率皆为</a:t>
            </a:r>
            <a:r>
              <a:rPr lang="en-US" altLang="zh-CN" sz="2000" dirty="0">
                <a:latin typeface="SimSong" panose="02020300000000000000" pitchFamily="18" charset="-122"/>
                <a:ea typeface="SimSong" panose="02020300000000000000" pitchFamily="18" charset="-122"/>
              </a:rPr>
              <a:t>8*10^3 </a:t>
            </a:r>
            <a:r>
              <a:rPr lang="en-US" sz="2000" dirty="0">
                <a:latin typeface="SimSong" panose="02020300000000000000" pitchFamily="18" charset="-122"/>
                <a:ea typeface="SimSong" panose="02020300000000000000" pitchFamily="18" charset="-122"/>
              </a:rPr>
              <a:t>bps；</a:t>
            </a:r>
            <a:br>
              <a:rPr lang="en-US" sz="2000" dirty="0">
                <a:latin typeface="SimSong" panose="02020300000000000000" pitchFamily="18" charset="-122"/>
                <a:ea typeface="SimSong" panose="02020300000000000000" pitchFamily="18" charset="-122"/>
              </a:rPr>
            </a:br>
            <a:r>
              <a:rPr lang="en-US" sz="2000" dirty="0">
                <a:latin typeface="SimSong" panose="02020300000000000000" pitchFamily="18" charset="-122"/>
                <a:ea typeface="SimSong" panose="02020300000000000000" pitchFamily="18" charset="-122"/>
              </a:rPr>
              <a:t>b) </a:t>
            </a:r>
            <a:r>
              <a:rPr lang="zh-CN" altLang="en-US" sz="2000" dirty="0">
                <a:latin typeface="SimSong" panose="02020300000000000000" pitchFamily="18" charset="-122"/>
                <a:ea typeface="SimSong" panose="02020300000000000000" pitchFamily="18" charset="-122"/>
              </a:rPr>
              <a:t>不考虑中间节点存储转发等处理时间和排队时间；</a:t>
            </a:r>
            <a:br>
              <a:rPr lang="zh-CN" altLang="en-US" sz="2000" dirty="0">
                <a:latin typeface="SimSong" panose="02020300000000000000" pitchFamily="18" charset="-122"/>
                <a:ea typeface="SimSong" panose="02020300000000000000" pitchFamily="18" charset="-122"/>
              </a:rPr>
            </a:br>
            <a:r>
              <a:rPr lang="en-US" sz="2000" dirty="0">
                <a:latin typeface="SimSong" panose="02020300000000000000" pitchFamily="18" charset="-122"/>
                <a:ea typeface="SimSong" panose="02020300000000000000" pitchFamily="18" charset="-122"/>
              </a:rPr>
              <a:t>c) </a:t>
            </a:r>
            <a:r>
              <a:rPr lang="zh-CN" altLang="en-US" sz="2000" dirty="0">
                <a:latin typeface="SimSong" panose="02020300000000000000" pitchFamily="18" charset="-122"/>
                <a:ea typeface="SimSong" panose="02020300000000000000" pitchFamily="18" charset="-122"/>
              </a:rPr>
              <a:t>每一段线路的传播时延均为</a:t>
            </a:r>
            <a:r>
              <a:rPr lang="en-US" altLang="zh-CN" sz="2000" dirty="0">
                <a:latin typeface="SimSong" panose="02020300000000000000" pitchFamily="18" charset="-122"/>
                <a:ea typeface="SimSong" panose="02020300000000000000" pitchFamily="18" charset="-122"/>
              </a:rPr>
              <a:t>10</a:t>
            </a:r>
            <a:r>
              <a:rPr lang="en-US" sz="2000" dirty="0">
                <a:latin typeface="SimSong" panose="02020300000000000000" pitchFamily="18" charset="-122"/>
                <a:ea typeface="SimSong" panose="02020300000000000000" pitchFamily="18" charset="-122"/>
              </a:rPr>
              <a:t>ms。</a:t>
            </a:r>
            <a:endParaRPr lang="en-US" sz="2000" dirty="0">
              <a:latin typeface="SimSong" panose="02020300000000000000" pitchFamily="18" charset="-122"/>
              <a:ea typeface="SimSong" panose="02020300000000000000" pitchFamily="18" charset="-122"/>
            </a:endParaRPr>
          </a:p>
          <a:p>
            <a:pPr marL="0" indent="0">
              <a:lnSpc>
                <a:spcPct val="145000"/>
              </a:lnSpc>
              <a:spcBef>
                <a:spcPts val="600"/>
              </a:spcBef>
              <a:buNone/>
            </a:pPr>
            <a:r>
              <a:rPr lang="en-US" sz="2000" dirty="0">
                <a:latin typeface="SimSong" panose="02020300000000000000" pitchFamily="18" charset="-122"/>
                <a:ea typeface="SimSong" panose="02020300000000000000" pitchFamily="18" charset="-122"/>
              </a:rPr>
              <a:t>【</a:t>
            </a:r>
            <a:r>
              <a:rPr lang="zh-CN" altLang="en-US" sz="2000" dirty="0">
                <a:latin typeface="SimSong" panose="02020300000000000000" pitchFamily="18" charset="-122"/>
                <a:ea typeface="SimSong" panose="02020300000000000000" pitchFamily="18" charset="-122"/>
              </a:rPr>
              <a:t>方案</a:t>
            </a:r>
            <a:r>
              <a:rPr lang="en-US" altLang="zh-CN" sz="2000" dirty="0">
                <a:latin typeface="SimSong" panose="02020300000000000000" pitchFamily="18" charset="-122"/>
                <a:ea typeface="SimSong" panose="02020300000000000000" pitchFamily="18" charset="-122"/>
              </a:rPr>
              <a:t>1】</a:t>
            </a:r>
            <a:r>
              <a:rPr lang="zh-CN" altLang="en-US" sz="2000" dirty="0">
                <a:latin typeface="SimSong" panose="02020300000000000000" pitchFamily="18" charset="-122"/>
                <a:ea typeface="SimSong" panose="02020300000000000000" pitchFamily="18" charset="-122"/>
              </a:rPr>
              <a:t>：采用电路交换技术传输 </a:t>
            </a:r>
            <a:r>
              <a:rPr lang="en-US" altLang="zh-CN" sz="2000" dirty="0">
                <a:latin typeface="SimSong" panose="02020300000000000000" pitchFamily="18" charset="-122"/>
                <a:ea typeface="SimSong" panose="02020300000000000000" pitchFamily="18" charset="-122"/>
              </a:rPr>
              <a:t>(</a:t>
            </a:r>
            <a:r>
              <a:rPr lang="zh-CN" altLang="en-US" sz="2000" dirty="0">
                <a:latin typeface="SimSong" panose="02020300000000000000" pitchFamily="18" charset="-122"/>
                <a:ea typeface="SimSong" panose="02020300000000000000" pitchFamily="18" charset="-122"/>
              </a:rPr>
              <a:t>假设电路已经建好）。</a:t>
            </a:r>
            <a:br>
              <a:rPr lang="zh-CN" altLang="en-US" sz="2000" dirty="0">
                <a:latin typeface="SimSong" panose="02020300000000000000" pitchFamily="18" charset="-122"/>
                <a:ea typeface="SimSong" panose="02020300000000000000" pitchFamily="18" charset="-122"/>
              </a:rPr>
            </a:br>
            <a:r>
              <a:rPr lang="en-US" altLang="zh-CN" sz="2000" dirty="0">
                <a:latin typeface="SimSong" panose="02020300000000000000" pitchFamily="18" charset="-122"/>
                <a:ea typeface="SimSong" panose="02020300000000000000" pitchFamily="18" charset="-122"/>
              </a:rPr>
              <a:t>【</a:t>
            </a:r>
            <a:r>
              <a:rPr lang="zh-CN" altLang="en-US" sz="2000" dirty="0">
                <a:latin typeface="SimSong" panose="02020300000000000000" pitchFamily="18" charset="-122"/>
                <a:ea typeface="SimSong" panose="02020300000000000000" pitchFamily="18" charset="-122"/>
              </a:rPr>
              <a:t>方案</a:t>
            </a:r>
            <a:r>
              <a:rPr lang="en-US" altLang="zh-CN" sz="2000" dirty="0">
                <a:latin typeface="SimSong" panose="02020300000000000000" pitchFamily="18" charset="-122"/>
                <a:ea typeface="SimSong" panose="02020300000000000000" pitchFamily="18" charset="-122"/>
              </a:rPr>
              <a:t>2】</a:t>
            </a:r>
            <a:r>
              <a:rPr lang="zh-CN" altLang="en-US" sz="2000" dirty="0">
                <a:latin typeface="SimSong" panose="02020300000000000000" pitchFamily="18" charset="-122"/>
                <a:ea typeface="SimSong" panose="02020300000000000000" pitchFamily="18" charset="-122"/>
              </a:rPr>
              <a:t>：将整个文件逐级存储转发（报文交换），假设报文头为</a:t>
            </a:r>
            <a:r>
              <a:rPr lang="en-US" altLang="zh-CN" sz="2000" dirty="0">
                <a:latin typeface="SimSong" panose="02020300000000000000" pitchFamily="18" charset="-122"/>
                <a:ea typeface="SimSong" panose="02020300000000000000" pitchFamily="18" charset="-122"/>
              </a:rPr>
              <a:t>10</a:t>
            </a:r>
            <a:r>
              <a:rPr lang="zh-CN" altLang="en-US" sz="2000" dirty="0">
                <a:latin typeface="SimSong" panose="02020300000000000000" pitchFamily="18" charset="-122"/>
                <a:ea typeface="SimSong" panose="02020300000000000000" pitchFamily="18" charset="-122"/>
              </a:rPr>
              <a:t>字节。</a:t>
            </a:r>
            <a:br>
              <a:rPr lang="zh-CN" altLang="en-US" sz="2000" dirty="0">
                <a:latin typeface="SimSong" panose="02020300000000000000" pitchFamily="18" charset="-122"/>
                <a:ea typeface="SimSong" panose="02020300000000000000" pitchFamily="18" charset="-122"/>
              </a:rPr>
            </a:br>
            <a:r>
              <a:rPr lang="en-US" altLang="zh-CN" sz="2000" dirty="0">
                <a:latin typeface="SimSong" panose="02020300000000000000" pitchFamily="18" charset="-122"/>
                <a:ea typeface="SimSong" panose="02020300000000000000" pitchFamily="18" charset="-122"/>
              </a:rPr>
              <a:t>【</a:t>
            </a:r>
            <a:r>
              <a:rPr lang="zh-CN" altLang="en-US" sz="2000" dirty="0">
                <a:latin typeface="SimSong" panose="02020300000000000000" pitchFamily="18" charset="-122"/>
                <a:ea typeface="SimSong" panose="02020300000000000000" pitchFamily="18" charset="-122"/>
              </a:rPr>
              <a:t>方案</a:t>
            </a:r>
            <a:r>
              <a:rPr lang="en-US" altLang="zh-CN" sz="2000" dirty="0">
                <a:latin typeface="SimSong" panose="02020300000000000000" pitchFamily="18" charset="-122"/>
                <a:ea typeface="SimSong" panose="02020300000000000000" pitchFamily="18" charset="-122"/>
              </a:rPr>
              <a:t>3】</a:t>
            </a:r>
            <a:r>
              <a:rPr lang="zh-CN" altLang="en-US" sz="2000" dirty="0">
                <a:latin typeface="SimSong" panose="02020300000000000000" pitchFamily="18" charset="-122"/>
                <a:ea typeface="SimSong" panose="02020300000000000000" pitchFamily="18" charset="-122"/>
              </a:rPr>
              <a:t>：将文件分为</a:t>
            </a:r>
            <a:r>
              <a:rPr lang="en-US" altLang="zh-CN" sz="2000" dirty="0">
                <a:latin typeface="SimSong" panose="02020300000000000000" pitchFamily="18" charset="-122"/>
                <a:ea typeface="SimSong" panose="02020300000000000000" pitchFamily="18" charset="-122"/>
              </a:rPr>
              <a:t>1000</a:t>
            </a:r>
            <a:r>
              <a:rPr lang="zh-CN" altLang="en-US" sz="2000" dirty="0">
                <a:latin typeface="SimSong" panose="02020300000000000000" pitchFamily="18" charset="-122"/>
                <a:ea typeface="SimSong" panose="02020300000000000000" pitchFamily="18" charset="-122"/>
              </a:rPr>
              <a:t>字节长的帧再进行逐级存储转发，假定帧头和帧尾的开销各为</a:t>
            </a:r>
            <a:r>
              <a:rPr lang="en-US" altLang="zh-CN" sz="2000" dirty="0">
                <a:latin typeface="SimSong" panose="02020300000000000000" pitchFamily="18" charset="-122"/>
                <a:ea typeface="SimSong" panose="02020300000000000000" pitchFamily="18" charset="-122"/>
              </a:rPr>
              <a:t>10</a:t>
            </a:r>
            <a:r>
              <a:rPr lang="zh-CN" altLang="en-US" sz="2000" dirty="0">
                <a:latin typeface="SimSong" panose="02020300000000000000" pitchFamily="18" charset="-122"/>
                <a:ea typeface="SimSong" panose="02020300000000000000" pitchFamily="18" charset="-122"/>
              </a:rPr>
              <a:t>字节。假定分组之间连续发送，连续到达中间节点 （分组交换）。</a:t>
            </a:r>
            <a:endParaRPr lang="zh-CN" altLang="en-US" sz="2000" dirty="0">
              <a:latin typeface="SimSong" panose="02020300000000000000" pitchFamily="18" charset="-122"/>
              <a:ea typeface="SimSong" panose="02020300000000000000" pitchFamily="18" charset="-122"/>
            </a:endParaRPr>
          </a:p>
          <a:p>
            <a:pPr marL="0" indent="0">
              <a:lnSpc>
                <a:spcPct val="145000"/>
              </a:lnSpc>
              <a:spcBef>
                <a:spcPts val="600"/>
              </a:spcBef>
              <a:buNone/>
            </a:pPr>
            <a:r>
              <a:rPr lang="zh-CN" altLang="en-US" sz="2000" dirty="0">
                <a:latin typeface="SimSong" panose="02020300000000000000" pitchFamily="18" charset="-122"/>
                <a:ea typeface="SimSong" panose="02020300000000000000" pitchFamily="18" charset="-122"/>
              </a:rPr>
              <a:t>请问：</a:t>
            </a:r>
            <a:endParaRPr lang="zh-CN" altLang="en-US" sz="2000" dirty="0">
              <a:latin typeface="SimSong" panose="02020300000000000000" pitchFamily="18" charset="-122"/>
              <a:ea typeface="SimSong" panose="02020300000000000000" pitchFamily="18" charset="-122"/>
            </a:endParaRPr>
          </a:p>
          <a:p>
            <a:pPr marL="0" indent="0">
              <a:lnSpc>
                <a:spcPct val="145000"/>
              </a:lnSpc>
              <a:spcBef>
                <a:spcPts val="600"/>
              </a:spcBef>
              <a:buNone/>
            </a:pPr>
            <a:r>
              <a:rPr lang="en-US" altLang="zh-CN" sz="2000" dirty="0">
                <a:latin typeface="SimSong" panose="02020300000000000000" pitchFamily="18" charset="-122"/>
                <a:ea typeface="SimSong" panose="02020300000000000000" pitchFamily="18" charset="-122"/>
              </a:rPr>
              <a:t>1</a:t>
            </a:r>
            <a:r>
              <a:rPr lang="zh-CN" altLang="en-US" sz="2000" dirty="0">
                <a:latin typeface="SimSong" panose="02020300000000000000" pitchFamily="18" charset="-122"/>
                <a:ea typeface="SimSong" panose="02020300000000000000" pitchFamily="18" charset="-122"/>
              </a:rPr>
              <a:t>）请描述计算机网络若采用电路交换技术可能出现的不足。</a:t>
            </a:r>
            <a:endParaRPr lang="zh-CN" altLang="en-US" sz="2000" dirty="0">
              <a:latin typeface="SimSong" panose="02020300000000000000" pitchFamily="18" charset="-122"/>
              <a:ea typeface="SimSong" panose="02020300000000000000" pitchFamily="18" charset="-122"/>
            </a:endParaRPr>
          </a:p>
          <a:p>
            <a:pPr marL="0" indent="0">
              <a:lnSpc>
                <a:spcPct val="145000"/>
              </a:lnSpc>
              <a:spcBef>
                <a:spcPts val="600"/>
              </a:spcBef>
              <a:buNone/>
            </a:pPr>
            <a:r>
              <a:rPr lang="en-US" altLang="zh-CN" sz="2000" dirty="0">
                <a:latin typeface="SimSong" panose="02020300000000000000" pitchFamily="18" charset="-122"/>
                <a:ea typeface="SimSong" panose="02020300000000000000" pitchFamily="18" charset="-122"/>
              </a:rPr>
              <a:t>2</a:t>
            </a:r>
            <a:r>
              <a:rPr lang="zh-CN" altLang="en-US" sz="2000" dirty="0">
                <a:latin typeface="SimSong" panose="02020300000000000000" pitchFamily="18" charset="-122"/>
                <a:ea typeface="SimSong" panose="02020300000000000000" pitchFamily="18" charset="-122"/>
              </a:rPr>
              <a:t>）方案</a:t>
            </a:r>
            <a:r>
              <a:rPr lang="en-US" altLang="zh-CN" sz="2000" dirty="0">
                <a:latin typeface="SimSong" panose="02020300000000000000" pitchFamily="18" charset="-122"/>
                <a:ea typeface="SimSong" panose="02020300000000000000" pitchFamily="18" charset="-122"/>
              </a:rPr>
              <a:t>1</a:t>
            </a:r>
            <a:r>
              <a:rPr lang="zh-CN" altLang="en-US" sz="2000" dirty="0">
                <a:latin typeface="SimSong" panose="02020300000000000000" pitchFamily="18" charset="-122"/>
                <a:ea typeface="SimSong" panose="02020300000000000000" pitchFamily="18" charset="-122"/>
              </a:rPr>
              <a:t>传送此文件需要多少时间？请给出计算过程。</a:t>
            </a:r>
            <a:endParaRPr lang="zh-CN" altLang="en-US" sz="2000" dirty="0">
              <a:latin typeface="SimSong" panose="02020300000000000000" pitchFamily="18" charset="-122"/>
              <a:ea typeface="SimSong" panose="02020300000000000000" pitchFamily="18" charset="-122"/>
            </a:endParaRPr>
          </a:p>
          <a:p>
            <a:pPr marL="0" indent="0">
              <a:lnSpc>
                <a:spcPct val="145000"/>
              </a:lnSpc>
              <a:spcBef>
                <a:spcPts val="600"/>
              </a:spcBef>
              <a:buNone/>
            </a:pPr>
            <a:r>
              <a:rPr lang="en-US" altLang="zh-CN" sz="2000" dirty="0">
                <a:latin typeface="SimSong" panose="02020300000000000000" pitchFamily="18" charset="-122"/>
                <a:ea typeface="SimSong" panose="02020300000000000000" pitchFamily="18" charset="-122"/>
              </a:rPr>
              <a:t>3</a:t>
            </a:r>
            <a:r>
              <a:rPr lang="zh-CN" altLang="en-US" sz="2000" dirty="0">
                <a:latin typeface="SimSong" panose="02020300000000000000" pitchFamily="18" charset="-122"/>
                <a:ea typeface="SimSong" panose="02020300000000000000" pitchFamily="18" charset="-122"/>
              </a:rPr>
              <a:t>）方案</a:t>
            </a:r>
            <a:r>
              <a:rPr lang="en-US" altLang="zh-CN" sz="2000" dirty="0">
                <a:latin typeface="SimSong" panose="02020300000000000000" pitchFamily="18" charset="-122"/>
                <a:ea typeface="SimSong" panose="02020300000000000000" pitchFamily="18" charset="-122"/>
              </a:rPr>
              <a:t>2</a:t>
            </a:r>
            <a:r>
              <a:rPr lang="zh-CN" altLang="en-US" sz="2000" dirty="0">
                <a:latin typeface="SimSong" panose="02020300000000000000" pitchFamily="18" charset="-122"/>
                <a:ea typeface="SimSong" panose="02020300000000000000" pitchFamily="18" charset="-122"/>
              </a:rPr>
              <a:t>传送此文件需要多少时间？请给出计算过程。</a:t>
            </a:r>
            <a:endParaRPr lang="zh-CN" altLang="en-US" sz="2000" dirty="0">
              <a:latin typeface="SimSong" panose="02020300000000000000" pitchFamily="18" charset="-122"/>
              <a:ea typeface="SimSong" panose="02020300000000000000" pitchFamily="18" charset="-122"/>
            </a:endParaRPr>
          </a:p>
          <a:p>
            <a:pPr marL="0" indent="0">
              <a:lnSpc>
                <a:spcPct val="145000"/>
              </a:lnSpc>
              <a:spcBef>
                <a:spcPts val="600"/>
              </a:spcBef>
              <a:buNone/>
            </a:pPr>
            <a:r>
              <a:rPr lang="en-US" altLang="zh-CN" sz="2000" dirty="0">
                <a:latin typeface="SimSong" panose="02020300000000000000" pitchFamily="18" charset="-122"/>
                <a:ea typeface="SimSong" panose="02020300000000000000" pitchFamily="18" charset="-122"/>
              </a:rPr>
              <a:t>4</a:t>
            </a:r>
            <a:r>
              <a:rPr lang="zh-CN" altLang="en-US" sz="2000" dirty="0">
                <a:latin typeface="SimSong" panose="02020300000000000000" pitchFamily="18" charset="-122"/>
                <a:ea typeface="SimSong" panose="02020300000000000000" pitchFamily="18" charset="-122"/>
              </a:rPr>
              <a:t>）方案</a:t>
            </a:r>
            <a:r>
              <a:rPr lang="en-US" altLang="zh-CN" sz="2000" dirty="0">
                <a:latin typeface="SimSong" panose="02020300000000000000" pitchFamily="18" charset="-122"/>
                <a:ea typeface="SimSong" panose="02020300000000000000" pitchFamily="18" charset="-122"/>
              </a:rPr>
              <a:t>3</a:t>
            </a:r>
            <a:r>
              <a:rPr lang="zh-CN" altLang="en-US" sz="2000" dirty="0">
                <a:latin typeface="SimSong" panose="02020300000000000000" pitchFamily="18" charset="-122"/>
                <a:ea typeface="SimSong" panose="02020300000000000000" pitchFamily="18" charset="-122"/>
              </a:rPr>
              <a:t>传送此文件需要多少时间？请给出计算过程。</a:t>
            </a:r>
            <a:endParaRPr lang="zh-CN" altLang="en-US" sz="2000" dirty="0">
              <a:latin typeface="SimSong" panose="02020300000000000000" pitchFamily="18" charset="-122"/>
              <a:ea typeface="SimSong" panose="02020300000000000000" pitchFamily="18" charset="-122"/>
            </a:endParaRPr>
          </a:p>
          <a:p>
            <a:pPr>
              <a:lnSpc>
                <a:spcPct val="145000"/>
              </a:lnSpc>
              <a:spcBef>
                <a:spcPts val="600"/>
              </a:spcBef>
            </a:pPr>
            <a:endParaRPr lang="zh-CN" altLang="en-US" sz="2000" dirty="0">
              <a:latin typeface="SimSong" panose="02020300000000000000" pitchFamily="18" charset="-122"/>
              <a:ea typeface="SimSong" panose="02020300000000000000" pitchFamily="18" charset="-122"/>
            </a:endParaRPr>
          </a:p>
          <a:p>
            <a:pPr>
              <a:lnSpc>
                <a:spcPct val="145000"/>
              </a:lnSpc>
              <a:spcBef>
                <a:spcPts val="600"/>
              </a:spcBef>
            </a:pPr>
            <a:endParaRPr lang="zh-CN" altLang="en-US" sz="2000" dirty="0">
              <a:latin typeface="SimSong" panose="02020300000000000000" pitchFamily="18" charset="-122"/>
              <a:ea typeface="SimSong" panose="02020300000000000000" pitchFamily="18" charset="-122"/>
            </a:endParaRPr>
          </a:p>
          <a:p>
            <a:pPr>
              <a:lnSpc>
                <a:spcPct val="145000"/>
              </a:lnSpc>
              <a:spcBef>
                <a:spcPts val="600"/>
              </a:spcBef>
            </a:pPr>
            <a:endParaRPr lang="en-US" sz="2000" dirty="0">
              <a:latin typeface="SimSong" panose="02020300000000000000" pitchFamily="18" charset="-122"/>
              <a:ea typeface="SimSong" panose="02020300000000000000" pitchFamily="18" charset="-122"/>
            </a:endParaRPr>
          </a:p>
        </p:txBody>
      </p:sp>
      <p:sp>
        <p:nvSpPr>
          <p:cNvPr id="2" name="灯片编号占位符 1"/>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3816"/>
            <a:ext cx="10515600" cy="4061522"/>
          </a:xfrm>
        </p:spPr>
        <p:txBody>
          <a:bodyPr>
            <a:noAutofit/>
          </a:bodyPr>
          <a:lstStyle/>
          <a:p>
            <a:pPr marL="0" indent="0">
              <a:lnSpc>
                <a:spcPct val="120000"/>
              </a:lnSpc>
              <a:spcBef>
                <a:spcPts val="600"/>
              </a:spcBef>
              <a:buNone/>
            </a:pPr>
            <a:r>
              <a:rPr lang="en-US" altLang="zh-CN" sz="2000" dirty="0"/>
              <a:t>1</a:t>
            </a:r>
            <a:r>
              <a:rPr lang="zh-CN" altLang="en-US" sz="2000" dirty="0"/>
              <a:t>）有明确的建路延迟、抗毁能力差、带宽利用率低 </a:t>
            </a:r>
            <a:endParaRPr lang="zh-CN" altLang="en-US" sz="2000" dirty="0"/>
          </a:p>
          <a:p>
            <a:pPr marL="0" indent="0">
              <a:lnSpc>
                <a:spcPct val="120000"/>
              </a:lnSpc>
              <a:spcBef>
                <a:spcPts val="600"/>
              </a:spcBef>
              <a:buNone/>
            </a:pPr>
            <a:r>
              <a:rPr lang="en-US" altLang="zh-CN" sz="2000" dirty="0"/>
              <a:t>2</a:t>
            </a:r>
            <a:r>
              <a:rPr lang="zh-CN" altLang="en-US" sz="2000" dirty="0"/>
              <a:t>）</a:t>
            </a:r>
            <a:r>
              <a:rPr lang="en-US" altLang="zh-CN" sz="2000" dirty="0"/>
              <a:t>【</a:t>
            </a:r>
            <a:r>
              <a:rPr lang="zh-CN" altLang="en-US" sz="2000" dirty="0"/>
              <a:t>方案</a:t>
            </a:r>
            <a:r>
              <a:rPr lang="en-US" altLang="zh-CN" sz="2000" dirty="0"/>
              <a:t>1】</a:t>
            </a:r>
            <a:r>
              <a:rPr lang="zh-CN" altLang="en-US" sz="2000" dirty="0"/>
              <a:t>传送此文件所需时间：</a:t>
            </a:r>
            <a:endParaRPr lang="zh-CN" altLang="en-US" sz="2000" dirty="0"/>
          </a:p>
          <a:p>
            <a:pPr marL="0" indent="0">
              <a:lnSpc>
                <a:spcPct val="120000"/>
              </a:lnSpc>
              <a:spcBef>
                <a:spcPts val="600"/>
              </a:spcBef>
              <a:buNone/>
            </a:pPr>
            <a:r>
              <a:rPr lang="zh-CN" altLang="en-US" sz="2000" dirty="0"/>
              <a:t>传输延迟：</a:t>
            </a:r>
            <a:r>
              <a:rPr lang="en-US" altLang="zh-CN" sz="2000" dirty="0"/>
              <a:t>10</a:t>
            </a:r>
            <a:r>
              <a:rPr lang="en-US" sz="2000" dirty="0"/>
              <a:t>ms * 3 = 0.03s</a:t>
            </a:r>
            <a:endParaRPr lang="en-US" sz="2000" dirty="0"/>
          </a:p>
          <a:p>
            <a:pPr marL="0" indent="0">
              <a:lnSpc>
                <a:spcPct val="120000"/>
              </a:lnSpc>
              <a:spcBef>
                <a:spcPts val="600"/>
              </a:spcBef>
              <a:buNone/>
            </a:pPr>
            <a:r>
              <a:rPr lang="zh-CN" altLang="en-US" sz="2000" dirty="0"/>
              <a:t>传输数据所需时间：</a:t>
            </a:r>
            <a:r>
              <a:rPr lang="en-US" altLang="zh-CN" sz="2000" dirty="0"/>
              <a:t>(120*10^6*8)/(8*10^3)</a:t>
            </a:r>
            <a:r>
              <a:rPr lang="zh-CN" altLang="en-US" sz="2000" dirty="0"/>
              <a:t>＝</a:t>
            </a:r>
            <a:r>
              <a:rPr lang="en-US" altLang="zh-CN" sz="2000" dirty="0"/>
              <a:t>120000</a:t>
            </a:r>
            <a:r>
              <a:rPr lang="en-US" sz="2000" dirty="0"/>
              <a:t>s</a:t>
            </a:r>
            <a:endParaRPr lang="en-US" sz="2000" dirty="0"/>
          </a:p>
          <a:p>
            <a:pPr marL="0" indent="0">
              <a:lnSpc>
                <a:spcPct val="120000"/>
              </a:lnSpc>
              <a:spcBef>
                <a:spcPts val="600"/>
              </a:spcBef>
              <a:buNone/>
            </a:pPr>
            <a:r>
              <a:rPr lang="zh-CN" altLang="en-US" sz="2000" dirty="0"/>
              <a:t>总时间：</a:t>
            </a:r>
            <a:r>
              <a:rPr lang="en-US" altLang="zh-CN" sz="2000" dirty="0"/>
              <a:t>0.03 + 120000</a:t>
            </a:r>
            <a:r>
              <a:rPr lang="en-US" sz="2000" dirty="0"/>
              <a:t>s = 120000.03s</a:t>
            </a:r>
            <a:endParaRPr lang="en-US" sz="2000" dirty="0"/>
          </a:p>
          <a:p>
            <a:pPr marL="0" indent="0">
              <a:lnSpc>
                <a:spcPct val="120000"/>
              </a:lnSpc>
              <a:spcBef>
                <a:spcPts val="600"/>
              </a:spcBef>
              <a:buNone/>
            </a:pPr>
            <a:r>
              <a:rPr lang="en-US" sz="2000" dirty="0"/>
              <a:t>3</a:t>
            </a:r>
            <a:r>
              <a:rPr lang="zh-CN" altLang="en-US" sz="2000" dirty="0"/>
              <a:t>）</a:t>
            </a:r>
            <a:r>
              <a:rPr lang="en-US" sz="2000" dirty="0"/>
              <a:t>【</a:t>
            </a:r>
            <a:r>
              <a:rPr lang="zh-CN" altLang="en-US" sz="2000" dirty="0"/>
              <a:t>方案</a:t>
            </a:r>
            <a:r>
              <a:rPr lang="en-US" altLang="zh-CN" sz="2000" dirty="0"/>
              <a:t>2】</a:t>
            </a:r>
            <a:r>
              <a:rPr lang="zh-CN" altLang="en-US" sz="2000" dirty="0"/>
              <a:t>传送此文件所需时间：</a:t>
            </a:r>
            <a:endParaRPr lang="zh-CN" altLang="en-US" sz="2000" dirty="0"/>
          </a:p>
          <a:p>
            <a:pPr marL="0" indent="0">
              <a:lnSpc>
                <a:spcPct val="120000"/>
              </a:lnSpc>
              <a:spcBef>
                <a:spcPts val="600"/>
              </a:spcBef>
              <a:buNone/>
            </a:pPr>
            <a:r>
              <a:rPr lang="zh-CN" altLang="en-US" sz="2000" dirty="0"/>
              <a:t>每一段线路的报文发送时间为： </a:t>
            </a:r>
            <a:r>
              <a:rPr lang="en-US" altLang="zh-CN" sz="2000" dirty="0"/>
              <a:t>(120*10^6+10)*8/(8*10^3)</a:t>
            </a:r>
            <a:r>
              <a:rPr lang="zh-CN" altLang="en-US" sz="2000" dirty="0"/>
              <a:t>＝</a:t>
            </a:r>
            <a:r>
              <a:rPr lang="en-US" altLang="zh-CN" sz="2000" dirty="0"/>
              <a:t>120000.01</a:t>
            </a:r>
            <a:r>
              <a:rPr lang="en-US" sz="2000" dirty="0"/>
              <a:t>s</a:t>
            </a:r>
            <a:endParaRPr lang="en-US" sz="2000" dirty="0"/>
          </a:p>
          <a:p>
            <a:pPr marL="0" indent="0">
              <a:lnSpc>
                <a:spcPct val="120000"/>
              </a:lnSpc>
              <a:spcBef>
                <a:spcPts val="600"/>
              </a:spcBef>
              <a:buNone/>
            </a:pPr>
            <a:r>
              <a:rPr lang="zh-CN" altLang="en-US" sz="2000" dirty="0"/>
              <a:t>每一段线路的传播时延为： </a:t>
            </a:r>
            <a:r>
              <a:rPr lang="en-US" altLang="zh-CN" sz="2000" dirty="0"/>
              <a:t>10</a:t>
            </a:r>
            <a:r>
              <a:rPr lang="en-US" sz="2000" dirty="0"/>
              <a:t>ms＝0.01s</a:t>
            </a:r>
            <a:endParaRPr lang="en-US" sz="2000" dirty="0"/>
          </a:p>
          <a:p>
            <a:pPr marL="0" indent="0">
              <a:lnSpc>
                <a:spcPct val="120000"/>
              </a:lnSpc>
              <a:spcBef>
                <a:spcPts val="600"/>
              </a:spcBef>
              <a:buNone/>
            </a:pPr>
            <a:r>
              <a:rPr lang="zh-CN" altLang="en-US" sz="2000" dirty="0"/>
              <a:t>总时间为：</a:t>
            </a:r>
            <a:r>
              <a:rPr lang="en-US" altLang="zh-CN" sz="2000" dirty="0"/>
              <a:t>(0.01</a:t>
            </a:r>
            <a:r>
              <a:rPr lang="zh-CN" altLang="en-US" sz="2000" dirty="0"/>
              <a:t>＋</a:t>
            </a:r>
            <a:r>
              <a:rPr lang="en-US" altLang="zh-CN" sz="2000" dirty="0"/>
              <a:t>120000.01)*3</a:t>
            </a:r>
            <a:r>
              <a:rPr lang="zh-CN" altLang="en-US" sz="2000" dirty="0"/>
              <a:t>＝</a:t>
            </a:r>
            <a:r>
              <a:rPr lang="en-US" altLang="zh-CN" sz="2000" dirty="0"/>
              <a:t>360000.06</a:t>
            </a:r>
            <a:r>
              <a:rPr lang="en-US" sz="2000" dirty="0"/>
              <a:t>s</a:t>
            </a:r>
            <a:endParaRPr lang="en-US" sz="2000" dirty="0"/>
          </a:p>
        </p:txBody>
      </p:sp>
      <p:sp>
        <p:nvSpPr>
          <p:cNvPr id="4" name="Content Placeholder 2"/>
          <p:cNvSpPr txBox="1"/>
          <p:nvPr/>
        </p:nvSpPr>
        <p:spPr>
          <a:xfrm>
            <a:off x="838200" y="4605338"/>
            <a:ext cx="10515600" cy="15716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Font typeface="Arial" panose="020B0604020202020204" pitchFamily="34" charset="0"/>
              <a:buNone/>
            </a:pPr>
            <a:r>
              <a:rPr lang="en-US" sz="2000" dirty="0"/>
              <a:t>4</a:t>
            </a:r>
            <a:r>
              <a:rPr lang="zh-CN" altLang="en-US" sz="2000" dirty="0"/>
              <a:t>）</a:t>
            </a:r>
            <a:r>
              <a:rPr lang="en-US" sz="2000" dirty="0"/>
              <a:t>【</a:t>
            </a:r>
            <a:r>
              <a:rPr lang="zh-CN" altLang="en-US" sz="2000" dirty="0"/>
              <a:t>方案</a:t>
            </a:r>
            <a:r>
              <a:rPr lang="en-US" altLang="zh-CN" sz="2000" dirty="0"/>
              <a:t>3】</a:t>
            </a:r>
            <a:r>
              <a:rPr lang="zh-CN" altLang="en-US" sz="2000" dirty="0"/>
              <a:t>传送此文件所需时间：</a:t>
            </a:r>
            <a:br>
              <a:rPr lang="zh-CN" altLang="en-US" sz="2000" dirty="0"/>
            </a:br>
            <a:r>
              <a:rPr lang="zh-CN" altLang="en-US" sz="2000" dirty="0"/>
              <a:t>文件一共分为</a:t>
            </a:r>
            <a:r>
              <a:rPr lang="en-US" altLang="zh-CN" sz="2000" dirty="0"/>
              <a:t>120*10^6/1000</a:t>
            </a:r>
            <a:r>
              <a:rPr lang="zh-CN" altLang="en-US" sz="2000" dirty="0"/>
              <a:t>＝</a:t>
            </a:r>
            <a:r>
              <a:rPr lang="en-US" altLang="zh-CN" sz="2000" dirty="0"/>
              <a:t>1.2*10^5</a:t>
            </a:r>
            <a:r>
              <a:rPr lang="zh-CN" altLang="en-US" sz="2000" dirty="0"/>
              <a:t>（个）帧</a:t>
            </a:r>
            <a:endParaRPr lang="zh-CN" altLang="en-US" sz="2000" dirty="0"/>
          </a:p>
          <a:p>
            <a:pPr marL="0" indent="0">
              <a:lnSpc>
                <a:spcPct val="100000"/>
              </a:lnSpc>
              <a:spcBef>
                <a:spcPts val="600"/>
              </a:spcBef>
              <a:buFont typeface="Arial" panose="020B0604020202020204" pitchFamily="34" charset="0"/>
              <a:buNone/>
            </a:pPr>
            <a:r>
              <a:rPr lang="en-US" altLang="zh-CN" sz="2000" dirty="0"/>
              <a:t>1</a:t>
            </a:r>
            <a:r>
              <a:rPr lang="zh-CN" altLang="en-US" sz="2000" dirty="0"/>
              <a:t>个帧长为</a:t>
            </a:r>
            <a:r>
              <a:rPr lang="en-US" altLang="zh-CN" sz="2000" dirty="0"/>
              <a:t>1020</a:t>
            </a:r>
            <a:r>
              <a:rPr lang="zh-CN" altLang="en-US" sz="2000" dirty="0"/>
              <a:t>字节，节点发送</a:t>
            </a:r>
            <a:r>
              <a:rPr lang="en-US" altLang="zh-CN" sz="2000" dirty="0"/>
              <a:t>1</a:t>
            </a:r>
            <a:r>
              <a:rPr lang="zh-CN" altLang="en-US" sz="2000" dirty="0"/>
              <a:t>个帧的时间为：</a:t>
            </a:r>
            <a:r>
              <a:rPr lang="en-US" altLang="zh-CN" sz="2000" dirty="0"/>
              <a:t>1020*8/(8*1000)</a:t>
            </a:r>
            <a:r>
              <a:rPr lang="zh-CN" altLang="en-US" sz="2000" dirty="0"/>
              <a:t>＝</a:t>
            </a:r>
            <a:r>
              <a:rPr lang="en-US" altLang="zh-CN" sz="2000" dirty="0"/>
              <a:t>1.02</a:t>
            </a:r>
            <a:r>
              <a:rPr lang="en-US" sz="2000" dirty="0"/>
              <a:t>s</a:t>
            </a:r>
            <a:endParaRPr lang="en-US" sz="2000" dirty="0"/>
          </a:p>
          <a:p>
            <a:pPr marL="0" indent="0">
              <a:lnSpc>
                <a:spcPct val="100000"/>
              </a:lnSpc>
              <a:spcBef>
                <a:spcPts val="600"/>
              </a:spcBef>
              <a:buFont typeface="Arial" panose="020B0604020202020204" pitchFamily="34" charset="0"/>
              <a:buNone/>
            </a:pPr>
            <a:r>
              <a:rPr lang="zh-CN" altLang="en-US" sz="2000" dirty="0"/>
              <a:t>传送</a:t>
            </a:r>
            <a:r>
              <a:rPr lang="en-US" altLang="zh-CN" sz="2000" dirty="0"/>
              <a:t>1</a:t>
            </a:r>
            <a:r>
              <a:rPr lang="zh-CN" altLang="en-US" sz="2000" dirty="0"/>
              <a:t>个帧所需时间：</a:t>
            </a:r>
            <a:r>
              <a:rPr lang="en-US" altLang="zh-CN" sz="2000" dirty="0"/>
              <a:t>(1.02+0.01) *3=3.09</a:t>
            </a:r>
            <a:r>
              <a:rPr lang="en-US" sz="2000" dirty="0"/>
              <a:t>s</a:t>
            </a:r>
            <a:endParaRPr lang="en-US" sz="2000" dirty="0"/>
          </a:p>
          <a:p>
            <a:pPr marL="0" indent="0">
              <a:lnSpc>
                <a:spcPct val="100000"/>
              </a:lnSpc>
              <a:spcBef>
                <a:spcPts val="600"/>
              </a:spcBef>
              <a:buFont typeface="Arial" panose="020B0604020202020204" pitchFamily="34" charset="0"/>
              <a:buNone/>
            </a:pPr>
            <a:r>
              <a:rPr lang="zh-CN" altLang="en-US" sz="2000" dirty="0"/>
              <a:t>传送所有帧所需时间： </a:t>
            </a:r>
            <a:r>
              <a:rPr lang="en-US" altLang="zh-CN" sz="2000" dirty="0"/>
              <a:t>3.09+1.02*(1.2*10^5-1)=122402.07</a:t>
            </a:r>
            <a:r>
              <a:rPr lang="en-US" sz="2000" dirty="0"/>
              <a:t>s</a:t>
            </a:r>
            <a:endParaRPr lang="en-US" sz="2000" dirty="0"/>
          </a:p>
          <a:p>
            <a:pPr marL="0" indent="0">
              <a:lnSpc>
                <a:spcPct val="100000"/>
              </a:lnSpc>
              <a:spcBef>
                <a:spcPts val="600"/>
              </a:spcBef>
              <a:buFont typeface="Arial" panose="020B0604020202020204" pitchFamily="34" charset="0"/>
              <a:buNone/>
            </a:pPr>
            <a:endParaRPr lang="en-US" sz="2000" dirty="0"/>
          </a:p>
        </p:txBody>
      </p:sp>
      <p:sp>
        <p:nvSpPr>
          <p:cNvPr id="2" name="灯片编号占位符 1"/>
          <p:cNvSpPr>
            <a:spLocks noGrp="1"/>
          </p:cNvSpPr>
          <p:nvPr>
            <p:ph type="sldNum" sz="quarter" idx="12"/>
          </p:nvPr>
        </p:nvSpPr>
        <p:spPr/>
        <p:txBody>
          <a:bodyPr/>
          <a:lstStyle/>
          <a:p>
            <a:fld id="{912474E5-4786-4477-9791-044486697A2F}" type="slidenum">
              <a:rPr lang="zh-CN" altLang="en-US" smtClean="0"/>
            </a:fld>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1"/>
          <a:srcRect t="32469" b="1"/>
          <a:stretch>
            <a:fillRect/>
          </a:stretch>
        </p:blipFill>
        <p:spPr>
          <a:xfrm>
            <a:off x="432487" y="607095"/>
            <a:ext cx="4711700" cy="2804443"/>
          </a:xfrm>
          <a:prstGeom prst="rect">
            <a:avLst/>
          </a:prstGeom>
        </p:spPr>
      </p:pic>
      <p:sp>
        <p:nvSpPr>
          <p:cNvPr id="5" name="Rectangle 4"/>
          <p:cNvSpPr/>
          <p:nvPr/>
        </p:nvSpPr>
        <p:spPr>
          <a:xfrm>
            <a:off x="510546" y="3351629"/>
            <a:ext cx="4074918" cy="2137765"/>
          </a:xfrm>
          <a:prstGeom prst="rect">
            <a:avLst/>
          </a:prstGeom>
        </p:spPr>
        <p:txBody>
          <a:bodyPr wrap="square">
            <a:spAutoFit/>
          </a:bodyPr>
          <a:lstStyle/>
          <a:p>
            <a:pPr indent="267970" algn="just">
              <a:lnSpc>
                <a:spcPct val="125000"/>
              </a:lnSpc>
            </a:pPr>
            <a:r>
              <a:rPr lang="zh-CN" altLang="en-US" kern="0" dirty="0">
                <a:latin typeface="+mn-ea"/>
              </a:rPr>
              <a:t>分组交换的参数如下： </a:t>
            </a:r>
            <a:endParaRPr lang="zh-CN" altLang="en-US" kern="100" dirty="0">
              <a:latin typeface="+mn-ea"/>
            </a:endParaRPr>
          </a:p>
          <a:p>
            <a:pPr indent="624205" algn="just">
              <a:lnSpc>
                <a:spcPct val="125000"/>
              </a:lnSpc>
            </a:pPr>
            <a:r>
              <a:rPr lang="zh-CN" altLang="en-US" kern="100" dirty="0">
                <a:latin typeface="+mn-ea"/>
              </a:rPr>
              <a:t>路径的跳数 </a:t>
            </a:r>
            <a:r>
              <a:rPr lang="en-US" altLang="zh-CN" kern="100" dirty="0">
                <a:latin typeface="+mn-ea"/>
              </a:rPr>
              <a:t>= </a:t>
            </a:r>
            <a:r>
              <a:rPr lang="en-US" kern="100" dirty="0">
                <a:latin typeface="+mn-ea"/>
              </a:rPr>
              <a:t>M</a:t>
            </a:r>
            <a:endParaRPr lang="en-US" kern="100" dirty="0">
              <a:latin typeface="+mn-ea"/>
            </a:endParaRPr>
          </a:p>
          <a:p>
            <a:pPr indent="624205" algn="just">
              <a:lnSpc>
                <a:spcPct val="125000"/>
              </a:lnSpc>
            </a:pPr>
            <a:r>
              <a:rPr lang="zh-CN" altLang="en-US" kern="100" dirty="0">
                <a:latin typeface="+mn-ea"/>
              </a:rPr>
              <a:t>每一跳的处理时间</a:t>
            </a:r>
            <a:r>
              <a:rPr lang="en-US" altLang="zh-CN" kern="100" dirty="0">
                <a:latin typeface="+mn-ea"/>
              </a:rPr>
              <a:t>= </a:t>
            </a:r>
            <a:r>
              <a:rPr lang="en-US" kern="100" dirty="0">
                <a:latin typeface="+mn-ea"/>
              </a:rPr>
              <a:t>P</a:t>
            </a:r>
            <a:endParaRPr lang="en-US" kern="100" dirty="0">
              <a:latin typeface="+mn-ea"/>
            </a:endParaRPr>
          </a:p>
          <a:p>
            <a:pPr indent="624205" algn="just">
              <a:lnSpc>
                <a:spcPct val="125000"/>
              </a:lnSpc>
            </a:pPr>
            <a:r>
              <a:rPr lang="zh-CN" altLang="en-US" kern="100" dirty="0">
                <a:latin typeface="+mn-ea"/>
              </a:rPr>
              <a:t>链路的传播时延</a:t>
            </a:r>
            <a:r>
              <a:rPr lang="en-US" altLang="zh-CN" kern="100" dirty="0">
                <a:latin typeface="+mn-ea"/>
              </a:rPr>
              <a:t>= </a:t>
            </a:r>
            <a:r>
              <a:rPr lang="en-US" kern="100" dirty="0">
                <a:latin typeface="+mn-ea"/>
              </a:rPr>
              <a:t>L </a:t>
            </a:r>
            <a:endParaRPr lang="en-US" kern="100" dirty="0">
              <a:latin typeface="+mn-ea"/>
            </a:endParaRPr>
          </a:p>
          <a:p>
            <a:pPr indent="624205" algn="just">
              <a:lnSpc>
                <a:spcPct val="125000"/>
              </a:lnSpc>
            </a:pPr>
            <a:r>
              <a:rPr lang="zh-CN" altLang="en-US" kern="100" dirty="0">
                <a:latin typeface="+mn-ea"/>
              </a:rPr>
              <a:t>分组的发送时间 </a:t>
            </a:r>
            <a:r>
              <a:rPr lang="en-US" altLang="zh-CN" kern="100" dirty="0">
                <a:latin typeface="+mn-ea"/>
              </a:rPr>
              <a:t>= </a:t>
            </a:r>
            <a:r>
              <a:rPr lang="en-US" kern="100" dirty="0">
                <a:latin typeface="+mn-ea"/>
              </a:rPr>
              <a:t>T</a:t>
            </a:r>
            <a:endParaRPr lang="en-US" kern="100" dirty="0">
              <a:latin typeface="+mn-ea"/>
            </a:endParaRPr>
          </a:p>
          <a:p>
            <a:pPr indent="624205" algn="just">
              <a:lnSpc>
                <a:spcPct val="125000"/>
              </a:lnSpc>
            </a:pPr>
            <a:r>
              <a:rPr lang="zh-CN" altLang="en-US" kern="100" dirty="0">
                <a:latin typeface="+mn-ea"/>
              </a:rPr>
              <a:t>分组数 </a:t>
            </a:r>
            <a:r>
              <a:rPr lang="en-US" altLang="zh-CN" kern="100" dirty="0">
                <a:latin typeface="+mn-ea"/>
              </a:rPr>
              <a:t>= </a:t>
            </a:r>
            <a:r>
              <a:rPr lang="en-US" kern="100" dirty="0">
                <a:latin typeface="+mn-ea"/>
              </a:rPr>
              <a:t>N</a:t>
            </a:r>
            <a:endParaRPr lang="en-US" kern="100" dirty="0">
              <a:latin typeface="+mn-ea"/>
            </a:endParaRPr>
          </a:p>
        </p:txBody>
      </p:sp>
      <p:pic>
        <p:nvPicPr>
          <p:cNvPr id="11" name="Picture 10"/>
          <p:cNvPicPr>
            <a:picLocks noChangeAspect="1"/>
          </p:cNvPicPr>
          <p:nvPr/>
        </p:nvPicPr>
        <p:blipFill>
          <a:blip r:embed="rId2"/>
          <a:stretch>
            <a:fillRect/>
          </a:stretch>
        </p:blipFill>
        <p:spPr>
          <a:xfrm>
            <a:off x="5532498" y="505919"/>
            <a:ext cx="6227015" cy="4937721"/>
          </a:xfrm>
          <a:prstGeom prst="rect">
            <a:avLst/>
          </a:prstGeom>
        </p:spPr>
      </p:pic>
      <p:sp>
        <p:nvSpPr>
          <p:cNvPr id="12" name="Rectangle 11"/>
          <p:cNvSpPr/>
          <p:nvPr/>
        </p:nvSpPr>
        <p:spPr>
          <a:xfrm>
            <a:off x="597443" y="5535148"/>
            <a:ext cx="8234323" cy="923330"/>
          </a:xfrm>
          <a:prstGeom prst="rect">
            <a:avLst/>
          </a:prstGeom>
        </p:spPr>
        <p:txBody>
          <a:bodyPr wrap="square">
            <a:spAutoFit/>
          </a:bodyPr>
          <a:lstStyle/>
          <a:p>
            <a:pPr algn="just"/>
            <a:r>
              <a:rPr lang="en-US" kern="100" dirty="0">
                <a:solidFill>
                  <a:srgbClr val="FF0000"/>
                </a:solidFill>
                <a:latin typeface="Tahoma" panose="020B0604030504040204" pitchFamily="34" charset="0"/>
              </a:rPr>
              <a:t>Total Delay =</a:t>
            </a:r>
            <a:r>
              <a:rPr lang="zh-CN" altLang="en-US" kern="100" dirty="0">
                <a:solidFill>
                  <a:srgbClr val="FF0000"/>
                </a:solidFill>
                <a:latin typeface="Tahoma" panose="020B0604030504040204" pitchFamily="34" charset="0"/>
              </a:rPr>
              <a:t>最后</a:t>
            </a:r>
            <a:r>
              <a:rPr lang="en-US" kern="100" dirty="0" err="1">
                <a:solidFill>
                  <a:srgbClr val="FF0000"/>
                </a:solidFill>
                <a:latin typeface="Tahoma" panose="020B0604030504040204" pitchFamily="34" charset="0"/>
              </a:rPr>
              <a:t>一个分组经历的完整延迟</a:t>
            </a:r>
            <a:r>
              <a:rPr lang="en-US" kern="100" dirty="0">
                <a:solidFill>
                  <a:srgbClr val="FF0000"/>
                </a:solidFill>
                <a:latin typeface="Tahoma" panose="020B0604030504040204" pitchFamily="34" charset="0"/>
              </a:rPr>
              <a:t> </a:t>
            </a:r>
            <a:r>
              <a:rPr lang="en-US" altLang="zh-CN" kern="100" dirty="0">
                <a:solidFill>
                  <a:srgbClr val="FF0000"/>
                </a:solidFill>
                <a:latin typeface="Tahoma" panose="020B0604030504040204" pitchFamily="34" charset="0"/>
              </a:rPr>
              <a:t>+ </a:t>
            </a:r>
            <a:r>
              <a:rPr lang="zh-CN" altLang="en-US" kern="100" dirty="0">
                <a:solidFill>
                  <a:srgbClr val="FF0000"/>
                </a:solidFill>
                <a:latin typeface="Tahoma" panose="020B0604030504040204" pitchFamily="34" charset="0"/>
              </a:rPr>
              <a:t>其他包流水线的发送时间</a:t>
            </a:r>
            <a:endParaRPr lang="en-US" kern="100" dirty="0">
              <a:solidFill>
                <a:srgbClr val="FF0000"/>
              </a:solidFill>
              <a:latin typeface="Tahoma" panose="020B0604030504040204" pitchFamily="34" charset="0"/>
            </a:endParaRPr>
          </a:p>
          <a:p>
            <a:pPr algn="just"/>
            <a:r>
              <a:rPr lang="en-US" kern="100" dirty="0">
                <a:solidFill>
                  <a:srgbClr val="FF0000"/>
                </a:solidFill>
                <a:latin typeface="Tahoma" panose="020B0604030504040204" pitchFamily="34" charset="0"/>
              </a:rPr>
              <a:t>= M( L + T + P )+ (N-1)T </a:t>
            </a:r>
            <a:endParaRPr lang="en-US" kern="100" dirty="0">
              <a:solidFill>
                <a:srgbClr val="FF0000"/>
              </a:solidFill>
              <a:latin typeface="Times New Roman" panose="02020603050405020304" pitchFamily="18" charset="0"/>
            </a:endParaRPr>
          </a:p>
          <a:p>
            <a:pPr algn="just"/>
            <a:r>
              <a:rPr lang="en-US" kern="100" dirty="0">
                <a:solidFill>
                  <a:srgbClr val="FF0000"/>
                </a:solidFill>
                <a:latin typeface="Tahoma" panose="020B0604030504040204" pitchFamily="34" charset="0"/>
              </a:rPr>
              <a:t>= NT + ML + (M-1)T + MP</a:t>
            </a:r>
            <a:endParaRPr lang="en-US" kern="100" dirty="0">
              <a:solidFill>
                <a:srgbClr val="FF0000"/>
              </a:solidFill>
              <a:latin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13022</Words>
  <Application>WPS 演示</Application>
  <PresentationFormat>宽屏</PresentationFormat>
  <Paragraphs>845</Paragraphs>
  <Slides>64</Slides>
  <Notes>16</Notes>
  <HiddenSlides>0</HiddenSlides>
  <MMClips>0</MMClips>
  <ScaleCrop>false</ScaleCrop>
  <HeadingPairs>
    <vt:vector size="8" baseType="variant">
      <vt:variant>
        <vt:lpstr>已用的字体</vt:lpstr>
      </vt:variant>
      <vt:variant>
        <vt:i4>25</vt:i4>
      </vt:variant>
      <vt:variant>
        <vt:lpstr>主题</vt:lpstr>
      </vt:variant>
      <vt:variant>
        <vt:i4>1</vt:i4>
      </vt:variant>
      <vt:variant>
        <vt:lpstr>嵌入 OLE 服务器</vt:lpstr>
      </vt:variant>
      <vt:variant>
        <vt:i4>4</vt:i4>
      </vt:variant>
      <vt:variant>
        <vt:lpstr>幻灯片标题</vt:lpstr>
      </vt:variant>
      <vt:variant>
        <vt:i4>64</vt:i4>
      </vt:variant>
    </vt:vector>
  </HeadingPairs>
  <TitlesOfParts>
    <vt:vector size="94" baseType="lpstr">
      <vt:lpstr>Arial</vt:lpstr>
      <vt:lpstr>宋体</vt:lpstr>
      <vt:lpstr>Wingdings</vt:lpstr>
      <vt:lpstr>微软雅黑</vt:lpstr>
      <vt:lpstr>Calibri</vt:lpstr>
      <vt:lpstr>Arial Unicode MS</vt:lpstr>
      <vt:lpstr>等线</vt:lpstr>
      <vt:lpstr>Comic Sans MS</vt:lpstr>
      <vt:lpstr>ZapfDingbats</vt:lpstr>
      <vt:lpstr>Times New Roman</vt:lpstr>
      <vt:lpstr>Arial Black</vt:lpstr>
      <vt:lpstr>Verdana</vt:lpstr>
      <vt:lpstr>Gulim</vt:lpstr>
      <vt:lpstr>Adobe Myungjo Std M</vt:lpstr>
      <vt:lpstr>굴림</vt:lpstr>
      <vt:lpstr>Wingdings</vt:lpstr>
      <vt:lpstr>黑体</vt:lpstr>
      <vt:lpstr>Gill Sans MT</vt:lpstr>
      <vt:lpstr>MS PGothic</vt:lpstr>
      <vt:lpstr>楷体_GB2312</vt:lpstr>
      <vt:lpstr>新宋体</vt:lpstr>
      <vt:lpstr>SimSong</vt:lpstr>
      <vt:lpstr>Tahoma</vt:lpstr>
      <vt:lpstr>Zapf Renaissance Antiqua Light</vt:lpstr>
      <vt:lpstr>Symbol</vt:lpstr>
      <vt:lpstr>Office 主题</vt:lpstr>
      <vt:lpstr>PBrush</vt:lpstr>
      <vt:lpstr>PBrush</vt:lpstr>
      <vt:lpstr>PBrush</vt:lpstr>
      <vt:lpstr>Visio.Drawing.6</vt:lpstr>
      <vt:lpstr>计算机网络</vt:lpstr>
      <vt:lpstr>一、计算机网络中【常见的】</vt:lpstr>
      <vt:lpstr>1. 分析方法 Point-to-point，End-to-end, hop-by-hop, layer-by-layer, Peer-to-peer</vt:lpstr>
      <vt:lpstr>PowerPoint 演示文稿</vt:lpstr>
      <vt:lpstr>PowerPoint 演示文稿</vt:lpstr>
      <vt:lpstr>PowerPoint 演示文稿</vt:lpstr>
      <vt:lpstr>2. 计算机网络中的参考模型/分层结构</vt:lpstr>
      <vt:lpstr>概念辨析</vt:lpstr>
      <vt:lpstr>概念辨析</vt:lpstr>
      <vt:lpstr>3. 计算机网络中的设备</vt:lpstr>
      <vt:lpstr>3. 计算机网络中的设备</vt:lpstr>
      <vt:lpstr>路由器概述</vt:lpstr>
      <vt:lpstr>路由器控制层</vt:lpstr>
      <vt:lpstr>路由器扩展知识</vt:lpstr>
      <vt:lpstr>PowerPoint 演示文稿</vt:lpstr>
      <vt:lpstr>PowerPoint 演示文稿</vt:lpstr>
      <vt:lpstr>IPv4地址的划分</vt:lpstr>
      <vt:lpstr>PowerPoint 演示文稿</vt:lpstr>
      <vt:lpstr>PowerPoint 演示文稿</vt:lpstr>
      <vt:lpstr>PowerPoint 演示文稿</vt:lpstr>
      <vt:lpstr>5. 计算机网络中的协议</vt:lpstr>
      <vt:lpstr>2）协议辨析</vt:lpstr>
      <vt:lpstr>PowerPoint 演示文稿</vt:lpstr>
      <vt:lpstr>PowerPoint 演示文稿</vt:lpstr>
      <vt:lpstr>PowerPoint 演示文稿</vt:lpstr>
      <vt:lpstr>PowerPoint 演示文稿</vt:lpstr>
      <vt:lpstr>PowerPoint 演示文稿</vt:lpstr>
      <vt:lpstr> </vt:lpstr>
      <vt:lpstr> </vt:lpstr>
      <vt:lpstr>PowerPoint 演示文稿</vt:lpstr>
      <vt:lpstr>PowerPoint 演示文稿</vt:lpstr>
      <vt:lpstr>4) Web缓存技术与Web代理</vt:lpstr>
      <vt:lpstr>Web缓存技术与Web代理</vt:lpstr>
      <vt:lpstr>Web缓存技术与Web代理</vt:lpstr>
      <vt:lpstr>5) FTP</vt:lpstr>
      <vt:lpstr>PowerPoint 演示文稿</vt:lpstr>
      <vt:lpstr>6. 计算机网络中的算法（公式？）</vt:lpstr>
      <vt:lpstr>二、典型习题</vt:lpstr>
      <vt:lpstr> 1）在一个1Mb/s的卫星信道上发送1000bit大小的帧。卫星信道端到端的传输延迟是270ms。确认总是捎带在数据帧中（假设从卫星发回的数据帧长也为1000bit）。帧头很短，使用 3位的序列号。对以下协议而言，可以取得的最大信道利用率是多少？  （a）停一等协议；  （b）回退N滑动窗口协议； （c）选择重传滑动窗口协议（WT最大时）；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 单选</vt:lpstr>
      <vt:lpstr>PowerPoint 演示文稿</vt:lpstr>
      <vt:lpstr>4. 多选</vt:lpstr>
      <vt:lpstr>5. 判断正误</vt:lpstr>
      <vt:lpstr>判断正误</vt:lpstr>
      <vt:lpstr>判断正误 </vt:lpstr>
      <vt:lpstr>6、简答</vt:lpstr>
      <vt:lpstr>2. CSMA/CD 的工作原理是什么？碰撞窗口大小如何计算？ </vt:lpstr>
      <vt:lpstr>3. 以太网规定了最小帧长度，发送的数据小于该长度时必须进行填充，为什么？最小 帧长度如何计算？</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Shouxi Luo</dc:creator>
  <cp:lastModifiedBy>微信用户</cp:lastModifiedBy>
  <cp:revision>1015</cp:revision>
  <cp:lastPrinted>2025-12-24T15:15:00Z</cp:lastPrinted>
  <dcterms:created xsi:type="dcterms:W3CDTF">2024-12-19T16:09:00Z</dcterms:created>
  <dcterms:modified xsi:type="dcterms:W3CDTF">2026-01-02T06:20:39Z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38499E9B980B9AC2A14464674729E085_43</vt:lpwstr>
  </property>
</Properties>
</file>